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4"/>
  </p:notesMasterIdLst>
  <p:handoutMasterIdLst>
    <p:handoutMasterId r:id="rId25"/>
  </p:handoutMasterIdLst>
  <p:sldIdLst>
    <p:sldId id="2147479184" r:id="rId5"/>
    <p:sldId id="2147479217" r:id="rId6"/>
    <p:sldId id="2147479218" r:id="rId7"/>
    <p:sldId id="2147479219" r:id="rId8"/>
    <p:sldId id="2147479220" r:id="rId9"/>
    <p:sldId id="2147479221" r:id="rId10"/>
    <p:sldId id="2147479222" r:id="rId11"/>
    <p:sldId id="2147479223" r:id="rId12"/>
    <p:sldId id="2147479224" r:id="rId13"/>
    <p:sldId id="2147479225" r:id="rId14"/>
    <p:sldId id="2147479226" r:id="rId15"/>
    <p:sldId id="2147479238" r:id="rId16"/>
    <p:sldId id="2147479227" r:id="rId17"/>
    <p:sldId id="2147479228" r:id="rId18"/>
    <p:sldId id="2147479229" r:id="rId19"/>
    <p:sldId id="2147479230" r:id="rId20"/>
    <p:sldId id="2147479231" r:id="rId21"/>
    <p:sldId id="2147479232" r:id="rId22"/>
    <p:sldId id="214747923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631933-E298-4E09-B695-308D061AA9FD}" v="4" dt="2026-02-08T10:24:32.558"/>
    <p1510:client id="{28CCB395-8307-D2D6-B79B-6A426ECE35E8}" v="1" dt="2026-02-08T08:47:27.365"/>
    <p1510:client id="{2B0FF23C-0D40-7453-EBC0-9909DF50D9F7}" v="2" dt="2026-02-08T10:30:00.784"/>
    <p1510:client id="{5223B07D-1612-CDD6-2896-B0F1F2F81EC0}" v="4" dt="2026-02-07T18:53:24.835"/>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6-02-03T07:38:21.308" v="1382" actId="47"/>
      <pc:docMkLst>
        <pc:docMk/>
      </pc:docMkLst>
      <pc:sldChg chg="modSp mod">
        <pc:chgData name="Mohan, Poornima Swarna (Cognizant)" userId="36824357-ffbd-40a5-b000-b82d0f7dca89" providerId="ADAL" clId="{BB20CA10-5FC3-4CCD-8518-89B0931CAB48}" dt="2026-02-02T07:32:21.417" v="948" actId="20577"/>
        <pc:sldMkLst>
          <pc:docMk/>
          <pc:sldMk cId="2713534842" sldId="2147479184"/>
        </pc:sldMkLst>
        <pc:spChg chg="mod">
          <ac:chgData name="Mohan, Poornima Swarna (Cognizant)" userId="36824357-ffbd-40a5-b000-b82d0f7dca89" providerId="ADAL" clId="{BB20CA10-5FC3-4CCD-8518-89B0931CAB48}" dt="2026-02-02T07:32:21.417" v="948" actId="20577"/>
          <ac:spMkLst>
            <pc:docMk/>
            <pc:sldMk cId="2713534842" sldId="2147479184"/>
            <ac:spMk id="5" creationId="{09D9EB17-9965-3523-3F99-EF5E53642703}"/>
          </ac:spMkLst>
        </pc:spChg>
      </pc:sldChg>
      <pc:sldChg chg="addSp delSp modSp mod">
        <pc:chgData name="Mohan, Poornima Swarna (Cognizant)" userId="36824357-ffbd-40a5-b000-b82d0f7dca89" providerId="ADAL" clId="{BB20CA10-5FC3-4CCD-8518-89B0931CAB48}" dt="2026-02-02T07:33:05.795" v="992" actId="14100"/>
        <pc:sldMkLst>
          <pc:docMk/>
          <pc:sldMk cId="1241736782" sldId="2147479217"/>
        </pc:sldMkLst>
        <pc:spChg chg="mod">
          <ac:chgData name="Mohan, Poornima Swarna (Cognizant)" userId="36824357-ffbd-40a5-b000-b82d0f7dca89" providerId="ADAL" clId="{BB20CA10-5FC3-4CCD-8518-89B0931CAB48}" dt="2026-02-02T07:33:01.164" v="989" actId="20577"/>
          <ac:spMkLst>
            <pc:docMk/>
            <pc:sldMk cId="1241736782" sldId="2147479217"/>
            <ac:spMk id="2" creationId="{0A7F37D4-D953-972F-D24F-C5EDF1AFF8B6}"/>
          </ac:spMkLst>
        </pc:spChg>
        <pc:picChg chg="add mod">
          <ac:chgData name="Mohan, Poornima Swarna (Cognizant)" userId="36824357-ffbd-40a5-b000-b82d0f7dca89" providerId="ADAL" clId="{BB20CA10-5FC3-4CCD-8518-89B0931CAB48}" dt="2026-02-02T07:33:05.795" v="992" actId="14100"/>
          <ac:picMkLst>
            <pc:docMk/>
            <pc:sldMk cId="1241736782" sldId="2147479217"/>
            <ac:picMk id="3" creationId="{84196FD1-259D-26ED-1AC4-B475B77F9D3D}"/>
          </ac:picMkLst>
        </pc:picChg>
      </pc:sldChg>
      <pc:sldChg chg="addSp modSp add mod">
        <pc:chgData name="Mohan, Poornima Swarna (Cognizant)" userId="36824357-ffbd-40a5-b000-b82d0f7dca89" providerId="ADAL" clId="{BB20CA10-5FC3-4CCD-8518-89B0931CAB48}" dt="2026-02-02T07:33:33.529" v="1028" actId="14100"/>
        <pc:sldMkLst>
          <pc:docMk/>
          <pc:sldMk cId="2666815370" sldId="2147479218"/>
        </pc:sldMkLst>
        <pc:spChg chg="mod">
          <ac:chgData name="Mohan, Poornima Swarna (Cognizant)" userId="36824357-ffbd-40a5-b000-b82d0f7dca89" providerId="ADAL" clId="{BB20CA10-5FC3-4CCD-8518-89B0931CAB48}" dt="2026-02-02T07:33:25.653" v="1024" actId="20577"/>
          <ac:spMkLst>
            <pc:docMk/>
            <pc:sldMk cId="2666815370" sldId="2147479218"/>
            <ac:spMk id="2" creationId="{FB67082C-20E6-5350-A3A7-7F59BB7AB0B9}"/>
          </ac:spMkLst>
        </pc:spChg>
        <pc:picChg chg="add mod">
          <ac:chgData name="Mohan, Poornima Swarna (Cognizant)" userId="36824357-ffbd-40a5-b000-b82d0f7dca89" providerId="ADAL" clId="{BB20CA10-5FC3-4CCD-8518-89B0931CAB48}" dt="2026-02-02T07:33:33.529" v="1028" actId="14100"/>
          <ac:picMkLst>
            <pc:docMk/>
            <pc:sldMk cId="2666815370" sldId="2147479218"/>
            <ac:picMk id="3" creationId="{816167C6-CD02-EE0B-77E6-C054A5798F8D}"/>
          </ac:picMkLst>
        </pc:picChg>
      </pc:sldChg>
      <pc:sldChg chg="addSp modSp add mod">
        <pc:chgData name="Mohan, Poornima Swarna (Cognizant)" userId="36824357-ffbd-40a5-b000-b82d0f7dca89" providerId="ADAL" clId="{BB20CA10-5FC3-4CCD-8518-89B0931CAB48}" dt="2026-02-02T07:33:55.389" v="1053" actId="20577"/>
        <pc:sldMkLst>
          <pc:docMk/>
          <pc:sldMk cId="2188886390" sldId="2147479219"/>
        </pc:sldMkLst>
        <pc:spChg chg="mod">
          <ac:chgData name="Mohan, Poornima Swarna (Cognizant)" userId="36824357-ffbd-40a5-b000-b82d0f7dca89" providerId="ADAL" clId="{BB20CA10-5FC3-4CCD-8518-89B0931CAB48}" dt="2026-02-02T07:33:55.389" v="1053" actId="20577"/>
          <ac:spMkLst>
            <pc:docMk/>
            <pc:sldMk cId="2188886390" sldId="2147479219"/>
            <ac:spMk id="2" creationId="{50270443-1940-CD1F-4BE8-EF9076A7230B}"/>
          </ac:spMkLst>
        </pc:spChg>
        <pc:picChg chg="add mod">
          <ac:chgData name="Mohan, Poornima Swarna (Cognizant)" userId="36824357-ffbd-40a5-b000-b82d0f7dca89" providerId="ADAL" clId="{BB20CA10-5FC3-4CCD-8518-89B0931CAB48}" dt="2026-02-02T07:33:43.111" v="1030" actId="1076"/>
          <ac:picMkLst>
            <pc:docMk/>
            <pc:sldMk cId="2188886390" sldId="2147479219"/>
            <ac:picMk id="3" creationId="{4753D6AD-7AAA-B597-F8FE-CF6B19365DF2}"/>
          </ac:picMkLst>
        </pc:picChg>
      </pc:sldChg>
      <pc:sldChg chg="addSp modSp add mod">
        <pc:chgData name="Mohan, Poornima Swarna (Cognizant)" userId="36824357-ffbd-40a5-b000-b82d0f7dca89" providerId="ADAL" clId="{BB20CA10-5FC3-4CCD-8518-89B0931CAB48}" dt="2026-02-02T07:34:21.080" v="1058" actId="20577"/>
        <pc:sldMkLst>
          <pc:docMk/>
          <pc:sldMk cId="1402155232" sldId="2147479220"/>
        </pc:sldMkLst>
        <pc:spChg chg="mod">
          <ac:chgData name="Mohan, Poornima Swarna (Cognizant)" userId="36824357-ffbd-40a5-b000-b82d0f7dca89" providerId="ADAL" clId="{BB20CA10-5FC3-4CCD-8518-89B0931CAB48}" dt="2026-02-02T07:34:21.080" v="1058" actId="20577"/>
          <ac:spMkLst>
            <pc:docMk/>
            <pc:sldMk cId="1402155232" sldId="2147479220"/>
            <ac:spMk id="2" creationId="{951E4EC5-EC6E-ABEC-5DB2-FF15EF63DF0A}"/>
          </ac:spMkLst>
        </pc:spChg>
        <pc:picChg chg="add mod">
          <ac:chgData name="Mohan, Poornima Swarna (Cognizant)" userId="36824357-ffbd-40a5-b000-b82d0f7dca89" providerId="ADAL" clId="{BB20CA10-5FC3-4CCD-8518-89B0931CAB48}" dt="2026-02-02T07:34:17.623" v="1055" actId="14100"/>
          <ac:picMkLst>
            <pc:docMk/>
            <pc:sldMk cId="1402155232" sldId="2147479220"/>
            <ac:picMk id="3" creationId="{AFA355C2-4C64-4571-9E4E-F90AC29D1F02}"/>
          </ac:picMkLst>
        </pc:picChg>
      </pc:sldChg>
      <pc:sldChg chg="addSp modSp add mod">
        <pc:chgData name="Mohan, Poornima Swarna (Cognizant)" userId="36824357-ffbd-40a5-b000-b82d0f7dca89" providerId="ADAL" clId="{BB20CA10-5FC3-4CCD-8518-89B0931CAB48}" dt="2026-02-02T07:35:00.096" v="1064" actId="20577"/>
        <pc:sldMkLst>
          <pc:docMk/>
          <pc:sldMk cId="1753566182" sldId="2147479221"/>
        </pc:sldMkLst>
        <pc:spChg chg="mod">
          <ac:chgData name="Mohan, Poornima Swarna (Cognizant)" userId="36824357-ffbd-40a5-b000-b82d0f7dca89" providerId="ADAL" clId="{BB20CA10-5FC3-4CCD-8518-89B0931CAB48}" dt="2026-02-02T07:35:00.096" v="1064" actId="20577"/>
          <ac:spMkLst>
            <pc:docMk/>
            <pc:sldMk cId="1753566182" sldId="2147479221"/>
            <ac:spMk id="2" creationId="{90176F3D-3448-E1A4-6AB7-386F90AB04C2}"/>
          </ac:spMkLst>
        </pc:spChg>
        <pc:spChg chg="add mod">
          <ac:chgData name="Mohan, Poornima Swarna (Cognizant)" userId="36824357-ffbd-40a5-b000-b82d0f7dca89" providerId="ADAL" clId="{BB20CA10-5FC3-4CCD-8518-89B0931CAB48}" dt="2026-02-02T07:34:50.879" v="1061" actId="1076"/>
          <ac:spMkLst>
            <pc:docMk/>
            <pc:sldMk cId="1753566182" sldId="2147479221"/>
            <ac:spMk id="6" creationId="{553C32D5-5219-BA9C-BC96-A486BCBC4E0F}"/>
          </ac:spMkLst>
        </pc:spChg>
        <pc:picChg chg="add mod">
          <ac:chgData name="Mohan, Poornima Swarna (Cognizant)" userId="36824357-ffbd-40a5-b000-b82d0f7dca89" providerId="ADAL" clId="{BB20CA10-5FC3-4CCD-8518-89B0931CAB48}" dt="2026-02-02T07:34:50.879" v="1061" actId="1076"/>
          <ac:picMkLst>
            <pc:docMk/>
            <pc:sldMk cId="1753566182" sldId="2147479221"/>
            <ac:picMk id="7" creationId="{B92AAAA5-80D9-84C9-46A9-7FEDCF950BF7}"/>
          </ac:picMkLst>
        </pc:picChg>
      </pc:sldChg>
      <pc:sldChg chg="addSp modSp add mod">
        <pc:chgData name="Mohan, Poornima Swarna (Cognizant)" userId="36824357-ffbd-40a5-b000-b82d0f7dca89" providerId="ADAL" clId="{BB20CA10-5FC3-4CCD-8518-89B0931CAB48}" dt="2026-02-02T07:35:36.302" v="1070" actId="1076"/>
        <pc:sldMkLst>
          <pc:docMk/>
          <pc:sldMk cId="3136071453" sldId="2147479222"/>
        </pc:sldMkLst>
        <pc:spChg chg="mod">
          <ac:chgData name="Mohan, Poornima Swarna (Cognizant)" userId="36824357-ffbd-40a5-b000-b82d0f7dca89" providerId="ADAL" clId="{BB20CA10-5FC3-4CCD-8518-89B0931CAB48}" dt="2026-02-02T07:35:30.213" v="1068" actId="20577"/>
          <ac:spMkLst>
            <pc:docMk/>
            <pc:sldMk cId="3136071453" sldId="2147479222"/>
            <ac:spMk id="2" creationId="{9EFEFAB9-285F-0A16-F4F6-531F2324479D}"/>
          </ac:spMkLst>
        </pc:spChg>
        <pc:picChg chg="add mod">
          <ac:chgData name="Mohan, Poornima Swarna (Cognizant)" userId="36824357-ffbd-40a5-b000-b82d0f7dca89" providerId="ADAL" clId="{BB20CA10-5FC3-4CCD-8518-89B0931CAB48}" dt="2026-02-02T07:35:36.302" v="1070" actId="1076"/>
          <ac:picMkLst>
            <pc:docMk/>
            <pc:sldMk cId="3136071453" sldId="2147479222"/>
            <ac:picMk id="3" creationId="{A7F9BB65-E6BC-0951-7000-187E8F6FA9F2}"/>
          </ac:picMkLst>
        </pc:picChg>
      </pc:sldChg>
      <pc:sldChg chg="addSp delSp modSp add mod">
        <pc:chgData name="Mohan, Poornima Swarna (Cognizant)" userId="36824357-ffbd-40a5-b000-b82d0f7dca89" providerId="ADAL" clId="{BB20CA10-5FC3-4CCD-8518-89B0931CAB48}" dt="2026-02-02T07:36:13.544" v="1088"/>
        <pc:sldMkLst>
          <pc:docMk/>
          <pc:sldMk cId="2145664507" sldId="2147479223"/>
        </pc:sldMkLst>
        <pc:spChg chg="add mod">
          <ac:chgData name="Mohan, Poornima Swarna (Cognizant)" userId="36824357-ffbd-40a5-b000-b82d0f7dca89" providerId="ADAL" clId="{BB20CA10-5FC3-4CCD-8518-89B0931CAB48}" dt="2026-02-02T07:36:13.544" v="1088"/>
          <ac:spMkLst>
            <pc:docMk/>
            <pc:sldMk cId="2145664507" sldId="2147479223"/>
            <ac:spMk id="7" creationId="{4F9F3AB6-ED76-C387-426B-4C0E19106716}"/>
          </ac:spMkLst>
        </pc:spChg>
        <pc:picChg chg="add mod">
          <ac:chgData name="Mohan, Poornima Swarna (Cognizant)" userId="36824357-ffbd-40a5-b000-b82d0f7dca89" providerId="ADAL" clId="{BB20CA10-5FC3-4CCD-8518-89B0931CAB48}" dt="2026-02-02T07:36:09.373" v="1087" actId="14100"/>
          <ac:picMkLst>
            <pc:docMk/>
            <pc:sldMk cId="2145664507" sldId="2147479223"/>
            <ac:picMk id="6" creationId="{090135BC-6D78-A33D-64E6-67B85E9324AF}"/>
          </ac:picMkLst>
        </pc:picChg>
      </pc:sldChg>
      <pc:sldChg chg="addSp modSp add mod">
        <pc:chgData name="Mohan, Poornima Swarna (Cognizant)" userId="36824357-ffbd-40a5-b000-b82d0f7dca89" providerId="ADAL" clId="{BB20CA10-5FC3-4CCD-8518-89B0931CAB48}" dt="2026-02-02T07:37:26.459" v="1115" actId="20577"/>
        <pc:sldMkLst>
          <pc:docMk/>
          <pc:sldMk cId="1175412830" sldId="2147479224"/>
        </pc:sldMkLst>
        <pc:spChg chg="mod">
          <ac:chgData name="Mohan, Poornima Swarna (Cognizant)" userId="36824357-ffbd-40a5-b000-b82d0f7dca89" providerId="ADAL" clId="{BB20CA10-5FC3-4CCD-8518-89B0931CAB48}" dt="2026-02-02T07:37:26.459" v="1115" actId="20577"/>
          <ac:spMkLst>
            <pc:docMk/>
            <pc:sldMk cId="1175412830" sldId="2147479224"/>
            <ac:spMk id="2" creationId="{6712ADEB-E9BD-70B0-7CC9-E01BF664B267}"/>
          </ac:spMkLst>
        </pc:spChg>
        <pc:picChg chg="add mod">
          <ac:chgData name="Mohan, Poornima Swarna (Cognizant)" userId="36824357-ffbd-40a5-b000-b82d0f7dca89" providerId="ADAL" clId="{BB20CA10-5FC3-4CCD-8518-89B0931CAB48}" dt="2026-02-02T07:36:32.810" v="1090" actId="1076"/>
          <ac:picMkLst>
            <pc:docMk/>
            <pc:sldMk cId="1175412830" sldId="2147479224"/>
            <ac:picMk id="3" creationId="{EC650D1A-8658-4089-F7CE-4195206E5F24}"/>
          </ac:picMkLst>
        </pc:picChg>
        <pc:picChg chg="add mod">
          <ac:chgData name="Mohan, Poornima Swarna (Cognizant)" userId="36824357-ffbd-40a5-b000-b82d0f7dca89" providerId="ADAL" clId="{BB20CA10-5FC3-4CCD-8518-89B0931CAB48}" dt="2026-02-02T07:36:32.810" v="1090" actId="1076"/>
          <ac:picMkLst>
            <pc:docMk/>
            <pc:sldMk cId="1175412830" sldId="2147479224"/>
            <ac:picMk id="6" creationId="{5F6BD291-5235-EF35-ACDD-C31D60BC5F52}"/>
          </ac:picMkLst>
        </pc:picChg>
      </pc:sldChg>
      <pc:sldChg chg="addSp modSp add mod">
        <pc:chgData name="Mohan, Poornima Swarna (Cognizant)" userId="36824357-ffbd-40a5-b000-b82d0f7dca89" providerId="ADAL" clId="{BB20CA10-5FC3-4CCD-8518-89B0931CAB48}" dt="2026-02-02T07:37:22.419" v="1111" actId="20577"/>
        <pc:sldMkLst>
          <pc:docMk/>
          <pc:sldMk cId="2722010848" sldId="2147479225"/>
        </pc:sldMkLst>
        <pc:spChg chg="mod">
          <ac:chgData name="Mohan, Poornima Swarna (Cognizant)" userId="36824357-ffbd-40a5-b000-b82d0f7dca89" providerId="ADAL" clId="{BB20CA10-5FC3-4CCD-8518-89B0931CAB48}" dt="2026-02-02T07:37:22.419" v="1111" actId="20577"/>
          <ac:spMkLst>
            <pc:docMk/>
            <pc:sldMk cId="2722010848" sldId="2147479225"/>
            <ac:spMk id="2" creationId="{E2813347-7D2B-C351-F626-F7649DBF2241}"/>
          </ac:spMkLst>
        </pc:spChg>
        <pc:spChg chg="add mod">
          <ac:chgData name="Mohan, Poornima Swarna (Cognizant)" userId="36824357-ffbd-40a5-b000-b82d0f7dca89" providerId="ADAL" clId="{BB20CA10-5FC3-4CCD-8518-89B0931CAB48}" dt="2026-02-02T07:36:59.226" v="1098" actId="1076"/>
          <ac:spMkLst>
            <pc:docMk/>
            <pc:sldMk cId="2722010848" sldId="2147479225"/>
            <ac:spMk id="8" creationId="{27757E9B-66E4-DF45-B650-621031062D68}"/>
          </ac:spMkLst>
        </pc:spChg>
        <pc:spChg chg="add mod">
          <ac:chgData name="Mohan, Poornima Swarna (Cognizant)" userId="36824357-ffbd-40a5-b000-b82d0f7dca89" providerId="ADAL" clId="{BB20CA10-5FC3-4CCD-8518-89B0931CAB48}" dt="2026-02-02T07:36:59.226" v="1098" actId="1076"/>
          <ac:spMkLst>
            <pc:docMk/>
            <pc:sldMk cId="2722010848" sldId="2147479225"/>
            <ac:spMk id="10" creationId="{203DFF91-905E-8950-1C60-6BFB13AB8D03}"/>
          </ac:spMkLst>
        </pc:spChg>
        <pc:picChg chg="add mod">
          <ac:chgData name="Mohan, Poornima Swarna (Cognizant)" userId="36824357-ffbd-40a5-b000-b82d0f7dca89" providerId="ADAL" clId="{BB20CA10-5FC3-4CCD-8518-89B0931CAB48}" dt="2026-02-02T07:36:59.226" v="1098" actId="1076"/>
          <ac:picMkLst>
            <pc:docMk/>
            <pc:sldMk cId="2722010848" sldId="2147479225"/>
            <ac:picMk id="3" creationId="{530EDEF8-5306-85C7-4D02-8B24BA89EAF8}"/>
          </ac:picMkLst>
        </pc:picChg>
        <pc:picChg chg="add mod">
          <ac:chgData name="Mohan, Poornima Swarna (Cognizant)" userId="36824357-ffbd-40a5-b000-b82d0f7dca89" providerId="ADAL" clId="{BB20CA10-5FC3-4CCD-8518-89B0931CAB48}" dt="2026-02-02T07:36:59.226" v="1098" actId="1076"/>
          <ac:picMkLst>
            <pc:docMk/>
            <pc:sldMk cId="2722010848" sldId="2147479225"/>
            <ac:picMk id="6" creationId="{F1987DB8-AFD3-1646-E641-78CCF83FD912}"/>
          </ac:picMkLst>
        </pc:picChg>
        <pc:picChg chg="add mod">
          <ac:chgData name="Mohan, Poornima Swarna (Cognizant)" userId="36824357-ffbd-40a5-b000-b82d0f7dca89" providerId="ADAL" clId="{BB20CA10-5FC3-4CCD-8518-89B0931CAB48}" dt="2026-02-02T07:36:59.226" v="1098" actId="1076"/>
          <ac:picMkLst>
            <pc:docMk/>
            <pc:sldMk cId="2722010848" sldId="2147479225"/>
            <ac:picMk id="7" creationId="{5BB3A8EF-1DE7-F69B-B7C4-B6CE3FB5535B}"/>
          </ac:picMkLst>
        </pc:picChg>
        <pc:picChg chg="add mod">
          <ac:chgData name="Mohan, Poornima Swarna (Cognizant)" userId="36824357-ffbd-40a5-b000-b82d0f7dca89" providerId="ADAL" clId="{BB20CA10-5FC3-4CCD-8518-89B0931CAB48}" dt="2026-02-02T07:36:59.226" v="1098" actId="1076"/>
          <ac:picMkLst>
            <pc:docMk/>
            <pc:sldMk cId="2722010848" sldId="2147479225"/>
            <ac:picMk id="9" creationId="{069EDDC9-961C-9BAE-D043-FF4D2EABA945}"/>
          </ac:picMkLst>
        </pc:picChg>
      </pc:sldChg>
      <pc:sldChg chg="addSp modSp add mod">
        <pc:chgData name="Mohan, Poornima Swarna (Cognizant)" userId="36824357-ffbd-40a5-b000-b82d0f7dca89" providerId="ADAL" clId="{BB20CA10-5FC3-4CCD-8518-89B0931CAB48}" dt="2026-02-02T07:37:42.765" v="1126" actId="20577"/>
        <pc:sldMkLst>
          <pc:docMk/>
          <pc:sldMk cId="709457166" sldId="2147479226"/>
        </pc:sldMkLst>
        <pc:spChg chg="mod">
          <ac:chgData name="Mohan, Poornima Swarna (Cognizant)" userId="36824357-ffbd-40a5-b000-b82d0f7dca89" providerId="ADAL" clId="{BB20CA10-5FC3-4CCD-8518-89B0931CAB48}" dt="2026-02-02T07:37:42.765" v="1126" actId="20577"/>
          <ac:spMkLst>
            <pc:docMk/>
            <pc:sldMk cId="709457166" sldId="2147479226"/>
            <ac:spMk id="2" creationId="{BFF3B77B-9952-95C1-8AAF-0CF1148157CA}"/>
          </ac:spMkLst>
        </pc:spChg>
        <pc:picChg chg="add mod">
          <ac:chgData name="Mohan, Poornima Swarna (Cognizant)" userId="36824357-ffbd-40a5-b000-b82d0f7dca89" providerId="ADAL" clId="{BB20CA10-5FC3-4CCD-8518-89B0931CAB48}" dt="2026-02-02T07:37:38.855" v="1118" actId="14100"/>
          <ac:picMkLst>
            <pc:docMk/>
            <pc:sldMk cId="709457166" sldId="2147479226"/>
            <ac:picMk id="3" creationId="{2173340F-EBFD-7891-E54E-BCAB44EC3E50}"/>
          </ac:picMkLst>
        </pc:picChg>
      </pc:sldChg>
      <pc:sldChg chg="addSp modSp add mod">
        <pc:chgData name="Mohan, Poornima Swarna (Cognizant)" userId="36824357-ffbd-40a5-b000-b82d0f7dca89" providerId="ADAL" clId="{BB20CA10-5FC3-4CCD-8518-89B0931CAB48}" dt="2026-02-02T07:38:01.899" v="1140" actId="20577"/>
        <pc:sldMkLst>
          <pc:docMk/>
          <pc:sldMk cId="1702240699" sldId="2147479227"/>
        </pc:sldMkLst>
        <pc:spChg chg="mod">
          <ac:chgData name="Mohan, Poornima Swarna (Cognizant)" userId="36824357-ffbd-40a5-b000-b82d0f7dca89" providerId="ADAL" clId="{BB20CA10-5FC3-4CCD-8518-89B0931CAB48}" dt="2026-02-02T07:38:01.899" v="1140" actId="20577"/>
          <ac:spMkLst>
            <pc:docMk/>
            <pc:sldMk cId="1702240699" sldId="2147479227"/>
            <ac:spMk id="2" creationId="{7EC7C93A-A8EB-2DE9-A1BD-D5CCBEBA622B}"/>
          </ac:spMkLst>
        </pc:spChg>
        <pc:picChg chg="add mod">
          <ac:chgData name="Mohan, Poornima Swarna (Cognizant)" userId="36824357-ffbd-40a5-b000-b82d0f7dca89" providerId="ADAL" clId="{BB20CA10-5FC3-4CCD-8518-89B0931CAB48}" dt="2026-02-02T07:37:54.933" v="1128" actId="14100"/>
          <ac:picMkLst>
            <pc:docMk/>
            <pc:sldMk cId="1702240699" sldId="2147479227"/>
            <ac:picMk id="3" creationId="{DA43E841-8FED-E4AF-2BA2-6C578462A1EE}"/>
          </ac:picMkLst>
        </pc:picChg>
      </pc:sldChg>
      <pc:sldChg chg="addSp delSp modSp add mod">
        <pc:chgData name="Mohan, Poornima Swarna (Cognizant)" userId="36824357-ffbd-40a5-b000-b82d0f7dca89" providerId="ADAL" clId="{BB20CA10-5FC3-4CCD-8518-89B0931CAB48}" dt="2026-02-02T07:43:31.115" v="1283" actId="14100"/>
        <pc:sldMkLst>
          <pc:docMk/>
          <pc:sldMk cId="2884360671" sldId="2147479228"/>
        </pc:sldMkLst>
        <pc:spChg chg="mod">
          <ac:chgData name="Mohan, Poornima Swarna (Cognizant)" userId="36824357-ffbd-40a5-b000-b82d0f7dca89" providerId="ADAL" clId="{BB20CA10-5FC3-4CCD-8518-89B0931CAB48}" dt="2026-02-02T07:43:14.898" v="1279" actId="6549"/>
          <ac:spMkLst>
            <pc:docMk/>
            <pc:sldMk cId="2884360671" sldId="2147479228"/>
            <ac:spMk id="2" creationId="{BB084593-388A-DC13-26A5-40A0A7C4F91A}"/>
          </ac:spMkLst>
        </pc:spChg>
        <pc:spChg chg="add mod">
          <ac:chgData name="Mohan, Poornima Swarna (Cognizant)" userId="36824357-ffbd-40a5-b000-b82d0f7dca89" providerId="ADAL" clId="{BB20CA10-5FC3-4CCD-8518-89B0931CAB48}" dt="2026-02-02T07:43:31.115" v="1283" actId="14100"/>
          <ac:spMkLst>
            <pc:docMk/>
            <pc:sldMk cId="2884360671" sldId="2147479228"/>
            <ac:spMk id="9" creationId="{F6D6701C-010B-0194-85A7-96D97CDB6F63}"/>
          </ac:spMkLst>
        </pc:spChg>
      </pc:sldChg>
      <pc:sldChg chg="addSp modSp add mod">
        <pc:chgData name="Mohan, Poornima Swarna (Cognizant)" userId="36824357-ffbd-40a5-b000-b82d0f7dca89" providerId="ADAL" clId="{BB20CA10-5FC3-4CCD-8518-89B0931CAB48}" dt="2026-02-02T07:39:02.944" v="1171" actId="20577"/>
        <pc:sldMkLst>
          <pc:docMk/>
          <pc:sldMk cId="2295536403" sldId="2147479229"/>
        </pc:sldMkLst>
        <pc:spChg chg="mod">
          <ac:chgData name="Mohan, Poornima Swarna (Cognizant)" userId="36824357-ffbd-40a5-b000-b82d0f7dca89" providerId="ADAL" clId="{BB20CA10-5FC3-4CCD-8518-89B0931CAB48}" dt="2026-02-02T07:39:02.944" v="1171" actId="20577"/>
          <ac:spMkLst>
            <pc:docMk/>
            <pc:sldMk cId="2295536403" sldId="2147479229"/>
            <ac:spMk id="2" creationId="{588B5CA7-9653-D076-1C58-EAD2F5C79EA8}"/>
          </ac:spMkLst>
        </pc:spChg>
        <pc:spChg chg="add mod">
          <ac:chgData name="Mohan, Poornima Swarna (Cognizant)" userId="36824357-ffbd-40a5-b000-b82d0f7dca89" providerId="ADAL" clId="{BB20CA10-5FC3-4CCD-8518-89B0931CAB48}" dt="2026-02-02T07:38:51.845" v="1150" actId="27636"/>
          <ac:spMkLst>
            <pc:docMk/>
            <pc:sldMk cId="2295536403" sldId="2147479229"/>
            <ac:spMk id="6" creationId="{299393BF-EAF6-E980-FC7D-0E7464585BB3}"/>
          </ac:spMkLst>
        </pc:spChg>
        <pc:picChg chg="add mod">
          <ac:chgData name="Mohan, Poornima Swarna (Cognizant)" userId="36824357-ffbd-40a5-b000-b82d0f7dca89" providerId="ADAL" clId="{BB20CA10-5FC3-4CCD-8518-89B0931CAB48}" dt="2026-02-02T07:38:39.009" v="1146"/>
          <ac:picMkLst>
            <pc:docMk/>
            <pc:sldMk cId="2295536403" sldId="2147479229"/>
            <ac:picMk id="3" creationId="{462EBD72-12A1-6A52-5CA8-8C31262F1835}"/>
          </ac:picMkLst>
        </pc:picChg>
      </pc:sldChg>
      <pc:sldChg chg="addSp delSp modSp add mod">
        <pc:chgData name="Mohan, Poornima Swarna (Cognizant)" userId="36824357-ffbd-40a5-b000-b82d0f7dca89" providerId="ADAL" clId="{BB20CA10-5FC3-4CCD-8518-89B0931CAB48}" dt="2026-02-02T07:39:25.633" v="1177" actId="1076"/>
        <pc:sldMkLst>
          <pc:docMk/>
          <pc:sldMk cId="3428482586" sldId="2147479230"/>
        </pc:sldMkLst>
        <pc:picChg chg="add mod">
          <ac:chgData name="Mohan, Poornima Swarna (Cognizant)" userId="36824357-ffbd-40a5-b000-b82d0f7dca89" providerId="ADAL" clId="{BB20CA10-5FC3-4CCD-8518-89B0931CAB48}" dt="2026-02-02T07:39:25.633" v="1177" actId="1076"/>
          <ac:picMkLst>
            <pc:docMk/>
            <pc:sldMk cId="3428482586" sldId="2147479230"/>
            <ac:picMk id="9" creationId="{A0985D13-3EF9-C697-785B-46CAD8DF8B58}"/>
          </ac:picMkLst>
        </pc:picChg>
      </pc:sldChg>
      <pc:sldChg chg="addSp delSp modSp add mod">
        <pc:chgData name="Mohan, Poornima Swarna (Cognizant)" userId="36824357-ffbd-40a5-b000-b82d0f7dca89" providerId="ADAL" clId="{BB20CA10-5FC3-4CCD-8518-89B0931CAB48}" dt="2026-02-02T07:40:02.331" v="1200" actId="14100"/>
        <pc:sldMkLst>
          <pc:docMk/>
          <pc:sldMk cId="37817338" sldId="2147479231"/>
        </pc:sldMkLst>
        <pc:spChg chg="mod">
          <ac:chgData name="Mohan, Poornima Swarna (Cognizant)" userId="36824357-ffbd-40a5-b000-b82d0f7dca89" providerId="ADAL" clId="{BB20CA10-5FC3-4CCD-8518-89B0931CAB48}" dt="2026-02-02T07:39:54.116" v="1197" actId="20577"/>
          <ac:spMkLst>
            <pc:docMk/>
            <pc:sldMk cId="37817338" sldId="2147479231"/>
            <ac:spMk id="2" creationId="{2F9646E4-D8EE-F9FE-74C2-ECB25A8B4343}"/>
          </ac:spMkLst>
        </pc:spChg>
        <pc:picChg chg="add mod">
          <ac:chgData name="Mohan, Poornima Swarna (Cognizant)" userId="36824357-ffbd-40a5-b000-b82d0f7dca89" providerId="ADAL" clId="{BB20CA10-5FC3-4CCD-8518-89B0931CAB48}" dt="2026-02-02T07:40:02.331" v="1200" actId="14100"/>
          <ac:picMkLst>
            <pc:docMk/>
            <pc:sldMk cId="37817338" sldId="2147479231"/>
            <ac:picMk id="3" creationId="{7E2E548E-1C16-67DC-5E73-F44A0AFB883C}"/>
          </ac:picMkLst>
        </pc:picChg>
      </pc:sldChg>
      <pc:sldChg chg="addSp modSp add mod">
        <pc:chgData name="Mohan, Poornima Swarna (Cognizant)" userId="36824357-ffbd-40a5-b000-b82d0f7dca89" providerId="ADAL" clId="{BB20CA10-5FC3-4CCD-8518-89B0931CAB48}" dt="2026-02-02T07:40:45.451" v="1218" actId="14100"/>
        <pc:sldMkLst>
          <pc:docMk/>
          <pc:sldMk cId="4233450377" sldId="2147479232"/>
        </pc:sldMkLst>
        <pc:spChg chg="mod">
          <ac:chgData name="Mohan, Poornima Swarna (Cognizant)" userId="36824357-ffbd-40a5-b000-b82d0f7dca89" providerId="ADAL" clId="{BB20CA10-5FC3-4CCD-8518-89B0931CAB48}" dt="2026-02-02T07:40:39.505" v="1215" actId="20577"/>
          <ac:spMkLst>
            <pc:docMk/>
            <pc:sldMk cId="4233450377" sldId="2147479232"/>
            <ac:spMk id="2" creationId="{B830FFB8-8138-5F95-DC23-0405FB552AF9}"/>
          </ac:spMkLst>
        </pc:spChg>
        <pc:picChg chg="add mod">
          <ac:chgData name="Mohan, Poornima Swarna (Cognizant)" userId="36824357-ffbd-40a5-b000-b82d0f7dca89" providerId="ADAL" clId="{BB20CA10-5FC3-4CCD-8518-89B0931CAB48}" dt="2026-02-02T07:40:45.451" v="1218" actId="14100"/>
          <ac:picMkLst>
            <pc:docMk/>
            <pc:sldMk cId="4233450377" sldId="2147479232"/>
            <ac:picMk id="3" creationId="{DC312563-E728-F02D-3A2A-DE2A54BC161B}"/>
          </ac:picMkLst>
        </pc:picChg>
      </pc:sldChg>
      <pc:sldChg chg="addSp modSp add mod">
        <pc:chgData name="Mohan, Poornima Swarna (Cognizant)" userId="36824357-ffbd-40a5-b000-b82d0f7dca89" providerId="ADAL" clId="{BB20CA10-5FC3-4CCD-8518-89B0931CAB48}" dt="2026-02-02T07:41:10.891" v="1255" actId="2710"/>
        <pc:sldMkLst>
          <pc:docMk/>
          <pc:sldMk cId="2757265263" sldId="2147479233"/>
        </pc:sldMkLst>
        <pc:spChg chg="mod">
          <ac:chgData name="Mohan, Poornima Swarna (Cognizant)" userId="36824357-ffbd-40a5-b000-b82d0f7dca89" providerId="ADAL" clId="{BB20CA10-5FC3-4CCD-8518-89B0931CAB48}" dt="2026-02-02T07:41:02.125" v="1251" actId="20577"/>
          <ac:spMkLst>
            <pc:docMk/>
            <pc:sldMk cId="2757265263" sldId="2147479233"/>
            <ac:spMk id="2" creationId="{65D73A98-232F-4E27-CAC1-9A852A70130A}"/>
          </ac:spMkLst>
        </pc:spChg>
        <pc:spChg chg="add mod">
          <ac:chgData name="Mohan, Poornima Swarna (Cognizant)" userId="36824357-ffbd-40a5-b000-b82d0f7dca89" providerId="ADAL" clId="{BB20CA10-5FC3-4CCD-8518-89B0931CAB48}" dt="2026-02-02T07:41:10.891" v="1255" actId="2710"/>
          <ac:spMkLst>
            <pc:docMk/>
            <pc:sldMk cId="2757265263" sldId="2147479233"/>
            <ac:spMk id="6" creationId="{EDFCCC62-1925-6992-BC23-FC81A5800218}"/>
          </ac:spMkLst>
        </pc:spChg>
      </pc:sldChg>
      <pc:sldChg chg="addSp delSp modSp add mod">
        <pc:chgData name="Mohan, Poornima Swarna (Cognizant)" userId="36824357-ffbd-40a5-b000-b82d0f7dca89" providerId="ADAL" clId="{BB20CA10-5FC3-4CCD-8518-89B0931CAB48}" dt="2026-02-02T07:47:21.682" v="1353"/>
        <pc:sldMkLst>
          <pc:docMk/>
          <pc:sldMk cId="2032747302" sldId="2147479238"/>
        </pc:sldMkLst>
        <pc:spChg chg="mod">
          <ac:chgData name="Mohan, Poornima Swarna (Cognizant)" userId="36824357-ffbd-40a5-b000-b82d0f7dca89" providerId="ADAL" clId="{BB20CA10-5FC3-4CCD-8518-89B0931CAB48}" dt="2026-02-02T07:47:21.682" v="1353"/>
          <ac:spMkLst>
            <pc:docMk/>
            <pc:sldMk cId="2032747302" sldId="2147479238"/>
            <ac:spMk id="2" creationId="{35FFB433-E8C8-E6D0-16FA-C361A43AB772}"/>
          </ac:spMkLst>
        </pc:spChg>
        <pc:graphicFrameChg chg="add mod modGraphic">
          <ac:chgData name="Mohan, Poornima Swarna (Cognizant)" userId="36824357-ffbd-40a5-b000-b82d0f7dca89" providerId="ADAL" clId="{BB20CA10-5FC3-4CCD-8518-89B0931CAB48}" dt="2026-02-02T07:46:50.452" v="1302" actId="14734"/>
          <ac:graphicFrameMkLst>
            <pc:docMk/>
            <pc:sldMk cId="2032747302" sldId="2147479238"/>
            <ac:graphicFrameMk id="6" creationId="{C6008A2A-9280-E463-36D7-789AA763FDC6}"/>
          </ac:graphicFrameMkLst>
        </pc:graphicFrameChg>
      </pc:sldChg>
    </pc:docChg>
  </pc:docChgLst>
  <pc:docChgLst>
    <pc:chgData name="Lal, Kumawat Manohar (Cognizant)" userId="46756953-af29-4e6a-8941-9161b6c4c919" providerId="ADAL" clId="{0A203E3D-EC55-4C87-9700-316ED744A5EF}"/>
    <pc:docChg chg="modSld">
      <pc:chgData name="Lal, Kumawat Manohar (Cognizant)" userId="46756953-af29-4e6a-8941-9161b6c4c919" providerId="ADAL" clId="{0A203E3D-EC55-4C87-9700-316ED744A5EF}" dt="2026-02-08T10:24:32.558" v="3" actId="1076"/>
      <pc:docMkLst>
        <pc:docMk/>
      </pc:docMkLst>
      <pc:sldChg chg="modSp mod">
        <pc:chgData name="Lal, Kumawat Manohar (Cognizant)" userId="46756953-af29-4e6a-8941-9161b6c4c919" providerId="ADAL" clId="{0A203E3D-EC55-4C87-9700-316ED744A5EF}" dt="2026-02-08T10:24:32.558" v="3" actId="1076"/>
        <pc:sldMkLst>
          <pc:docMk/>
          <pc:sldMk cId="1175412830" sldId="2147479224"/>
        </pc:sldMkLst>
        <pc:picChg chg="mod">
          <ac:chgData name="Lal, Kumawat Manohar (Cognizant)" userId="46756953-af29-4e6a-8941-9161b6c4c919" providerId="ADAL" clId="{0A203E3D-EC55-4C87-9700-316ED744A5EF}" dt="2026-02-08T10:24:32.558" v="3" actId="1076"/>
          <ac:picMkLst>
            <pc:docMk/>
            <pc:sldMk cId="1175412830" sldId="2147479224"/>
            <ac:picMk id="3" creationId="{EC650D1A-8658-4089-F7CE-4195206E5F24}"/>
          </ac:picMkLst>
        </pc:picChg>
      </pc:sldChg>
    </pc:docChg>
  </pc:docChgLst>
  <pc:docChgLst>
    <pc:chgData name="Madhukar, Gadde (Cognizant)" userId="S::2457378@cognizant.com::a6a98d1a-be6b-4049-b2f0-49495f095499" providerId="AD" clId="Web-{28CCB395-8307-D2D6-B79B-6A426ECE35E8}"/>
    <pc:docChg chg="modSld">
      <pc:chgData name="Madhukar, Gadde (Cognizant)" userId="S::2457378@cognizant.com::a6a98d1a-be6b-4049-b2f0-49495f095499" providerId="AD" clId="Web-{28CCB395-8307-D2D6-B79B-6A426ECE35E8}" dt="2026-02-08T08:47:27.365" v="0" actId="1076"/>
      <pc:docMkLst>
        <pc:docMk/>
      </pc:docMkLst>
      <pc:sldChg chg="modSp">
        <pc:chgData name="Madhukar, Gadde (Cognizant)" userId="S::2457378@cognizant.com::a6a98d1a-be6b-4049-b2f0-49495f095499" providerId="AD" clId="Web-{28CCB395-8307-D2D6-B79B-6A426ECE35E8}" dt="2026-02-08T08:47:27.365" v="0" actId="1076"/>
        <pc:sldMkLst>
          <pc:docMk/>
          <pc:sldMk cId="2722010848" sldId="2147479225"/>
        </pc:sldMkLst>
        <pc:picChg chg="mod">
          <ac:chgData name="Madhukar, Gadde (Cognizant)" userId="S::2457378@cognizant.com::a6a98d1a-be6b-4049-b2f0-49495f095499" providerId="AD" clId="Web-{28CCB395-8307-D2D6-B79B-6A426ECE35E8}" dt="2026-02-08T08:47:27.365" v="0" actId="1076"/>
          <ac:picMkLst>
            <pc:docMk/>
            <pc:sldMk cId="2722010848" sldId="2147479225"/>
            <ac:picMk id="7" creationId="{5BB3A8EF-1DE7-F69B-B7C4-B6CE3FB5535B}"/>
          </ac:picMkLst>
        </pc:picChg>
      </pc:sldChg>
    </pc:docChg>
  </pc:docChgLst>
  <pc:docChgLst>
    <pc:chgData name="Lal, Kumawat Manohar (Cognizant)" userId="S::2457364@cognizant.com::46756953-af29-4e6a-8941-9161b6c4c919" providerId="AD" clId="Web-{5223B07D-1612-CDD6-2896-B0F1F2F81EC0}"/>
    <pc:docChg chg="modSld">
      <pc:chgData name="Lal, Kumawat Manohar (Cognizant)" userId="S::2457364@cognizant.com::46756953-af29-4e6a-8941-9161b6c4c919" providerId="AD" clId="Web-{5223B07D-1612-CDD6-2896-B0F1F2F81EC0}" dt="2026-02-07T18:53:24.835" v="3" actId="1076"/>
      <pc:docMkLst>
        <pc:docMk/>
      </pc:docMkLst>
      <pc:sldChg chg="modSp">
        <pc:chgData name="Lal, Kumawat Manohar (Cognizant)" userId="S::2457364@cognizant.com::46756953-af29-4e6a-8941-9161b6c4c919" providerId="AD" clId="Web-{5223B07D-1612-CDD6-2896-B0F1F2F81EC0}" dt="2026-02-07T18:53:24.835" v="3" actId="1076"/>
        <pc:sldMkLst>
          <pc:docMk/>
          <pc:sldMk cId="3136071453" sldId="2147479222"/>
        </pc:sldMkLst>
        <pc:picChg chg="mod">
          <ac:chgData name="Lal, Kumawat Manohar (Cognizant)" userId="S::2457364@cognizant.com::46756953-af29-4e6a-8941-9161b6c4c919" providerId="AD" clId="Web-{5223B07D-1612-CDD6-2896-B0F1F2F81EC0}" dt="2026-02-07T18:53:24.835" v="3" actId="1076"/>
          <ac:picMkLst>
            <pc:docMk/>
            <pc:sldMk cId="3136071453" sldId="2147479222"/>
            <ac:picMk id="3" creationId="{A7F9BB65-E6BC-0951-7000-187E8F6FA9F2}"/>
          </ac:picMkLst>
        </pc:picChg>
      </pc:sldChg>
    </pc:docChg>
  </pc:docChgLst>
  <pc:docChgLst>
    <pc:chgData name="Sundar, Seendripu Bala (Cognizant)" userId="S::2457865@cognizant.com::7d1d68e5-0298-4794-847a-b70979cdd501" providerId="AD" clId="Web-{2B0FF23C-0D40-7453-EBC0-9909DF50D9F7}"/>
    <pc:docChg chg="modSld">
      <pc:chgData name="Sundar, Seendripu Bala (Cognizant)" userId="S::2457865@cognizant.com::7d1d68e5-0298-4794-847a-b70979cdd501" providerId="AD" clId="Web-{2B0FF23C-0D40-7453-EBC0-9909DF50D9F7}" dt="2026-02-08T10:30:00.784" v="1" actId="20577"/>
      <pc:docMkLst>
        <pc:docMk/>
      </pc:docMkLst>
      <pc:sldChg chg="modSp">
        <pc:chgData name="Sundar, Seendripu Bala (Cognizant)" userId="S::2457865@cognizant.com::7d1d68e5-0298-4794-847a-b70979cdd501" providerId="AD" clId="Web-{2B0FF23C-0D40-7453-EBC0-9909DF50D9F7}" dt="2026-02-08T10:30:00.784" v="1" actId="20577"/>
        <pc:sldMkLst>
          <pc:docMk/>
          <pc:sldMk cId="1753566182" sldId="2147479221"/>
        </pc:sldMkLst>
        <pc:spChg chg="mod">
          <ac:chgData name="Sundar, Seendripu Bala (Cognizant)" userId="S::2457865@cognizant.com::7d1d68e5-0298-4794-847a-b70979cdd501" providerId="AD" clId="Web-{2B0FF23C-0D40-7453-EBC0-9909DF50D9F7}" dt="2026-02-08T10:30:00.784" v="1" actId="20577"/>
          <ac:spMkLst>
            <pc:docMk/>
            <pc:sldMk cId="1753566182" sldId="2147479221"/>
            <ac:spMk id="6" creationId="{553C32D5-5219-BA9C-BC96-A486BCBC4E0F}"/>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2/8/2026</a:t>
            </a:fld>
            <a:endParaRPr lang="en-US" sz="70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2/8/2026</a:t>
            </a:fld>
            <a:endParaRPr lang="en-US"/>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COVERS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2/8/2026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a:t>Click to add extra long presentation </a:t>
            </a:r>
            <a:br>
              <a:rPr lang="en-US"/>
            </a:br>
            <a:r>
              <a:rPr lang="en-US"/>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2/8/2026</a:t>
            </a:fld>
            <a:endParaRPr lang="en-US"/>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content</a:t>
            </a:r>
          </a:p>
          <a:p>
            <a:pPr lvl="1"/>
            <a:r>
              <a:rPr lang="en-US"/>
              <a:t>2nd level text</a:t>
            </a:r>
          </a:p>
          <a:p>
            <a:pPr lvl="2"/>
            <a:r>
              <a:rPr lang="en-US"/>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2/8/2026</a:t>
            </a:fld>
            <a:endParaRPr lang="en-US"/>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text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2/8/2026</a:t>
            </a:fld>
            <a:endParaRPr lang="en-US"/>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a:t>Presenter’s name will go here</a:t>
            </a:r>
            <a:br>
              <a:rPr lang="en-US"/>
            </a:br>
            <a:r>
              <a:rPr lang="en-US"/>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2/8/2026</a:t>
            </a:fld>
            <a:endParaRPr lang="en-US"/>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DIVIDERS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2/8/2026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CONTENT</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2/8/2026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2/8/2026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2/8/2026</a:t>
            </a:fld>
            <a:endParaRPr lang="en-US"/>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2/8/2026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2/8/2026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2/8/2026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2/8/2026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2/8/2026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2/8/2026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2/8/2026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2/8/2026</a:t>
            </a:fld>
            <a:endParaRPr lang="en-US"/>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DARK 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2/8/2026</a:t>
            </a:fld>
            <a:endParaRPr lang="en-US"/>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2/8/2026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2/8/2026</a:t>
            </a:fld>
            <a:endParaRPr lang="en-US"/>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2/8/2026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a:t>
            </a:r>
          </a:p>
          <a:p>
            <a:pPr lvl="4"/>
            <a:r>
              <a:rPr lang="en-US"/>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2/8/2026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2/8/2026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2/8/2026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2/8/2026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2/8/2026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2/8/2026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2/8/2026</a:t>
            </a:fld>
            <a:endParaRPr lang="en-US"/>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IMAGERY</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2/8/2026</a:t>
            </a:fld>
            <a:endParaRPr lang="en-US"/>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2/8/2026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2/8/2026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2/8/2026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2/8/2026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PRINT</a:t>
            </a:r>
            <a:br>
              <a:rPr kumimoji="0" lang="en-US" sz="16600" b="1" i="0" u="none" strike="noStrike" kern="0" cap="none" spc="0" normalizeH="0" baseline="0" noProof="0">
                <a:ln>
                  <a:noFill/>
                </a:ln>
                <a:solidFill>
                  <a:srgbClr val="FFFFFF"/>
                </a:solidFill>
                <a:effectLst/>
                <a:uLnTx/>
                <a:uFillTx/>
              </a:rPr>
            </a:br>
            <a:r>
              <a:rPr kumimoji="0" lang="en-US" sz="16600" b="1" i="0" u="none" strike="noStrike" kern="0" cap="none" spc="0" normalizeH="0" baseline="0" noProof="0">
                <a:ln>
                  <a:noFill/>
                </a:ln>
                <a:solidFill>
                  <a:srgbClr val="FFFFFF"/>
                </a:solidFill>
                <a:effectLst/>
                <a:uLnTx/>
                <a:uFillTx/>
              </a:rPr>
              <a:t>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2/8/2026</a:t>
            </a:fld>
            <a:endParaRPr lang="en-US"/>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2/8/2026</a:t>
            </a:fld>
            <a:endParaRPr lang="en-US"/>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2/8/2026</a:t>
            </a:fld>
            <a:endParaRPr lang="en-US"/>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2/8/2026</a:t>
            </a:fld>
            <a:endParaRPr lang="en-US"/>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a:solidFill>
                  <a:schemeClr val="bg1"/>
                </a:solidFill>
              </a:rPr>
              <a:t>DO NOT USE </a:t>
            </a:r>
            <a:br>
              <a:rPr lang="en-US" sz="9600" b="1">
                <a:solidFill>
                  <a:schemeClr val="bg1"/>
                </a:solidFill>
              </a:rPr>
            </a:br>
            <a:r>
              <a:rPr lang="en-US" sz="9600" b="1">
                <a:solidFill>
                  <a:schemeClr val="bg1"/>
                </a:solidFill>
              </a:rPr>
              <a:t>ANY LAYOUTS </a:t>
            </a:r>
            <a:br>
              <a:rPr lang="en-US" sz="9600" b="1">
                <a:solidFill>
                  <a:schemeClr val="bg1"/>
                </a:solidFill>
              </a:rPr>
            </a:br>
            <a:r>
              <a:rPr lang="en-US" sz="9600" b="1">
                <a:solidFill>
                  <a:schemeClr val="bg1"/>
                </a:solidFill>
              </a:rPr>
              <a:t>BEYOND </a:t>
            </a:r>
            <a:br>
              <a:rPr lang="en-US" sz="9600" b="1">
                <a:solidFill>
                  <a:schemeClr val="bg1"/>
                </a:solidFill>
              </a:rPr>
            </a:br>
            <a:r>
              <a:rPr lang="en-US" sz="9600" b="1">
                <a:solidFill>
                  <a:schemeClr val="bg1"/>
                </a:solidFill>
              </a:rPr>
              <a:t>THIS POINT</a:t>
            </a:r>
          </a:p>
          <a:p>
            <a:pPr algn="ctr">
              <a:lnSpc>
                <a:spcPct val="90000"/>
              </a:lnSpc>
              <a:spcAft>
                <a:spcPts val="2400"/>
              </a:spcAft>
            </a:pPr>
            <a:r>
              <a:rPr lang="en-US" sz="3600" b="0" i="1">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a:p>
            <a:pPr lvl="5"/>
            <a:r>
              <a:rPr lang="en-US"/>
              <a:t>6th level text</a:t>
            </a:r>
          </a:p>
          <a:p>
            <a:pPr lvl="6"/>
            <a:r>
              <a:rPr lang="en-US"/>
              <a:t>7th level text</a:t>
            </a:r>
          </a:p>
          <a:p>
            <a:pPr lvl="7"/>
            <a:r>
              <a:rPr lang="en-US"/>
              <a:t>8th level text</a:t>
            </a:r>
          </a:p>
          <a:p>
            <a:pPr lvl="8"/>
            <a:r>
              <a:rPr lang="en-US"/>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2/8/2026</a:t>
            </a:fld>
            <a:endParaRPr lang="en-US"/>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4.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3429000"/>
            <a:ext cx="4846322" cy="498598"/>
          </a:xfrm>
        </p:spPr>
        <p:txBody>
          <a:bodyPr/>
          <a:lstStyle/>
          <a:p>
            <a:r>
              <a:rPr lang="en-US"/>
              <a:t>API - Overview</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37D4-D953-972F-D24F-C5EDF1AFF8B6}"/>
              </a:ext>
            </a:extLst>
          </p:cNvPr>
          <p:cNvSpPr>
            <a:spLocks noGrp="1"/>
          </p:cNvSpPr>
          <p:nvPr>
            <p:ph type="title"/>
          </p:nvPr>
        </p:nvSpPr>
        <p:spPr>
          <a:xfrm>
            <a:off x="457200" y="436880"/>
            <a:ext cx="11277600" cy="332399"/>
          </a:xfrm>
        </p:spPr>
        <p:txBody>
          <a:bodyPr/>
          <a:lstStyle/>
          <a:p>
            <a:r>
              <a:rPr lang="en-IN"/>
              <a:t>Client &amp; Server</a:t>
            </a:r>
          </a:p>
        </p:txBody>
      </p:sp>
      <p:sp>
        <p:nvSpPr>
          <p:cNvPr id="4" name="Footer Placeholder 3">
            <a:extLst>
              <a:ext uri="{FF2B5EF4-FFF2-40B4-BE49-F238E27FC236}">
                <a16:creationId xmlns:a16="http://schemas.microsoft.com/office/drawing/2014/main" id="{F25043B8-320A-54F9-3432-CB9F522C42AB}"/>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671EF10F-4719-19E9-7CC4-E81C9BD00C2B}"/>
              </a:ext>
            </a:extLst>
          </p:cNvPr>
          <p:cNvSpPr>
            <a:spLocks noGrp="1"/>
          </p:cNvSpPr>
          <p:nvPr>
            <p:ph type="sldNum" sz="quarter" idx="12"/>
          </p:nvPr>
        </p:nvSpPr>
        <p:spPr/>
        <p:txBody>
          <a:bodyPr/>
          <a:lstStyle/>
          <a:p>
            <a:fld id="{38826FC0-333C-E549-9FA3-0EE43DF298A3}" type="slidenum">
              <a:rPr lang="en-US" smtClean="0"/>
              <a:pPr/>
              <a:t>2</a:t>
            </a:fld>
            <a:endParaRPr lang="en-US"/>
          </a:p>
        </p:txBody>
      </p:sp>
      <p:pic>
        <p:nvPicPr>
          <p:cNvPr id="3" name="Picture 2">
            <a:extLst>
              <a:ext uri="{FF2B5EF4-FFF2-40B4-BE49-F238E27FC236}">
                <a16:creationId xmlns:a16="http://schemas.microsoft.com/office/drawing/2014/main" id="{84196FD1-259D-26ED-1AC4-B475B77F9D3D}"/>
              </a:ext>
            </a:extLst>
          </p:cNvPr>
          <p:cNvPicPr>
            <a:picLocks noChangeAspect="1"/>
          </p:cNvPicPr>
          <p:nvPr/>
        </p:nvPicPr>
        <p:blipFill>
          <a:blip r:embed="rId2"/>
          <a:stretch>
            <a:fillRect/>
          </a:stretch>
        </p:blipFill>
        <p:spPr>
          <a:xfrm>
            <a:off x="1866748" y="893396"/>
            <a:ext cx="8942737" cy="4958764"/>
          </a:xfrm>
          <a:prstGeom prst="rect">
            <a:avLst/>
          </a:prstGeom>
        </p:spPr>
      </p:pic>
    </p:spTree>
    <p:extLst>
      <p:ext uri="{BB962C8B-B14F-4D97-AF65-F5344CB8AC3E}">
        <p14:creationId xmlns:p14="http://schemas.microsoft.com/office/powerpoint/2010/main" val="1241736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25383-3EF0-7E8E-317C-CD5B25EAE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7082C-20E6-5350-A3A7-7F59BB7AB0B9}"/>
              </a:ext>
            </a:extLst>
          </p:cNvPr>
          <p:cNvSpPr>
            <a:spLocks noGrp="1"/>
          </p:cNvSpPr>
          <p:nvPr>
            <p:ph type="title"/>
          </p:nvPr>
        </p:nvSpPr>
        <p:spPr>
          <a:xfrm>
            <a:off x="457200" y="436880"/>
            <a:ext cx="11277600" cy="332399"/>
          </a:xfrm>
        </p:spPr>
        <p:txBody>
          <a:bodyPr/>
          <a:lstStyle/>
          <a:p>
            <a:r>
              <a:rPr lang="en-IN"/>
              <a:t>Client/Server Architecture</a:t>
            </a:r>
          </a:p>
        </p:txBody>
      </p:sp>
      <p:sp>
        <p:nvSpPr>
          <p:cNvPr id="4" name="Footer Placeholder 3">
            <a:extLst>
              <a:ext uri="{FF2B5EF4-FFF2-40B4-BE49-F238E27FC236}">
                <a16:creationId xmlns:a16="http://schemas.microsoft.com/office/drawing/2014/main" id="{0811E0A4-594E-C916-0D2F-62697C86B4F4}"/>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BFB18FF-12E2-BEAC-6088-42A6BD84EF46}"/>
              </a:ext>
            </a:extLst>
          </p:cNvPr>
          <p:cNvSpPr>
            <a:spLocks noGrp="1"/>
          </p:cNvSpPr>
          <p:nvPr>
            <p:ph type="sldNum" sz="quarter" idx="12"/>
          </p:nvPr>
        </p:nvSpPr>
        <p:spPr/>
        <p:txBody>
          <a:bodyPr/>
          <a:lstStyle/>
          <a:p>
            <a:fld id="{38826FC0-333C-E549-9FA3-0EE43DF298A3}" type="slidenum">
              <a:rPr lang="en-US" smtClean="0"/>
              <a:pPr/>
              <a:t>3</a:t>
            </a:fld>
            <a:endParaRPr lang="en-US"/>
          </a:p>
        </p:txBody>
      </p:sp>
      <p:pic>
        <p:nvPicPr>
          <p:cNvPr id="3" name="Picture 2">
            <a:extLst>
              <a:ext uri="{FF2B5EF4-FFF2-40B4-BE49-F238E27FC236}">
                <a16:creationId xmlns:a16="http://schemas.microsoft.com/office/drawing/2014/main" id="{816167C6-CD02-EE0B-77E6-C054A5798F8D}"/>
              </a:ext>
            </a:extLst>
          </p:cNvPr>
          <p:cNvPicPr>
            <a:picLocks noChangeAspect="1"/>
          </p:cNvPicPr>
          <p:nvPr/>
        </p:nvPicPr>
        <p:blipFill>
          <a:blip r:embed="rId2"/>
          <a:stretch>
            <a:fillRect/>
          </a:stretch>
        </p:blipFill>
        <p:spPr>
          <a:xfrm>
            <a:off x="2046514" y="1005840"/>
            <a:ext cx="7990115" cy="5166359"/>
          </a:xfrm>
          <a:prstGeom prst="rect">
            <a:avLst/>
          </a:prstGeom>
        </p:spPr>
      </p:pic>
    </p:spTree>
    <p:extLst>
      <p:ext uri="{BB962C8B-B14F-4D97-AF65-F5344CB8AC3E}">
        <p14:creationId xmlns:p14="http://schemas.microsoft.com/office/powerpoint/2010/main" val="2666815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BEB65-2F5A-E71B-8572-8AA474668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70443-1940-CD1F-4BE8-EF9076A7230B}"/>
              </a:ext>
            </a:extLst>
          </p:cNvPr>
          <p:cNvSpPr>
            <a:spLocks noGrp="1"/>
          </p:cNvSpPr>
          <p:nvPr>
            <p:ph type="title"/>
          </p:nvPr>
        </p:nvSpPr>
        <p:spPr>
          <a:xfrm>
            <a:off x="457200" y="436880"/>
            <a:ext cx="11277600" cy="332399"/>
          </a:xfrm>
        </p:spPr>
        <p:txBody>
          <a:bodyPr/>
          <a:lstStyle/>
          <a:p>
            <a:r>
              <a:rPr lang="en-IN" err="1"/>
              <a:t>WebService</a:t>
            </a:r>
            <a:r>
              <a:rPr lang="en-IN"/>
              <a:t> /API</a:t>
            </a:r>
          </a:p>
        </p:txBody>
      </p:sp>
      <p:sp>
        <p:nvSpPr>
          <p:cNvPr id="4" name="Footer Placeholder 3">
            <a:extLst>
              <a:ext uri="{FF2B5EF4-FFF2-40B4-BE49-F238E27FC236}">
                <a16:creationId xmlns:a16="http://schemas.microsoft.com/office/drawing/2014/main" id="{2931F8D9-6647-AD81-FD53-84A4EC4D309A}"/>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8169599A-2716-2946-2C7A-7DC9141FC616}"/>
              </a:ext>
            </a:extLst>
          </p:cNvPr>
          <p:cNvSpPr>
            <a:spLocks noGrp="1"/>
          </p:cNvSpPr>
          <p:nvPr>
            <p:ph type="sldNum" sz="quarter" idx="12"/>
          </p:nvPr>
        </p:nvSpPr>
        <p:spPr/>
        <p:txBody>
          <a:bodyPr/>
          <a:lstStyle/>
          <a:p>
            <a:fld id="{38826FC0-333C-E549-9FA3-0EE43DF298A3}" type="slidenum">
              <a:rPr lang="en-US" smtClean="0"/>
              <a:pPr/>
              <a:t>4</a:t>
            </a:fld>
            <a:endParaRPr lang="en-US"/>
          </a:p>
        </p:txBody>
      </p:sp>
      <p:pic>
        <p:nvPicPr>
          <p:cNvPr id="3" name="Picture 2" descr="A close-up of a message&#10;&#10;AI-generated content may be incorrect.">
            <a:extLst>
              <a:ext uri="{FF2B5EF4-FFF2-40B4-BE49-F238E27FC236}">
                <a16:creationId xmlns:a16="http://schemas.microsoft.com/office/drawing/2014/main" id="{4753D6AD-7AAA-B597-F8FE-CF6B19365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8193" y="1690207"/>
            <a:ext cx="8431607" cy="3789664"/>
          </a:xfrm>
          <a:prstGeom prst="rect">
            <a:avLst/>
          </a:prstGeom>
        </p:spPr>
      </p:pic>
    </p:spTree>
    <p:extLst>
      <p:ext uri="{BB962C8B-B14F-4D97-AF65-F5344CB8AC3E}">
        <p14:creationId xmlns:p14="http://schemas.microsoft.com/office/powerpoint/2010/main" val="2188886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C068-CDAA-61D2-70EA-B3B5F7D68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E4EC5-EC6E-ABEC-5DB2-FF15EF63DF0A}"/>
              </a:ext>
            </a:extLst>
          </p:cNvPr>
          <p:cNvSpPr>
            <a:spLocks noGrp="1"/>
          </p:cNvSpPr>
          <p:nvPr>
            <p:ph type="title"/>
          </p:nvPr>
        </p:nvSpPr>
        <p:spPr>
          <a:xfrm>
            <a:off x="457200" y="436880"/>
            <a:ext cx="11277600" cy="332399"/>
          </a:xfrm>
        </p:spPr>
        <p:txBody>
          <a:bodyPr/>
          <a:lstStyle/>
          <a:p>
            <a:r>
              <a:rPr lang="en-IN"/>
              <a:t>API</a:t>
            </a:r>
          </a:p>
        </p:txBody>
      </p:sp>
      <p:sp>
        <p:nvSpPr>
          <p:cNvPr id="4" name="Footer Placeholder 3">
            <a:extLst>
              <a:ext uri="{FF2B5EF4-FFF2-40B4-BE49-F238E27FC236}">
                <a16:creationId xmlns:a16="http://schemas.microsoft.com/office/drawing/2014/main" id="{A0305A21-0C7E-8582-E80F-43E86A2898D7}"/>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99F35761-87EE-B50F-0A88-44E7177B3572}"/>
              </a:ext>
            </a:extLst>
          </p:cNvPr>
          <p:cNvSpPr>
            <a:spLocks noGrp="1"/>
          </p:cNvSpPr>
          <p:nvPr>
            <p:ph type="sldNum" sz="quarter" idx="12"/>
          </p:nvPr>
        </p:nvSpPr>
        <p:spPr/>
        <p:txBody>
          <a:bodyPr/>
          <a:lstStyle/>
          <a:p>
            <a:fld id="{38826FC0-333C-E549-9FA3-0EE43DF298A3}" type="slidenum">
              <a:rPr lang="en-US" smtClean="0"/>
              <a:pPr/>
              <a:t>5</a:t>
            </a:fld>
            <a:endParaRPr lang="en-US"/>
          </a:p>
        </p:txBody>
      </p:sp>
      <p:pic>
        <p:nvPicPr>
          <p:cNvPr id="3" name="Picture 2">
            <a:extLst>
              <a:ext uri="{FF2B5EF4-FFF2-40B4-BE49-F238E27FC236}">
                <a16:creationId xmlns:a16="http://schemas.microsoft.com/office/drawing/2014/main" id="{AFA355C2-4C64-4571-9E4E-F90AC29D1F02}"/>
              </a:ext>
            </a:extLst>
          </p:cNvPr>
          <p:cNvPicPr>
            <a:picLocks noChangeAspect="1"/>
          </p:cNvPicPr>
          <p:nvPr/>
        </p:nvPicPr>
        <p:blipFill>
          <a:blip r:embed="rId2"/>
          <a:stretch>
            <a:fillRect/>
          </a:stretch>
        </p:blipFill>
        <p:spPr>
          <a:xfrm>
            <a:off x="1715717" y="1012371"/>
            <a:ext cx="9344169" cy="5316577"/>
          </a:xfrm>
          <a:prstGeom prst="rect">
            <a:avLst/>
          </a:prstGeom>
        </p:spPr>
      </p:pic>
    </p:spTree>
    <p:extLst>
      <p:ext uri="{BB962C8B-B14F-4D97-AF65-F5344CB8AC3E}">
        <p14:creationId xmlns:p14="http://schemas.microsoft.com/office/powerpoint/2010/main" val="1402155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E21A-663E-E349-91D8-B6EFCE6AF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76F3D-3448-E1A4-6AB7-386F90AB04C2}"/>
              </a:ext>
            </a:extLst>
          </p:cNvPr>
          <p:cNvSpPr>
            <a:spLocks noGrp="1"/>
          </p:cNvSpPr>
          <p:nvPr>
            <p:ph type="title"/>
          </p:nvPr>
        </p:nvSpPr>
        <p:spPr>
          <a:xfrm>
            <a:off x="457200" y="436880"/>
            <a:ext cx="11277600" cy="332399"/>
          </a:xfrm>
        </p:spPr>
        <p:txBody>
          <a:bodyPr/>
          <a:lstStyle/>
          <a:p>
            <a:r>
              <a:rPr lang="en-IN"/>
              <a:t>API</a:t>
            </a:r>
          </a:p>
        </p:txBody>
      </p:sp>
      <p:sp>
        <p:nvSpPr>
          <p:cNvPr id="4" name="Footer Placeholder 3">
            <a:extLst>
              <a:ext uri="{FF2B5EF4-FFF2-40B4-BE49-F238E27FC236}">
                <a16:creationId xmlns:a16="http://schemas.microsoft.com/office/drawing/2014/main" id="{9C9B8539-EE7B-202C-B587-5686946EF145}"/>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8A346A4B-3F5B-954B-6A75-1B6833EBD0B3}"/>
              </a:ext>
            </a:extLst>
          </p:cNvPr>
          <p:cNvSpPr>
            <a:spLocks noGrp="1"/>
          </p:cNvSpPr>
          <p:nvPr>
            <p:ph type="sldNum" sz="quarter" idx="12"/>
          </p:nvPr>
        </p:nvSpPr>
        <p:spPr/>
        <p:txBody>
          <a:bodyPr/>
          <a:lstStyle/>
          <a:p>
            <a:fld id="{38826FC0-333C-E549-9FA3-0EE43DF298A3}" type="slidenum">
              <a:rPr lang="en-US" smtClean="0"/>
              <a:pPr/>
              <a:t>6</a:t>
            </a:fld>
            <a:endParaRPr lang="en-US"/>
          </a:p>
        </p:txBody>
      </p:sp>
      <p:sp>
        <p:nvSpPr>
          <p:cNvPr id="6" name="Content Placeholder 2">
            <a:extLst>
              <a:ext uri="{FF2B5EF4-FFF2-40B4-BE49-F238E27FC236}">
                <a16:creationId xmlns:a16="http://schemas.microsoft.com/office/drawing/2014/main" id="{553C32D5-5219-BA9C-BC96-A486BCBC4E0F}"/>
              </a:ext>
            </a:extLst>
          </p:cNvPr>
          <p:cNvSpPr>
            <a:spLocks noGrp="1"/>
          </p:cNvSpPr>
          <p:nvPr>
            <p:ph idx="1"/>
          </p:nvPr>
        </p:nvSpPr>
        <p:spPr>
          <a:xfrm>
            <a:off x="457200" y="1304979"/>
            <a:ext cx="11155680" cy="3767328"/>
          </a:xfrm>
        </p:spPr>
        <p:txBody>
          <a:bodyPr vert="horz" lIns="0" tIns="0" rIns="0" bIns="0" rtlCol="0" anchor="t">
            <a:noAutofit/>
          </a:bodyPr>
          <a:lstStyle/>
          <a:p>
            <a:r>
              <a:rPr lang="en-US"/>
              <a:t>API stands for the Application Programming Interface, They are basically a collection of functions and procedures which allows us to communicate two application or library. </a:t>
            </a:r>
          </a:p>
          <a:p>
            <a:endParaRPr lang="en-US"/>
          </a:p>
          <a:p>
            <a:endParaRPr lang="en-IN"/>
          </a:p>
        </p:txBody>
      </p:sp>
      <p:pic>
        <p:nvPicPr>
          <p:cNvPr id="7" name="Picture 6">
            <a:extLst>
              <a:ext uri="{FF2B5EF4-FFF2-40B4-BE49-F238E27FC236}">
                <a16:creationId xmlns:a16="http://schemas.microsoft.com/office/drawing/2014/main" id="{B92AAAA5-80D9-84C9-46A9-7FEDCF950BF7}"/>
              </a:ext>
            </a:extLst>
          </p:cNvPr>
          <p:cNvPicPr>
            <a:picLocks noChangeAspect="1"/>
          </p:cNvPicPr>
          <p:nvPr/>
        </p:nvPicPr>
        <p:blipFill>
          <a:blip r:embed="rId2"/>
          <a:stretch>
            <a:fillRect/>
          </a:stretch>
        </p:blipFill>
        <p:spPr>
          <a:xfrm>
            <a:off x="1727898" y="2078756"/>
            <a:ext cx="6039160" cy="3130711"/>
          </a:xfrm>
          <a:prstGeom prst="rect">
            <a:avLst/>
          </a:prstGeom>
        </p:spPr>
      </p:pic>
    </p:spTree>
    <p:extLst>
      <p:ext uri="{BB962C8B-B14F-4D97-AF65-F5344CB8AC3E}">
        <p14:creationId xmlns:p14="http://schemas.microsoft.com/office/powerpoint/2010/main" val="1753566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0DCE9-4441-9419-9412-5763B513F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EFAB9-285F-0A16-F4F6-531F2324479D}"/>
              </a:ext>
            </a:extLst>
          </p:cNvPr>
          <p:cNvSpPr>
            <a:spLocks noGrp="1"/>
          </p:cNvSpPr>
          <p:nvPr>
            <p:ph type="title"/>
          </p:nvPr>
        </p:nvSpPr>
        <p:spPr>
          <a:xfrm>
            <a:off x="457200" y="436880"/>
            <a:ext cx="11277600" cy="332399"/>
          </a:xfrm>
        </p:spPr>
        <p:txBody>
          <a:bodyPr/>
          <a:lstStyle/>
          <a:p>
            <a:r>
              <a:rPr lang="en-IN"/>
              <a:t>API</a:t>
            </a:r>
          </a:p>
        </p:txBody>
      </p:sp>
      <p:sp>
        <p:nvSpPr>
          <p:cNvPr id="4" name="Footer Placeholder 3">
            <a:extLst>
              <a:ext uri="{FF2B5EF4-FFF2-40B4-BE49-F238E27FC236}">
                <a16:creationId xmlns:a16="http://schemas.microsoft.com/office/drawing/2014/main" id="{4F60E298-73C8-D68A-4EA5-545AF0E2ED84}"/>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66EB61BC-01E0-1288-5BA3-6F458A445BBC}"/>
              </a:ext>
            </a:extLst>
          </p:cNvPr>
          <p:cNvSpPr>
            <a:spLocks noGrp="1"/>
          </p:cNvSpPr>
          <p:nvPr>
            <p:ph type="sldNum" sz="quarter" idx="12"/>
          </p:nvPr>
        </p:nvSpPr>
        <p:spPr/>
        <p:txBody>
          <a:bodyPr/>
          <a:lstStyle/>
          <a:p>
            <a:fld id="{38826FC0-333C-E549-9FA3-0EE43DF298A3}" type="slidenum">
              <a:rPr lang="en-US" smtClean="0"/>
              <a:pPr/>
              <a:t>7</a:t>
            </a:fld>
            <a:endParaRPr lang="en-US"/>
          </a:p>
        </p:txBody>
      </p:sp>
      <p:pic>
        <p:nvPicPr>
          <p:cNvPr id="3" name="Picture 2">
            <a:extLst>
              <a:ext uri="{FF2B5EF4-FFF2-40B4-BE49-F238E27FC236}">
                <a16:creationId xmlns:a16="http://schemas.microsoft.com/office/drawing/2014/main" id="{A7F9BB65-E6BC-0951-7000-187E8F6FA9F2}"/>
              </a:ext>
            </a:extLst>
          </p:cNvPr>
          <p:cNvPicPr>
            <a:picLocks noChangeAspect="1"/>
          </p:cNvPicPr>
          <p:nvPr/>
        </p:nvPicPr>
        <p:blipFill>
          <a:blip r:embed="rId2"/>
          <a:stretch>
            <a:fillRect/>
          </a:stretch>
        </p:blipFill>
        <p:spPr>
          <a:xfrm>
            <a:off x="1478948" y="908183"/>
            <a:ext cx="8677424" cy="5412325"/>
          </a:xfrm>
          <a:prstGeom prst="rect">
            <a:avLst/>
          </a:prstGeom>
        </p:spPr>
      </p:pic>
    </p:spTree>
    <p:extLst>
      <p:ext uri="{BB962C8B-B14F-4D97-AF65-F5344CB8AC3E}">
        <p14:creationId xmlns:p14="http://schemas.microsoft.com/office/powerpoint/2010/main" val="3136071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0CD15-CA3B-7BE4-046C-73165CA4E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A9A41E-653C-7EE2-CB0D-CD6BA03DA46E}"/>
              </a:ext>
            </a:extLst>
          </p:cNvPr>
          <p:cNvSpPr>
            <a:spLocks noGrp="1"/>
          </p:cNvSpPr>
          <p:nvPr>
            <p:ph type="title"/>
          </p:nvPr>
        </p:nvSpPr>
        <p:spPr>
          <a:xfrm>
            <a:off x="457200" y="436880"/>
            <a:ext cx="11277600" cy="332399"/>
          </a:xfrm>
        </p:spPr>
        <p:txBody>
          <a:bodyPr/>
          <a:lstStyle/>
          <a:p>
            <a:r>
              <a:rPr lang="en-IN"/>
              <a:t>API</a:t>
            </a:r>
          </a:p>
        </p:txBody>
      </p:sp>
      <p:sp>
        <p:nvSpPr>
          <p:cNvPr id="4" name="Footer Placeholder 3">
            <a:extLst>
              <a:ext uri="{FF2B5EF4-FFF2-40B4-BE49-F238E27FC236}">
                <a16:creationId xmlns:a16="http://schemas.microsoft.com/office/drawing/2014/main" id="{39BEB549-3308-AC6F-0818-E7E689C7F2A0}"/>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9F7BE048-D910-1761-7A72-766B4C44DF0B}"/>
              </a:ext>
            </a:extLst>
          </p:cNvPr>
          <p:cNvSpPr>
            <a:spLocks noGrp="1"/>
          </p:cNvSpPr>
          <p:nvPr>
            <p:ph type="sldNum" sz="quarter" idx="12"/>
          </p:nvPr>
        </p:nvSpPr>
        <p:spPr/>
        <p:txBody>
          <a:bodyPr/>
          <a:lstStyle/>
          <a:p>
            <a:fld id="{38826FC0-333C-E549-9FA3-0EE43DF298A3}" type="slidenum">
              <a:rPr lang="en-US" smtClean="0"/>
              <a:pPr/>
              <a:t>8</a:t>
            </a:fld>
            <a:endParaRPr lang="en-US"/>
          </a:p>
        </p:txBody>
      </p:sp>
      <p:pic>
        <p:nvPicPr>
          <p:cNvPr id="6" name="Picture 5">
            <a:extLst>
              <a:ext uri="{FF2B5EF4-FFF2-40B4-BE49-F238E27FC236}">
                <a16:creationId xmlns:a16="http://schemas.microsoft.com/office/drawing/2014/main" id="{090135BC-6D78-A33D-64E6-67B85E9324AF}"/>
              </a:ext>
            </a:extLst>
          </p:cNvPr>
          <p:cNvPicPr>
            <a:picLocks noChangeAspect="1"/>
          </p:cNvPicPr>
          <p:nvPr/>
        </p:nvPicPr>
        <p:blipFill>
          <a:blip r:embed="rId2"/>
          <a:stretch>
            <a:fillRect/>
          </a:stretch>
        </p:blipFill>
        <p:spPr>
          <a:xfrm>
            <a:off x="1143000" y="1175732"/>
            <a:ext cx="8904516" cy="4038525"/>
          </a:xfrm>
          <a:prstGeom prst="rect">
            <a:avLst/>
          </a:prstGeom>
        </p:spPr>
      </p:pic>
      <p:sp>
        <p:nvSpPr>
          <p:cNvPr id="7" name="TextBox 6">
            <a:extLst>
              <a:ext uri="{FF2B5EF4-FFF2-40B4-BE49-F238E27FC236}">
                <a16:creationId xmlns:a16="http://schemas.microsoft.com/office/drawing/2014/main" id="{4F9F3AB6-ED76-C387-426B-4C0E19106716}"/>
              </a:ext>
            </a:extLst>
          </p:cNvPr>
          <p:cNvSpPr txBox="1"/>
          <p:nvPr/>
        </p:nvSpPr>
        <p:spPr>
          <a:xfrm>
            <a:off x="1110343" y="5453743"/>
            <a:ext cx="9949543" cy="923330"/>
          </a:xfrm>
          <a:prstGeom prst="rect">
            <a:avLst/>
          </a:prstGeom>
          <a:noFill/>
        </p:spPr>
        <p:txBody>
          <a:bodyPr wrap="square">
            <a:spAutoFit/>
          </a:bodyPr>
          <a:lstStyle/>
          <a:p>
            <a:r>
              <a:rPr lang="en-IN">
                <a:highlight>
                  <a:srgbClr val="C0C0C0"/>
                </a:highlight>
              </a:rPr>
              <a:t>SOAP (Simple Object Access Protocol):- Where the Medium HTTP(POST) and FORMAT XML. </a:t>
            </a:r>
          </a:p>
          <a:p>
            <a:r>
              <a:rPr lang="en-IN">
                <a:highlight>
                  <a:srgbClr val="C0C0C0"/>
                </a:highlight>
              </a:rPr>
              <a:t>REST (Representational State Transfer):- Where Medium HTTP(GET, POST,PUT,DELETE, etc.) and FORMAT XML/JSON/TEXT etc </a:t>
            </a:r>
          </a:p>
        </p:txBody>
      </p:sp>
    </p:spTree>
    <p:extLst>
      <p:ext uri="{BB962C8B-B14F-4D97-AF65-F5344CB8AC3E}">
        <p14:creationId xmlns:p14="http://schemas.microsoft.com/office/powerpoint/2010/main" val="2145664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325CA-FB11-E67B-1996-4EFB9011F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2ADEB-E9BD-70B0-7CC9-E01BF664B267}"/>
              </a:ext>
            </a:extLst>
          </p:cNvPr>
          <p:cNvSpPr>
            <a:spLocks noGrp="1"/>
          </p:cNvSpPr>
          <p:nvPr>
            <p:ph type="title"/>
          </p:nvPr>
        </p:nvSpPr>
        <p:spPr>
          <a:xfrm>
            <a:off x="457200" y="436880"/>
            <a:ext cx="11277600" cy="332399"/>
          </a:xfrm>
        </p:spPr>
        <p:txBody>
          <a:bodyPr/>
          <a:lstStyle/>
          <a:p>
            <a:r>
              <a:rPr lang="en-IN"/>
              <a:t>SOAP</a:t>
            </a:r>
          </a:p>
        </p:txBody>
      </p:sp>
      <p:sp>
        <p:nvSpPr>
          <p:cNvPr id="4" name="Footer Placeholder 3">
            <a:extLst>
              <a:ext uri="{FF2B5EF4-FFF2-40B4-BE49-F238E27FC236}">
                <a16:creationId xmlns:a16="http://schemas.microsoft.com/office/drawing/2014/main" id="{62BABEE0-9359-CF22-D0C1-5CF731BADEC7}"/>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7E809CB-7784-C36B-082D-ADD25E089976}"/>
              </a:ext>
            </a:extLst>
          </p:cNvPr>
          <p:cNvSpPr>
            <a:spLocks noGrp="1"/>
          </p:cNvSpPr>
          <p:nvPr>
            <p:ph type="sldNum" sz="quarter" idx="12"/>
          </p:nvPr>
        </p:nvSpPr>
        <p:spPr/>
        <p:txBody>
          <a:bodyPr/>
          <a:lstStyle/>
          <a:p>
            <a:fld id="{38826FC0-333C-E549-9FA3-0EE43DF298A3}" type="slidenum">
              <a:rPr lang="en-US" smtClean="0"/>
              <a:pPr/>
              <a:t>9</a:t>
            </a:fld>
            <a:endParaRPr lang="en-US"/>
          </a:p>
        </p:txBody>
      </p:sp>
      <p:pic>
        <p:nvPicPr>
          <p:cNvPr id="3" name="Picture 2" descr="A screenshot of a computer program&#10;&#10;AI-generated content may be incorrect.">
            <a:extLst>
              <a:ext uri="{FF2B5EF4-FFF2-40B4-BE49-F238E27FC236}">
                <a16:creationId xmlns:a16="http://schemas.microsoft.com/office/drawing/2014/main" id="{EC650D1A-8658-4089-F7CE-4195206E5F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5248" y="1018963"/>
            <a:ext cx="4875103" cy="5402157"/>
          </a:xfrm>
          <a:prstGeom prst="rect">
            <a:avLst/>
          </a:prstGeom>
        </p:spPr>
      </p:pic>
      <p:pic>
        <p:nvPicPr>
          <p:cNvPr id="6" name="Picture 5" descr="A screenshot of a computer screen&#10;&#10;AI-generated content may be incorrect.">
            <a:extLst>
              <a:ext uri="{FF2B5EF4-FFF2-40B4-BE49-F238E27FC236}">
                <a16:creationId xmlns:a16="http://schemas.microsoft.com/office/drawing/2014/main" id="{5F6BD291-5235-EF35-ACDD-C31D60BC5F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0351" y="1535334"/>
            <a:ext cx="5035809" cy="3746693"/>
          </a:xfrm>
          <a:prstGeom prst="rect">
            <a:avLst/>
          </a:prstGeom>
        </p:spPr>
      </p:pic>
    </p:spTree>
    <p:extLst>
      <p:ext uri="{BB962C8B-B14F-4D97-AF65-F5344CB8AC3E}">
        <p14:creationId xmlns:p14="http://schemas.microsoft.com/office/powerpoint/2010/main" val="1175412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300F0-587B-9542-C05E-F2C4B5C7C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13347-7D2B-C351-F626-F7649DBF2241}"/>
              </a:ext>
            </a:extLst>
          </p:cNvPr>
          <p:cNvSpPr>
            <a:spLocks noGrp="1"/>
          </p:cNvSpPr>
          <p:nvPr>
            <p:ph type="title"/>
          </p:nvPr>
        </p:nvSpPr>
        <p:spPr>
          <a:xfrm>
            <a:off x="457200" y="436880"/>
            <a:ext cx="11277600" cy="332399"/>
          </a:xfrm>
        </p:spPr>
        <p:txBody>
          <a:bodyPr/>
          <a:lstStyle/>
          <a:p>
            <a:r>
              <a:rPr lang="en-IN"/>
              <a:t>REST API</a:t>
            </a:r>
          </a:p>
        </p:txBody>
      </p:sp>
      <p:sp>
        <p:nvSpPr>
          <p:cNvPr id="4" name="Footer Placeholder 3">
            <a:extLst>
              <a:ext uri="{FF2B5EF4-FFF2-40B4-BE49-F238E27FC236}">
                <a16:creationId xmlns:a16="http://schemas.microsoft.com/office/drawing/2014/main" id="{11D254EF-069E-50B4-0957-2AA6AD7DC3D1}"/>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60583CEA-81F5-51B5-1F0C-D6C4FABE9136}"/>
              </a:ext>
            </a:extLst>
          </p:cNvPr>
          <p:cNvSpPr>
            <a:spLocks noGrp="1"/>
          </p:cNvSpPr>
          <p:nvPr>
            <p:ph type="sldNum" sz="quarter" idx="12"/>
          </p:nvPr>
        </p:nvSpPr>
        <p:spPr/>
        <p:txBody>
          <a:bodyPr/>
          <a:lstStyle/>
          <a:p>
            <a:fld id="{38826FC0-333C-E549-9FA3-0EE43DF298A3}" type="slidenum">
              <a:rPr lang="en-US" smtClean="0"/>
              <a:pPr/>
              <a:t>10</a:t>
            </a:fld>
            <a:endParaRPr lang="en-US"/>
          </a:p>
        </p:txBody>
      </p:sp>
      <p:pic>
        <p:nvPicPr>
          <p:cNvPr id="3" name="Picture 2" descr="A screenshot of a computer program&#10;&#10;AI-generated content may be incorrect.">
            <a:extLst>
              <a:ext uri="{FF2B5EF4-FFF2-40B4-BE49-F238E27FC236}">
                <a16:creationId xmlns:a16="http://schemas.microsoft.com/office/drawing/2014/main" id="{530EDEF8-5306-85C7-4D02-8B24BA89E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787" y="3081878"/>
            <a:ext cx="5219968" cy="3397425"/>
          </a:xfrm>
          <a:prstGeom prst="rect">
            <a:avLst/>
          </a:prstGeom>
        </p:spPr>
      </p:pic>
      <p:pic>
        <p:nvPicPr>
          <p:cNvPr id="6" name="Picture 5" descr="A close-up of a message&#10;&#10;AI-generated content may be incorrect.">
            <a:extLst>
              <a:ext uri="{FF2B5EF4-FFF2-40B4-BE49-F238E27FC236}">
                <a16:creationId xmlns:a16="http://schemas.microsoft.com/office/drawing/2014/main" id="{F1987DB8-AFD3-1646-E641-78CCF83FD9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787" y="896154"/>
            <a:ext cx="6191568" cy="1955901"/>
          </a:xfrm>
          <a:prstGeom prst="rect">
            <a:avLst/>
          </a:prstGeom>
        </p:spPr>
      </p:pic>
      <p:pic>
        <p:nvPicPr>
          <p:cNvPr id="7" name="Picture 6" descr="A white rectangular object with a white border&#10;&#10;AI-generated content may be incorrect.">
            <a:extLst>
              <a:ext uri="{FF2B5EF4-FFF2-40B4-BE49-F238E27FC236}">
                <a16:creationId xmlns:a16="http://schemas.microsoft.com/office/drawing/2014/main" id="{5BB3A8EF-1DE7-F69B-B7C4-B6CE3FB553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8441" y="904016"/>
            <a:ext cx="4865730" cy="1619333"/>
          </a:xfrm>
          <a:prstGeom prst="rect">
            <a:avLst/>
          </a:prstGeom>
        </p:spPr>
      </p:pic>
      <p:sp>
        <p:nvSpPr>
          <p:cNvPr id="8" name="TextBox 7">
            <a:extLst>
              <a:ext uri="{FF2B5EF4-FFF2-40B4-BE49-F238E27FC236}">
                <a16:creationId xmlns:a16="http://schemas.microsoft.com/office/drawing/2014/main" id="{27757E9B-66E4-DF45-B650-621031062D68}"/>
              </a:ext>
            </a:extLst>
          </p:cNvPr>
          <p:cNvSpPr txBox="1"/>
          <p:nvPr/>
        </p:nvSpPr>
        <p:spPr>
          <a:xfrm>
            <a:off x="7053943" y="2683770"/>
            <a:ext cx="4046898" cy="1196994"/>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100" b="1" kern="100">
                <a:effectLst/>
                <a:latin typeface="Aptos" panose="020B0004020202020204" pitchFamily="34" charset="0"/>
                <a:ea typeface="Aptos" panose="020B0004020202020204" pitchFamily="34" charset="0"/>
                <a:cs typeface="Times New Roman" panose="02020603050405020304" pitchFamily="18" charset="0"/>
              </a:rPr>
              <a:t>Method</a:t>
            </a:r>
            <a:r>
              <a:rPr lang="en-IN" sz="1100" kern="100">
                <a:effectLst/>
                <a:latin typeface="Aptos" panose="020B0004020202020204" pitchFamily="34" charset="0"/>
                <a:ea typeface="Aptos" panose="020B0004020202020204" pitchFamily="34" charset="0"/>
                <a:cs typeface="Times New Roman" panose="02020603050405020304" pitchFamily="18" charset="0"/>
              </a:rPr>
              <a:t>: GET</a:t>
            </a:r>
          </a:p>
          <a:p>
            <a:pPr marL="342900" lvl="0" indent="-342900">
              <a:lnSpc>
                <a:spcPct val="107000"/>
              </a:lnSpc>
              <a:spcAft>
                <a:spcPts val="800"/>
              </a:spcAft>
              <a:buSzPts val="1000"/>
              <a:buFont typeface="Symbol" panose="05050102010706020507" pitchFamily="18" charset="2"/>
              <a:buChar char=""/>
              <a:tabLst>
                <a:tab pos="457200" algn="l"/>
              </a:tabLst>
            </a:pPr>
            <a:r>
              <a:rPr lang="en-IN" sz="1100" b="1" kern="100">
                <a:effectLst/>
                <a:latin typeface="Aptos" panose="020B0004020202020204" pitchFamily="34" charset="0"/>
                <a:ea typeface="Aptos" panose="020B0004020202020204" pitchFamily="34" charset="0"/>
                <a:cs typeface="Times New Roman" panose="02020603050405020304" pitchFamily="18" charset="0"/>
              </a:rPr>
              <a:t>URI</a:t>
            </a:r>
            <a:r>
              <a:rPr lang="en-IN" sz="1100" kern="100">
                <a:effectLst/>
                <a:latin typeface="Aptos" panose="020B0004020202020204" pitchFamily="34" charset="0"/>
                <a:ea typeface="Aptos" panose="020B0004020202020204" pitchFamily="34" charset="0"/>
                <a:cs typeface="Times New Roman" panose="02020603050405020304" pitchFamily="18" charset="0"/>
              </a:rPr>
              <a:t>: /products/101 targets the specific resource with ID 101.</a:t>
            </a:r>
          </a:p>
          <a:p>
            <a:pPr marL="342900" lvl="0" indent="-342900">
              <a:lnSpc>
                <a:spcPct val="107000"/>
              </a:lnSpc>
              <a:spcAft>
                <a:spcPts val="800"/>
              </a:spcAft>
              <a:buSzPts val="1000"/>
              <a:buFont typeface="Symbol" panose="05050102010706020507" pitchFamily="18" charset="2"/>
              <a:buChar char=""/>
              <a:tabLst>
                <a:tab pos="457200" algn="l"/>
              </a:tabLst>
            </a:pPr>
            <a:r>
              <a:rPr lang="en-IN" sz="1100" b="1" kern="100">
                <a:effectLst/>
                <a:latin typeface="Aptos" panose="020B0004020202020204" pitchFamily="34" charset="0"/>
                <a:ea typeface="Aptos" panose="020B0004020202020204" pitchFamily="34" charset="0"/>
                <a:cs typeface="Times New Roman" panose="02020603050405020304" pitchFamily="18" charset="0"/>
              </a:rPr>
              <a:t>Headers</a:t>
            </a:r>
            <a:r>
              <a:rPr lang="en-IN" sz="1100" kern="100">
                <a:effectLst/>
                <a:latin typeface="Aptos" panose="020B0004020202020204" pitchFamily="34" charset="0"/>
                <a:ea typeface="Aptos" panose="020B0004020202020204" pitchFamily="34" charset="0"/>
                <a:cs typeface="Times New Roman" panose="02020603050405020304" pitchFamily="18" charset="0"/>
              </a:rPr>
              <a:t>: The Accept header specifies that the client expects a JSON response. </a:t>
            </a:r>
          </a:p>
        </p:txBody>
      </p:sp>
      <p:pic>
        <p:nvPicPr>
          <p:cNvPr id="9" name="Picture 8" descr="A screenshot of a computer&#10;&#10;AI-generated content may be incorrect.">
            <a:extLst>
              <a:ext uri="{FF2B5EF4-FFF2-40B4-BE49-F238E27FC236}">
                <a16:creationId xmlns:a16="http://schemas.microsoft.com/office/drawing/2014/main" id="{069EDDC9-961C-9BAE-D043-FF4D2EABA9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2088" y="4025754"/>
            <a:ext cx="5512083" cy="2832246"/>
          </a:xfrm>
          <a:prstGeom prst="rect">
            <a:avLst/>
          </a:prstGeom>
        </p:spPr>
      </p:pic>
      <p:sp>
        <p:nvSpPr>
          <p:cNvPr id="10" name="TextBox 9">
            <a:extLst>
              <a:ext uri="{FF2B5EF4-FFF2-40B4-BE49-F238E27FC236}">
                <a16:creationId xmlns:a16="http://schemas.microsoft.com/office/drawing/2014/main" id="{203DFF91-905E-8950-1C60-6BFB13AB8D03}"/>
              </a:ext>
            </a:extLst>
          </p:cNvPr>
          <p:cNvSpPr txBox="1"/>
          <p:nvPr/>
        </p:nvSpPr>
        <p:spPr>
          <a:xfrm>
            <a:off x="8512628" y="4780590"/>
            <a:ext cx="3222172" cy="1378134"/>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100" b="1" kern="100">
                <a:effectLst/>
                <a:latin typeface="Aptos" panose="020B0004020202020204" pitchFamily="34" charset="0"/>
                <a:ea typeface="Aptos" panose="020B0004020202020204" pitchFamily="34" charset="0"/>
                <a:cs typeface="Times New Roman" panose="02020603050405020304" pitchFamily="18" charset="0"/>
              </a:rPr>
              <a:t>Status</a:t>
            </a:r>
            <a:r>
              <a:rPr lang="en-IN" sz="1100" kern="100">
                <a:effectLst/>
                <a:latin typeface="Aptos" panose="020B0004020202020204" pitchFamily="34" charset="0"/>
                <a:ea typeface="Aptos" panose="020B0004020202020204" pitchFamily="34" charset="0"/>
                <a:cs typeface="Times New Roman" panose="02020603050405020304" pitchFamily="18" charset="0"/>
              </a:rPr>
              <a:t>: 200 OK indicates that the request was successful.</a:t>
            </a:r>
          </a:p>
          <a:p>
            <a:pPr marL="342900" lvl="0" indent="-342900">
              <a:lnSpc>
                <a:spcPct val="107000"/>
              </a:lnSpc>
              <a:spcAft>
                <a:spcPts val="800"/>
              </a:spcAft>
              <a:buSzPts val="1000"/>
              <a:buFont typeface="Symbol" panose="05050102010706020507" pitchFamily="18" charset="2"/>
              <a:buChar char=""/>
              <a:tabLst>
                <a:tab pos="457200" algn="l"/>
              </a:tabLst>
            </a:pPr>
            <a:r>
              <a:rPr lang="en-IN" sz="1100" b="1" kern="100">
                <a:effectLst/>
                <a:latin typeface="Aptos" panose="020B0004020202020204" pitchFamily="34" charset="0"/>
                <a:ea typeface="Aptos" panose="020B0004020202020204" pitchFamily="34" charset="0"/>
                <a:cs typeface="Times New Roman" panose="02020603050405020304" pitchFamily="18" charset="0"/>
              </a:rPr>
              <a:t>Headers</a:t>
            </a:r>
            <a:r>
              <a:rPr lang="en-IN" sz="1100" kern="100">
                <a:effectLst/>
                <a:latin typeface="Aptos" panose="020B0004020202020204" pitchFamily="34" charset="0"/>
                <a:ea typeface="Aptos" panose="020B0004020202020204" pitchFamily="34" charset="0"/>
                <a:cs typeface="Times New Roman" panose="02020603050405020304" pitchFamily="18" charset="0"/>
              </a:rPr>
              <a:t>: The Content-Type header confirms that the response body is in JSON format.</a:t>
            </a:r>
          </a:p>
          <a:p>
            <a:pPr marL="342900" lvl="0" indent="-342900">
              <a:lnSpc>
                <a:spcPct val="107000"/>
              </a:lnSpc>
              <a:spcAft>
                <a:spcPts val="800"/>
              </a:spcAft>
              <a:buSzPts val="1000"/>
              <a:buFont typeface="Symbol" panose="05050102010706020507" pitchFamily="18" charset="2"/>
              <a:buChar char=""/>
              <a:tabLst>
                <a:tab pos="457200" algn="l"/>
              </a:tabLst>
            </a:pPr>
            <a:r>
              <a:rPr lang="en-IN" sz="1100" b="1" kern="100">
                <a:effectLst/>
                <a:latin typeface="Aptos" panose="020B0004020202020204" pitchFamily="34" charset="0"/>
                <a:ea typeface="Aptos" panose="020B0004020202020204" pitchFamily="34" charset="0"/>
                <a:cs typeface="Times New Roman" panose="02020603050405020304" pitchFamily="18" charset="0"/>
              </a:rPr>
              <a:t>Body</a:t>
            </a:r>
            <a:r>
              <a:rPr lang="en-IN" sz="1100" kern="100">
                <a:effectLst/>
                <a:latin typeface="Aptos" panose="020B0004020202020204" pitchFamily="34" charset="0"/>
                <a:ea typeface="Aptos" panose="020B0004020202020204" pitchFamily="34" charset="0"/>
                <a:cs typeface="Times New Roman" panose="02020603050405020304" pitchFamily="18" charset="0"/>
              </a:rPr>
              <a:t>: The JSON object contains the data for the requested product. </a:t>
            </a:r>
          </a:p>
        </p:txBody>
      </p:sp>
    </p:spTree>
    <p:extLst>
      <p:ext uri="{BB962C8B-B14F-4D97-AF65-F5344CB8AC3E}">
        <p14:creationId xmlns:p14="http://schemas.microsoft.com/office/powerpoint/2010/main" val="2722010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2CC88-D53B-83DD-547A-4EF8DBD5B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3B77B-9952-95C1-8AAF-0CF1148157CA}"/>
              </a:ext>
            </a:extLst>
          </p:cNvPr>
          <p:cNvSpPr>
            <a:spLocks noGrp="1"/>
          </p:cNvSpPr>
          <p:nvPr>
            <p:ph type="title"/>
          </p:nvPr>
        </p:nvSpPr>
        <p:spPr>
          <a:xfrm>
            <a:off x="457200" y="436880"/>
            <a:ext cx="11277600" cy="332399"/>
          </a:xfrm>
        </p:spPr>
        <p:txBody>
          <a:bodyPr/>
          <a:lstStyle/>
          <a:p>
            <a:r>
              <a:rPr lang="en-IN"/>
              <a:t>REST API</a:t>
            </a:r>
          </a:p>
        </p:txBody>
      </p:sp>
      <p:sp>
        <p:nvSpPr>
          <p:cNvPr id="4" name="Footer Placeholder 3">
            <a:extLst>
              <a:ext uri="{FF2B5EF4-FFF2-40B4-BE49-F238E27FC236}">
                <a16:creationId xmlns:a16="http://schemas.microsoft.com/office/drawing/2014/main" id="{36266BA8-42B4-EA3C-8B5D-1321D04AC0A3}"/>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62C185C-AE71-7925-6FAF-8474F714BED5}"/>
              </a:ext>
            </a:extLst>
          </p:cNvPr>
          <p:cNvSpPr>
            <a:spLocks noGrp="1"/>
          </p:cNvSpPr>
          <p:nvPr>
            <p:ph type="sldNum" sz="quarter" idx="12"/>
          </p:nvPr>
        </p:nvSpPr>
        <p:spPr/>
        <p:txBody>
          <a:bodyPr/>
          <a:lstStyle/>
          <a:p>
            <a:fld id="{38826FC0-333C-E549-9FA3-0EE43DF298A3}" type="slidenum">
              <a:rPr lang="en-US" smtClean="0"/>
              <a:pPr/>
              <a:t>11</a:t>
            </a:fld>
            <a:endParaRPr lang="en-US"/>
          </a:p>
        </p:txBody>
      </p:sp>
      <p:pic>
        <p:nvPicPr>
          <p:cNvPr id="3" name="Picture 2">
            <a:extLst>
              <a:ext uri="{FF2B5EF4-FFF2-40B4-BE49-F238E27FC236}">
                <a16:creationId xmlns:a16="http://schemas.microsoft.com/office/drawing/2014/main" id="{2173340F-EBFD-7891-E54E-BCAB44EC3E50}"/>
              </a:ext>
            </a:extLst>
          </p:cNvPr>
          <p:cNvPicPr>
            <a:picLocks noChangeAspect="1"/>
          </p:cNvPicPr>
          <p:nvPr/>
        </p:nvPicPr>
        <p:blipFill>
          <a:blip r:embed="rId2"/>
          <a:stretch>
            <a:fillRect/>
          </a:stretch>
        </p:blipFill>
        <p:spPr>
          <a:xfrm>
            <a:off x="1382486" y="936171"/>
            <a:ext cx="9220200" cy="5007429"/>
          </a:xfrm>
          <a:prstGeom prst="rect">
            <a:avLst/>
          </a:prstGeom>
        </p:spPr>
      </p:pic>
    </p:spTree>
    <p:extLst>
      <p:ext uri="{BB962C8B-B14F-4D97-AF65-F5344CB8AC3E}">
        <p14:creationId xmlns:p14="http://schemas.microsoft.com/office/powerpoint/2010/main" val="709457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E653A-D7BA-4910-E831-5FD5F9646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FB433-E8C8-E6D0-16FA-C361A43AB772}"/>
              </a:ext>
            </a:extLst>
          </p:cNvPr>
          <p:cNvSpPr>
            <a:spLocks noGrp="1"/>
          </p:cNvSpPr>
          <p:nvPr>
            <p:ph type="title"/>
          </p:nvPr>
        </p:nvSpPr>
        <p:spPr>
          <a:xfrm>
            <a:off x="457200" y="436880"/>
            <a:ext cx="11277600" cy="332399"/>
          </a:xfrm>
        </p:spPr>
        <p:txBody>
          <a:bodyPr/>
          <a:lstStyle/>
          <a:p>
            <a:r>
              <a:rPr lang="en-IN"/>
              <a:t>REST API – HTTP Response Codes</a:t>
            </a:r>
          </a:p>
        </p:txBody>
      </p:sp>
      <p:sp>
        <p:nvSpPr>
          <p:cNvPr id="4" name="Footer Placeholder 3">
            <a:extLst>
              <a:ext uri="{FF2B5EF4-FFF2-40B4-BE49-F238E27FC236}">
                <a16:creationId xmlns:a16="http://schemas.microsoft.com/office/drawing/2014/main" id="{340ABC1A-42F7-F121-74FA-85F5CF6EDAAE}"/>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433D8216-142E-521F-64DF-2DBE471A2FE7}"/>
              </a:ext>
            </a:extLst>
          </p:cNvPr>
          <p:cNvSpPr>
            <a:spLocks noGrp="1"/>
          </p:cNvSpPr>
          <p:nvPr>
            <p:ph type="sldNum" sz="quarter" idx="12"/>
          </p:nvPr>
        </p:nvSpPr>
        <p:spPr/>
        <p:txBody>
          <a:bodyPr/>
          <a:lstStyle/>
          <a:p>
            <a:fld id="{38826FC0-333C-E549-9FA3-0EE43DF298A3}" type="slidenum">
              <a:rPr lang="en-US" smtClean="0"/>
              <a:pPr/>
              <a:t>12</a:t>
            </a:fld>
            <a:endParaRPr lang="en-US"/>
          </a:p>
        </p:txBody>
      </p:sp>
      <p:graphicFrame>
        <p:nvGraphicFramePr>
          <p:cNvPr id="6" name="Table 5">
            <a:extLst>
              <a:ext uri="{FF2B5EF4-FFF2-40B4-BE49-F238E27FC236}">
                <a16:creationId xmlns:a16="http://schemas.microsoft.com/office/drawing/2014/main" id="{C6008A2A-9280-E463-36D7-789AA763FDC6}"/>
              </a:ext>
            </a:extLst>
          </p:cNvPr>
          <p:cNvGraphicFramePr>
            <a:graphicFrameLocks noGrp="1"/>
          </p:cNvGraphicFramePr>
          <p:nvPr>
            <p:extLst>
              <p:ext uri="{D42A27DB-BD31-4B8C-83A1-F6EECF244321}">
                <p14:modId xmlns:p14="http://schemas.microsoft.com/office/powerpoint/2010/main" val="150926306"/>
              </p:ext>
            </p:extLst>
          </p:nvPr>
        </p:nvGraphicFramePr>
        <p:xfrm>
          <a:off x="822960" y="978998"/>
          <a:ext cx="10911840" cy="4913801"/>
        </p:xfrm>
        <a:graphic>
          <a:graphicData uri="http://schemas.openxmlformats.org/drawingml/2006/table">
            <a:tbl>
              <a:tblPr firstRow="1" firstCol="1">
                <a:tableStyleId>{00A15C55-8517-42AA-B614-E9B94910E393}</a:tableStyleId>
              </a:tblPr>
              <a:tblGrid>
                <a:gridCol w="1899920">
                  <a:extLst>
                    <a:ext uri="{9D8B030D-6E8A-4147-A177-3AD203B41FA5}">
                      <a16:colId xmlns:a16="http://schemas.microsoft.com/office/drawing/2014/main" val="941078699"/>
                    </a:ext>
                  </a:extLst>
                </a:gridCol>
                <a:gridCol w="2184400">
                  <a:extLst>
                    <a:ext uri="{9D8B030D-6E8A-4147-A177-3AD203B41FA5}">
                      <a16:colId xmlns:a16="http://schemas.microsoft.com/office/drawing/2014/main" val="2215914015"/>
                    </a:ext>
                  </a:extLst>
                </a:gridCol>
                <a:gridCol w="4099560">
                  <a:extLst>
                    <a:ext uri="{9D8B030D-6E8A-4147-A177-3AD203B41FA5}">
                      <a16:colId xmlns:a16="http://schemas.microsoft.com/office/drawing/2014/main" val="2083729156"/>
                    </a:ext>
                  </a:extLst>
                </a:gridCol>
                <a:gridCol w="2727960">
                  <a:extLst>
                    <a:ext uri="{9D8B030D-6E8A-4147-A177-3AD203B41FA5}">
                      <a16:colId xmlns:a16="http://schemas.microsoft.com/office/drawing/2014/main" val="229318753"/>
                    </a:ext>
                  </a:extLst>
                </a:gridCol>
              </a:tblGrid>
              <a:tr h="450119">
                <a:tc>
                  <a:txBody>
                    <a:bodyPr/>
                    <a:lstStyle/>
                    <a:p>
                      <a:pPr>
                        <a:buNone/>
                      </a:pPr>
                      <a:r>
                        <a:rPr lang="en-IN" sz="1800" b="1">
                          <a:effectLst/>
                          <a:latin typeface="Comic Sans MS" panose="030F0702030302020204" pitchFamily="66" charset="0"/>
                        </a:rPr>
                        <a:t>Category</a:t>
                      </a:r>
                      <a:endParaRPr lang="en-IN" sz="1800">
                        <a:effectLst/>
                        <a:latin typeface="Comic Sans MS" panose="030F0702030302020204" pitchFamily="66" charset="0"/>
                      </a:endParaRPr>
                    </a:p>
                  </a:txBody>
                  <a:tcPr anchor="ctr"/>
                </a:tc>
                <a:tc>
                  <a:txBody>
                    <a:bodyPr/>
                    <a:lstStyle/>
                    <a:p>
                      <a:pPr>
                        <a:buNone/>
                      </a:pPr>
                      <a:r>
                        <a:rPr lang="en-IN" sz="1800" b="1">
                          <a:effectLst/>
                          <a:latin typeface="Comic Sans MS" panose="030F0702030302020204" pitchFamily="66" charset="0"/>
                        </a:rPr>
                        <a:t>Code Range</a:t>
                      </a:r>
                      <a:endParaRPr lang="en-IN" sz="1800">
                        <a:effectLst/>
                        <a:latin typeface="Comic Sans MS" panose="030F0702030302020204" pitchFamily="66" charset="0"/>
                      </a:endParaRPr>
                    </a:p>
                  </a:txBody>
                  <a:tcPr anchor="ctr"/>
                </a:tc>
                <a:tc>
                  <a:txBody>
                    <a:bodyPr/>
                    <a:lstStyle/>
                    <a:p>
                      <a:pPr>
                        <a:buNone/>
                      </a:pPr>
                      <a:r>
                        <a:rPr lang="en-IN" sz="1800" b="1">
                          <a:effectLst/>
                          <a:latin typeface="Comic Sans MS" panose="030F0702030302020204" pitchFamily="66" charset="0"/>
                        </a:rPr>
                        <a:t>Examples</a:t>
                      </a:r>
                      <a:endParaRPr lang="en-IN" sz="1800">
                        <a:effectLst/>
                        <a:latin typeface="Comic Sans MS" panose="030F0702030302020204" pitchFamily="66" charset="0"/>
                      </a:endParaRPr>
                    </a:p>
                  </a:txBody>
                  <a:tcPr anchor="ctr"/>
                </a:tc>
                <a:tc>
                  <a:txBody>
                    <a:bodyPr/>
                    <a:lstStyle/>
                    <a:p>
                      <a:pPr>
                        <a:buNone/>
                      </a:pPr>
                      <a:r>
                        <a:rPr lang="en-IN" sz="1800" b="1">
                          <a:effectLst/>
                          <a:latin typeface="Comic Sans MS" panose="030F0702030302020204" pitchFamily="66" charset="0"/>
                        </a:rPr>
                        <a:t>Meaning</a:t>
                      </a:r>
                      <a:endParaRPr lang="en-IN" sz="1800">
                        <a:effectLst/>
                        <a:latin typeface="Comic Sans MS" panose="030F0702030302020204" pitchFamily="66" charset="0"/>
                      </a:endParaRPr>
                    </a:p>
                  </a:txBody>
                  <a:tcPr anchor="ctr"/>
                </a:tc>
                <a:extLst>
                  <a:ext uri="{0D108BD9-81ED-4DB2-BD59-A6C34878D82A}">
                    <a16:rowId xmlns:a16="http://schemas.microsoft.com/office/drawing/2014/main" val="3516994708"/>
                  </a:ext>
                </a:extLst>
              </a:tr>
              <a:tr h="712689">
                <a:tc>
                  <a:txBody>
                    <a:bodyPr/>
                    <a:lstStyle/>
                    <a:p>
                      <a:pPr>
                        <a:buNone/>
                      </a:pPr>
                      <a:r>
                        <a:rPr lang="en-IN" sz="1800" b="1">
                          <a:effectLst/>
                          <a:latin typeface="Comic Sans MS" panose="030F0702030302020204" pitchFamily="66" charset="0"/>
                        </a:rPr>
                        <a:t>Informational</a:t>
                      </a:r>
                      <a:endParaRPr lang="en-IN" sz="1800">
                        <a:effectLst/>
                        <a:latin typeface="Comic Sans MS" panose="030F0702030302020204" pitchFamily="66" charset="0"/>
                      </a:endParaRPr>
                    </a:p>
                  </a:txBody>
                  <a:tcPr anchor="ctr"/>
                </a:tc>
                <a:tc>
                  <a:txBody>
                    <a:bodyPr/>
                    <a:lstStyle/>
                    <a:p>
                      <a:pPr algn="ctr">
                        <a:buNone/>
                      </a:pPr>
                      <a:r>
                        <a:rPr lang="en-IN" sz="1600">
                          <a:effectLst/>
                          <a:latin typeface="Comic Sans MS" panose="030F0702030302020204" pitchFamily="66" charset="0"/>
                        </a:rPr>
                        <a:t>100–199</a:t>
                      </a:r>
                    </a:p>
                  </a:txBody>
                  <a:tcPr anchor="ctr"/>
                </a:tc>
                <a:tc>
                  <a:txBody>
                    <a:bodyPr/>
                    <a:lstStyle/>
                    <a:p>
                      <a:pPr algn="ctr">
                        <a:buNone/>
                      </a:pPr>
                      <a:r>
                        <a:rPr lang="en-US" sz="1600">
                          <a:effectLst/>
                          <a:latin typeface="Comic Sans MS" panose="030F0702030302020204" pitchFamily="66" charset="0"/>
                        </a:rPr>
                        <a:t>100 Continue, 101 Switching Protocols</a:t>
                      </a:r>
                    </a:p>
                  </a:txBody>
                  <a:tcPr anchor="ctr"/>
                </a:tc>
                <a:tc>
                  <a:txBody>
                    <a:bodyPr/>
                    <a:lstStyle/>
                    <a:p>
                      <a:pPr algn="ctr">
                        <a:buNone/>
                      </a:pPr>
                      <a:r>
                        <a:rPr lang="en-IN" sz="1600">
                          <a:effectLst/>
                          <a:latin typeface="Comic Sans MS" panose="030F0702030302020204" pitchFamily="66" charset="0"/>
                        </a:rPr>
                        <a:t>Request received, continue process</a:t>
                      </a:r>
                    </a:p>
                  </a:txBody>
                  <a:tcPr anchor="ctr"/>
                </a:tc>
                <a:extLst>
                  <a:ext uri="{0D108BD9-81ED-4DB2-BD59-A6C34878D82A}">
                    <a16:rowId xmlns:a16="http://schemas.microsoft.com/office/drawing/2014/main" val="257220118"/>
                  </a:ext>
                </a:extLst>
              </a:tr>
              <a:tr h="712689">
                <a:tc>
                  <a:txBody>
                    <a:bodyPr/>
                    <a:lstStyle/>
                    <a:p>
                      <a:pPr>
                        <a:buNone/>
                      </a:pPr>
                      <a:r>
                        <a:rPr lang="en-IN" sz="1800" b="1">
                          <a:effectLst/>
                          <a:latin typeface="Comic Sans MS" panose="030F0702030302020204" pitchFamily="66" charset="0"/>
                        </a:rPr>
                        <a:t>Success</a:t>
                      </a:r>
                      <a:endParaRPr lang="en-IN" sz="1800">
                        <a:effectLst/>
                        <a:latin typeface="Comic Sans MS" panose="030F0702030302020204" pitchFamily="66" charset="0"/>
                      </a:endParaRPr>
                    </a:p>
                  </a:txBody>
                  <a:tcPr anchor="ctr"/>
                </a:tc>
                <a:tc>
                  <a:txBody>
                    <a:bodyPr/>
                    <a:lstStyle/>
                    <a:p>
                      <a:pPr algn="ctr">
                        <a:buNone/>
                      </a:pPr>
                      <a:r>
                        <a:rPr lang="en-IN" sz="1600">
                          <a:effectLst/>
                          <a:latin typeface="Comic Sans MS" panose="030F0702030302020204" pitchFamily="66" charset="0"/>
                        </a:rPr>
                        <a:t>200–299</a:t>
                      </a:r>
                    </a:p>
                  </a:txBody>
                  <a:tcPr anchor="ctr"/>
                </a:tc>
                <a:tc>
                  <a:txBody>
                    <a:bodyPr/>
                    <a:lstStyle/>
                    <a:p>
                      <a:pPr algn="ctr">
                        <a:buNone/>
                      </a:pPr>
                      <a:r>
                        <a:rPr lang="en-US" sz="1600">
                          <a:effectLst/>
                          <a:latin typeface="Comic Sans MS" panose="030F0702030302020204" pitchFamily="66" charset="0"/>
                        </a:rPr>
                        <a:t>200 OK, 201 Created, 204 No Content</a:t>
                      </a:r>
                    </a:p>
                  </a:txBody>
                  <a:tcPr anchor="ctr"/>
                </a:tc>
                <a:tc>
                  <a:txBody>
                    <a:bodyPr/>
                    <a:lstStyle/>
                    <a:p>
                      <a:pPr algn="ctr">
                        <a:buNone/>
                      </a:pPr>
                      <a:r>
                        <a:rPr lang="en-IN" sz="1600">
                          <a:effectLst/>
                          <a:latin typeface="Comic Sans MS" panose="030F0702030302020204" pitchFamily="66" charset="0"/>
                        </a:rPr>
                        <a:t>Request successfully processed</a:t>
                      </a:r>
                    </a:p>
                  </a:txBody>
                  <a:tcPr anchor="ctr"/>
                </a:tc>
                <a:extLst>
                  <a:ext uri="{0D108BD9-81ED-4DB2-BD59-A6C34878D82A}">
                    <a16:rowId xmlns:a16="http://schemas.microsoft.com/office/drawing/2014/main" val="1914190956"/>
                  </a:ext>
                </a:extLst>
              </a:tr>
              <a:tr h="1012768">
                <a:tc>
                  <a:txBody>
                    <a:bodyPr/>
                    <a:lstStyle/>
                    <a:p>
                      <a:pPr>
                        <a:buNone/>
                      </a:pPr>
                      <a:r>
                        <a:rPr lang="en-IN" sz="1800" b="1">
                          <a:effectLst/>
                          <a:latin typeface="Comic Sans MS" panose="030F0702030302020204" pitchFamily="66" charset="0"/>
                        </a:rPr>
                        <a:t>Redirection</a:t>
                      </a:r>
                      <a:endParaRPr lang="en-IN" sz="1800">
                        <a:effectLst/>
                        <a:latin typeface="Comic Sans MS" panose="030F0702030302020204" pitchFamily="66" charset="0"/>
                      </a:endParaRPr>
                    </a:p>
                  </a:txBody>
                  <a:tcPr anchor="ctr"/>
                </a:tc>
                <a:tc>
                  <a:txBody>
                    <a:bodyPr/>
                    <a:lstStyle/>
                    <a:p>
                      <a:pPr algn="ctr">
                        <a:buNone/>
                      </a:pPr>
                      <a:r>
                        <a:rPr lang="en-IN" sz="1600">
                          <a:effectLst/>
                          <a:latin typeface="Comic Sans MS" panose="030F0702030302020204" pitchFamily="66" charset="0"/>
                        </a:rPr>
                        <a:t>300–399</a:t>
                      </a:r>
                    </a:p>
                  </a:txBody>
                  <a:tcPr anchor="ctr"/>
                </a:tc>
                <a:tc>
                  <a:txBody>
                    <a:bodyPr/>
                    <a:lstStyle/>
                    <a:p>
                      <a:pPr algn="ctr">
                        <a:buNone/>
                      </a:pPr>
                      <a:r>
                        <a:rPr lang="en-US" sz="1600">
                          <a:effectLst/>
                          <a:latin typeface="Comic Sans MS" panose="030F0702030302020204" pitchFamily="66" charset="0"/>
                        </a:rPr>
                        <a:t>301 Moved Permanently, 302 Found, 304 Not Modified</a:t>
                      </a:r>
                    </a:p>
                  </a:txBody>
                  <a:tcPr anchor="ctr"/>
                </a:tc>
                <a:tc>
                  <a:txBody>
                    <a:bodyPr/>
                    <a:lstStyle/>
                    <a:p>
                      <a:pPr algn="ctr">
                        <a:buNone/>
                      </a:pPr>
                      <a:r>
                        <a:rPr lang="en-US" sz="1600">
                          <a:effectLst/>
                          <a:latin typeface="Comic Sans MS" panose="030F0702030302020204" pitchFamily="66" charset="0"/>
                        </a:rPr>
                        <a:t>Client must take further action</a:t>
                      </a:r>
                    </a:p>
                  </a:txBody>
                  <a:tcPr anchor="ctr"/>
                </a:tc>
                <a:extLst>
                  <a:ext uri="{0D108BD9-81ED-4DB2-BD59-A6C34878D82A}">
                    <a16:rowId xmlns:a16="http://schemas.microsoft.com/office/drawing/2014/main" val="3636120948"/>
                  </a:ext>
                </a:extLst>
              </a:tr>
              <a:tr h="1012768">
                <a:tc>
                  <a:txBody>
                    <a:bodyPr/>
                    <a:lstStyle/>
                    <a:p>
                      <a:pPr>
                        <a:buNone/>
                      </a:pPr>
                      <a:r>
                        <a:rPr lang="en-IN" sz="1800" b="1">
                          <a:effectLst/>
                          <a:latin typeface="Comic Sans MS" panose="030F0702030302020204" pitchFamily="66" charset="0"/>
                        </a:rPr>
                        <a:t>Client Error</a:t>
                      </a:r>
                      <a:endParaRPr lang="en-IN" sz="1800">
                        <a:effectLst/>
                        <a:latin typeface="Comic Sans MS" panose="030F0702030302020204" pitchFamily="66" charset="0"/>
                      </a:endParaRPr>
                    </a:p>
                  </a:txBody>
                  <a:tcPr anchor="ctr"/>
                </a:tc>
                <a:tc>
                  <a:txBody>
                    <a:bodyPr/>
                    <a:lstStyle/>
                    <a:p>
                      <a:pPr algn="ctr">
                        <a:buNone/>
                      </a:pPr>
                      <a:r>
                        <a:rPr lang="en-IN" sz="1600">
                          <a:effectLst/>
                          <a:latin typeface="Comic Sans MS" panose="030F0702030302020204" pitchFamily="66" charset="0"/>
                        </a:rPr>
                        <a:t>400–499</a:t>
                      </a:r>
                    </a:p>
                  </a:txBody>
                  <a:tcPr anchor="ctr"/>
                </a:tc>
                <a:tc>
                  <a:txBody>
                    <a:bodyPr/>
                    <a:lstStyle/>
                    <a:p>
                      <a:pPr algn="ctr">
                        <a:buNone/>
                      </a:pPr>
                      <a:r>
                        <a:rPr lang="en-US" sz="1600">
                          <a:effectLst/>
                          <a:latin typeface="Comic Sans MS" panose="030F0702030302020204" pitchFamily="66" charset="0"/>
                        </a:rPr>
                        <a:t>400 Bad Request, 401 Unauthorized, 403 Forbidden, 404 Not Found</a:t>
                      </a:r>
                    </a:p>
                  </a:txBody>
                  <a:tcPr anchor="ctr"/>
                </a:tc>
                <a:tc>
                  <a:txBody>
                    <a:bodyPr/>
                    <a:lstStyle/>
                    <a:p>
                      <a:pPr algn="ctr">
                        <a:buNone/>
                      </a:pPr>
                      <a:r>
                        <a:rPr lang="en-US" sz="1600">
                          <a:effectLst/>
                          <a:latin typeface="Comic Sans MS" panose="030F0702030302020204" pitchFamily="66" charset="0"/>
                        </a:rPr>
                        <a:t>Error caused by client’s request</a:t>
                      </a:r>
                    </a:p>
                  </a:txBody>
                  <a:tcPr anchor="ctr"/>
                </a:tc>
                <a:extLst>
                  <a:ext uri="{0D108BD9-81ED-4DB2-BD59-A6C34878D82A}">
                    <a16:rowId xmlns:a16="http://schemas.microsoft.com/office/drawing/2014/main" val="1660205073"/>
                  </a:ext>
                </a:extLst>
              </a:tr>
              <a:tr h="1012768">
                <a:tc>
                  <a:txBody>
                    <a:bodyPr/>
                    <a:lstStyle/>
                    <a:p>
                      <a:pPr>
                        <a:buNone/>
                      </a:pPr>
                      <a:r>
                        <a:rPr lang="en-IN" sz="1800" b="1">
                          <a:effectLst/>
                          <a:latin typeface="Comic Sans MS" panose="030F0702030302020204" pitchFamily="66" charset="0"/>
                        </a:rPr>
                        <a:t>Server Error</a:t>
                      </a:r>
                      <a:endParaRPr lang="en-IN" sz="1800">
                        <a:effectLst/>
                        <a:latin typeface="Comic Sans MS" panose="030F0702030302020204" pitchFamily="66" charset="0"/>
                      </a:endParaRPr>
                    </a:p>
                  </a:txBody>
                  <a:tcPr anchor="ctr"/>
                </a:tc>
                <a:tc>
                  <a:txBody>
                    <a:bodyPr/>
                    <a:lstStyle/>
                    <a:p>
                      <a:pPr algn="ctr">
                        <a:buNone/>
                      </a:pPr>
                      <a:r>
                        <a:rPr lang="en-IN" sz="1600">
                          <a:effectLst/>
                          <a:latin typeface="Comic Sans MS" panose="030F0702030302020204" pitchFamily="66" charset="0"/>
                        </a:rPr>
                        <a:t>500–599</a:t>
                      </a:r>
                    </a:p>
                  </a:txBody>
                  <a:tcPr anchor="ctr"/>
                </a:tc>
                <a:tc>
                  <a:txBody>
                    <a:bodyPr/>
                    <a:lstStyle/>
                    <a:p>
                      <a:pPr algn="ctr">
                        <a:buNone/>
                      </a:pPr>
                      <a:r>
                        <a:rPr lang="en-US" sz="1600">
                          <a:effectLst/>
                          <a:latin typeface="Comic Sans MS" panose="030F0702030302020204" pitchFamily="66" charset="0"/>
                        </a:rPr>
                        <a:t>500 Internal Server Error, 502 Bad Gateway, 503 Service Unavailable</a:t>
                      </a:r>
                    </a:p>
                  </a:txBody>
                  <a:tcPr anchor="ctr"/>
                </a:tc>
                <a:tc>
                  <a:txBody>
                    <a:bodyPr/>
                    <a:lstStyle/>
                    <a:p>
                      <a:pPr algn="ctr">
                        <a:buNone/>
                      </a:pPr>
                      <a:endParaRPr lang="en-IN" sz="1600">
                        <a:effectLst/>
                        <a:latin typeface="Comic Sans MS" panose="030F0702030302020204" pitchFamily="66" charset="0"/>
                      </a:endParaRPr>
                    </a:p>
                  </a:txBody>
                  <a:tcPr anchor="ctr"/>
                </a:tc>
                <a:extLst>
                  <a:ext uri="{0D108BD9-81ED-4DB2-BD59-A6C34878D82A}">
                    <a16:rowId xmlns:a16="http://schemas.microsoft.com/office/drawing/2014/main" val="1336038499"/>
                  </a:ext>
                </a:extLst>
              </a:tr>
            </a:tbl>
          </a:graphicData>
        </a:graphic>
      </p:graphicFrame>
    </p:spTree>
    <p:extLst>
      <p:ext uri="{BB962C8B-B14F-4D97-AF65-F5344CB8AC3E}">
        <p14:creationId xmlns:p14="http://schemas.microsoft.com/office/powerpoint/2010/main" val="2032747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182C-37A9-3536-55DF-C3564566F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7C93A-A8EB-2DE9-A1BD-D5CCBEBA622B}"/>
              </a:ext>
            </a:extLst>
          </p:cNvPr>
          <p:cNvSpPr>
            <a:spLocks noGrp="1"/>
          </p:cNvSpPr>
          <p:nvPr>
            <p:ph type="title"/>
          </p:nvPr>
        </p:nvSpPr>
        <p:spPr>
          <a:xfrm>
            <a:off x="457200" y="436880"/>
            <a:ext cx="11277600" cy="332399"/>
          </a:xfrm>
        </p:spPr>
        <p:txBody>
          <a:bodyPr/>
          <a:lstStyle/>
          <a:p>
            <a:r>
              <a:rPr lang="en-IN"/>
              <a:t>REST Vs SOAP</a:t>
            </a:r>
          </a:p>
        </p:txBody>
      </p:sp>
      <p:sp>
        <p:nvSpPr>
          <p:cNvPr id="4" name="Footer Placeholder 3">
            <a:extLst>
              <a:ext uri="{FF2B5EF4-FFF2-40B4-BE49-F238E27FC236}">
                <a16:creationId xmlns:a16="http://schemas.microsoft.com/office/drawing/2014/main" id="{508846C1-7A43-FEAE-5BCA-91CAEB281462}"/>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B5D8EB6F-416F-F454-36F9-CFD81DD4E741}"/>
              </a:ext>
            </a:extLst>
          </p:cNvPr>
          <p:cNvSpPr>
            <a:spLocks noGrp="1"/>
          </p:cNvSpPr>
          <p:nvPr>
            <p:ph type="sldNum" sz="quarter" idx="12"/>
          </p:nvPr>
        </p:nvSpPr>
        <p:spPr/>
        <p:txBody>
          <a:bodyPr/>
          <a:lstStyle/>
          <a:p>
            <a:fld id="{38826FC0-333C-E549-9FA3-0EE43DF298A3}" type="slidenum">
              <a:rPr lang="en-US" smtClean="0"/>
              <a:pPr/>
              <a:t>13</a:t>
            </a:fld>
            <a:endParaRPr lang="en-US"/>
          </a:p>
        </p:txBody>
      </p:sp>
      <p:pic>
        <p:nvPicPr>
          <p:cNvPr id="3" name="Picture 2" descr="A screenshot of a white page&#10;&#10;AI-generated content may be incorrect.">
            <a:extLst>
              <a:ext uri="{FF2B5EF4-FFF2-40B4-BE49-F238E27FC236}">
                <a16:creationId xmlns:a16="http://schemas.microsoft.com/office/drawing/2014/main" id="{DA43E841-8FED-E4AF-2BA2-6C578462A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0972" y="1567543"/>
            <a:ext cx="9405257" cy="4312049"/>
          </a:xfrm>
          <a:prstGeom prst="rect">
            <a:avLst/>
          </a:prstGeom>
        </p:spPr>
      </p:pic>
    </p:spTree>
    <p:extLst>
      <p:ext uri="{BB962C8B-B14F-4D97-AF65-F5344CB8AC3E}">
        <p14:creationId xmlns:p14="http://schemas.microsoft.com/office/powerpoint/2010/main" val="1702240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E2A9-A7C1-FFD7-91F3-9F79F93D7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84593-388A-DC13-26A5-40A0A7C4F91A}"/>
              </a:ext>
            </a:extLst>
          </p:cNvPr>
          <p:cNvSpPr>
            <a:spLocks noGrp="1"/>
          </p:cNvSpPr>
          <p:nvPr>
            <p:ph type="title"/>
          </p:nvPr>
        </p:nvSpPr>
        <p:spPr>
          <a:xfrm>
            <a:off x="457200" y="436880"/>
            <a:ext cx="11277600" cy="332399"/>
          </a:xfrm>
        </p:spPr>
        <p:txBody>
          <a:bodyPr/>
          <a:lstStyle/>
          <a:p>
            <a:r>
              <a:rPr lang="en-US"/>
              <a:t>Why API Testing?</a:t>
            </a:r>
            <a:endParaRPr lang="en-IN"/>
          </a:p>
        </p:txBody>
      </p:sp>
      <p:sp>
        <p:nvSpPr>
          <p:cNvPr id="4" name="Footer Placeholder 3">
            <a:extLst>
              <a:ext uri="{FF2B5EF4-FFF2-40B4-BE49-F238E27FC236}">
                <a16:creationId xmlns:a16="http://schemas.microsoft.com/office/drawing/2014/main" id="{78C060B0-566B-CCE9-2574-EEA289311B06}"/>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64C83F2-6B79-902B-7FDD-96F08F5AE52D}"/>
              </a:ext>
            </a:extLst>
          </p:cNvPr>
          <p:cNvSpPr>
            <a:spLocks noGrp="1"/>
          </p:cNvSpPr>
          <p:nvPr>
            <p:ph type="sldNum" sz="quarter" idx="12"/>
          </p:nvPr>
        </p:nvSpPr>
        <p:spPr/>
        <p:txBody>
          <a:bodyPr/>
          <a:lstStyle/>
          <a:p>
            <a:fld id="{38826FC0-333C-E549-9FA3-0EE43DF298A3}" type="slidenum">
              <a:rPr lang="en-US" smtClean="0"/>
              <a:pPr/>
              <a:t>14</a:t>
            </a:fld>
            <a:endParaRPr lang="en-US"/>
          </a:p>
        </p:txBody>
      </p:sp>
      <p:sp>
        <p:nvSpPr>
          <p:cNvPr id="9" name="TextBox 8">
            <a:extLst>
              <a:ext uri="{FF2B5EF4-FFF2-40B4-BE49-F238E27FC236}">
                <a16:creationId xmlns:a16="http://schemas.microsoft.com/office/drawing/2014/main" id="{F6D6701C-010B-0194-85A7-96D97CDB6F63}"/>
              </a:ext>
            </a:extLst>
          </p:cNvPr>
          <p:cNvSpPr txBox="1"/>
          <p:nvPr/>
        </p:nvSpPr>
        <p:spPr>
          <a:xfrm>
            <a:off x="1005840" y="1633696"/>
            <a:ext cx="7406640" cy="2227726"/>
          </a:xfrm>
          <a:prstGeom prst="rect">
            <a:avLst/>
          </a:prstGeom>
          <a:noFill/>
        </p:spPr>
        <p:txBody>
          <a:bodyPr wrap="square">
            <a:spAutoFit/>
          </a:bodyPr>
          <a:lstStyle/>
          <a:p>
            <a:pPr>
              <a:lnSpc>
                <a:spcPct val="200000"/>
              </a:lnSpc>
              <a:buFont typeface="Arial" panose="020B0604020202020204" pitchFamily="34" charset="0"/>
              <a:buChar char="•"/>
            </a:pPr>
            <a:r>
              <a:rPr lang="en-US">
                <a:effectLst/>
                <a:latin typeface="Comic Sans MS" panose="030F0702030302020204" pitchFamily="66" charset="0"/>
              </a:rPr>
              <a:t>Ensures data is exchanged correctly between systems.</a:t>
            </a:r>
          </a:p>
          <a:p>
            <a:pPr>
              <a:lnSpc>
                <a:spcPct val="200000"/>
              </a:lnSpc>
              <a:buFont typeface="Arial" panose="020B0604020202020204" pitchFamily="34" charset="0"/>
              <a:buChar char="•"/>
            </a:pPr>
            <a:r>
              <a:rPr lang="en-US">
                <a:effectLst/>
                <a:latin typeface="Comic Sans MS" panose="030F0702030302020204" pitchFamily="66" charset="0"/>
              </a:rPr>
              <a:t>Detects issues early (before UI is built).</a:t>
            </a:r>
          </a:p>
          <a:p>
            <a:pPr>
              <a:lnSpc>
                <a:spcPct val="200000"/>
              </a:lnSpc>
              <a:buFont typeface="Arial" panose="020B0604020202020204" pitchFamily="34" charset="0"/>
              <a:buChar char="•"/>
            </a:pPr>
            <a:r>
              <a:rPr lang="en-US">
                <a:effectLst/>
                <a:latin typeface="Comic Sans MS" panose="030F0702030302020204" pitchFamily="66" charset="0"/>
              </a:rPr>
              <a:t>Faster and more stable than UI testing.</a:t>
            </a:r>
          </a:p>
          <a:p>
            <a:pPr>
              <a:lnSpc>
                <a:spcPct val="200000"/>
              </a:lnSpc>
              <a:buFont typeface="Arial" panose="020B0604020202020204" pitchFamily="34" charset="0"/>
              <a:buChar char="•"/>
            </a:pPr>
            <a:r>
              <a:rPr lang="en-US">
                <a:effectLst/>
                <a:latin typeface="Comic Sans MS" panose="030F0702030302020204" pitchFamily="66" charset="0"/>
              </a:rPr>
              <a:t>Essential for microservices and modern apps.</a:t>
            </a:r>
          </a:p>
        </p:txBody>
      </p:sp>
    </p:spTree>
    <p:extLst>
      <p:ext uri="{BB962C8B-B14F-4D97-AF65-F5344CB8AC3E}">
        <p14:creationId xmlns:p14="http://schemas.microsoft.com/office/powerpoint/2010/main" val="2884360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78C35-86AA-5002-7070-38F871E18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B5CA7-9653-D076-1C58-EAD2F5C79EA8}"/>
              </a:ext>
            </a:extLst>
          </p:cNvPr>
          <p:cNvSpPr>
            <a:spLocks noGrp="1"/>
          </p:cNvSpPr>
          <p:nvPr>
            <p:ph type="title"/>
          </p:nvPr>
        </p:nvSpPr>
        <p:spPr>
          <a:xfrm>
            <a:off x="457200" y="436880"/>
            <a:ext cx="11277600" cy="332399"/>
          </a:xfrm>
        </p:spPr>
        <p:txBody>
          <a:bodyPr/>
          <a:lstStyle/>
          <a:p>
            <a:r>
              <a:rPr lang="en-IN"/>
              <a:t>HTTP - fundamentals</a:t>
            </a:r>
          </a:p>
        </p:txBody>
      </p:sp>
      <p:sp>
        <p:nvSpPr>
          <p:cNvPr id="4" name="Footer Placeholder 3">
            <a:extLst>
              <a:ext uri="{FF2B5EF4-FFF2-40B4-BE49-F238E27FC236}">
                <a16:creationId xmlns:a16="http://schemas.microsoft.com/office/drawing/2014/main" id="{DAB141FC-30EE-9CEC-4D9D-271E09A61C97}"/>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46F9487-C099-52CE-7110-3D0768359875}"/>
              </a:ext>
            </a:extLst>
          </p:cNvPr>
          <p:cNvSpPr>
            <a:spLocks noGrp="1"/>
          </p:cNvSpPr>
          <p:nvPr>
            <p:ph type="sldNum" sz="quarter" idx="12"/>
          </p:nvPr>
        </p:nvSpPr>
        <p:spPr/>
        <p:txBody>
          <a:bodyPr/>
          <a:lstStyle/>
          <a:p>
            <a:fld id="{38826FC0-333C-E549-9FA3-0EE43DF298A3}" type="slidenum">
              <a:rPr lang="en-US" smtClean="0"/>
              <a:pPr/>
              <a:t>15</a:t>
            </a:fld>
            <a:endParaRPr lang="en-US"/>
          </a:p>
        </p:txBody>
      </p:sp>
      <p:pic>
        <p:nvPicPr>
          <p:cNvPr id="3" name="Picture 2">
            <a:extLst>
              <a:ext uri="{FF2B5EF4-FFF2-40B4-BE49-F238E27FC236}">
                <a16:creationId xmlns:a16="http://schemas.microsoft.com/office/drawing/2014/main" id="{462EBD72-12A1-6A52-5CA8-8C31262F1835}"/>
              </a:ext>
            </a:extLst>
          </p:cNvPr>
          <p:cNvPicPr>
            <a:picLocks noChangeAspect="1"/>
          </p:cNvPicPr>
          <p:nvPr/>
        </p:nvPicPr>
        <p:blipFill>
          <a:blip r:embed="rId2"/>
          <a:stretch>
            <a:fillRect/>
          </a:stretch>
        </p:blipFill>
        <p:spPr>
          <a:xfrm>
            <a:off x="398125" y="2508014"/>
            <a:ext cx="6281928" cy="2858275"/>
          </a:xfrm>
          <a:prstGeom prst="rect">
            <a:avLst/>
          </a:prstGeom>
        </p:spPr>
      </p:pic>
      <p:sp>
        <p:nvSpPr>
          <p:cNvPr id="6" name="Content Placeholder 2">
            <a:extLst>
              <a:ext uri="{FF2B5EF4-FFF2-40B4-BE49-F238E27FC236}">
                <a16:creationId xmlns:a16="http://schemas.microsoft.com/office/drawing/2014/main" id="{299393BF-EAF6-E980-FC7D-0E7464585BB3}"/>
              </a:ext>
            </a:extLst>
          </p:cNvPr>
          <p:cNvSpPr>
            <a:spLocks noGrp="1"/>
          </p:cNvSpPr>
          <p:nvPr>
            <p:ph idx="1"/>
          </p:nvPr>
        </p:nvSpPr>
        <p:spPr>
          <a:xfrm>
            <a:off x="7507224" y="1088136"/>
            <a:ext cx="4160520" cy="5257800"/>
          </a:xfrm>
        </p:spPr>
        <p:txBody>
          <a:bodyPr>
            <a:normAutofit lnSpcReduction="10000"/>
          </a:bodyPr>
          <a:lstStyle/>
          <a:p>
            <a:pPr>
              <a:lnSpc>
                <a:spcPct val="150000"/>
              </a:lnSpc>
            </a:pPr>
            <a:r>
              <a:rPr lang="en-US" sz="1800">
                <a:latin typeface="Comic Sans MS" panose="030F0702030302020204" pitchFamily="66" charset="0"/>
              </a:rPr>
              <a:t>HTTP is an application layer protocol designed within the framework of the Internet protocol suite.</a:t>
            </a:r>
          </a:p>
          <a:p>
            <a:pPr>
              <a:lnSpc>
                <a:spcPct val="150000"/>
              </a:lnSpc>
            </a:pPr>
            <a:r>
              <a:rPr lang="en-US" sz="1800">
                <a:latin typeface="Comic Sans MS" panose="030F0702030302020204" pitchFamily="66" charset="0"/>
              </a:rPr>
              <a:t>There is Client which perform a request resource which can be </a:t>
            </a:r>
            <a:r>
              <a:rPr lang="en-US" sz="1800" err="1">
                <a:latin typeface="Comic Sans MS" panose="030F0702030302020204" pitchFamily="66" charset="0"/>
              </a:rPr>
              <a:t>HTMLPage</a:t>
            </a:r>
            <a:r>
              <a:rPr lang="en-US" sz="1800">
                <a:latin typeface="Comic Sans MS" panose="030F0702030302020204" pitchFamily="66" charset="0"/>
              </a:rPr>
              <a:t>, file extra from Server and server perform the response to the client back using the same protocol known as HTTP.</a:t>
            </a:r>
          </a:p>
          <a:p>
            <a:pPr>
              <a:lnSpc>
                <a:spcPct val="150000"/>
              </a:lnSpc>
            </a:pPr>
            <a:r>
              <a:rPr lang="en-US" sz="1800">
                <a:latin typeface="Comic Sans MS" panose="030F0702030302020204" pitchFamily="66" charset="0"/>
              </a:rPr>
              <a:t>HTTP is a stateless protocol. In other words, the current request does not know what has been done in the previous requests</a:t>
            </a:r>
            <a:endParaRPr lang="en-IN" sz="1800">
              <a:latin typeface="Comic Sans MS" panose="030F0702030302020204" pitchFamily="66" charset="0"/>
            </a:endParaRPr>
          </a:p>
        </p:txBody>
      </p:sp>
    </p:spTree>
    <p:extLst>
      <p:ext uri="{BB962C8B-B14F-4D97-AF65-F5344CB8AC3E}">
        <p14:creationId xmlns:p14="http://schemas.microsoft.com/office/powerpoint/2010/main" val="2295536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90382-3921-66FD-F5A9-68D8D8E16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DB6B0-AED9-26BA-B714-DE5CB78B4071}"/>
              </a:ext>
            </a:extLst>
          </p:cNvPr>
          <p:cNvSpPr>
            <a:spLocks noGrp="1"/>
          </p:cNvSpPr>
          <p:nvPr>
            <p:ph type="title"/>
          </p:nvPr>
        </p:nvSpPr>
        <p:spPr>
          <a:xfrm>
            <a:off x="457200" y="436880"/>
            <a:ext cx="11277600" cy="332399"/>
          </a:xfrm>
        </p:spPr>
        <p:txBody>
          <a:bodyPr/>
          <a:lstStyle/>
          <a:p>
            <a:r>
              <a:rPr lang="en-IN"/>
              <a:t>HTTP - fundamentals</a:t>
            </a:r>
          </a:p>
        </p:txBody>
      </p:sp>
      <p:sp>
        <p:nvSpPr>
          <p:cNvPr id="4" name="Footer Placeholder 3">
            <a:extLst>
              <a:ext uri="{FF2B5EF4-FFF2-40B4-BE49-F238E27FC236}">
                <a16:creationId xmlns:a16="http://schemas.microsoft.com/office/drawing/2014/main" id="{327E21AB-CB05-13DC-B6F5-6C1D44873A27}"/>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E4A4D251-11E5-89CA-9BCE-1F99A473A71B}"/>
              </a:ext>
            </a:extLst>
          </p:cNvPr>
          <p:cNvSpPr>
            <a:spLocks noGrp="1"/>
          </p:cNvSpPr>
          <p:nvPr>
            <p:ph type="sldNum" sz="quarter" idx="12"/>
          </p:nvPr>
        </p:nvSpPr>
        <p:spPr/>
        <p:txBody>
          <a:bodyPr/>
          <a:lstStyle/>
          <a:p>
            <a:fld id="{38826FC0-333C-E549-9FA3-0EE43DF298A3}" type="slidenum">
              <a:rPr lang="en-US" smtClean="0"/>
              <a:pPr/>
              <a:t>16</a:t>
            </a:fld>
            <a:endParaRPr lang="en-US"/>
          </a:p>
        </p:txBody>
      </p:sp>
      <p:pic>
        <p:nvPicPr>
          <p:cNvPr id="9" name="Picture 8">
            <a:extLst>
              <a:ext uri="{FF2B5EF4-FFF2-40B4-BE49-F238E27FC236}">
                <a16:creationId xmlns:a16="http://schemas.microsoft.com/office/drawing/2014/main" id="{A0985D13-3EF9-C697-785B-46CAD8DF8B58}"/>
              </a:ext>
            </a:extLst>
          </p:cNvPr>
          <p:cNvPicPr>
            <a:picLocks noChangeAspect="1"/>
          </p:cNvPicPr>
          <p:nvPr/>
        </p:nvPicPr>
        <p:blipFill>
          <a:blip r:embed="rId2"/>
          <a:stretch>
            <a:fillRect/>
          </a:stretch>
        </p:blipFill>
        <p:spPr>
          <a:xfrm>
            <a:off x="1908628" y="764217"/>
            <a:ext cx="7554815" cy="5329565"/>
          </a:xfrm>
          <a:prstGeom prst="rect">
            <a:avLst/>
          </a:prstGeom>
        </p:spPr>
      </p:pic>
    </p:spTree>
    <p:extLst>
      <p:ext uri="{BB962C8B-B14F-4D97-AF65-F5344CB8AC3E}">
        <p14:creationId xmlns:p14="http://schemas.microsoft.com/office/powerpoint/2010/main" val="3428482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29F6D-1CC1-4979-7D76-B86ABFA72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646E4-D8EE-F9FE-74C2-ECB25A8B4343}"/>
              </a:ext>
            </a:extLst>
          </p:cNvPr>
          <p:cNvSpPr>
            <a:spLocks noGrp="1"/>
          </p:cNvSpPr>
          <p:nvPr>
            <p:ph type="title"/>
          </p:nvPr>
        </p:nvSpPr>
        <p:spPr>
          <a:xfrm>
            <a:off x="457200" y="436880"/>
            <a:ext cx="11277600" cy="332399"/>
          </a:xfrm>
        </p:spPr>
        <p:txBody>
          <a:bodyPr/>
          <a:lstStyle/>
          <a:p>
            <a:r>
              <a:rPr lang="en-IN"/>
              <a:t>Terminologies</a:t>
            </a:r>
          </a:p>
        </p:txBody>
      </p:sp>
      <p:sp>
        <p:nvSpPr>
          <p:cNvPr id="4" name="Footer Placeholder 3">
            <a:extLst>
              <a:ext uri="{FF2B5EF4-FFF2-40B4-BE49-F238E27FC236}">
                <a16:creationId xmlns:a16="http://schemas.microsoft.com/office/drawing/2014/main" id="{EC2E82D1-39EB-9C28-5071-3B29346C1BF5}"/>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469B3A77-79A2-B587-6066-1D1D1B188CB4}"/>
              </a:ext>
            </a:extLst>
          </p:cNvPr>
          <p:cNvSpPr>
            <a:spLocks noGrp="1"/>
          </p:cNvSpPr>
          <p:nvPr>
            <p:ph type="sldNum" sz="quarter" idx="12"/>
          </p:nvPr>
        </p:nvSpPr>
        <p:spPr/>
        <p:txBody>
          <a:bodyPr/>
          <a:lstStyle/>
          <a:p>
            <a:fld id="{38826FC0-333C-E549-9FA3-0EE43DF298A3}" type="slidenum">
              <a:rPr lang="en-US" smtClean="0"/>
              <a:pPr/>
              <a:t>17</a:t>
            </a:fld>
            <a:endParaRPr lang="en-US"/>
          </a:p>
        </p:txBody>
      </p:sp>
      <p:pic>
        <p:nvPicPr>
          <p:cNvPr id="3" name="Picture 2">
            <a:extLst>
              <a:ext uri="{FF2B5EF4-FFF2-40B4-BE49-F238E27FC236}">
                <a16:creationId xmlns:a16="http://schemas.microsoft.com/office/drawing/2014/main" id="{7E2E548E-1C16-67DC-5E73-F44A0AFB883C}"/>
              </a:ext>
            </a:extLst>
          </p:cNvPr>
          <p:cNvPicPr>
            <a:picLocks noChangeAspect="1"/>
          </p:cNvPicPr>
          <p:nvPr/>
        </p:nvPicPr>
        <p:blipFill>
          <a:blip r:embed="rId2"/>
          <a:stretch>
            <a:fillRect/>
          </a:stretch>
        </p:blipFill>
        <p:spPr>
          <a:xfrm>
            <a:off x="1208315" y="873761"/>
            <a:ext cx="8632370" cy="5191760"/>
          </a:xfrm>
          <a:prstGeom prst="rect">
            <a:avLst/>
          </a:prstGeom>
        </p:spPr>
      </p:pic>
    </p:spTree>
    <p:extLst>
      <p:ext uri="{BB962C8B-B14F-4D97-AF65-F5344CB8AC3E}">
        <p14:creationId xmlns:p14="http://schemas.microsoft.com/office/powerpoint/2010/main" val="37817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9C491-198B-EBE1-5D27-60E92BC23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0FFB8-8138-5F95-DC23-0405FB552AF9}"/>
              </a:ext>
            </a:extLst>
          </p:cNvPr>
          <p:cNvSpPr>
            <a:spLocks noGrp="1"/>
          </p:cNvSpPr>
          <p:nvPr>
            <p:ph type="title"/>
          </p:nvPr>
        </p:nvSpPr>
        <p:spPr>
          <a:xfrm>
            <a:off x="457200" y="436880"/>
            <a:ext cx="11277600" cy="332399"/>
          </a:xfrm>
        </p:spPr>
        <p:txBody>
          <a:bodyPr/>
          <a:lstStyle/>
          <a:p>
            <a:r>
              <a:rPr lang="en-IN"/>
              <a:t>Terminologies</a:t>
            </a:r>
          </a:p>
        </p:txBody>
      </p:sp>
      <p:sp>
        <p:nvSpPr>
          <p:cNvPr id="4" name="Footer Placeholder 3">
            <a:extLst>
              <a:ext uri="{FF2B5EF4-FFF2-40B4-BE49-F238E27FC236}">
                <a16:creationId xmlns:a16="http://schemas.microsoft.com/office/drawing/2014/main" id="{C641187A-51B8-54AD-216E-3E170260EC40}"/>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28E36DAF-E8C5-85BC-0CE5-6D7860F5480B}"/>
              </a:ext>
            </a:extLst>
          </p:cNvPr>
          <p:cNvSpPr>
            <a:spLocks noGrp="1"/>
          </p:cNvSpPr>
          <p:nvPr>
            <p:ph type="sldNum" sz="quarter" idx="12"/>
          </p:nvPr>
        </p:nvSpPr>
        <p:spPr/>
        <p:txBody>
          <a:bodyPr/>
          <a:lstStyle/>
          <a:p>
            <a:fld id="{38826FC0-333C-E549-9FA3-0EE43DF298A3}" type="slidenum">
              <a:rPr lang="en-US" smtClean="0"/>
              <a:pPr/>
              <a:t>18</a:t>
            </a:fld>
            <a:endParaRPr lang="en-US"/>
          </a:p>
        </p:txBody>
      </p:sp>
      <p:pic>
        <p:nvPicPr>
          <p:cNvPr id="3" name="Picture 2">
            <a:extLst>
              <a:ext uri="{FF2B5EF4-FFF2-40B4-BE49-F238E27FC236}">
                <a16:creationId xmlns:a16="http://schemas.microsoft.com/office/drawing/2014/main" id="{DC312563-E728-F02D-3A2A-DE2A54BC161B}"/>
              </a:ext>
            </a:extLst>
          </p:cNvPr>
          <p:cNvPicPr>
            <a:picLocks noChangeAspect="1"/>
          </p:cNvPicPr>
          <p:nvPr/>
        </p:nvPicPr>
        <p:blipFill>
          <a:blip r:embed="rId2"/>
          <a:stretch>
            <a:fillRect/>
          </a:stretch>
        </p:blipFill>
        <p:spPr>
          <a:xfrm>
            <a:off x="1654628" y="995680"/>
            <a:ext cx="8739052" cy="5027401"/>
          </a:xfrm>
          <a:prstGeom prst="rect">
            <a:avLst/>
          </a:prstGeom>
        </p:spPr>
      </p:pic>
    </p:spTree>
    <p:extLst>
      <p:ext uri="{BB962C8B-B14F-4D97-AF65-F5344CB8AC3E}">
        <p14:creationId xmlns:p14="http://schemas.microsoft.com/office/powerpoint/2010/main" val="4233450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5DCB1-DC16-90E2-8A6C-82E96A2D5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73A98-232F-4E27-CAC1-9A852A70130A}"/>
              </a:ext>
            </a:extLst>
          </p:cNvPr>
          <p:cNvSpPr>
            <a:spLocks noGrp="1"/>
          </p:cNvSpPr>
          <p:nvPr>
            <p:ph type="title"/>
          </p:nvPr>
        </p:nvSpPr>
        <p:spPr>
          <a:xfrm>
            <a:off x="457200" y="436880"/>
            <a:ext cx="11277600" cy="332399"/>
          </a:xfrm>
        </p:spPr>
        <p:txBody>
          <a:bodyPr/>
          <a:lstStyle/>
          <a:p>
            <a:r>
              <a:rPr lang="en-IN"/>
              <a:t>API Testing Tools</a:t>
            </a:r>
          </a:p>
        </p:txBody>
      </p:sp>
      <p:sp>
        <p:nvSpPr>
          <p:cNvPr id="4" name="Footer Placeholder 3">
            <a:extLst>
              <a:ext uri="{FF2B5EF4-FFF2-40B4-BE49-F238E27FC236}">
                <a16:creationId xmlns:a16="http://schemas.microsoft.com/office/drawing/2014/main" id="{29D0E924-5569-AAB6-216B-58DF3B59F803}"/>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354A663C-02C1-3890-D305-F402B90016B7}"/>
              </a:ext>
            </a:extLst>
          </p:cNvPr>
          <p:cNvSpPr>
            <a:spLocks noGrp="1"/>
          </p:cNvSpPr>
          <p:nvPr>
            <p:ph type="sldNum" sz="quarter" idx="12"/>
          </p:nvPr>
        </p:nvSpPr>
        <p:spPr/>
        <p:txBody>
          <a:bodyPr/>
          <a:lstStyle/>
          <a:p>
            <a:fld id="{38826FC0-333C-E549-9FA3-0EE43DF298A3}" type="slidenum">
              <a:rPr lang="en-US" smtClean="0"/>
              <a:pPr/>
              <a:t>19</a:t>
            </a:fld>
            <a:endParaRPr lang="en-US"/>
          </a:p>
        </p:txBody>
      </p:sp>
      <p:sp>
        <p:nvSpPr>
          <p:cNvPr id="6" name="TextBox 5">
            <a:extLst>
              <a:ext uri="{FF2B5EF4-FFF2-40B4-BE49-F238E27FC236}">
                <a16:creationId xmlns:a16="http://schemas.microsoft.com/office/drawing/2014/main" id="{EDFCCC62-1925-6992-BC23-FC81A5800218}"/>
              </a:ext>
            </a:extLst>
          </p:cNvPr>
          <p:cNvSpPr txBox="1"/>
          <p:nvPr/>
        </p:nvSpPr>
        <p:spPr>
          <a:xfrm>
            <a:off x="1239520" y="1735296"/>
            <a:ext cx="6096000" cy="2781724"/>
          </a:xfrm>
          <a:prstGeom prst="rect">
            <a:avLst/>
          </a:prstGeom>
          <a:noFill/>
        </p:spPr>
        <p:txBody>
          <a:bodyPr wrap="square">
            <a:spAutoFit/>
          </a:bodyPr>
          <a:lstStyle/>
          <a:p>
            <a:pPr>
              <a:lnSpc>
                <a:spcPct val="200000"/>
              </a:lnSpc>
            </a:pPr>
            <a:r>
              <a:rPr lang="en-US" sz="1800">
                <a:latin typeface="Comic Sans MS" panose="030F0702030302020204" pitchFamily="66" charset="0"/>
              </a:rPr>
              <a:t>SoapUI</a:t>
            </a:r>
          </a:p>
          <a:p>
            <a:pPr>
              <a:lnSpc>
                <a:spcPct val="200000"/>
              </a:lnSpc>
            </a:pPr>
            <a:r>
              <a:rPr lang="en-US" sz="1800">
                <a:latin typeface="Comic Sans MS" panose="030F0702030302020204" pitchFamily="66" charset="0"/>
              </a:rPr>
              <a:t>Postman</a:t>
            </a:r>
          </a:p>
          <a:p>
            <a:pPr>
              <a:lnSpc>
                <a:spcPct val="200000"/>
              </a:lnSpc>
            </a:pPr>
            <a:r>
              <a:rPr lang="en-US" sz="1800">
                <a:latin typeface="Comic Sans MS" panose="030F0702030302020204" pitchFamily="66" charset="0"/>
              </a:rPr>
              <a:t>Rest Assured</a:t>
            </a:r>
          </a:p>
          <a:p>
            <a:pPr>
              <a:lnSpc>
                <a:spcPct val="200000"/>
              </a:lnSpc>
            </a:pPr>
            <a:r>
              <a:rPr lang="en-US" sz="1800" err="1">
                <a:latin typeface="Comic Sans MS" panose="030F0702030302020204" pitchFamily="66" charset="0"/>
              </a:rPr>
              <a:t>Katalon</a:t>
            </a:r>
            <a:r>
              <a:rPr lang="en-US" sz="1800">
                <a:latin typeface="Comic Sans MS" panose="030F0702030302020204" pitchFamily="66" charset="0"/>
              </a:rPr>
              <a:t> Studio</a:t>
            </a:r>
          </a:p>
          <a:p>
            <a:pPr>
              <a:lnSpc>
                <a:spcPct val="200000"/>
              </a:lnSpc>
            </a:pPr>
            <a:r>
              <a:rPr lang="en-US" sz="1800">
                <a:latin typeface="Comic Sans MS" panose="030F0702030302020204" pitchFamily="66" charset="0"/>
              </a:rPr>
              <a:t>Apache JMeter</a:t>
            </a:r>
            <a:endParaRPr lang="en-IN">
              <a:latin typeface="Comic Sans MS" panose="030F0702030302020204" pitchFamily="66" charset="0"/>
            </a:endParaRPr>
          </a:p>
        </p:txBody>
      </p:sp>
    </p:spTree>
    <p:extLst>
      <p:ext uri="{BB962C8B-B14F-4D97-AF65-F5344CB8AC3E}">
        <p14:creationId xmlns:p14="http://schemas.microsoft.com/office/powerpoint/2010/main" val="27572652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4B404F-09F1-40CA-84E2-FD9F4E5EB219}">
  <ds:schemaRefs>
    <ds:schemaRef ds:uri="85aa0b7b-c2ff-4619-b015-c2745a4ebbb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08EFB4C7-205D-4E6A-886B-BBFFE9BD0BFE}">
  <ds:schemaRefs>
    <ds:schemaRef ds:uri="85aa0b7b-c2ff-4619-b015-c2745a4ebb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Application>Microsoft Office PowerPoint</Application>
  <PresentationFormat>Widescreen</PresentationFormat>
  <Slides>19</Slides>
  <Notes>1</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Cognizant_2024</vt:lpstr>
      <vt:lpstr>API - Overview</vt:lpstr>
      <vt:lpstr>Client &amp; Server</vt:lpstr>
      <vt:lpstr>Client/Server Architecture</vt:lpstr>
      <vt:lpstr>WebService /API</vt:lpstr>
      <vt:lpstr>API</vt:lpstr>
      <vt:lpstr>API</vt:lpstr>
      <vt:lpstr>API</vt:lpstr>
      <vt:lpstr>API</vt:lpstr>
      <vt:lpstr>SOAP</vt:lpstr>
      <vt:lpstr>REST API</vt:lpstr>
      <vt:lpstr>REST API</vt:lpstr>
      <vt:lpstr>REST API – HTTP Response Codes</vt:lpstr>
      <vt:lpstr>REST Vs SOAP</vt:lpstr>
      <vt:lpstr>Why API Testing?</vt:lpstr>
      <vt:lpstr>HTTP - fundamentals</vt:lpstr>
      <vt:lpstr>HTTP - fundamentals</vt:lpstr>
      <vt:lpstr>Terminologies</vt:lpstr>
      <vt:lpstr>Terminologies</vt:lpstr>
      <vt:lpstr>API Testing Tools</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revision>1</cp:revision>
  <dcterms:created xsi:type="dcterms:W3CDTF">2025-09-17T08:32:50Z</dcterms:created>
  <dcterms:modified xsi:type="dcterms:W3CDTF">2026-02-08T10:30:48Z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