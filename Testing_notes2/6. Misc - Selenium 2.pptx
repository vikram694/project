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20"/>
  </p:notesMasterIdLst>
  <p:handoutMasterIdLst>
    <p:handoutMasterId r:id="rId21"/>
  </p:handoutMasterIdLst>
  <p:sldIdLst>
    <p:sldId id="2147479184" r:id="rId5"/>
    <p:sldId id="2147479218" r:id="rId6"/>
    <p:sldId id="2147479219" r:id="rId7"/>
    <p:sldId id="2147479223" r:id="rId8"/>
    <p:sldId id="2147479224" r:id="rId9"/>
    <p:sldId id="2147479220" r:id="rId10"/>
    <p:sldId id="2147479227" r:id="rId11"/>
    <p:sldId id="2147479221" r:id="rId12"/>
    <p:sldId id="2147479226" r:id="rId13"/>
    <p:sldId id="2147479222" r:id="rId14"/>
    <p:sldId id="2147479225" r:id="rId15"/>
    <p:sldId id="2147479228" r:id="rId16"/>
    <p:sldId id="2147479229" r:id="rId17"/>
    <p:sldId id="2147479230" r:id="rId18"/>
    <p:sldId id="214747923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F67578-0DC7-42EC-8B1E-C88940A6F80D}" v="100" dt="2026-01-02T05:20:23.511"/>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9" autoAdjust="0"/>
  </p:normalViewPr>
  <p:slideViewPr>
    <p:cSldViewPr snapToGrid="0">
      <p:cViewPr varScale="1">
        <p:scale>
          <a:sx n="63" d="100"/>
          <a:sy n="63" d="100"/>
        </p:scale>
        <p:origin x="804"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n, Poornima Swarna (Cognizant)" userId="36824357-ffbd-40a5-b000-b82d0f7dca89" providerId="ADAL" clId="{BB20CA10-5FC3-4CCD-8518-89B0931CAB48}"/>
    <pc:docChg chg="undo custSel addSld delSld modSld sldOrd">
      <pc:chgData name="Mohan, Poornima Swarna (Cognizant)" userId="36824357-ffbd-40a5-b000-b82d0f7dca89" providerId="ADAL" clId="{BB20CA10-5FC3-4CCD-8518-89B0931CAB48}" dt="2026-01-02T05:20:23.511" v="3867" actId="20578"/>
      <pc:docMkLst>
        <pc:docMk/>
      </pc:docMkLst>
      <pc:sldChg chg="modSp mod">
        <pc:chgData name="Mohan, Poornima Swarna (Cognizant)" userId="36824357-ffbd-40a5-b000-b82d0f7dca89" providerId="ADAL" clId="{BB20CA10-5FC3-4CCD-8518-89B0931CAB48}" dt="2025-12-30T16:09:43.163" v="3403" actId="20577"/>
        <pc:sldMkLst>
          <pc:docMk/>
          <pc:sldMk cId="2713534842" sldId="2147479184"/>
        </pc:sldMkLst>
        <pc:spChg chg="mod">
          <ac:chgData name="Mohan, Poornima Swarna (Cognizant)" userId="36824357-ffbd-40a5-b000-b82d0f7dca89" providerId="ADAL" clId="{BB20CA10-5FC3-4CCD-8518-89B0931CAB48}" dt="2025-12-30T16:09:43.163" v="3403" actId="20577"/>
          <ac:spMkLst>
            <pc:docMk/>
            <pc:sldMk cId="2713534842" sldId="2147479184"/>
            <ac:spMk id="5" creationId="{09D9EB17-9965-3523-3F99-EF5E53642703}"/>
          </ac:spMkLst>
        </pc:spChg>
      </pc:sldChg>
      <pc:sldChg chg="addSp delSp modSp add mod">
        <pc:chgData name="Mohan, Poornima Swarna (Cognizant)" userId="36824357-ffbd-40a5-b000-b82d0f7dca89" providerId="ADAL" clId="{BB20CA10-5FC3-4CCD-8518-89B0931CAB48}" dt="2025-12-31T06:05:36.934" v="3614" actId="1076"/>
        <pc:sldMkLst>
          <pc:docMk/>
          <pc:sldMk cId="2509020702" sldId="2147479218"/>
        </pc:sldMkLst>
        <pc:spChg chg="mod">
          <ac:chgData name="Mohan, Poornima Swarna (Cognizant)" userId="36824357-ffbd-40a5-b000-b82d0f7dca89" providerId="ADAL" clId="{BB20CA10-5FC3-4CCD-8518-89B0931CAB48}" dt="2025-12-30T16:10:12.598" v="3427" actId="20577"/>
          <ac:spMkLst>
            <pc:docMk/>
            <pc:sldMk cId="2509020702" sldId="2147479218"/>
            <ac:spMk id="2" creationId="{467530D2-1E0A-1D64-965E-F61DCD0E3A34}"/>
          </ac:spMkLst>
        </pc:spChg>
        <pc:spChg chg="add mod">
          <ac:chgData name="Mohan, Poornima Swarna (Cognizant)" userId="36824357-ffbd-40a5-b000-b82d0f7dca89" providerId="ADAL" clId="{BB20CA10-5FC3-4CCD-8518-89B0931CAB48}" dt="2025-12-31T06:05:36.934" v="3614" actId="1076"/>
          <ac:spMkLst>
            <pc:docMk/>
            <pc:sldMk cId="2509020702" sldId="2147479218"/>
            <ac:spMk id="7" creationId="{86968D25-C62F-476F-CF4D-5E7BBFE137A3}"/>
          </ac:spMkLst>
        </pc:spChg>
        <pc:spChg chg="add mod">
          <ac:chgData name="Mohan, Poornima Swarna (Cognizant)" userId="36824357-ffbd-40a5-b000-b82d0f7dca89" providerId="ADAL" clId="{BB20CA10-5FC3-4CCD-8518-89B0931CAB48}" dt="2025-12-31T06:05:33.624" v="3613" actId="1076"/>
          <ac:spMkLst>
            <pc:docMk/>
            <pc:sldMk cId="2509020702" sldId="2147479218"/>
            <ac:spMk id="9" creationId="{C53A5E3B-C37D-1FB6-6872-B87DA9FC2825}"/>
          </ac:spMkLst>
        </pc:spChg>
        <pc:spChg chg="add mod">
          <ac:chgData name="Mohan, Poornima Swarna (Cognizant)" userId="36824357-ffbd-40a5-b000-b82d0f7dca89" providerId="ADAL" clId="{BB20CA10-5FC3-4CCD-8518-89B0931CAB48}" dt="2025-12-31T06:03:04.860" v="3608" actId="1076"/>
          <ac:spMkLst>
            <pc:docMk/>
            <pc:sldMk cId="2509020702" sldId="2147479218"/>
            <ac:spMk id="11" creationId="{0E9B485E-7552-647A-392E-B41723BE9245}"/>
          </ac:spMkLst>
        </pc:spChg>
      </pc:sldChg>
      <pc:sldChg chg="addSp modSp add mod">
        <pc:chgData name="Mohan, Poornima Swarna (Cognizant)" userId="36824357-ffbd-40a5-b000-b82d0f7dca89" providerId="ADAL" clId="{BB20CA10-5FC3-4CCD-8518-89B0931CAB48}" dt="2025-12-30T16:13:23.160" v="3498" actId="2710"/>
        <pc:sldMkLst>
          <pc:docMk/>
          <pc:sldMk cId="1728113533" sldId="2147479219"/>
        </pc:sldMkLst>
        <pc:spChg chg="mod">
          <ac:chgData name="Mohan, Poornima Swarna (Cognizant)" userId="36824357-ffbd-40a5-b000-b82d0f7dca89" providerId="ADAL" clId="{BB20CA10-5FC3-4CCD-8518-89B0931CAB48}" dt="2025-12-30T16:10:23.268" v="3445" actId="20577"/>
          <ac:spMkLst>
            <pc:docMk/>
            <pc:sldMk cId="1728113533" sldId="2147479219"/>
            <ac:spMk id="2" creationId="{3D88A3D3-4857-6636-B0C7-DABB78CB4128}"/>
          </ac:spMkLst>
        </pc:spChg>
        <pc:spChg chg="add mod">
          <ac:chgData name="Mohan, Poornima Swarna (Cognizant)" userId="36824357-ffbd-40a5-b000-b82d0f7dca89" providerId="ADAL" clId="{BB20CA10-5FC3-4CCD-8518-89B0931CAB48}" dt="2025-12-30T16:12:42.975" v="3493" actId="2710"/>
          <ac:spMkLst>
            <pc:docMk/>
            <pc:sldMk cId="1728113533" sldId="2147479219"/>
            <ac:spMk id="6" creationId="{C2929712-E949-EA41-EE51-4823CEFC0EE5}"/>
          </ac:spMkLst>
        </pc:spChg>
        <pc:spChg chg="add mod">
          <ac:chgData name="Mohan, Poornima Swarna (Cognizant)" userId="36824357-ffbd-40a5-b000-b82d0f7dca89" providerId="ADAL" clId="{BB20CA10-5FC3-4CCD-8518-89B0931CAB48}" dt="2025-12-30T16:13:23.160" v="3498" actId="2710"/>
          <ac:spMkLst>
            <pc:docMk/>
            <pc:sldMk cId="1728113533" sldId="2147479219"/>
            <ac:spMk id="8" creationId="{CDA1E81A-66C8-B5B6-87A8-8DC270C15548}"/>
          </ac:spMkLst>
        </pc:spChg>
      </pc:sldChg>
      <pc:sldChg chg="addSp delSp modSp add mod">
        <pc:chgData name="Mohan, Poornima Swarna (Cognizant)" userId="36824357-ffbd-40a5-b000-b82d0f7dca89" providerId="ADAL" clId="{BB20CA10-5FC3-4CCD-8518-89B0931CAB48}" dt="2025-12-31T06:43:01.463" v="3719" actId="1076"/>
        <pc:sldMkLst>
          <pc:docMk/>
          <pc:sldMk cId="563666997" sldId="2147479220"/>
        </pc:sldMkLst>
        <pc:spChg chg="mod">
          <ac:chgData name="Mohan, Poornima Swarna (Cognizant)" userId="36824357-ffbd-40a5-b000-b82d0f7dca89" providerId="ADAL" clId="{BB20CA10-5FC3-4CCD-8518-89B0931CAB48}" dt="2025-12-30T16:10:42.898" v="3455" actId="20577"/>
          <ac:spMkLst>
            <pc:docMk/>
            <pc:sldMk cId="563666997" sldId="2147479220"/>
            <ac:spMk id="2" creationId="{C3EBFEF7-3BDA-8D75-58B1-8347EE9AD6DA}"/>
          </ac:spMkLst>
        </pc:spChg>
        <pc:spChg chg="add mod">
          <ac:chgData name="Mohan, Poornima Swarna (Cognizant)" userId="36824357-ffbd-40a5-b000-b82d0f7dca89" providerId="ADAL" clId="{BB20CA10-5FC3-4CCD-8518-89B0931CAB48}" dt="2025-12-31T06:43:01.463" v="3719" actId="1076"/>
          <ac:spMkLst>
            <pc:docMk/>
            <pc:sldMk cId="563666997" sldId="2147479220"/>
            <ac:spMk id="9" creationId="{EB84D921-99DF-3FE3-10E5-6625F8F9E659}"/>
          </ac:spMkLst>
        </pc:spChg>
      </pc:sldChg>
      <pc:sldChg chg="addSp modSp add mod">
        <pc:chgData name="Mohan, Poornima Swarna (Cognizant)" userId="36824357-ffbd-40a5-b000-b82d0f7dca89" providerId="ADAL" clId="{BB20CA10-5FC3-4CCD-8518-89B0931CAB48}" dt="2025-12-31T06:46:03.637" v="3736" actId="1076"/>
        <pc:sldMkLst>
          <pc:docMk/>
          <pc:sldMk cId="2943383998" sldId="2147479221"/>
        </pc:sldMkLst>
        <pc:spChg chg="mod">
          <ac:chgData name="Mohan, Poornima Swarna (Cognizant)" userId="36824357-ffbd-40a5-b000-b82d0f7dca89" providerId="ADAL" clId="{BB20CA10-5FC3-4CCD-8518-89B0931CAB48}" dt="2025-12-31T06:29:15.450" v="3654"/>
          <ac:spMkLst>
            <pc:docMk/>
            <pc:sldMk cId="2943383998" sldId="2147479221"/>
            <ac:spMk id="2" creationId="{8B90464F-A4F6-3F6D-B13D-5684AEBB4689}"/>
          </ac:spMkLst>
        </pc:spChg>
        <pc:spChg chg="add mod">
          <ac:chgData name="Mohan, Poornima Swarna (Cognizant)" userId="36824357-ffbd-40a5-b000-b82d0f7dca89" providerId="ADAL" clId="{BB20CA10-5FC3-4CCD-8518-89B0931CAB48}" dt="2025-12-31T06:28:23.811" v="3653" actId="6549"/>
          <ac:spMkLst>
            <pc:docMk/>
            <pc:sldMk cId="2943383998" sldId="2147479221"/>
            <ac:spMk id="6" creationId="{6C088D9D-865D-ABCF-9EF4-2CE7D28222BE}"/>
          </ac:spMkLst>
        </pc:spChg>
        <pc:spChg chg="add mod">
          <ac:chgData name="Mohan, Poornima Swarna (Cognizant)" userId="36824357-ffbd-40a5-b000-b82d0f7dca89" providerId="ADAL" clId="{BB20CA10-5FC3-4CCD-8518-89B0931CAB48}" dt="2025-12-31T06:28:21.186" v="3652" actId="1076"/>
          <ac:spMkLst>
            <pc:docMk/>
            <pc:sldMk cId="2943383998" sldId="2147479221"/>
            <ac:spMk id="8" creationId="{7ECFDB01-9324-B4F5-13E3-11B41DF4EAE0}"/>
          </ac:spMkLst>
        </pc:spChg>
        <pc:spChg chg="add mod">
          <ac:chgData name="Mohan, Poornima Swarna (Cognizant)" userId="36824357-ffbd-40a5-b000-b82d0f7dca89" providerId="ADAL" clId="{BB20CA10-5FC3-4CCD-8518-89B0931CAB48}" dt="2025-12-31T06:44:41.344" v="3735" actId="1076"/>
          <ac:spMkLst>
            <pc:docMk/>
            <pc:sldMk cId="2943383998" sldId="2147479221"/>
            <ac:spMk id="10" creationId="{C2443A05-CB57-7DEF-8A4B-9757A0317DEE}"/>
          </ac:spMkLst>
        </pc:spChg>
        <pc:spChg chg="add mod">
          <ac:chgData name="Mohan, Poornima Swarna (Cognizant)" userId="36824357-ffbd-40a5-b000-b82d0f7dca89" providerId="ADAL" clId="{BB20CA10-5FC3-4CCD-8518-89B0931CAB48}" dt="2025-12-31T06:46:03.637" v="3736" actId="1076"/>
          <ac:spMkLst>
            <pc:docMk/>
            <pc:sldMk cId="2943383998" sldId="2147479221"/>
            <ac:spMk id="12" creationId="{527647BA-3129-605A-8D3D-27C2C7137F8C}"/>
          </ac:spMkLst>
        </pc:spChg>
      </pc:sldChg>
      <pc:sldChg chg="addSp delSp modSp add mod">
        <pc:chgData name="Mohan, Poornima Swarna (Cognizant)" userId="36824357-ffbd-40a5-b000-b82d0f7dca89" providerId="ADAL" clId="{BB20CA10-5FC3-4CCD-8518-89B0931CAB48}" dt="2025-12-31T06:48:44.819" v="3763" actId="1076"/>
        <pc:sldMkLst>
          <pc:docMk/>
          <pc:sldMk cId="3088566035" sldId="2147479222"/>
        </pc:sldMkLst>
        <pc:spChg chg="mod">
          <ac:chgData name="Mohan, Poornima Swarna (Cognizant)" userId="36824357-ffbd-40a5-b000-b82d0f7dca89" providerId="ADAL" clId="{BB20CA10-5FC3-4CCD-8518-89B0931CAB48}" dt="2025-12-31T06:29:26.140" v="3679" actId="20577"/>
          <ac:spMkLst>
            <pc:docMk/>
            <pc:sldMk cId="3088566035" sldId="2147479222"/>
            <ac:spMk id="2" creationId="{EBF5830F-C09E-7116-6CB0-8B717A72024D}"/>
          </ac:spMkLst>
        </pc:spChg>
        <pc:spChg chg="add mod">
          <ac:chgData name="Mohan, Poornima Swarna (Cognizant)" userId="36824357-ffbd-40a5-b000-b82d0f7dca89" providerId="ADAL" clId="{BB20CA10-5FC3-4CCD-8518-89B0931CAB48}" dt="2025-12-31T06:47:22.187" v="3743" actId="2710"/>
          <ac:spMkLst>
            <pc:docMk/>
            <pc:sldMk cId="3088566035" sldId="2147479222"/>
            <ac:spMk id="8" creationId="{71C8B909-E17C-23F8-0851-35139589BD86}"/>
          </ac:spMkLst>
        </pc:spChg>
        <pc:spChg chg="add mod">
          <ac:chgData name="Mohan, Poornima Swarna (Cognizant)" userId="36824357-ffbd-40a5-b000-b82d0f7dca89" providerId="ADAL" clId="{BB20CA10-5FC3-4CCD-8518-89B0931CAB48}" dt="2025-12-31T06:48:42.789" v="3762" actId="1076"/>
          <ac:spMkLst>
            <pc:docMk/>
            <pc:sldMk cId="3088566035" sldId="2147479222"/>
            <ac:spMk id="10" creationId="{22464A01-3FAB-B53E-CC2D-0907398ADBDB}"/>
          </ac:spMkLst>
        </pc:spChg>
        <pc:spChg chg="add mod">
          <ac:chgData name="Mohan, Poornima Swarna (Cognizant)" userId="36824357-ffbd-40a5-b000-b82d0f7dca89" providerId="ADAL" clId="{BB20CA10-5FC3-4CCD-8518-89B0931CAB48}" dt="2025-12-31T06:48:44.819" v="3763" actId="1076"/>
          <ac:spMkLst>
            <pc:docMk/>
            <pc:sldMk cId="3088566035" sldId="2147479222"/>
            <ac:spMk id="12" creationId="{C1358993-4673-3F0F-F52A-821FB072338B}"/>
          </ac:spMkLst>
        </pc:spChg>
      </pc:sldChg>
      <pc:sldChg chg="addSp delSp modSp add mod">
        <pc:chgData name="Mohan, Poornima Swarna (Cognizant)" userId="36824357-ffbd-40a5-b000-b82d0f7dca89" providerId="ADAL" clId="{BB20CA10-5FC3-4CCD-8518-89B0931CAB48}" dt="2025-12-30T16:18:07.977" v="3556" actId="207"/>
        <pc:sldMkLst>
          <pc:docMk/>
          <pc:sldMk cId="1872751690" sldId="2147479223"/>
        </pc:sldMkLst>
        <pc:spChg chg="add mod">
          <ac:chgData name="Mohan, Poornima Swarna (Cognizant)" userId="36824357-ffbd-40a5-b000-b82d0f7dca89" providerId="ADAL" clId="{BB20CA10-5FC3-4CCD-8518-89B0931CAB48}" dt="2025-12-30T16:16:47.639" v="3540" actId="207"/>
          <ac:spMkLst>
            <pc:docMk/>
            <pc:sldMk cId="1872751690" sldId="2147479223"/>
            <ac:spMk id="9" creationId="{66414104-502C-409E-1911-543DBBDB5E95}"/>
          </ac:spMkLst>
        </pc:spChg>
        <pc:spChg chg="add mod">
          <ac:chgData name="Mohan, Poornima Swarna (Cognizant)" userId="36824357-ffbd-40a5-b000-b82d0f7dca89" providerId="ADAL" clId="{BB20CA10-5FC3-4CCD-8518-89B0931CAB48}" dt="2025-12-30T16:18:07.977" v="3556" actId="207"/>
          <ac:spMkLst>
            <pc:docMk/>
            <pc:sldMk cId="1872751690" sldId="2147479223"/>
            <ac:spMk id="11" creationId="{A8C24A13-FD94-B827-AE27-5BC72EFD8276}"/>
          </ac:spMkLst>
        </pc:spChg>
      </pc:sldChg>
      <pc:sldChg chg="modSp add mod">
        <pc:chgData name="Mohan, Poornima Swarna (Cognizant)" userId="36824357-ffbd-40a5-b000-b82d0f7dca89" providerId="ADAL" clId="{BB20CA10-5FC3-4CCD-8518-89B0931CAB48}" dt="2025-12-30T16:20:30.481" v="3599"/>
        <pc:sldMkLst>
          <pc:docMk/>
          <pc:sldMk cId="3803175355" sldId="2147479224"/>
        </pc:sldMkLst>
        <pc:spChg chg="mod">
          <ac:chgData name="Mohan, Poornima Swarna (Cognizant)" userId="36824357-ffbd-40a5-b000-b82d0f7dca89" providerId="ADAL" clId="{BB20CA10-5FC3-4CCD-8518-89B0931CAB48}" dt="2025-12-30T16:19:48.305" v="3588" actId="6549"/>
          <ac:spMkLst>
            <pc:docMk/>
            <pc:sldMk cId="3803175355" sldId="2147479224"/>
            <ac:spMk id="9" creationId="{97D5B325-EDBD-661D-5A92-0A7CA7C57809}"/>
          </ac:spMkLst>
        </pc:spChg>
        <pc:spChg chg="mod">
          <ac:chgData name="Mohan, Poornima Swarna (Cognizant)" userId="36824357-ffbd-40a5-b000-b82d0f7dca89" providerId="ADAL" clId="{BB20CA10-5FC3-4CCD-8518-89B0931CAB48}" dt="2025-12-30T16:20:30.481" v="3599"/>
          <ac:spMkLst>
            <pc:docMk/>
            <pc:sldMk cId="3803175355" sldId="2147479224"/>
            <ac:spMk id="11" creationId="{DEC2DB04-47E6-2567-CEEF-993138B6DBA3}"/>
          </ac:spMkLst>
        </pc:spChg>
      </pc:sldChg>
      <pc:sldChg chg="addSp modSp add mod">
        <pc:chgData name="Mohan, Poornima Swarna (Cognizant)" userId="36824357-ffbd-40a5-b000-b82d0f7dca89" providerId="ADAL" clId="{BB20CA10-5FC3-4CCD-8518-89B0931CAB48}" dt="2025-12-31T06:50:34.997" v="3775"/>
        <pc:sldMkLst>
          <pc:docMk/>
          <pc:sldMk cId="311007193" sldId="2147479225"/>
        </pc:sldMkLst>
        <pc:spChg chg="mod">
          <ac:chgData name="Mohan, Poornima Swarna (Cognizant)" userId="36824357-ffbd-40a5-b000-b82d0f7dca89" providerId="ADAL" clId="{BB20CA10-5FC3-4CCD-8518-89B0931CAB48}" dt="2025-12-31T06:50:34.997" v="3775"/>
          <ac:spMkLst>
            <pc:docMk/>
            <pc:sldMk cId="311007193" sldId="2147479225"/>
            <ac:spMk id="2" creationId="{F475D9A5-946B-7742-4AE7-875CB78A5DB4}"/>
          </ac:spMkLst>
        </pc:spChg>
        <pc:spChg chg="add mod">
          <ac:chgData name="Mohan, Poornima Swarna (Cognizant)" userId="36824357-ffbd-40a5-b000-b82d0f7dca89" providerId="ADAL" clId="{BB20CA10-5FC3-4CCD-8518-89B0931CAB48}" dt="2025-12-31T06:50:12.353" v="3774" actId="1076"/>
          <ac:spMkLst>
            <pc:docMk/>
            <pc:sldMk cId="311007193" sldId="2147479225"/>
            <ac:spMk id="6" creationId="{0E0B3812-3CAB-4993-2239-595DEAD0DC71}"/>
          </ac:spMkLst>
        </pc:spChg>
        <pc:spChg chg="add mod">
          <ac:chgData name="Mohan, Poornima Swarna (Cognizant)" userId="36824357-ffbd-40a5-b000-b82d0f7dca89" providerId="ADAL" clId="{BB20CA10-5FC3-4CCD-8518-89B0931CAB48}" dt="2025-12-31T06:49:29.855" v="3773" actId="255"/>
          <ac:spMkLst>
            <pc:docMk/>
            <pc:sldMk cId="311007193" sldId="2147479225"/>
            <ac:spMk id="8" creationId="{FFAAA0BA-3F66-7412-A247-AE91F392BBD7}"/>
          </ac:spMkLst>
        </pc:spChg>
      </pc:sldChg>
      <pc:sldChg chg="addSp delSp modSp add mod">
        <pc:chgData name="Mohan, Poornima Swarna (Cognizant)" userId="36824357-ffbd-40a5-b000-b82d0f7dca89" providerId="ADAL" clId="{BB20CA10-5FC3-4CCD-8518-89B0931CAB48}" dt="2025-12-31T06:40:29.249" v="3704" actId="1076"/>
        <pc:sldMkLst>
          <pc:docMk/>
          <pc:sldMk cId="3684679848" sldId="2147479226"/>
        </pc:sldMkLst>
        <pc:spChg chg="add mod">
          <ac:chgData name="Mohan, Poornima Swarna (Cognizant)" userId="36824357-ffbd-40a5-b000-b82d0f7dca89" providerId="ADAL" clId="{BB20CA10-5FC3-4CCD-8518-89B0931CAB48}" dt="2025-12-31T06:40:16.372" v="3700" actId="2711"/>
          <ac:spMkLst>
            <pc:docMk/>
            <pc:sldMk cId="3684679848" sldId="2147479226"/>
            <ac:spMk id="7" creationId="{D57D8157-4393-B906-54DA-B9E16394C890}"/>
          </ac:spMkLst>
        </pc:spChg>
        <pc:spChg chg="add mod">
          <ac:chgData name="Mohan, Poornima Swarna (Cognizant)" userId="36824357-ffbd-40a5-b000-b82d0f7dca89" providerId="ADAL" clId="{BB20CA10-5FC3-4CCD-8518-89B0931CAB48}" dt="2025-12-31T06:40:29.249" v="3704" actId="1076"/>
          <ac:spMkLst>
            <pc:docMk/>
            <pc:sldMk cId="3684679848" sldId="2147479226"/>
            <ac:spMk id="17" creationId="{D5FFC742-A84E-5EE2-18BB-91B2E9B95EB9}"/>
          </ac:spMkLst>
        </pc:spChg>
      </pc:sldChg>
      <pc:sldChg chg="addSp delSp modSp add mod">
        <pc:chgData name="Mohan, Poornima Swarna (Cognizant)" userId="36824357-ffbd-40a5-b000-b82d0f7dca89" providerId="ADAL" clId="{BB20CA10-5FC3-4CCD-8518-89B0931CAB48}" dt="2025-12-31T06:43:58.772" v="3729" actId="14100"/>
        <pc:sldMkLst>
          <pc:docMk/>
          <pc:sldMk cId="505482435" sldId="2147479227"/>
        </pc:sldMkLst>
        <pc:spChg chg="add mod">
          <ac:chgData name="Mohan, Poornima Swarna (Cognizant)" userId="36824357-ffbd-40a5-b000-b82d0f7dca89" providerId="ADAL" clId="{BB20CA10-5FC3-4CCD-8518-89B0931CAB48}" dt="2025-12-31T06:43:58.772" v="3729" actId="14100"/>
          <ac:spMkLst>
            <pc:docMk/>
            <pc:sldMk cId="505482435" sldId="2147479227"/>
            <ac:spMk id="7" creationId="{B3DA1224-8AE0-B0DF-FF24-29CAD0AC81F9}"/>
          </ac:spMkLst>
        </pc:spChg>
        <pc:picChg chg="add mod">
          <ac:chgData name="Mohan, Poornima Swarna (Cognizant)" userId="36824357-ffbd-40a5-b000-b82d0f7dca89" providerId="ADAL" clId="{BB20CA10-5FC3-4CCD-8518-89B0931CAB48}" dt="2025-12-31T06:43:14.419" v="3723" actId="1076"/>
          <ac:picMkLst>
            <pc:docMk/>
            <pc:sldMk cId="505482435" sldId="2147479227"/>
            <ac:picMk id="3" creationId="{98C7ACB8-F472-2916-BD69-FEF9B9408579}"/>
          </ac:picMkLst>
        </pc:picChg>
      </pc:sldChg>
      <pc:sldChg chg="addSp delSp modSp add mod">
        <pc:chgData name="Mohan, Poornima Swarna (Cognizant)" userId="36824357-ffbd-40a5-b000-b82d0f7dca89" providerId="ADAL" clId="{BB20CA10-5FC3-4CCD-8518-89B0931CAB48}" dt="2025-12-31T06:51:25.352" v="3789" actId="14734"/>
        <pc:sldMkLst>
          <pc:docMk/>
          <pc:sldMk cId="1436681779" sldId="2147479228"/>
        </pc:sldMkLst>
        <pc:graphicFrameChg chg="add mod modGraphic">
          <ac:chgData name="Mohan, Poornima Swarna (Cognizant)" userId="36824357-ffbd-40a5-b000-b82d0f7dca89" providerId="ADAL" clId="{BB20CA10-5FC3-4CCD-8518-89B0931CAB48}" dt="2025-12-31T06:51:25.352" v="3789" actId="14734"/>
          <ac:graphicFrameMkLst>
            <pc:docMk/>
            <pc:sldMk cId="1436681779" sldId="2147479228"/>
            <ac:graphicFrameMk id="10" creationId="{1BCFD223-EF2E-FB11-5142-7267628EE7E4}"/>
          </ac:graphicFrameMkLst>
        </pc:graphicFrameChg>
      </pc:sldChg>
      <pc:sldChg chg="addSp delSp modSp add mod">
        <pc:chgData name="Mohan, Poornima Swarna (Cognizant)" userId="36824357-ffbd-40a5-b000-b82d0f7dca89" providerId="ADAL" clId="{BB20CA10-5FC3-4CCD-8518-89B0931CAB48}" dt="2026-01-02T05:20:23.511" v="3867" actId="20578"/>
        <pc:sldMkLst>
          <pc:docMk/>
          <pc:sldMk cId="1817818331" sldId="2147479229"/>
        </pc:sldMkLst>
        <pc:spChg chg="mod">
          <ac:chgData name="Mohan, Poornima Swarna (Cognizant)" userId="36824357-ffbd-40a5-b000-b82d0f7dca89" providerId="ADAL" clId="{BB20CA10-5FC3-4CCD-8518-89B0931CAB48}" dt="2025-12-31T06:51:44.549" v="3805" actId="20577"/>
          <ac:spMkLst>
            <pc:docMk/>
            <pc:sldMk cId="1817818331" sldId="2147479229"/>
            <ac:spMk id="2" creationId="{8DBC0DE6-2618-3090-D838-64683A97BF84}"/>
          </ac:spMkLst>
        </pc:spChg>
        <pc:spChg chg="add mod">
          <ac:chgData name="Mohan, Poornima Swarna (Cognizant)" userId="36824357-ffbd-40a5-b000-b82d0f7dca89" providerId="ADAL" clId="{BB20CA10-5FC3-4CCD-8518-89B0931CAB48}" dt="2025-12-31T06:54:41.392" v="3821" actId="255"/>
          <ac:spMkLst>
            <pc:docMk/>
            <pc:sldMk cId="1817818331" sldId="2147479229"/>
            <ac:spMk id="6" creationId="{F7E96F0A-AB95-CA9A-A790-F7D77E1757FB}"/>
          </ac:spMkLst>
        </pc:spChg>
        <pc:spChg chg="add mod">
          <ac:chgData name="Mohan, Poornima Swarna (Cognizant)" userId="36824357-ffbd-40a5-b000-b82d0f7dca89" providerId="ADAL" clId="{BB20CA10-5FC3-4CCD-8518-89B0931CAB48}" dt="2026-01-02T05:20:23.511" v="3867" actId="20578"/>
          <ac:spMkLst>
            <pc:docMk/>
            <pc:sldMk cId="1817818331" sldId="2147479229"/>
            <ac:spMk id="8" creationId="{13CE5D4B-038D-2436-98EA-FF40CA89E130}"/>
          </ac:spMkLst>
        </pc:spChg>
      </pc:sldChg>
      <pc:sldChg chg="addSp delSp modSp add mod">
        <pc:chgData name="Mohan, Poornima Swarna (Cognizant)" userId="36824357-ffbd-40a5-b000-b82d0f7dca89" providerId="ADAL" clId="{BB20CA10-5FC3-4CCD-8518-89B0931CAB48}" dt="2025-12-31T07:08:08.456" v="3865" actId="2711"/>
        <pc:sldMkLst>
          <pc:docMk/>
          <pc:sldMk cId="2505151112" sldId="2147479230"/>
        </pc:sldMkLst>
        <pc:spChg chg="add mod">
          <ac:chgData name="Mohan, Poornima Swarna (Cognizant)" userId="36824357-ffbd-40a5-b000-b82d0f7dca89" providerId="ADAL" clId="{BB20CA10-5FC3-4CCD-8518-89B0931CAB48}" dt="2025-12-31T07:08:08.456" v="3865" actId="2711"/>
          <ac:spMkLst>
            <pc:docMk/>
            <pc:sldMk cId="2505151112" sldId="2147479230"/>
            <ac:spMk id="7" creationId="{C79C4127-DDF9-788D-728C-9EB14B04BA56}"/>
          </ac:spMkLst>
        </pc:spChg>
        <pc:spChg chg="add mod">
          <ac:chgData name="Mohan, Poornima Swarna (Cognizant)" userId="36824357-ffbd-40a5-b000-b82d0f7dca89" providerId="ADAL" clId="{BB20CA10-5FC3-4CCD-8518-89B0931CAB48}" dt="2025-12-31T06:56:34.225" v="3837" actId="113"/>
          <ac:spMkLst>
            <pc:docMk/>
            <pc:sldMk cId="2505151112" sldId="2147479230"/>
            <ac:spMk id="10" creationId="{D7EE5FAD-307E-CE55-117B-737CA9FCFA89}"/>
          </ac:spMkLst>
        </pc:spChg>
      </pc:sldChg>
      <pc:sldChg chg="addSp delSp modSp add mod">
        <pc:chgData name="Mohan, Poornima Swarna (Cognizant)" userId="36824357-ffbd-40a5-b000-b82d0f7dca89" providerId="ADAL" clId="{BB20CA10-5FC3-4CCD-8518-89B0931CAB48}" dt="2025-12-31T07:06:05.891" v="3864" actId="20577"/>
        <pc:sldMkLst>
          <pc:docMk/>
          <pc:sldMk cId="4258063398" sldId="2147479231"/>
        </pc:sldMkLst>
        <pc:spChg chg="add mod">
          <ac:chgData name="Mohan, Poornima Swarna (Cognizant)" userId="36824357-ffbd-40a5-b000-b82d0f7dca89" providerId="ADAL" clId="{BB20CA10-5FC3-4CCD-8518-89B0931CAB48}" dt="2025-12-31T06:58:16.818" v="3855" actId="12"/>
          <ac:spMkLst>
            <pc:docMk/>
            <pc:sldMk cId="4258063398" sldId="2147479231"/>
            <ac:spMk id="8" creationId="{CB417718-33D7-5771-AD50-28432753AADB}"/>
          </ac:spMkLst>
        </pc:spChg>
        <pc:spChg chg="add mod">
          <ac:chgData name="Mohan, Poornima Swarna (Cognizant)" userId="36824357-ffbd-40a5-b000-b82d0f7dca89" providerId="ADAL" clId="{BB20CA10-5FC3-4CCD-8518-89B0931CAB48}" dt="2025-12-31T07:06:05.891" v="3864" actId="20577"/>
          <ac:spMkLst>
            <pc:docMk/>
            <pc:sldMk cId="4258063398" sldId="2147479231"/>
            <ac:spMk id="11" creationId="{E49DC63E-C0B3-81C3-3E48-E710F1DB1FEE}"/>
          </ac:spMkLst>
        </pc:sp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12/30/2025</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12/30/2025</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12/30/2025</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12/30/2025</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12/30/2025</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12/30/2025</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12/30/2025</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12/30/2025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12/30/2025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12/30/2025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12/30/2025</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12/30/2025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12/30/2025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12/30/2025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12/30/2025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12/30/2025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12/30/2025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12/30/2025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12/30/2025</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12/30/2025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12/30/2025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12/30/2025</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12/30/2025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12/30/2025</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12/30/2025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12/30/2025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12/30/2025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12/30/2025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12/30/2025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12/30/2025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12/30/2025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12/30/2025</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12/30/2025</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12/30/2025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12/30/2025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12/30/2025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12/30/2025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12/30/2025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12/30/2025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12/30/2025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12/30/2025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12/30/2025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12/30/2025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12/30/2025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12/30/2025</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12/30/2025</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12/30/2025</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12/30/2025</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12/30/2025</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hyperlink" Target="https://www.browserstack.com/guide/what-is-headless-browser-testing" TargetMode="Externa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2930402"/>
            <a:ext cx="4846322" cy="997196"/>
          </a:xfrm>
        </p:spPr>
        <p:txBody>
          <a:bodyPr/>
          <a:lstStyle/>
          <a:p>
            <a:r>
              <a:rPr lang="en-US" dirty="0"/>
              <a:t>Miscellaneous - Selenium </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dirty="0"/>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2813F-43C5-7D50-CF3D-4ED913606A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530D2-1E0A-1D64-965E-F61DCD0E3A34}"/>
              </a:ext>
            </a:extLst>
          </p:cNvPr>
          <p:cNvSpPr>
            <a:spLocks noGrp="1"/>
          </p:cNvSpPr>
          <p:nvPr>
            <p:ph type="title"/>
          </p:nvPr>
        </p:nvSpPr>
        <p:spPr/>
        <p:txBody>
          <a:bodyPr/>
          <a:lstStyle/>
          <a:p>
            <a:r>
              <a:rPr lang="en-IN" dirty="0"/>
              <a:t>File Upload</a:t>
            </a:r>
          </a:p>
        </p:txBody>
      </p:sp>
      <p:sp>
        <p:nvSpPr>
          <p:cNvPr id="4" name="Footer Placeholder 3">
            <a:extLst>
              <a:ext uri="{FF2B5EF4-FFF2-40B4-BE49-F238E27FC236}">
                <a16:creationId xmlns:a16="http://schemas.microsoft.com/office/drawing/2014/main" id="{C2DA060A-A68B-7739-31BE-AB0FB6A560E5}"/>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2BF71A4C-D55C-39ED-C3A5-1501619B457F}"/>
              </a:ext>
            </a:extLst>
          </p:cNvPr>
          <p:cNvSpPr>
            <a:spLocks noGrp="1"/>
          </p:cNvSpPr>
          <p:nvPr>
            <p:ph type="sldNum" sz="quarter" idx="12"/>
          </p:nvPr>
        </p:nvSpPr>
        <p:spPr/>
        <p:txBody>
          <a:bodyPr/>
          <a:lstStyle/>
          <a:p>
            <a:fld id="{38826FC0-333C-E549-9FA3-0EE43DF298A3}" type="slidenum">
              <a:rPr lang="en-US" smtClean="0"/>
              <a:pPr/>
              <a:t>2</a:t>
            </a:fld>
            <a:endParaRPr lang="en-US" dirty="0"/>
          </a:p>
        </p:txBody>
      </p:sp>
      <p:sp>
        <p:nvSpPr>
          <p:cNvPr id="7" name="TextBox 6">
            <a:extLst>
              <a:ext uri="{FF2B5EF4-FFF2-40B4-BE49-F238E27FC236}">
                <a16:creationId xmlns:a16="http://schemas.microsoft.com/office/drawing/2014/main" id="{86968D25-C62F-476F-CF4D-5E7BBFE137A3}"/>
              </a:ext>
            </a:extLst>
          </p:cNvPr>
          <p:cNvSpPr txBox="1"/>
          <p:nvPr/>
        </p:nvSpPr>
        <p:spPr>
          <a:xfrm>
            <a:off x="1391920" y="1211375"/>
            <a:ext cx="6096000" cy="1292854"/>
          </a:xfrm>
          <a:prstGeom prst="rect">
            <a:avLst/>
          </a:prstGeom>
          <a:noFill/>
        </p:spPr>
        <p:txBody>
          <a:bodyPr wrap="square">
            <a:spAutoFit/>
          </a:bodyPr>
          <a:lstStyle/>
          <a:p>
            <a:pPr>
              <a:lnSpc>
                <a:spcPct val="150000"/>
              </a:lnSpc>
              <a:buNone/>
            </a:pPr>
            <a:r>
              <a:rPr lang="en-US" b="1" dirty="0">
                <a:effectLst/>
                <a:latin typeface="Comic Sans MS" panose="030F0702030302020204" pitchFamily="66" charset="0"/>
              </a:rPr>
              <a:t>Using </a:t>
            </a:r>
            <a:r>
              <a:rPr lang="en-US" b="1" dirty="0" err="1">
                <a:effectLst/>
                <a:latin typeface="Comic Sans MS" panose="030F0702030302020204" pitchFamily="66" charset="0"/>
              </a:rPr>
              <a:t>sendKeys</a:t>
            </a:r>
            <a:r>
              <a:rPr lang="en-US" b="1" dirty="0">
                <a:effectLst/>
                <a:latin typeface="Comic Sans MS" panose="030F0702030302020204" pitchFamily="66" charset="0"/>
              </a:rPr>
              <a:t>() (Recommended)</a:t>
            </a:r>
          </a:p>
          <a:p>
            <a:pPr>
              <a:lnSpc>
                <a:spcPct val="150000"/>
              </a:lnSpc>
              <a:buFont typeface="Arial" panose="020B0604020202020204" pitchFamily="34" charset="0"/>
              <a:buChar char="•"/>
            </a:pPr>
            <a:r>
              <a:rPr lang="en-US" dirty="0">
                <a:effectLst/>
                <a:latin typeface="Comic Sans MS" panose="030F0702030302020204" pitchFamily="66" charset="0"/>
              </a:rPr>
              <a:t>Locate the file input element (&lt;input type="file"&gt;).</a:t>
            </a:r>
          </a:p>
          <a:p>
            <a:pPr>
              <a:lnSpc>
                <a:spcPct val="150000"/>
              </a:lnSpc>
              <a:buFont typeface="Arial" panose="020B0604020202020204" pitchFamily="34" charset="0"/>
              <a:buChar char="•"/>
            </a:pPr>
            <a:r>
              <a:rPr lang="en-US" dirty="0">
                <a:effectLst/>
                <a:latin typeface="Comic Sans MS" panose="030F0702030302020204" pitchFamily="66" charset="0"/>
              </a:rPr>
              <a:t>Use </a:t>
            </a:r>
            <a:r>
              <a:rPr lang="en-US" dirty="0" err="1">
                <a:effectLst/>
                <a:latin typeface="Comic Sans MS" panose="030F0702030302020204" pitchFamily="66" charset="0"/>
              </a:rPr>
              <a:t>sendKeys</a:t>
            </a:r>
            <a:r>
              <a:rPr lang="en-US" dirty="0">
                <a:effectLst/>
                <a:latin typeface="Comic Sans MS" panose="030F0702030302020204" pitchFamily="66" charset="0"/>
              </a:rPr>
              <a:t>() to pass the absolute path of the file.</a:t>
            </a:r>
          </a:p>
        </p:txBody>
      </p:sp>
      <p:sp>
        <p:nvSpPr>
          <p:cNvPr id="9" name="TextBox 8">
            <a:extLst>
              <a:ext uri="{FF2B5EF4-FFF2-40B4-BE49-F238E27FC236}">
                <a16:creationId xmlns:a16="http://schemas.microsoft.com/office/drawing/2014/main" id="{C53A5E3B-C37D-1FB6-6872-B87DA9FC2825}"/>
              </a:ext>
            </a:extLst>
          </p:cNvPr>
          <p:cNvSpPr txBox="1"/>
          <p:nvPr/>
        </p:nvSpPr>
        <p:spPr>
          <a:xfrm>
            <a:off x="721360" y="2862998"/>
            <a:ext cx="11013440" cy="923330"/>
          </a:xfrm>
          <a:prstGeom prst="rect">
            <a:avLst/>
          </a:prstGeom>
          <a:noFill/>
        </p:spPr>
        <p:txBody>
          <a:bodyPr wrap="square">
            <a:spAutoFit/>
          </a:bodyPr>
          <a:lstStyle/>
          <a:p>
            <a:pPr>
              <a:buNone/>
            </a:pPr>
            <a:r>
              <a:rPr lang="en-IN" dirty="0" err="1">
                <a:effectLst/>
                <a:latin typeface="Courier New" panose="02070309020205020404" pitchFamily="49" charset="0"/>
              </a:rPr>
              <a:t>WebElement</a:t>
            </a:r>
            <a:r>
              <a:rPr lang="en-IN" dirty="0">
                <a:effectLst/>
                <a:latin typeface="Courier New" panose="02070309020205020404" pitchFamily="49" charset="0"/>
              </a:rPr>
              <a:t> </a:t>
            </a:r>
            <a:r>
              <a:rPr lang="en-IN" dirty="0" err="1">
                <a:effectLst/>
                <a:latin typeface="Courier New" panose="02070309020205020404" pitchFamily="49" charset="0"/>
              </a:rPr>
              <a:t>uploadElement</a:t>
            </a:r>
            <a:r>
              <a:rPr lang="en-IN" dirty="0">
                <a:effectLst/>
                <a:latin typeface="Courier New" panose="02070309020205020404" pitchFamily="49" charset="0"/>
              </a:rPr>
              <a:t> = </a:t>
            </a:r>
            <a:r>
              <a:rPr lang="en-IN" dirty="0" err="1">
                <a:effectLst/>
                <a:latin typeface="Courier New" panose="02070309020205020404" pitchFamily="49" charset="0"/>
              </a:rPr>
              <a:t>driver.findElement</a:t>
            </a:r>
            <a:r>
              <a:rPr lang="en-IN" dirty="0">
                <a:effectLst/>
                <a:latin typeface="Courier New" panose="02070309020205020404" pitchFamily="49" charset="0"/>
              </a:rPr>
              <a:t>(By.id("file-upload"));</a:t>
            </a:r>
          </a:p>
          <a:p>
            <a:pPr>
              <a:buNone/>
            </a:pPr>
            <a:r>
              <a:rPr lang="en-IN" dirty="0" err="1">
                <a:effectLst/>
                <a:latin typeface="Courier New" panose="02070309020205020404" pitchFamily="49" charset="0"/>
              </a:rPr>
              <a:t>uploadElement.sendKeys</a:t>
            </a:r>
            <a:r>
              <a:rPr lang="en-IN" dirty="0">
                <a:effectLst/>
                <a:latin typeface="Courier New" panose="02070309020205020404" pitchFamily="49" charset="0"/>
              </a:rPr>
              <a:t>("C:\\Users\\YourName\\Documents\\testfile.txt");</a:t>
            </a:r>
          </a:p>
          <a:p>
            <a:pPr>
              <a:buNone/>
            </a:pPr>
            <a:r>
              <a:rPr lang="en-IN" dirty="0" err="1">
                <a:effectLst/>
                <a:latin typeface="Courier New" panose="02070309020205020404" pitchFamily="49" charset="0"/>
              </a:rPr>
              <a:t>driver.findElement</a:t>
            </a:r>
            <a:r>
              <a:rPr lang="en-IN" dirty="0">
                <a:effectLst/>
                <a:latin typeface="Courier New" panose="02070309020205020404" pitchFamily="49" charset="0"/>
              </a:rPr>
              <a:t>(By.id("file-submit")).click();</a:t>
            </a:r>
          </a:p>
        </p:txBody>
      </p:sp>
      <p:sp>
        <p:nvSpPr>
          <p:cNvPr id="11" name="TextBox 10">
            <a:extLst>
              <a:ext uri="{FF2B5EF4-FFF2-40B4-BE49-F238E27FC236}">
                <a16:creationId xmlns:a16="http://schemas.microsoft.com/office/drawing/2014/main" id="{0E9B485E-7552-647A-392E-B41723BE9245}"/>
              </a:ext>
            </a:extLst>
          </p:cNvPr>
          <p:cNvSpPr txBox="1"/>
          <p:nvPr/>
        </p:nvSpPr>
        <p:spPr>
          <a:xfrm>
            <a:off x="812800" y="4503866"/>
            <a:ext cx="6096000" cy="461858"/>
          </a:xfrm>
          <a:prstGeom prst="rect">
            <a:avLst/>
          </a:prstGeom>
          <a:noFill/>
        </p:spPr>
        <p:txBody>
          <a:bodyPr wrap="square">
            <a:spAutoFit/>
          </a:bodyPr>
          <a:lstStyle/>
          <a:p>
            <a:pPr>
              <a:lnSpc>
                <a:spcPct val="150000"/>
              </a:lnSpc>
            </a:pPr>
            <a:r>
              <a:rPr lang="en-US" dirty="0">
                <a:latin typeface="Comic Sans MS" panose="030F0702030302020204" pitchFamily="66" charset="0"/>
              </a:rPr>
              <a:t>Works across browsers (Chrome, Firefox, Edge).</a:t>
            </a:r>
            <a:endParaRPr lang="en-IN" dirty="0">
              <a:latin typeface="Comic Sans MS" panose="030F0702030302020204" pitchFamily="66" charset="0"/>
            </a:endParaRPr>
          </a:p>
        </p:txBody>
      </p:sp>
    </p:spTree>
    <p:extLst>
      <p:ext uri="{BB962C8B-B14F-4D97-AF65-F5344CB8AC3E}">
        <p14:creationId xmlns:p14="http://schemas.microsoft.com/office/powerpoint/2010/main" val="2509020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3F3D9-9E77-B3F7-2A51-5F5D906A6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8A3D3-4857-6636-B0C7-DABB78CB4128}"/>
              </a:ext>
            </a:extLst>
          </p:cNvPr>
          <p:cNvSpPr>
            <a:spLocks noGrp="1"/>
          </p:cNvSpPr>
          <p:nvPr>
            <p:ph type="title"/>
          </p:nvPr>
        </p:nvSpPr>
        <p:spPr/>
        <p:txBody>
          <a:bodyPr/>
          <a:lstStyle/>
          <a:p>
            <a:r>
              <a:rPr lang="en-IN" dirty="0"/>
              <a:t>SVG Elements</a:t>
            </a:r>
          </a:p>
        </p:txBody>
      </p:sp>
      <p:sp>
        <p:nvSpPr>
          <p:cNvPr id="4" name="Footer Placeholder 3">
            <a:extLst>
              <a:ext uri="{FF2B5EF4-FFF2-40B4-BE49-F238E27FC236}">
                <a16:creationId xmlns:a16="http://schemas.microsoft.com/office/drawing/2014/main" id="{332733F5-F798-7E9D-918B-191485DED89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D3D952D-DE82-3666-036B-A2DE5D31C1ED}"/>
              </a:ext>
            </a:extLst>
          </p:cNvPr>
          <p:cNvSpPr>
            <a:spLocks noGrp="1"/>
          </p:cNvSpPr>
          <p:nvPr>
            <p:ph type="sldNum" sz="quarter" idx="12"/>
          </p:nvPr>
        </p:nvSpPr>
        <p:spPr/>
        <p:txBody>
          <a:bodyPr/>
          <a:lstStyle/>
          <a:p>
            <a:fld id="{38826FC0-333C-E549-9FA3-0EE43DF298A3}" type="slidenum">
              <a:rPr lang="en-US" smtClean="0"/>
              <a:pPr/>
              <a:t>3</a:t>
            </a:fld>
            <a:endParaRPr lang="en-US" dirty="0"/>
          </a:p>
        </p:txBody>
      </p:sp>
      <p:sp>
        <p:nvSpPr>
          <p:cNvPr id="6" name="TextBox 5">
            <a:extLst>
              <a:ext uri="{FF2B5EF4-FFF2-40B4-BE49-F238E27FC236}">
                <a16:creationId xmlns:a16="http://schemas.microsoft.com/office/drawing/2014/main" id="{C2929712-E949-EA41-EE51-4823CEFC0EE5}"/>
              </a:ext>
            </a:extLst>
          </p:cNvPr>
          <p:cNvSpPr txBox="1"/>
          <p:nvPr/>
        </p:nvSpPr>
        <p:spPr>
          <a:xfrm>
            <a:off x="1005840" y="1062058"/>
            <a:ext cx="10068560" cy="1708353"/>
          </a:xfrm>
          <a:prstGeom prst="rect">
            <a:avLst/>
          </a:prstGeom>
          <a:noFill/>
        </p:spPr>
        <p:txBody>
          <a:bodyPr wrap="square">
            <a:spAutoFit/>
          </a:bodyPr>
          <a:lstStyle/>
          <a:p>
            <a:pPr>
              <a:lnSpc>
                <a:spcPct val="150000"/>
              </a:lnSpc>
            </a:pPr>
            <a:r>
              <a:rPr lang="en-US" dirty="0">
                <a:latin typeface="Comic Sans MS" panose="030F0702030302020204" pitchFamily="66" charset="0"/>
              </a:rPr>
              <a:t>To handle </a:t>
            </a:r>
            <a:r>
              <a:rPr lang="en-US" b="1" dirty="0">
                <a:effectLst/>
                <a:latin typeface="Comic Sans MS" panose="030F0702030302020204" pitchFamily="66" charset="0"/>
              </a:rPr>
              <a:t>SVG elements in Selenium</a:t>
            </a:r>
            <a:r>
              <a:rPr lang="en-US" dirty="0">
                <a:latin typeface="Comic Sans MS" panose="030F0702030302020204" pitchFamily="66" charset="0"/>
              </a:rPr>
              <a:t>, you should use </a:t>
            </a:r>
            <a:r>
              <a:rPr lang="en-US" b="1" dirty="0">
                <a:effectLst/>
                <a:latin typeface="Comic Sans MS" panose="030F0702030302020204" pitchFamily="66" charset="0"/>
              </a:rPr>
              <a:t>XPath locators</a:t>
            </a:r>
            <a:r>
              <a:rPr lang="en-US" dirty="0">
                <a:latin typeface="Comic Sans MS" panose="030F0702030302020204" pitchFamily="66" charset="0"/>
              </a:rPr>
              <a:t> instead of standard CSS or ID selectors, because SVGs have a unique XML-like structure. Often, you’ll need to combine XPath with functions like </a:t>
            </a:r>
            <a:r>
              <a:rPr lang="en-US" dirty="0">
                <a:effectLst/>
                <a:latin typeface="Comic Sans MS" panose="030F0702030302020204" pitchFamily="66" charset="0"/>
              </a:rPr>
              <a:t>local-name()</a:t>
            </a:r>
            <a:r>
              <a:rPr lang="en-US" dirty="0">
                <a:latin typeface="Comic Sans MS" panose="030F0702030302020204" pitchFamily="66" charset="0"/>
              </a:rPr>
              <a:t> or </a:t>
            </a:r>
            <a:r>
              <a:rPr lang="en-US" dirty="0">
                <a:effectLst/>
                <a:latin typeface="Comic Sans MS" panose="030F0702030302020204" pitchFamily="66" charset="0"/>
              </a:rPr>
              <a:t>name()</a:t>
            </a:r>
            <a:r>
              <a:rPr lang="en-US" dirty="0">
                <a:latin typeface="Comic Sans MS" panose="030F0702030302020204" pitchFamily="66" charset="0"/>
              </a:rPr>
              <a:t> to correctly identify SVG tags, and sometimes use the </a:t>
            </a:r>
            <a:r>
              <a:rPr lang="en-US" b="1" dirty="0">
                <a:effectLst/>
                <a:latin typeface="Comic Sans MS" panose="030F0702030302020204" pitchFamily="66" charset="0"/>
              </a:rPr>
              <a:t>Actions class</a:t>
            </a:r>
            <a:r>
              <a:rPr lang="en-US" dirty="0">
                <a:latin typeface="Comic Sans MS" panose="030F0702030302020204" pitchFamily="66" charset="0"/>
              </a:rPr>
              <a:t> for interactions like clicking or hovering</a:t>
            </a:r>
            <a:endParaRPr lang="en-IN" dirty="0">
              <a:latin typeface="Comic Sans MS" panose="030F0702030302020204" pitchFamily="66" charset="0"/>
            </a:endParaRPr>
          </a:p>
        </p:txBody>
      </p:sp>
      <p:sp>
        <p:nvSpPr>
          <p:cNvPr id="8" name="TextBox 7">
            <a:extLst>
              <a:ext uri="{FF2B5EF4-FFF2-40B4-BE49-F238E27FC236}">
                <a16:creationId xmlns:a16="http://schemas.microsoft.com/office/drawing/2014/main" id="{CDA1E81A-66C8-B5B6-87A8-8DC270C15548}"/>
              </a:ext>
            </a:extLst>
          </p:cNvPr>
          <p:cNvSpPr txBox="1"/>
          <p:nvPr/>
        </p:nvSpPr>
        <p:spPr>
          <a:xfrm>
            <a:off x="822960" y="3042870"/>
            <a:ext cx="10322560" cy="2954848"/>
          </a:xfrm>
          <a:prstGeom prst="rect">
            <a:avLst/>
          </a:prstGeom>
          <a:noFill/>
        </p:spPr>
        <p:txBody>
          <a:bodyPr wrap="square">
            <a:spAutoFit/>
          </a:bodyPr>
          <a:lstStyle/>
          <a:p>
            <a:pPr>
              <a:lnSpc>
                <a:spcPct val="150000"/>
              </a:lnSpc>
              <a:buNone/>
            </a:pPr>
            <a:r>
              <a:rPr lang="en-IN" b="1" dirty="0">
                <a:effectLst/>
                <a:latin typeface="Comic Sans MS" panose="030F0702030302020204" pitchFamily="66" charset="0"/>
              </a:rPr>
              <a:t>Why SVGs Are Tricky in Selenium</a:t>
            </a:r>
          </a:p>
          <a:p>
            <a:pPr>
              <a:lnSpc>
                <a:spcPct val="150000"/>
              </a:lnSpc>
              <a:buFont typeface="Arial" panose="020B0604020202020204" pitchFamily="34" charset="0"/>
              <a:buChar char="•"/>
            </a:pPr>
            <a:r>
              <a:rPr lang="en-IN" b="1" dirty="0">
                <a:effectLst/>
                <a:latin typeface="Comic Sans MS" panose="030F0702030302020204" pitchFamily="66" charset="0"/>
              </a:rPr>
              <a:t>SVGs are XML-based</a:t>
            </a:r>
            <a:r>
              <a:rPr lang="en-IN" dirty="0">
                <a:effectLst/>
                <a:latin typeface="Comic Sans MS" panose="030F0702030302020204" pitchFamily="66" charset="0"/>
              </a:rPr>
              <a:t>: Unlike HTML, SVG elements don’t always support standard attributes like id or class.</a:t>
            </a:r>
          </a:p>
          <a:p>
            <a:pPr>
              <a:lnSpc>
                <a:spcPct val="150000"/>
              </a:lnSpc>
              <a:buFont typeface="Arial" panose="020B0604020202020204" pitchFamily="34" charset="0"/>
              <a:buChar char="•"/>
            </a:pPr>
            <a:r>
              <a:rPr lang="en-IN" b="1" dirty="0">
                <a:effectLst/>
                <a:latin typeface="Comic Sans MS" panose="030F0702030302020204" pitchFamily="66" charset="0"/>
              </a:rPr>
              <a:t>Nested structure</a:t>
            </a:r>
            <a:r>
              <a:rPr lang="en-IN" dirty="0">
                <a:effectLst/>
                <a:latin typeface="Comic Sans MS" panose="030F0702030302020204" pitchFamily="66" charset="0"/>
              </a:rPr>
              <a:t>: SVGs often contain multiple layers (&lt;</a:t>
            </a:r>
            <a:r>
              <a:rPr lang="en-IN" dirty="0" err="1">
                <a:effectLst/>
                <a:latin typeface="Comic Sans MS" panose="030F0702030302020204" pitchFamily="66" charset="0"/>
              </a:rPr>
              <a:t>svg</a:t>
            </a:r>
            <a:r>
              <a:rPr lang="en-IN" dirty="0">
                <a:effectLst/>
                <a:latin typeface="Comic Sans MS" panose="030F0702030302020204" pitchFamily="66" charset="0"/>
              </a:rPr>
              <a:t>&gt;, &lt;g&gt;, &lt;path&gt;, etc.), making them harder to locate.</a:t>
            </a:r>
          </a:p>
          <a:p>
            <a:pPr>
              <a:lnSpc>
                <a:spcPct val="150000"/>
              </a:lnSpc>
              <a:buFont typeface="Arial" panose="020B0604020202020204" pitchFamily="34" charset="0"/>
              <a:buChar char="•"/>
            </a:pPr>
            <a:r>
              <a:rPr lang="en-IN" b="1" dirty="0">
                <a:effectLst/>
                <a:latin typeface="Comic Sans MS" panose="030F0702030302020204" pitchFamily="66" charset="0"/>
              </a:rPr>
              <a:t>Browser rendering differences</a:t>
            </a:r>
            <a:r>
              <a:rPr lang="en-IN" dirty="0">
                <a:effectLst/>
                <a:latin typeface="Comic Sans MS" panose="030F0702030302020204" pitchFamily="66" charset="0"/>
              </a:rPr>
              <a:t>: Some browsers treat SVGs differently than HTML, so CSS selectors may fail</a:t>
            </a:r>
          </a:p>
        </p:txBody>
      </p:sp>
    </p:spTree>
    <p:extLst>
      <p:ext uri="{BB962C8B-B14F-4D97-AF65-F5344CB8AC3E}">
        <p14:creationId xmlns:p14="http://schemas.microsoft.com/office/powerpoint/2010/main" val="1728113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642D6-35D4-5041-7514-3C405A05B6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F71BE-0961-0D44-E0E5-3BC808A4EAD4}"/>
              </a:ext>
            </a:extLst>
          </p:cNvPr>
          <p:cNvSpPr>
            <a:spLocks noGrp="1"/>
          </p:cNvSpPr>
          <p:nvPr>
            <p:ph type="title"/>
          </p:nvPr>
        </p:nvSpPr>
        <p:spPr/>
        <p:txBody>
          <a:bodyPr/>
          <a:lstStyle/>
          <a:p>
            <a:r>
              <a:rPr lang="en-IN" dirty="0"/>
              <a:t>SVG Elements</a:t>
            </a:r>
          </a:p>
        </p:txBody>
      </p:sp>
      <p:sp>
        <p:nvSpPr>
          <p:cNvPr id="4" name="Footer Placeholder 3">
            <a:extLst>
              <a:ext uri="{FF2B5EF4-FFF2-40B4-BE49-F238E27FC236}">
                <a16:creationId xmlns:a16="http://schemas.microsoft.com/office/drawing/2014/main" id="{B51EE3A5-603F-0DEC-6C72-DB4E2A1D91AD}"/>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412C1E67-8C1F-8717-0E72-BB4D7AD017FE}"/>
              </a:ext>
            </a:extLst>
          </p:cNvPr>
          <p:cNvSpPr>
            <a:spLocks noGrp="1"/>
          </p:cNvSpPr>
          <p:nvPr>
            <p:ph type="sldNum" sz="quarter" idx="12"/>
          </p:nvPr>
        </p:nvSpPr>
        <p:spPr/>
        <p:txBody>
          <a:bodyPr/>
          <a:lstStyle/>
          <a:p>
            <a:fld id="{38826FC0-333C-E549-9FA3-0EE43DF298A3}" type="slidenum">
              <a:rPr lang="en-US" smtClean="0"/>
              <a:pPr/>
              <a:t>4</a:t>
            </a:fld>
            <a:endParaRPr lang="en-US" dirty="0"/>
          </a:p>
        </p:txBody>
      </p:sp>
      <p:sp>
        <p:nvSpPr>
          <p:cNvPr id="9" name="TextBox 8">
            <a:extLst>
              <a:ext uri="{FF2B5EF4-FFF2-40B4-BE49-F238E27FC236}">
                <a16:creationId xmlns:a16="http://schemas.microsoft.com/office/drawing/2014/main" id="{66414104-502C-409E-1911-543DBBDB5E95}"/>
              </a:ext>
            </a:extLst>
          </p:cNvPr>
          <p:cNvSpPr txBox="1"/>
          <p:nvPr/>
        </p:nvSpPr>
        <p:spPr>
          <a:xfrm>
            <a:off x="822960" y="1109117"/>
            <a:ext cx="9926320" cy="2308324"/>
          </a:xfrm>
          <a:prstGeom prst="rect">
            <a:avLst/>
          </a:prstGeom>
          <a:solidFill>
            <a:srgbClr val="F6F6F5"/>
          </a:solidFill>
        </p:spPr>
        <p:txBody>
          <a:bodyPr wrap="square">
            <a:spAutoFit/>
          </a:bodyPr>
          <a:lstStyle/>
          <a:p>
            <a:r>
              <a:rPr lang="en-IN" b="1" dirty="0">
                <a:latin typeface="Comic Sans MS" panose="030F0702030302020204" pitchFamily="66" charset="0"/>
              </a:rPr>
              <a:t>Use XPath with local-name():</a:t>
            </a:r>
          </a:p>
          <a:p>
            <a:endParaRPr lang="en-IN" dirty="0">
              <a:latin typeface="Comic Sans MS" panose="030F0702030302020204" pitchFamily="66" charset="0"/>
            </a:endParaRPr>
          </a:p>
          <a:p>
            <a:r>
              <a:rPr lang="en-IN" dirty="0">
                <a:latin typeface="Comic Sans MS" panose="030F0702030302020204" pitchFamily="66" charset="0"/>
              </a:rPr>
              <a:t>SVG tags are in a different namespace, so you can’t just use //</a:t>
            </a:r>
            <a:r>
              <a:rPr lang="en-IN" dirty="0" err="1">
                <a:latin typeface="Comic Sans MS" panose="030F0702030302020204" pitchFamily="66" charset="0"/>
              </a:rPr>
              <a:t>svg</a:t>
            </a:r>
            <a:r>
              <a:rPr lang="en-IN" dirty="0">
                <a:latin typeface="Comic Sans MS" panose="030F0702030302020204" pitchFamily="66" charset="0"/>
              </a:rPr>
              <a:t>. Instead:</a:t>
            </a:r>
          </a:p>
          <a:p>
            <a:endParaRPr lang="en-IN" dirty="0">
              <a:latin typeface="Comic Sans MS" panose="030F0702030302020204" pitchFamily="66" charset="0"/>
            </a:endParaRPr>
          </a:p>
          <a:p>
            <a:pPr>
              <a:buNone/>
            </a:pPr>
            <a:r>
              <a:rPr lang="en-IN" dirty="0" err="1">
                <a:effectLst/>
                <a:latin typeface="Courier New" panose="02070309020205020404" pitchFamily="49" charset="0"/>
              </a:rPr>
              <a:t>WebElement</a:t>
            </a:r>
            <a:r>
              <a:rPr lang="en-IN" dirty="0">
                <a:effectLst/>
                <a:latin typeface="Courier New" panose="02070309020205020404" pitchFamily="49" charset="0"/>
              </a:rPr>
              <a:t> </a:t>
            </a:r>
            <a:r>
              <a:rPr lang="en-IN" dirty="0" err="1">
                <a:effectLst/>
                <a:latin typeface="Courier New" panose="02070309020205020404" pitchFamily="49" charset="0"/>
              </a:rPr>
              <a:t>svgElement</a:t>
            </a:r>
            <a:r>
              <a:rPr lang="en-IN" dirty="0">
                <a:effectLst/>
                <a:latin typeface="Courier New" panose="02070309020205020404" pitchFamily="49" charset="0"/>
              </a:rPr>
              <a:t> = </a:t>
            </a:r>
            <a:r>
              <a:rPr lang="en-IN" dirty="0" err="1">
                <a:effectLst/>
                <a:latin typeface="Courier New" panose="02070309020205020404" pitchFamily="49" charset="0"/>
              </a:rPr>
              <a:t>driver.findElement</a:t>
            </a:r>
            <a:r>
              <a:rPr lang="en-IN" dirty="0">
                <a:effectLst/>
                <a:latin typeface="Courier New" panose="02070309020205020404" pitchFamily="49" charset="0"/>
              </a:rPr>
              <a:t>(</a:t>
            </a:r>
          </a:p>
          <a:p>
            <a:pPr>
              <a:buNone/>
            </a:pPr>
            <a:r>
              <a:rPr lang="en-IN" dirty="0">
                <a:effectLst/>
                <a:latin typeface="Courier New" panose="02070309020205020404" pitchFamily="49" charset="0"/>
              </a:rPr>
              <a:t>    </a:t>
            </a:r>
            <a:r>
              <a:rPr lang="en-IN" dirty="0" err="1">
                <a:effectLst/>
                <a:latin typeface="Courier New" panose="02070309020205020404" pitchFamily="49" charset="0"/>
              </a:rPr>
              <a:t>By.xpath</a:t>
            </a:r>
            <a:r>
              <a:rPr lang="en-IN" dirty="0">
                <a:effectLst/>
                <a:latin typeface="Courier New" panose="02070309020205020404" pitchFamily="49" charset="0"/>
              </a:rPr>
              <a:t>("//*[local-name()='</a:t>
            </a:r>
            <a:r>
              <a:rPr lang="en-IN" dirty="0" err="1">
                <a:effectLst/>
                <a:latin typeface="Courier New" panose="02070309020205020404" pitchFamily="49" charset="0"/>
              </a:rPr>
              <a:t>svg</a:t>
            </a:r>
            <a:r>
              <a:rPr lang="en-IN" dirty="0">
                <a:effectLst/>
                <a:latin typeface="Courier New" panose="02070309020205020404" pitchFamily="49" charset="0"/>
              </a:rPr>
              <a:t>']//*[local-name()='path']"));</a:t>
            </a:r>
          </a:p>
          <a:p>
            <a:endParaRPr lang="en-IN" dirty="0">
              <a:latin typeface="Comic Sans MS" panose="030F0702030302020204" pitchFamily="66" charset="0"/>
            </a:endParaRPr>
          </a:p>
          <a:p>
            <a:r>
              <a:rPr lang="en-IN" dirty="0">
                <a:latin typeface="Comic Sans MS" panose="030F0702030302020204" pitchFamily="66" charset="0"/>
              </a:rPr>
              <a:t>This ensures Selenium recognizes the SVG element.</a:t>
            </a:r>
          </a:p>
        </p:txBody>
      </p:sp>
      <p:sp>
        <p:nvSpPr>
          <p:cNvPr id="11" name="TextBox 10">
            <a:extLst>
              <a:ext uri="{FF2B5EF4-FFF2-40B4-BE49-F238E27FC236}">
                <a16:creationId xmlns:a16="http://schemas.microsoft.com/office/drawing/2014/main" id="{A8C24A13-FD94-B827-AE27-5BC72EFD8276}"/>
              </a:ext>
            </a:extLst>
          </p:cNvPr>
          <p:cNvSpPr txBox="1"/>
          <p:nvPr/>
        </p:nvSpPr>
        <p:spPr>
          <a:xfrm>
            <a:off x="822960" y="3894350"/>
            <a:ext cx="9997440" cy="2308324"/>
          </a:xfrm>
          <a:prstGeom prst="rect">
            <a:avLst/>
          </a:prstGeom>
          <a:solidFill>
            <a:srgbClr val="F6F6F5"/>
          </a:solidFill>
        </p:spPr>
        <p:txBody>
          <a:bodyPr wrap="square">
            <a:spAutoFit/>
          </a:bodyPr>
          <a:lstStyle/>
          <a:p>
            <a:pPr>
              <a:lnSpc>
                <a:spcPct val="150000"/>
              </a:lnSpc>
              <a:buNone/>
            </a:pPr>
            <a:r>
              <a:rPr lang="en-US" b="1" dirty="0">
                <a:effectLst/>
                <a:latin typeface="Comic Sans MS" panose="030F0702030302020204" pitchFamily="66" charset="0"/>
              </a:rPr>
              <a:t>Target Specific Attributes:</a:t>
            </a:r>
          </a:p>
          <a:p>
            <a:pPr>
              <a:lnSpc>
                <a:spcPct val="150000"/>
              </a:lnSpc>
              <a:buNone/>
            </a:pPr>
            <a:r>
              <a:rPr lang="en-US" dirty="0">
                <a:effectLst/>
                <a:latin typeface="Comic Sans MS" panose="030F0702030302020204" pitchFamily="66" charset="0"/>
              </a:rPr>
              <a:t>If the SVG element has an attribute (like id, fill, or d), you can use:</a:t>
            </a:r>
          </a:p>
          <a:p>
            <a:pPr>
              <a:buNone/>
            </a:pPr>
            <a:endParaRPr lang="en-US" dirty="0">
              <a:effectLst/>
              <a:latin typeface="Courier New" panose="02070309020205020404" pitchFamily="49" charset="0"/>
            </a:endParaRPr>
          </a:p>
          <a:p>
            <a:pPr>
              <a:buNone/>
            </a:pPr>
            <a:r>
              <a:rPr lang="en-US" dirty="0" err="1">
                <a:effectLst/>
                <a:latin typeface="Courier New" panose="02070309020205020404" pitchFamily="49" charset="0"/>
              </a:rPr>
              <a:t>WebElement</a:t>
            </a:r>
            <a:r>
              <a:rPr lang="en-US" dirty="0">
                <a:effectLst/>
                <a:latin typeface="Courier New" panose="02070309020205020404" pitchFamily="49" charset="0"/>
              </a:rPr>
              <a:t> </a:t>
            </a:r>
            <a:r>
              <a:rPr lang="en-US" dirty="0" err="1">
                <a:effectLst/>
                <a:latin typeface="Courier New" panose="02070309020205020404" pitchFamily="49" charset="0"/>
              </a:rPr>
              <a:t>pathElement</a:t>
            </a:r>
            <a:r>
              <a:rPr lang="en-US" dirty="0">
                <a:effectLst/>
                <a:latin typeface="Courier New" panose="02070309020205020404" pitchFamily="49" charset="0"/>
              </a:rPr>
              <a:t> = </a:t>
            </a:r>
            <a:r>
              <a:rPr lang="en-US" dirty="0" err="1">
                <a:effectLst/>
                <a:latin typeface="Courier New" panose="02070309020205020404" pitchFamily="49" charset="0"/>
              </a:rPr>
              <a:t>driver.findElement</a:t>
            </a:r>
            <a:r>
              <a:rPr lang="en-US" dirty="0">
                <a:effectLst/>
                <a:latin typeface="Courier New" panose="02070309020205020404" pitchFamily="49" charset="0"/>
              </a:rPr>
              <a:t>(</a:t>
            </a:r>
          </a:p>
          <a:p>
            <a:pPr>
              <a:buNone/>
            </a:pPr>
            <a:r>
              <a:rPr lang="en-US" dirty="0">
                <a:effectLst/>
                <a:latin typeface="Courier New" panose="02070309020205020404" pitchFamily="49" charset="0"/>
              </a:rPr>
              <a:t>    </a:t>
            </a:r>
            <a:r>
              <a:rPr lang="en-US" dirty="0" err="1">
                <a:effectLst/>
                <a:latin typeface="Courier New" panose="02070309020205020404" pitchFamily="49" charset="0"/>
              </a:rPr>
              <a:t>By.xpath</a:t>
            </a:r>
            <a:r>
              <a:rPr lang="en-US" dirty="0">
                <a:effectLst/>
                <a:latin typeface="Courier New" panose="02070309020205020404" pitchFamily="49" charset="0"/>
              </a:rPr>
              <a:t>("//*[local-name()='</a:t>
            </a:r>
            <a:r>
              <a:rPr lang="en-US" dirty="0" err="1">
                <a:effectLst/>
                <a:latin typeface="Courier New" panose="02070309020205020404" pitchFamily="49" charset="0"/>
              </a:rPr>
              <a:t>svg</a:t>
            </a:r>
            <a:r>
              <a:rPr lang="en-US" dirty="0">
                <a:effectLst/>
                <a:latin typeface="Courier New" panose="02070309020205020404" pitchFamily="49" charset="0"/>
              </a:rPr>
              <a:t>']//*[local-name()='path' and @id='myPath']")</a:t>
            </a:r>
          </a:p>
          <a:p>
            <a:pPr>
              <a:buNone/>
            </a:pPr>
            <a:r>
              <a:rPr lang="en-US" dirty="0">
                <a:effectLst/>
                <a:latin typeface="Courier New" panose="02070309020205020404" pitchFamily="49" charset="0"/>
              </a:rPr>
              <a:t>);</a:t>
            </a:r>
          </a:p>
        </p:txBody>
      </p:sp>
    </p:spTree>
    <p:extLst>
      <p:ext uri="{BB962C8B-B14F-4D97-AF65-F5344CB8AC3E}">
        <p14:creationId xmlns:p14="http://schemas.microsoft.com/office/powerpoint/2010/main" val="1872751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92361-F276-CFDE-9A97-955713F25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23E31-0E1F-85E7-1363-34097598B140}"/>
              </a:ext>
            </a:extLst>
          </p:cNvPr>
          <p:cNvSpPr>
            <a:spLocks noGrp="1"/>
          </p:cNvSpPr>
          <p:nvPr>
            <p:ph type="title"/>
          </p:nvPr>
        </p:nvSpPr>
        <p:spPr/>
        <p:txBody>
          <a:bodyPr/>
          <a:lstStyle/>
          <a:p>
            <a:r>
              <a:rPr lang="en-IN" dirty="0"/>
              <a:t>SVG Elements</a:t>
            </a:r>
          </a:p>
        </p:txBody>
      </p:sp>
      <p:sp>
        <p:nvSpPr>
          <p:cNvPr id="4" name="Footer Placeholder 3">
            <a:extLst>
              <a:ext uri="{FF2B5EF4-FFF2-40B4-BE49-F238E27FC236}">
                <a16:creationId xmlns:a16="http://schemas.microsoft.com/office/drawing/2014/main" id="{C501422A-9E43-9733-A6FE-F99F50AC2FB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3BFDF8B3-FE59-69DD-6DC8-98C5FD6DF9C2}"/>
              </a:ext>
            </a:extLst>
          </p:cNvPr>
          <p:cNvSpPr>
            <a:spLocks noGrp="1"/>
          </p:cNvSpPr>
          <p:nvPr>
            <p:ph type="sldNum" sz="quarter" idx="12"/>
          </p:nvPr>
        </p:nvSpPr>
        <p:spPr/>
        <p:txBody>
          <a:bodyPr/>
          <a:lstStyle/>
          <a:p>
            <a:fld id="{38826FC0-333C-E549-9FA3-0EE43DF298A3}" type="slidenum">
              <a:rPr lang="en-US" smtClean="0"/>
              <a:pPr/>
              <a:t>5</a:t>
            </a:fld>
            <a:endParaRPr lang="en-US" dirty="0"/>
          </a:p>
        </p:txBody>
      </p:sp>
      <p:sp>
        <p:nvSpPr>
          <p:cNvPr id="9" name="TextBox 8">
            <a:extLst>
              <a:ext uri="{FF2B5EF4-FFF2-40B4-BE49-F238E27FC236}">
                <a16:creationId xmlns:a16="http://schemas.microsoft.com/office/drawing/2014/main" id="{97D5B325-EDBD-661D-5A92-0A7CA7C57809}"/>
              </a:ext>
            </a:extLst>
          </p:cNvPr>
          <p:cNvSpPr txBox="1"/>
          <p:nvPr/>
        </p:nvSpPr>
        <p:spPr>
          <a:xfrm>
            <a:off x="822960" y="1109117"/>
            <a:ext cx="9926320" cy="2308324"/>
          </a:xfrm>
          <a:prstGeom prst="rect">
            <a:avLst/>
          </a:prstGeom>
          <a:solidFill>
            <a:srgbClr val="F6F6F5"/>
          </a:solidFill>
        </p:spPr>
        <p:txBody>
          <a:bodyPr wrap="square">
            <a:spAutoFit/>
          </a:bodyPr>
          <a:lstStyle/>
          <a:p>
            <a:r>
              <a:rPr lang="en-US" b="1" dirty="0">
                <a:latin typeface="Comic Sans MS" panose="030F0702030302020204" pitchFamily="66" charset="0"/>
              </a:rPr>
              <a:t>Use the Actions Class for Interactions:</a:t>
            </a:r>
          </a:p>
          <a:p>
            <a:endParaRPr lang="en-US" dirty="0">
              <a:latin typeface="Comic Sans MS" panose="030F0702030302020204" pitchFamily="66" charset="0"/>
            </a:endParaRPr>
          </a:p>
          <a:p>
            <a:r>
              <a:rPr lang="en-US" dirty="0">
                <a:latin typeface="Comic Sans MS" panose="030F0702030302020204" pitchFamily="66" charset="0"/>
              </a:rPr>
              <a:t>Sometimes click() doesn’t work directly on </a:t>
            </a:r>
            <a:r>
              <a:rPr lang="en-US" dirty="0" err="1">
                <a:latin typeface="Comic Sans MS" panose="030F0702030302020204" pitchFamily="66" charset="0"/>
              </a:rPr>
              <a:t>SVGs.</a:t>
            </a:r>
            <a:r>
              <a:rPr lang="en-US" dirty="0">
                <a:latin typeface="Comic Sans MS" panose="030F0702030302020204" pitchFamily="66" charset="0"/>
              </a:rPr>
              <a:t> Use</a:t>
            </a:r>
          </a:p>
          <a:p>
            <a:endParaRPr lang="en-US" dirty="0">
              <a:latin typeface="Comic Sans MS" panose="030F0702030302020204" pitchFamily="66" charset="0"/>
            </a:endParaRPr>
          </a:p>
          <a:p>
            <a:pPr>
              <a:buNone/>
            </a:pPr>
            <a:r>
              <a:rPr lang="en-IN" dirty="0">
                <a:effectLst/>
                <a:latin typeface="Courier New" panose="02070309020205020404" pitchFamily="49" charset="0"/>
              </a:rPr>
              <a:t>Actions </a:t>
            </a:r>
            <a:r>
              <a:rPr lang="en-IN" dirty="0" err="1">
                <a:effectLst/>
                <a:latin typeface="Courier New" panose="02070309020205020404" pitchFamily="49" charset="0"/>
              </a:rPr>
              <a:t>actions</a:t>
            </a:r>
            <a:r>
              <a:rPr lang="en-IN" dirty="0">
                <a:effectLst/>
                <a:latin typeface="Courier New" panose="02070309020205020404" pitchFamily="49" charset="0"/>
              </a:rPr>
              <a:t> = new Actions(driver);</a:t>
            </a:r>
          </a:p>
          <a:p>
            <a:pPr>
              <a:buNone/>
            </a:pPr>
            <a:r>
              <a:rPr lang="en-IN" dirty="0" err="1">
                <a:effectLst/>
                <a:latin typeface="Courier New" panose="02070309020205020404" pitchFamily="49" charset="0"/>
              </a:rPr>
              <a:t>actions.moveToElement</a:t>
            </a:r>
            <a:r>
              <a:rPr lang="en-IN" dirty="0">
                <a:effectLst/>
                <a:latin typeface="Courier New" panose="02070309020205020404" pitchFamily="49" charset="0"/>
              </a:rPr>
              <a:t>(</a:t>
            </a:r>
            <a:r>
              <a:rPr lang="en-IN" dirty="0" err="1">
                <a:effectLst/>
                <a:latin typeface="Courier New" panose="02070309020205020404" pitchFamily="49" charset="0"/>
              </a:rPr>
              <a:t>pathElement</a:t>
            </a:r>
            <a:r>
              <a:rPr lang="en-IN" dirty="0">
                <a:effectLst/>
                <a:latin typeface="Courier New" panose="02070309020205020404" pitchFamily="49" charset="0"/>
              </a:rPr>
              <a:t>).click().perform();</a:t>
            </a:r>
          </a:p>
          <a:p>
            <a:endParaRPr lang="en-US" dirty="0">
              <a:latin typeface="Comic Sans MS" panose="030F0702030302020204" pitchFamily="66" charset="0"/>
            </a:endParaRPr>
          </a:p>
          <a:p>
            <a:r>
              <a:rPr lang="en-US" dirty="0">
                <a:latin typeface="Comic Sans MS" panose="030F0702030302020204" pitchFamily="66" charset="0"/>
              </a:rPr>
              <a:t>This simulates a real user interaction</a:t>
            </a:r>
          </a:p>
        </p:txBody>
      </p:sp>
      <p:sp>
        <p:nvSpPr>
          <p:cNvPr id="11" name="TextBox 10">
            <a:extLst>
              <a:ext uri="{FF2B5EF4-FFF2-40B4-BE49-F238E27FC236}">
                <a16:creationId xmlns:a16="http://schemas.microsoft.com/office/drawing/2014/main" id="{DEC2DB04-47E6-2567-CEEF-993138B6DBA3}"/>
              </a:ext>
            </a:extLst>
          </p:cNvPr>
          <p:cNvSpPr txBox="1"/>
          <p:nvPr/>
        </p:nvSpPr>
        <p:spPr>
          <a:xfrm>
            <a:off x="822960" y="3894350"/>
            <a:ext cx="9997440" cy="2677849"/>
          </a:xfrm>
          <a:prstGeom prst="rect">
            <a:avLst/>
          </a:prstGeom>
          <a:solidFill>
            <a:srgbClr val="F6F6F5"/>
          </a:solidFill>
        </p:spPr>
        <p:txBody>
          <a:bodyPr wrap="square">
            <a:spAutoFit/>
          </a:bodyPr>
          <a:lstStyle/>
          <a:p>
            <a:pPr>
              <a:lnSpc>
                <a:spcPct val="150000"/>
              </a:lnSpc>
              <a:buNone/>
            </a:pPr>
            <a:r>
              <a:rPr lang="en-US" b="1" dirty="0">
                <a:effectLst/>
                <a:latin typeface="Comic Sans MS" panose="030F0702030302020204" pitchFamily="66" charset="0"/>
              </a:rPr>
              <a:t>Example: Clicking a Chart Point</a:t>
            </a:r>
          </a:p>
          <a:p>
            <a:pPr>
              <a:lnSpc>
                <a:spcPct val="150000"/>
              </a:lnSpc>
              <a:buNone/>
            </a:pPr>
            <a:endParaRPr lang="en-US" b="1" dirty="0">
              <a:latin typeface="Comic Sans MS" panose="030F0702030302020204" pitchFamily="66" charset="0"/>
            </a:endParaRPr>
          </a:p>
          <a:p>
            <a:pPr>
              <a:buNone/>
            </a:pPr>
            <a:r>
              <a:rPr lang="en-US" dirty="0" err="1">
                <a:effectLst/>
                <a:latin typeface="Courier New" panose="02070309020205020404" pitchFamily="49" charset="0"/>
              </a:rPr>
              <a:t>WebElement</a:t>
            </a:r>
            <a:r>
              <a:rPr lang="en-US" dirty="0">
                <a:effectLst/>
                <a:latin typeface="Courier New" panose="02070309020205020404" pitchFamily="49" charset="0"/>
              </a:rPr>
              <a:t> </a:t>
            </a:r>
            <a:r>
              <a:rPr lang="en-US" dirty="0" err="1">
                <a:effectLst/>
                <a:latin typeface="Courier New" panose="02070309020205020404" pitchFamily="49" charset="0"/>
              </a:rPr>
              <a:t>chartPoint</a:t>
            </a:r>
            <a:r>
              <a:rPr lang="en-US" dirty="0">
                <a:effectLst/>
                <a:latin typeface="Courier New" panose="02070309020205020404" pitchFamily="49" charset="0"/>
              </a:rPr>
              <a:t> = </a:t>
            </a:r>
            <a:r>
              <a:rPr lang="en-US" dirty="0" err="1">
                <a:effectLst/>
                <a:latin typeface="Courier New" panose="02070309020205020404" pitchFamily="49" charset="0"/>
              </a:rPr>
              <a:t>driver.findElement</a:t>
            </a:r>
            <a:r>
              <a:rPr lang="en-US" dirty="0">
                <a:effectLst/>
                <a:latin typeface="Courier New" panose="02070309020205020404" pitchFamily="49" charset="0"/>
              </a:rPr>
              <a:t>(</a:t>
            </a:r>
          </a:p>
          <a:p>
            <a:pPr>
              <a:buNone/>
            </a:pPr>
            <a:r>
              <a:rPr lang="en-US" dirty="0">
                <a:effectLst/>
                <a:latin typeface="Courier New" panose="02070309020205020404" pitchFamily="49" charset="0"/>
              </a:rPr>
              <a:t>    </a:t>
            </a:r>
            <a:r>
              <a:rPr lang="en-US" dirty="0" err="1">
                <a:effectLst/>
                <a:latin typeface="Courier New" panose="02070309020205020404" pitchFamily="49" charset="0"/>
              </a:rPr>
              <a:t>By.xpath</a:t>
            </a:r>
            <a:r>
              <a:rPr lang="en-US" dirty="0">
                <a:effectLst/>
                <a:latin typeface="Courier New" panose="02070309020205020404" pitchFamily="49" charset="0"/>
              </a:rPr>
              <a:t>("//*[local-name()='</a:t>
            </a:r>
            <a:r>
              <a:rPr lang="en-US" dirty="0" err="1">
                <a:effectLst/>
                <a:latin typeface="Courier New" panose="02070309020205020404" pitchFamily="49" charset="0"/>
              </a:rPr>
              <a:t>svg</a:t>
            </a:r>
            <a:r>
              <a:rPr lang="en-US" dirty="0">
                <a:effectLst/>
                <a:latin typeface="Courier New" panose="02070309020205020404" pitchFamily="49" charset="0"/>
              </a:rPr>
              <a:t>']//*[local-name()='circle' and @class='data-point']")</a:t>
            </a:r>
          </a:p>
          <a:p>
            <a:pPr>
              <a:buNone/>
            </a:pPr>
            <a:r>
              <a:rPr lang="en-US" dirty="0">
                <a:effectLst/>
                <a:latin typeface="Courier New" panose="02070309020205020404" pitchFamily="49" charset="0"/>
              </a:rPr>
              <a:t>);</a:t>
            </a:r>
          </a:p>
          <a:p>
            <a:pPr>
              <a:buNone/>
            </a:pPr>
            <a:r>
              <a:rPr lang="en-US" dirty="0" err="1">
                <a:effectLst/>
                <a:latin typeface="Courier New" panose="02070309020205020404" pitchFamily="49" charset="0"/>
              </a:rPr>
              <a:t>chartPoint.click</a:t>
            </a:r>
            <a:r>
              <a:rPr lang="en-US" dirty="0">
                <a:effectLst/>
                <a:latin typeface="Courier New" panose="02070309020205020404" pitchFamily="49" charset="0"/>
              </a:rPr>
              <a:t>();</a:t>
            </a:r>
          </a:p>
          <a:p>
            <a:pPr>
              <a:lnSpc>
                <a:spcPct val="150000"/>
              </a:lnSpc>
              <a:buNone/>
            </a:pPr>
            <a:endParaRPr lang="en-US" b="1" dirty="0">
              <a:latin typeface="Comic Sans MS" panose="030F0702030302020204" pitchFamily="66" charset="0"/>
            </a:endParaRPr>
          </a:p>
        </p:txBody>
      </p:sp>
    </p:spTree>
    <p:extLst>
      <p:ext uri="{BB962C8B-B14F-4D97-AF65-F5344CB8AC3E}">
        <p14:creationId xmlns:p14="http://schemas.microsoft.com/office/powerpoint/2010/main" val="3803175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4D3B7-0F51-E4C6-2056-7A876A652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BFEF7-3BDA-8D75-58B1-8347EE9AD6DA}"/>
              </a:ext>
            </a:extLst>
          </p:cNvPr>
          <p:cNvSpPr>
            <a:spLocks noGrp="1"/>
          </p:cNvSpPr>
          <p:nvPr>
            <p:ph type="title"/>
          </p:nvPr>
        </p:nvSpPr>
        <p:spPr/>
        <p:txBody>
          <a:bodyPr/>
          <a:lstStyle/>
          <a:p>
            <a:r>
              <a:rPr lang="en-IN" dirty="0"/>
              <a:t>Shadow DOM</a:t>
            </a:r>
          </a:p>
        </p:txBody>
      </p:sp>
      <p:sp>
        <p:nvSpPr>
          <p:cNvPr id="4" name="Footer Placeholder 3">
            <a:extLst>
              <a:ext uri="{FF2B5EF4-FFF2-40B4-BE49-F238E27FC236}">
                <a16:creationId xmlns:a16="http://schemas.microsoft.com/office/drawing/2014/main" id="{F9F1CC57-BD82-9BE6-06AF-0DAF2B482E2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C1DAA3B0-49C9-0778-78B3-31A39263A1D1}"/>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9" name="Rectangle 4">
            <a:extLst>
              <a:ext uri="{FF2B5EF4-FFF2-40B4-BE49-F238E27FC236}">
                <a16:creationId xmlns:a16="http://schemas.microsoft.com/office/drawing/2014/main" id="{EB84D921-99DF-3FE3-10E5-6625F8F9E659}"/>
              </a:ext>
            </a:extLst>
          </p:cNvPr>
          <p:cNvSpPr>
            <a:spLocks noChangeArrowheads="1"/>
          </p:cNvSpPr>
          <p:nvPr/>
        </p:nvSpPr>
        <p:spPr bwMode="auto">
          <a:xfrm>
            <a:off x="822960" y="1265797"/>
            <a:ext cx="10078720" cy="3785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b="1" dirty="0">
                <a:latin typeface="Comic Sans MS" panose="030F0702030302020204" pitchFamily="66" charset="0"/>
              </a:rPr>
              <a:t>Shadow DOM</a:t>
            </a:r>
            <a:r>
              <a:rPr lang="en-US" altLang="en-US" dirty="0">
                <a:latin typeface="Comic Sans MS" panose="030F0702030302020204" pitchFamily="66" charset="0"/>
              </a:rPr>
              <a:t> is a web standard that encapsulates part of the DOM tree, isolating styles and elements from the main document.</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dirty="0">
                <a:latin typeface="Comic Sans MS" panose="030F0702030302020204" pitchFamily="66" charset="0"/>
              </a:rPr>
              <a:t>Elements inside a shadow root are </a:t>
            </a:r>
            <a:r>
              <a:rPr lang="en-US" altLang="en-US" b="1" dirty="0">
                <a:latin typeface="Comic Sans MS" panose="030F0702030302020204" pitchFamily="66" charset="0"/>
              </a:rPr>
              <a:t>not accessible</a:t>
            </a:r>
            <a:r>
              <a:rPr lang="en-US" altLang="en-US" dirty="0">
                <a:latin typeface="Comic Sans MS" panose="030F0702030302020204" pitchFamily="66" charset="0"/>
              </a:rPr>
              <a:t> with normal Selenium locators.</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dirty="0">
                <a:latin typeface="Comic Sans MS" panose="030F0702030302020204" pitchFamily="66" charset="0"/>
              </a:rPr>
              <a:t>Example: Web components often use Shadow DOM to hide internal structure.</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dirty="0">
                <a:latin typeface="Comic Sans MS" panose="030F0702030302020204" pitchFamily="66" charset="0"/>
              </a:rPr>
              <a:t>Shadow DOM works by allowing you to attach a hidden, separate Document Object Model (DOM) to an element. This hidden DOM is known as the ‘Shadow DOM’, and the element it’s attached to is referred to as the ‘Shadow Host’.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dirty="0">
                <a:latin typeface="Comic Sans MS" panose="030F0702030302020204" pitchFamily="66" charset="0"/>
              </a:rPr>
              <a:t>A Shadow DOM can have additional Shadow Hosts nested under it—this is called a Shadow Tree.</a:t>
            </a:r>
          </a:p>
        </p:txBody>
      </p:sp>
    </p:spTree>
    <p:extLst>
      <p:ext uri="{BB962C8B-B14F-4D97-AF65-F5344CB8AC3E}">
        <p14:creationId xmlns:p14="http://schemas.microsoft.com/office/powerpoint/2010/main" val="563666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93CEF-B02F-6C3F-5901-E7F75208F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6B72C-E7DC-CEC4-B169-87842EBAFAD6}"/>
              </a:ext>
            </a:extLst>
          </p:cNvPr>
          <p:cNvSpPr>
            <a:spLocks noGrp="1"/>
          </p:cNvSpPr>
          <p:nvPr>
            <p:ph type="title"/>
          </p:nvPr>
        </p:nvSpPr>
        <p:spPr/>
        <p:txBody>
          <a:bodyPr/>
          <a:lstStyle/>
          <a:p>
            <a:r>
              <a:rPr lang="en-IN" dirty="0"/>
              <a:t>Shadow DOM</a:t>
            </a:r>
          </a:p>
        </p:txBody>
      </p:sp>
      <p:sp>
        <p:nvSpPr>
          <p:cNvPr id="4" name="Footer Placeholder 3">
            <a:extLst>
              <a:ext uri="{FF2B5EF4-FFF2-40B4-BE49-F238E27FC236}">
                <a16:creationId xmlns:a16="http://schemas.microsoft.com/office/drawing/2014/main" id="{38B863E2-F8BE-D491-D235-BA109FBA08D3}"/>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B16D1404-B1A8-8F14-CFC2-81E0F003E51D}"/>
              </a:ext>
            </a:extLst>
          </p:cNvPr>
          <p:cNvSpPr>
            <a:spLocks noGrp="1"/>
          </p:cNvSpPr>
          <p:nvPr>
            <p:ph type="sldNum" sz="quarter" idx="12"/>
          </p:nvPr>
        </p:nvSpPr>
        <p:spPr/>
        <p:txBody>
          <a:bodyPr/>
          <a:lstStyle/>
          <a:p>
            <a:fld id="{38826FC0-333C-E549-9FA3-0EE43DF298A3}" type="slidenum">
              <a:rPr lang="en-US" smtClean="0"/>
              <a:pPr/>
              <a:t>7</a:t>
            </a:fld>
            <a:endParaRPr lang="en-US" dirty="0"/>
          </a:p>
        </p:txBody>
      </p:sp>
      <p:pic>
        <p:nvPicPr>
          <p:cNvPr id="3" name="Picture 2" descr="A diagram of a tree&#10;&#10;AI-generated content may be incorrect.">
            <a:extLst>
              <a:ext uri="{FF2B5EF4-FFF2-40B4-BE49-F238E27FC236}">
                <a16:creationId xmlns:a16="http://schemas.microsoft.com/office/drawing/2014/main" id="{98C7ACB8-F472-2916-BD69-FEF9B9408579}"/>
              </a:ext>
            </a:extLst>
          </p:cNvPr>
          <p:cNvPicPr>
            <a:picLocks noChangeAspect="1"/>
          </p:cNvPicPr>
          <p:nvPr/>
        </p:nvPicPr>
        <p:blipFill>
          <a:blip r:embed="rId2"/>
          <a:stretch>
            <a:fillRect/>
          </a:stretch>
        </p:blipFill>
        <p:spPr>
          <a:xfrm>
            <a:off x="1086485" y="1159510"/>
            <a:ext cx="5731510" cy="2771140"/>
          </a:xfrm>
          <a:prstGeom prst="rect">
            <a:avLst/>
          </a:prstGeom>
        </p:spPr>
      </p:pic>
      <p:sp>
        <p:nvSpPr>
          <p:cNvPr id="7" name="TextBox 6">
            <a:extLst>
              <a:ext uri="{FF2B5EF4-FFF2-40B4-BE49-F238E27FC236}">
                <a16:creationId xmlns:a16="http://schemas.microsoft.com/office/drawing/2014/main" id="{B3DA1224-8AE0-B0DF-FF24-29CAD0AC81F9}"/>
              </a:ext>
            </a:extLst>
          </p:cNvPr>
          <p:cNvSpPr txBox="1"/>
          <p:nvPr/>
        </p:nvSpPr>
        <p:spPr>
          <a:xfrm>
            <a:off x="2976880" y="4084660"/>
            <a:ext cx="7985760" cy="2162130"/>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Shadow host: The regular DOM node that the shadow DOM is attached to.</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Shadow tree: The DOM tree inside the shadow DOM.</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Shadow boundary: the place where the shadow DOM ends, and the regular DOM begins.</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Shadow root: The root node of the shadow tree.</a:t>
            </a:r>
          </a:p>
        </p:txBody>
      </p:sp>
    </p:spTree>
    <p:extLst>
      <p:ext uri="{BB962C8B-B14F-4D97-AF65-F5344CB8AC3E}">
        <p14:creationId xmlns:p14="http://schemas.microsoft.com/office/powerpoint/2010/main" val="505482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E4B42-C10A-35AE-AB4E-4A316D222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0464F-A4F6-3F6D-B13D-5684AEBB4689}"/>
              </a:ext>
            </a:extLst>
          </p:cNvPr>
          <p:cNvSpPr>
            <a:spLocks noGrp="1"/>
          </p:cNvSpPr>
          <p:nvPr>
            <p:ph type="title"/>
          </p:nvPr>
        </p:nvSpPr>
        <p:spPr/>
        <p:txBody>
          <a:bodyPr/>
          <a:lstStyle/>
          <a:p>
            <a:r>
              <a:rPr lang="en-IN" dirty="0"/>
              <a:t>Shadow DOM</a:t>
            </a:r>
          </a:p>
        </p:txBody>
      </p:sp>
      <p:sp>
        <p:nvSpPr>
          <p:cNvPr id="4" name="Footer Placeholder 3">
            <a:extLst>
              <a:ext uri="{FF2B5EF4-FFF2-40B4-BE49-F238E27FC236}">
                <a16:creationId xmlns:a16="http://schemas.microsoft.com/office/drawing/2014/main" id="{0907D368-BE9B-0D6E-6F9F-20674DAABF59}"/>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0AF9708-B8DA-EB71-4879-F6CDC34AF90D}"/>
              </a:ext>
            </a:extLst>
          </p:cNvPr>
          <p:cNvSpPr>
            <a:spLocks noGrp="1"/>
          </p:cNvSpPr>
          <p:nvPr>
            <p:ph type="sldNum" sz="quarter" idx="12"/>
          </p:nvPr>
        </p:nvSpPr>
        <p:spPr/>
        <p:txBody>
          <a:bodyPr/>
          <a:lstStyle/>
          <a:p>
            <a:fld id="{38826FC0-333C-E549-9FA3-0EE43DF298A3}" type="slidenum">
              <a:rPr lang="en-US" smtClean="0"/>
              <a:pPr/>
              <a:t>8</a:t>
            </a:fld>
            <a:endParaRPr lang="en-US" dirty="0"/>
          </a:p>
        </p:txBody>
      </p:sp>
      <p:sp>
        <p:nvSpPr>
          <p:cNvPr id="6" name="TextBox 5">
            <a:extLst>
              <a:ext uri="{FF2B5EF4-FFF2-40B4-BE49-F238E27FC236}">
                <a16:creationId xmlns:a16="http://schemas.microsoft.com/office/drawing/2014/main" id="{6C088D9D-865D-ABCF-9EF4-2CE7D28222BE}"/>
              </a:ext>
            </a:extLst>
          </p:cNvPr>
          <p:cNvSpPr txBox="1"/>
          <p:nvPr/>
        </p:nvSpPr>
        <p:spPr>
          <a:xfrm>
            <a:off x="1117600" y="1179175"/>
            <a:ext cx="6096000" cy="877356"/>
          </a:xfrm>
          <a:prstGeom prst="rect">
            <a:avLst/>
          </a:prstGeom>
          <a:noFill/>
        </p:spPr>
        <p:txBody>
          <a:bodyPr wrap="square">
            <a:spAutoFit/>
          </a:bodyPr>
          <a:lstStyle/>
          <a:p>
            <a:pPr>
              <a:lnSpc>
                <a:spcPct val="150000"/>
              </a:lnSpc>
              <a:buNone/>
            </a:pPr>
            <a:r>
              <a:rPr lang="en-US" b="1" dirty="0">
                <a:effectLst/>
                <a:latin typeface="Comic Sans MS" panose="030F0702030302020204" pitchFamily="66" charset="0"/>
              </a:rPr>
              <a:t>Using Selenium 4’s </a:t>
            </a:r>
            <a:r>
              <a:rPr lang="en-US" b="1" dirty="0" err="1">
                <a:effectLst/>
                <a:latin typeface="Comic Sans MS" panose="030F0702030302020204" pitchFamily="66" charset="0"/>
              </a:rPr>
              <a:t>getShadowRoot</a:t>
            </a:r>
            <a:r>
              <a:rPr lang="en-US" b="1" dirty="0">
                <a:effectLst/>
                <a:latin typeface="Comic Sans MS" panose="030F0702030302020204" pitchFamily="66" charset="0"/>
              </a:rPr>
              <a:t>()</a:t>
            </a:r>
          </a:p>
          <a:p>
            <a:pPr>
              <a:lnSpc>
                <a:spcPct val="150000"/>
              </a:lnSpc>
              <a:buFont typeface="Arial" panose="020B0604020202020204" pitchFamily="34" charset="0"/>
              <a:buChar char="•"/>
            </a:pPr>
            <a:r>
              <a:rPr lang="en-US" dirty="0">
                <a:effectLst/>
                <a:latin typeface="Comic Sans MS" panose="030F0702030302020204" pitchFamily="66" charset="0"/>
              </a:rPr>
              <a:t>Selenium 4 added native support for Shadow DOM.</a:t>
            </a:r>
          </a:p>
        </p:txBody>
      </p:sp>
      <p:sp>
        <p:nvSpPr>
          <p:cNvPr id="8" name="TextBox 7">
            <a:extLst>
              <a:ext uri="{FF2B5EF4-FFF2-40B4-BE49-F238E27FC236}">
                <a16:creationId xmlns:a16="http://schemas.microsoft.com/office/drawing/2014/main" id="{7ECFDB01-9324-B4F5-13E3-11B41DF4EAE0}"/>
              </a:ext>
            </a:extLst>
          </p:cNvPr>
          <p:cNvSpPr txBox="1"/>
          <p:nvPr/>
        </p:nvSpPr>
        <p:spPr>
          <a:xfrm>
            <a:off x="1117600" y="2551837"/>
            <a:ext cx="10535920" cy="1754326"/>
          </a:xfrm>
          <a:prstGeom prst="rect">
            <a:avLst/>
          </a:prstGeom>
          <a:noFill/>
        </p:spPr>
        <p:txBody>
          <a:bodyPr wrap="square">
            <a:spAutoFit/>
          </a:bodyPr>
          <a:lstStyle/>
          <a:p>
            <a:pPr>
              <a:buNone/>
            </a:pPr>
            <a:r>
              <a:rPr lang="en-IN" dirty="0" err="1">
                <a:effectLst/>
                <a:latin typeface="Courier New" panose="02070309020205020404" pitchFamily="49" charset="0"/>
              </a:rPr>
              <a:t>WebElement</a:t>
            </a:r>
            <a:r>
              <a:rPr lang="en-IN" dirty="0">
                <a:effectLst/>
                <a:latin typeface="Courier New" panose="02070309020205020404" pitchFamily="49" charset="0"/>
              </a:rPr>
              <a:t> host = </a:t>
            </a:r>
            <a:r>
              <a:rPr lang="en-IN" dirty="0" err="1">
                <a:effectLst/>
                <a:latin typeface="Courier New" panose="02070309020205020404" pitchFamily="49" charset="0"/>
              </a:rPr>
              <a:t>driver.findElement</a:t>
            </a:r>
            <a:r>
              <a:rPr lang="en-IN" dirty="0">
                <a:effectLst/>
                <a:latin typeface="Courier New" panose="02070309020205020404" pitchFamily="49" charset="0"/>
              </a:rPr>
              <a:t>(</a:t>
            </a:r>
            <a:r>
              <a:rPr lang="en-IN" dirty="0" err="1">
                <a:effectLst/>
                <a:latin typeface="Courier New" panose="02070309020205020404" pitchFamily="49" charset="0"/>
              </a:rPr>
              <a:t>By.cssSelector</a:t>
            </a:r>
            <a:r>
              <a:rPr lang="en-IN" dirty="0">
                <a:effectLst/>
                <a:latin typeface="Courier New" panose="02070309020205020404" pitchFamily="49" charset="0"/>
              </a:rPr>
              <a:t>("</a:t>
            </a:r>
            <a:r>
              <a:rPr lang="en-IN" dirty="0" err="1">
                <a:effectLst/>
                <a:latin typeface="Courier New" panose="02070309020205020404" pitchFamily="49" charset="0"/>
              </a:rPr>
              <a:t>css</a:t>
            </a:r>
            <a:r>
              <a:rPr lang="en-IN" dirty="0">
                <a:effectLst/>
                <a:latin typeface="Courier New" panose="02070309020205020404" pitchFamily="49" charset="0"/>
              </a:rPr>
              <a:t>-selector-of-host"));</a:t>
            </a:r>
          </a:p>
          <a:p>
            <a:pPr>
              <a:buNone/>
            </a:pPr>
            <a:r>
              <a:rPr lang="en-IN" dirty="0" err="1">
                <a:effectLst/>
                <a:latin typeface="Courier New" panose="02070309020205020404" pitchFamily="49" charset="0"/>
              </a:rPr>
              <a:t>SearchContext</a:t>
            </a:r>
            <a:r>
              <a:rPr lang="en-IN" dirty="0">
                <a:effectLst/>
                <a:latin typeface="Courier New" panose="02070309020205020404" pitchFamily="49" charset="0"/>
              </a:rPr>
              <a:t> </a:t>
            </a:r>
            <a:r>
              <a:rPr lang="en-IN" dirty="0" err="1">
                <a:effectLst/>
                <a:latin typeface="Courier New" panose="02070309020205020404" pitchFamily="49" charset="0"/>
              </a:rPr>
              <a:t>shadowRoot</a:t>
            </a:r>
            <a:r>
              <a:rPr lang="en-IN" dirty="0">
                <a:effectLst/>
                <a:latin typeface="Courier New" panose="02070309020205020404" pitchFamily="49" charset="0"/>
              </a:rPr>
              <a:t> = </a:t>
            </a:r>
            <a:r>
              <a:rPr lang="en-IN" dirty="0" err="1">
                <a:effectLst/>
                <a:latin typeface="Courier New" panose="02070309020205020404" pitchFamily="49" charset="0"/>
              </a:rPr>
              <a:t>host.getShadowRoot</a:t>
            </a:r>
            <a:r>
              <a:rPr lang="en-IN" dirty="0">
                <a:effectLst/>
                <a:latin typeface="Courier New" panose="02070309020205020404" pitchFamily="49" charset="0"/>
              </a:rPr>
              <a:t>();</a:t>
            </a:r>
          </a:p>
          <a:p>
            <a:pPr>
              <a:buNone/>
            </a:pPr>
            <a:r>
              <a:rPr lang="en-IN" dirty="0" err="1">
                <a:effectLst/>
                <a:latin typeface="Courier New" panose="02070309020205020404" pitchFamily="49" charset="0"/>
              </a:rPr>
              <a:t>WebElement</a:t>
            </a:r>
            <a:r>
              <a:rPr lang="en-IN" dirty="0">
                <a:effectLst/>
                <a:latin typeface="Courier New" panose="02070309020205020404" pitchFamily="49" charset="0"/>
              </a:rPr>
              <a:t> </a:t>
            </a:r>
            <a:r>
              <a:rPr lang="en-IN" dirty="0" err="1">
                <a:effectLst/>
                <a:latin typeface="Courier New" panose="02070309020205020404" pitchFamily="49" charset="0"/>
              </a:rPr>
              <a:t>shadowElement</a:t>
            </a:r>
            <a:r>
              <a:rPr lang="en-IN" dirty="0">
                <a:effectLst/>
                <a:latin typeface="Courier New" panose="02070309020205020404" pitchFamily="49" charset="0"/>
              </a:rPr>
              <a:t> = </a:t>
            </a:r>
            <a:r>
              <a:rPr lang="en-IN" dirty="0" err="1">
                <a:effectLst/>
                <a:latin typeface="Courier New" panose="02070309020205020404" pitchFamily="49" charset="0"/>
              </a:rPr>
              <a:t>shadowRoot.findElement</a:t>
            </a:r>
            <a:r>
              <a:rPr lang="en-IN" dirty="0">
                <a:effectLst/>
                <a:latin typeface="Courier New" panose="02070309020205020404" pitchFamily="49" charset="0"/>
              </a:rPr>
              <a:t>(</a:t>
            </a:r>
            <a:r>
              <a:rPr lang="en-IN" dirty="0" err="1">
                <a:effectLst/>
                <a:latin typeface="Courier New" panose="02070309020205020404" pitchFamily="49" charset="0"/>
              </a:rPr>
              <a:t>By.cssSelector</a:t>
            </a:r>
            <a:r>
              <a:rPr lang="en-IN" dirty="0">
                <a:effectLst/>
                <a:latin typeface="Courier New" panose="02070309020205020404" pitchFamily="49" charset="0"/>
              </a:rPr>
              <a:t>("</a:t>
            </a:r>
            <a:r>
              <a:rPr lang="en-IN" dirty="0" err="1">
                <a:effectLst/>
                <a:latin typeface="Courier New" panose="02070309020205020404" pitchFamily="49" charset="0"/>
              </a:rPr>
              <a:t>css</a:t>
            </a:r>
            <a:r>
              <a:rPr lang="en-IN" dirty="0">
                <a:effectLst/>
                <a:latin typeface="Courier New" panose="02070309020205020404" pitchFamily="49" charset="0"/>
              </a:rPr>
              <a:t>-selector-inside-shadow"));</a:t>
            </a:r>
          </a:p>
          <a:p>
            <a:pPr>
              <a:buNone/>
            </a:pPr>
            <a:r>
              <a:rPr lang="en-IN" dirty="0" err="1">
                <a:effectLst/>
                <a:latin typeface="Courier New" panose="02070309020205020404" pitchFamily="49" charset="0"/>
              </a:rPr>
              <a:t>shadowElement.click</a:t>
            </a:r>
            <a:r>
              <a:rPr lang="en-IN" dirty="0">
                <a:effectLst/>
                <a:latin typeface="Courier New" panose="02070309020205020404" pitchFamily="49" charset="0"/>
              </a:rPr>
              <a:t>();</a:t>
            </a:r>
          </a:p>
        </p:txBody>
      </p:sp>
      <p:sp>
        <p:nvSpPr>
          <p:cNvPr id="10" name="TextBox 9">
            <a:extLst>
              <a:ext uri="{FF2B5EF4-FFF2-40B4-BE49-F238E27FC236}">
                <a16:creationId xmlns:a16="http://schemas.microsoft.com/office/drawing/2014/main" id="{C2443A05-CB57-7DEF-8A4B-9757A0317DEE}"/>
              </a:ext>
            </a:extLst>
          </p:cNvPr>
          <p:cNvSpPr txBox="1"/>
          <p:nvPr/>
        </p:nvSpPr>
        <p:spPr>
          <a:xfrm>
            <a:off x="1005840" y="5122552"/>
            <a:ext cx="6096000" cy="461858"/>
          </a:xfrm>
          <a:prstGeom prst="rect">
            <a:avLst/>
          </a:prstGeom>
          <a:noFill/>
        </p:spPr>
        <p:txBody>
          <a:bodyPr wrap="square">
            <a:spAutoFit/>
          </a:bodyPr>
          <a:lstStyle/>
          <a:p>
            <a:pPr>
              <a:lnSpc>
                <a:spcPct val="150000"/>
              </a:lnSpc>
            </a:pPr>
            <a:r>
              <a:rPr lang="en-US" dirty="0">
                <a:latin typeface="Comic Sans MS" panose="030F0702030302020204" pitchFamily="66" charset="0"/>
              </a:rPr>
              <a:t>This is the </a:t>
            </a:r>
            <a:r>
              <a:rPr lang="en-US" b="1" dirty="0">
                <a:effectLst/>
                <a:latin typeface="Comic Sans MS" panose="030F0702030302020204" pitchFamily="66" charset="0"/>
              </a:rPr>
              <a:t>cleanest and recommended</a:t>
            </a:r>
            <a:r>
              <a:rPr lang="en-US" dirty="0">
                <a:latin typeface="Comic Sans MS" panose="030F0702030302020204" pitchFamily="66" charset="0"/>
              </a:rPr>
              <a:t> approach</a:t>
            </a:r>
            <a:endParaRPr lang="en-IN" dirty="0">
              <a:latin typeface="Comic Sans MS" panose="030F0702030302020204" pitchFamily="66" charset="0"/>
            </a:endParaRPr>
          </a:p>
        </p:txBody>
      </p:sp>
      <p:sp>
        <p:nvSpPr>
          <p:cNvPr id="12" name="TextBox 11">
            <a:extLst>
              <a:ext uri="{FF2B5EF4-FFF2-40B4-BE49-F238E27FC236}">
                <a16:creationId xmlns:a16="http://schemas.microsoft.com/office/drawing/2014/main" id="{527647BA-3129-605A-8D3D-27C2C7137F8C}"/>
              </a:ext>
            </a:extLst>
          </p:cNvPr>
          <p:cNvSpPr txBox="1"/>
          <p:nvPr/>
        </p:nvSpPr>
        <p:spPr>
          <a:xfrm>
            <a:off x="6385560" y="4201422"/>
            <a:ext cx="5019040" cy="777521"/>
          </a:xfrm>
          <a:prstGeom prst="rect">
            <a:avLst/>
          </a:prstGeom>
          <a:noFill/>
        </p:spPr>
        <p:txBody>
          <a:bodyPr wrap="square">
            <a:spAutoFit/>
          </a:bodyPr>
          <a:lstStyle/>
          <a:p>
            <a:pPr>
              <a:lnSpc>
                <a:spcPct val="107000"/>
              </a:lnSpc>
              <a:spcAft>
                <a:spcPts val="800"/>
              </a:spcAft>
              <a:buNone/>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XPath cannot handle shadow </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dom</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elements.</a:t>
            </a:r>
          </a:p>
          <a:p>
            <a:pPr>
              <a:lnSpc>
                <a:spcPct val="107000"/>
              </a:lnSpc>
              <a:spcAft>
                <a:spcPts val="800"/>
              </a:spcAft>
              <a:buNone/>
            </a:pP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Only CSS can handle shadow </a:t>
            </a:r>
            <a:r>
              <a:rPr lang="en-IN" sz="1800" kern="100" dirty="0" err="1">
                <a:effectLst/>
                <a:latin typeface="Comic Sans MS" panose="030F0702030302020204" pitchFamily="66" charset="0"/>
                <a:ea typeface="Aptos" panose="020B0004020202020204" pitchFamily="34" charset="0"/>
                <a:cs typeface="Times New Roman" panose="02020603050405020304" pitchFamily="18" charset="0"/>
              </a:rPr>
              <a:t>dom</a:t>
            </a:r>
            <a:r>
              <a:rPr lang="en-IN" sz="1800" kern="100" dirty="0">
                <a:effectLst/>
                <a:latin typeface="Comic Sans MS" panose="030F0702030302020204" pitchFamily="66" charset="0"/>
                <a:ea typeface="Aptos" panose="020B0004020202020204" pitchFamily="34" charset="0"/>
                <a:cs typeface="Times New Roman" panose="02020603050405020304" pitchFamily="18" charset="0"/>
              </a:rPr>
              <a:t> elements.</a:t>
            </a:r>
          </a:p>
        </p:txBody>
      </p:sp>
    </p:spTree>
    <p:extLst>
      <p:ext uri="{BB962C8B-B14F-4D97-AF65-F5344CB8AC3E}">
        <p14:creationId xmlns:p14="http://schemas.microsoft.com/office/powerpoint/2010/main" val="2943383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58C44-0C6F-55C6-DDAD-589219BB17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1C39F3-6C6F-D885-3987-BC725E657E46}"/>
              </a:ext>
            </a:extLst>
          </p:cNvPr>
          <p:cNvSpPr>
            <a:spLocks noGrp="1"/>
          </p:cNvSpPr>
          <p:nvPr>
            <p:ph type="title"/>
          </p:nvPr>
        </p:nvSpPr>
        <p:spPr/>
        <p:txBody>
          <a:bodyPr/>
          <a:lstStyle/>
          <a:p>
            <a:r>
              <a:rPr lang="en-IN" dirty="0"/>
              <a:t>Shadow DOM</a:t>
            </a:r>
          </a:p>
        </p:txBody>
      </p:sp>
      <p:sp>
        <p:nvSpPr>
          <p:cNvPr id="4" name="Footer Placeholder 3">
            <a:extLst>
              <a:ext uri="{FF2B5EF4-FFF2-40B4-BE49-F238E27FC236}">
                <a16:creationId xmlns:a16="http://schemas.microsoft.com/office/drawing/2014/main" id="{342804C7-760F-4940-D9BE-5B781238B29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CD3DE007-90CE-2545-9A5A-D5A7D03B7100}"/>
              </a:ext>
            </a:extLst>
          </p:cNvPr>
          <p:cNvSpPr>
            <a:spLocks noGrp="1"/>
          </p:cNvSpPr>
          <p:nvPr>
            <p:ph type="sldNum" sz="quarter" idx="12"/>
          </p:nvPr>
        </p:nvSpPr>
        <p:spPr/>
        <p:txBody>
          <a:bodyPr/>
          <a:lstStyle/>
          <a:p>
            <a:fld id="{38826FC0-333C-E549-9FA3-0EE43DF298A3}" type="slidenum">
              <a:rPr lang="en-US" smtClean="0"/>
              <a:pPr/>
              <a:t>9</a:t>
            </a:fld>
            <a:endParaRPr lang="en-US" dirty="0"/>
          </a:p>
        </p:txBody>
      </p:sp>
      <p:sp>
        <p:nvSpPr>
          <p:cNvPr id="7" name="TextBox 6">
            <a:extLst>
              <a:ext uri="{FF2B5EF4-FFF2-40B4-BE49-F238E27FC236}">
                <a16:creationId xmlns:a16="http://schemas.microsoft.com/office/drawing/2014/main" id="{D57D8157-4393-B906-54DA-B9E16394C890}"/>
              </a:ext>
            </a:extLst>
          </p:cNvPr>
          <p:cNvSpPr txBox="1"/>
          <p:nvPr/>
        </p:nvSpPr>
        <p:spPr>
          <a:xfrm>
            <a:off x="640080" y="1120894"/>
            <a:ext cx="9357360" cy="923330"/>
          </a:xfrm>
          <a:prstGeom prst="rect">
            <a:avLst/>
          </a:prstGeom>
          <a:noFill/>
        </p:spPr>
        <p:txBody>
          <a:bodyPr wrap="square">
            <a:spAutoFit/>
          </a:bodyPr>
          <a:lstStyle/>
          <a:p>
            <a:r>
              <a:rPr lang="en-IN" dirty="0">
                <a:latin typeface="Comic Sans MS" panose="030F0702030302020204" pitchFamily="66" charset="0"/>
              </a:rPr>
              <a:t>Handling Nested Shadow DOMs</a:t>
            </a:r>
          </a:p>
          <a:p>
            <a:endParaRPr lang="en-IN" dirty="0">
              <a:latin typeface="Comic Sans MS" panose="030F0702030302020204" pitchFamily="66" charset="0"/>
            </a:endParaRPr>
          </a:p>
          <a:p>
            <a:r>
              <a:rPr lang="en-US" dirty="0">
                <a:latin typeface="Comic Sans MS" panose="030F0702030302020204" pitchFamily="66" charset="0"/>
              </a:rPr>
              <a:t>Some components have </a:t>
            </a:r>
            <a:r>
              <a:rPr lang="en-US" b="1" dirty="0">
                <a:latin typeface="Comic Sans MS" panose="030F0702030302020204" pitchFamily="66" charset="0"/>
              </a:rPr>
              <a:t>multi-level shadow roots</a:t>
            </a:r>
            <a:r>
              <a:rPr lang="en-US" dirty="0">
                <a:latin typeface="Comic Sans MS" panose="030F0702030302020204" pitchFamily="66" charset="0"/>
              </a:rPr>
              <a:t>.</a:t>
            </a:r>
            <a:r>
              <a:rPr lang="en-IN" dirty="0">
                <a:latin typeface="Comic Sans MS" panose="030F0702030302020204" pitchFamily="66" charset="0"/>
              </a:rPr>
              <a:t> You must recursively traverse:</a:t>
            </a:r>
          </a:p>
        </p:txBody>
      </p:sp>
      <p:sp>
        <p:nvSpPr>
          <p:cNvPr id="17" name="TextBox 16">
            <a:extLst>
              <a:ext uri="{FF2B5EF4-FFF2-40B4-BE49-F238E27FC236}">
                <a16:creationId xmlns:a16="http://schemas.microsoft.com/office/drawing/2014/main" id="{D5FFC742-A84E-5EE2-18BB-91B2E9B95EB9}"/>
              </a:ext>
            </a:extLst>
          </p:cNvPr>
          <p:cNvSpPr txBox="1"/>
          <p:nvPr/>
        </p:nvSpPr>
        <p:spPr>
          <a:xfrm>
            <a:off x="822960" y="2066608"/>
            <a:ext cx="10149840" cy="2308324"/>
          </a:xfrm>
          <a:prstGeom prst="rect">
            <a:avLst/>
          </a:prstGeom>
          <a:noFill/>
        </p:spPr>
        <p:txBody>
          <a:bodyPr wrap="square">
            <a:spAutoFit/>
          </a:bodyPr>
          <a:lstStyle/>
          <a:p>
            <a:pPr>
              <a:buNone/>
            </a:pPr>
            <a:r>
              <a:rPr lang="en-IN" dirty="0" err="1">
                <a:effectLst/>
                <a:latin typeface="Courier New" panose="02070309020205020404" pitchFamily="49" charset="0"/>
              </a:rPr>
              <a:t>WebElement</a:t>
            </a:r>
            <a:r>
              <a:rPr lang="en-IN" dirty="0">
                <a:effectLst/>
                <a:latin typeface="Courier New" panose="02070309020205020404" pitchFamily="49" charset="0"/>
              </a:rPr>
              <a:t> level1 = </a:t>
            </a:r>
            <a:r>
              <a:rPr lang="en-IN" dirty="0" err="1">
                <a:effectLst/>
                <a:latin typeface="Courier New" panose="02070309020205020404" pitchFamily="49" charset="0"/>
              </a:rPr>
              <a:t>driver.findElement</a:t>
            </a:r>
            <a:r>
              <a:rPr lang="en-IN" dirty="0">
                <a:effectLst/>
                <a:latin typeface="Courier New" panose="02070309020205020404" pitchFamily="49" charset="0"/>
              </a:rPr>
              <a:t>(</a:t>
            </a:r>
            <a:r>
              <a:rPr lang="en-IN" dirty="0" err="1">
                <a:effectLst/>
                <a:latin typeface="Courier New" panose="02070309020205020404" pitchFamily="49" charset="0"/>
              </a:rPr>
              <a:t>By.cssSelector</a:t>
            </a:r>
            <a:r>
              <a:rPr lang="en-IN" dirty="0">
                <a:effectLst/>
                <a:latin typeface="Courier New" panose="02070309020205020404" pitchFamily="49" charset="0"/>
              </a:rPr>
              <a:t>("host1"));</a:t>
            </a:r>
          </a:p>
          <a:p>
            <a:pPr>
              <a:buNone/>
            </a:pPr>
            <a:r>
              <a:rPr lang="en-IN" dirty="0" err="1">
                <a:effectLst/>
                <a:latin typeface="Courier New" panose="02070309020205020404" pitchFamily="49" charset="0"/>
              </a:rPr>
              <a:t>SearchContext</a:t>
            </a:r>
            <a:r>
              <a:rPr lang="en-IN" dirty="0">
                <a:effectLst/>
                <a:latin typeface="Courier New" panose="02070309020205020404" pitchFamily="49" charset="0"/>
              </a:rPr>
              <a:t> shadow1 = level1.getShadowRoot();</a:t>
            </a:r>
          </a:p>
          <a:p>
            <a:pPr>
              <a:buNone/>
            </a:pPr>
            <a:endParaRPr lang="en-IN" dirty="0">
              <a:effectLst/>
              <a:latin typeface="Courier New" panose="02070309020205020404" pitchFamily="49" charset="0"/>
            </a:endParaRPr>
          </a:p>
          <a:p>
            <a:pPr>
              <a:buNone/>
            </a:pPr>
            <a:r>
              <a:rPr lang="en-IN" dirty="0" err="1">
                <a:effectLst/>
                <a:latin typeface="Courier New" panose="02070309020205020404" pitchFamily="49" charset="0"/>
              </a:rPr>
              <a:t>WebElement</a:t>
            </a:r>
            <a:r>
              <a:rPr lang="en-IN" dirty="0">
                <a:effectLst/>
                <a:latin typeface="Courier New" panose="02070309020205020404" pitchFamily="49" charset="0"/>
              </a:rPr>
              <a:t> level2 = shadow1.findElement(</a:t>
            </a:r>
            <a:r>
              <a:rPr lang="en-IN" dirty="0" err="1">
                <a:effectLst/>
                <a:latin typeface="Courier New" panose="02070309020205020404" pitchFamily="49" charset="0"/>
              </a:rPr>
              <a:t>By.cssSelector</a:t>
            </a:r>
            <a:r>
              <a:rPr lang="en-IN" dirty="0">
                <a:effectLst/>
                <a:latin typeface="Courier New" panose="02070309020205020404" pitchFamily="49" charset="0"/>
              </a:rPr>
              <a:t>("host2"));</a:t>
            </a:r>
          </a:p>
          <a:p>
            <a:pPr>
              <a:buNone/>
            </a:pPr>
            <a:r>
              <a:rPr lang="en-IN" dirty="0" err="1">
                <a:effectLst/>
                <a:latin typeface="Courier New" panose="02070309020205020404" pitchFamily="49" charset="0"/>
              </a:rPr>
              <a:t>SearchContext</a:t>
            </a:r>
            <a:r>
              <a:rPr lang="en-IN" dirty="0">
                <a:effectLst/>
                <a:latin typeface="Courier New" panose="02070309020205020404" pitchFamily="49" charset="0"/>
              </a:rPr>
              <a:t> shadow2 = level2.getShadowRoot();</a:t>
            </a:r>
          </a:p>
          <a:p>
            <a:pPr>
              <a:buNone/>
            </a:pPr>
            <a:endParaRPr lang="en-IN" dirty="0">
              <a:effectLst/>
              <a:latin typeface="Courier New" panose="02070309020205020404" pitchFamily="49" charset="0"/>
            </a:endParaRPr>
          </a:p>
          <a:p>
            <a:pPr>
              <a:buNone/>
            </a:pPr>
            <a:r>
              <a:rPr lang="en-IN" dirty="0" err="1">
                <a:effectLst/>
                <a:latin typeface="Courier New" panose="02070309020205020404" pitchFamily="49" charset="0"/>
              </a:rPr>
              <a:t>WebElement</a:t>
            </a:r>
            <a:r>
              <a:rPr lang="en-IN" dirty="0">
                <a:effectLst/>
                <a:latin typeface="Courier New" panose="02070309020205020404" pitchFamily="49" charset="0"/>
              </a:rPr>
              <a:t> target = shadow2.findElement(</a:t>
            </a:r>
            <a:r>
              <a:rPr lang="en-IN" dirty="0" err="1">
                <a:effectLst/>
                <a:latin typeface="Courier New" panose="02070309020205020404" pitchFamily="49" charset="0"/>
              </a:rPr>
              <a:t>By.cssSelector</a:t>
            </a:r>
            <a:r>
              <a:rPr lang="en-IN" dirty="0">
                <a:effectLst/>
                <a:latin typeface="Courier New" panose="02070309020205020404" pitchFamily="49" charset="0"/>
              </a:rPr>
              <a:t>("final-element"));</a:t>
            </a:r>
          </a:p>
          <a:p>
            <a:pPr>
              <a:buNone/>
            </a:pPr>
            <a:r>
              <a:rPr lang="en-IN" dirty="0" err="1">
                <a:effectLst/>
                <a:latin typeface="Courier New" panose="02070309020205020404" pitchFamily="49" charset="0"/>
              </a:rPr>
              <a:t>target.click</a:t>
            </a:r>
            <a:r>
              <a:rPr lang="en-IN" dirty="0">
                <a:effectLst/>
                <a:latin typeface="Courier New" panose="02070309020205020404" pitchFamily="49" charset="0"/>
              </a:rPr>
              <a:t>();</a:t>
            </a:r>
          </a:p>
        </p:txBody>
      </p:sp>
    </p:spTree>
    <p:extLst>
      <p:ext uri="{BB962C8B-B14F-4D97-AF65-F5344CB8AC3E}">
        <p14:creationId xmlns:p14="http://schemas.microsoft.com/office/powerpoint/2010/main" val="3684679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9215B-F3E9-3658-F686-BCACE65C8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5830F-C09E-7116-6CB0-8B717A72024D}"/>
              </a:ext>
            </a:extLst>
          </p:cNvPr>
          <p:cNvSpPr>
            <a:spLocks noGrp="1"/>
          </p:cNvSpPr>
          <p:nvPr>
            <p:ph type="title"/>
          </p:nvPr>
        </p:nvSpPr>
        <p:spPr/>
        <p:txBody>
          <a:bodyPr/>
          <a:lstStyle/>
          <a:p>
            <a:r>
              <a:rPr lang="en-IN" dirty="0"/>
              <a:t>Broken Links</a:t>
            </a:r>
          </a:p>
        </p:txBody>
      </p:sp>
      <p:sp>
        <p:nvSpPr>
          <p:cNvPr id="4" name="Footer Placeholder 3">
            <a:extLst>
              <a:ext uri="{FF2B5EF4-FFF2-40B4-BE49-F238E27FC236}">
                <a16:creationId xmlns:a16="http://schemas.microsoft.com/office/drawing/2014/main" id="{8E3BD9BA-13A3-746F-8641-47E59C9B4C89}"/>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F7493EFF-F7FB-D381-34FB-BB109C4E2942}"/>
              </a:ext>
            </a:extLst>
          </p:cNvPr>
          <p:cNvSpPr>
            <a:spLocks noGrp="1"/>
          </p:cNvSpPr>
          <p:nvPr>
            <p:ph type="sldNum" sz="quarter" idx="12"/>
          </p:nvPr>
        </p:nvSpPr>
        <p:spPr/>
        <p:txBody>
          <a:bodyPr/>
          <a:lstStyle/>
          <a:p>
            <a:fld id="{38826FC0-333C-E549-9FA3-0EE43DF298A3}" type="slidenum">
              <a:rPr lang="en-US" smtClean="0"/>
              <a:pPr/>
              <a:t>10</a:t>
            </a:fld>
            <a:endParaRPr lang="en-US" dirty="0"/>
          </a:p>
        </p:txBody>
      </p:sp>
      <p:sp>
        <p:nvSpPr>
          <p:cNvPr id="8" name="TextBox 7">
            <a:extLst>
              <a:ext uri="{FF2B5EF4-FFF2-40B4-BE49-F238E27FC236}">
                <a16:creationId xmlns:a16="http://schemas.microsoft.com/office/drawing/2014/main" id="{71C8B909-E17C-23F8-0851-35139589BD86}"/>
              </a:ext>
            </a:extLst>
          </p:cNvPr>
          <p:cNvSpPr txBox="1"/>
          <p:nvPr/>
        </p:nvSpPr>
        <p:spPr>
          <a:xfrm>
            <a:off x="640080" y="1115536"/>
            <a:ext cx="11013440" cy="1292854"/>
          </a:xfrm>
          <a:prstGeom prst="rect">
            <a:avLst/>
          </a:prstGeom>
          <a:noFill/>
        </p:spPr>
        <p:txBody>
          <a:bodyPr wrap="square">
            <a:spAutoFit/>
          </a:bodyPr>
          <a:lstStyle/>
          <a:p>
            <a:pPr>
              <a:lnSpc>
                <a:spcPct val="150000"/>
              </a:lnSpc>
              <a:buNone/>
            </a:pPr>
            <a:r>
              <a:rPr lang="en-US" dirty="0">
                <a:effectLst/>
                <a:latin typeface="Comic Sans MS" panose="030F0702030302020204" pitchFamily="66" charset="0"/>
              </a:rPr>
              <a:t>Detecting </a:t>
            </a:r>
            <a:r>
              <a:rPr lang="en-US" b="1" dirty="0">
                <a:effectLst/>
                <a:latin typeface="Comic Sans MS" panose="030F0702030302020204" pitchFamily="66" charset="0"/>
              </a:rPr>
              <a:t>broken links in Selenium</a:t>
            </a:r>
            <a:r>
              <a:rPr lang="en-US" dirty="0">
                <a:effectLst/>
                <a:latin typeface="Comic Sans MS" panose="030F0702030302020204" pitchFamily="66" charset="0"/>
              </a:rPr>
              <a:t> is a common test automation need, especially for validating website integrity. Selenium itself cannot directly tell if a link is broken, but you can combine it with </a:t>
            </a:r>
            <a:r>
              <a:rPr lang="en-US" b="1" dirty="0">
                <a:effectLst/>
                <a:latin typeface="Comic Sans MS" panose="030F0702030302020204" pitchFamily="66" charset="0"/>
              </a:rPr>
              <a:t>HTTP requests</a:t>
            </a:r>
            <a:r>
              <a:rPr lang="en-US" dirty="0">
                <a:effectLst/>
                <a:latin typeface="Comic Sans MS" panose="030F0702030302020204" pitchFamily="66" charset="0"/>
              </a:rPr>
              <a:t> to check the response codes of all links on a page.</a:t>
            </a:r>
          </a:p>
        </p:txBody>
      </p:sp>
      <p:sp>
        <p:nvSpPr>
          <p:cNvPr id="10" name="TextBox 9">
            <a:extLst>
              <a:ext uri="{FF2B5EF4-FFF2-40B4-BE49-F238E27FC236}">
                <a16:creationId xmlns:a16="http://schemas.microsoft.com/office/drawing/2014/main" id="{22464A01-3FAB-B53E-CC2D-0907398ADBDB}"/>
              </a:ext>
            </a:extLst>
          </p:cNvPr>
          <p:cNvSpPr txBox="1"/>
          <p:nvPr/>
        </p:nvSpPr>
        <p:spPr>
          <a:xfrm>
            <a:off x="640080" y="2732942"/>
            <a:ext cx="10596880" cy="1477328"/>
          </a:xfrm>
          <a:prstGeom prst="rect">
            <a:avLst/>
          </a:prstGeom>
          <a:noFill/>
        </p:spPr>
        <p:txBody>
          <a:bodyPr wrap="square">
            <a:spAutoFit/>
          </a:bodyPr>
          <a:lstStyle/>
          <a:p>
            <a:pPr>
              <a:buNone/>
            </a:pPr>
            <a:r>
              <a:rPr lang="en-US" b="1" dirty="0">
                <a:effectLst/>
                <a:latin typeface="Comic Sans MS" panose="030F0702030302020204" pitchFamily="66" charset="0"/>
              </a:rPr>
              <a:t>Steps to Handle Broken Links in Selenium</a:t>
            </a:r>
          </a:p>
          <a:p>
            <a:pPr>
              <a:buNone/>
            </a:pPr>
            <a:endParaRPr lang="en-US" b="1" dirty="0">
              <a:effectLst/>
              <a:latin typeface="Comic Sans MS" panose="030F0702030302020204" pitchFamily="66" charset="0"/>
            </a:endParaRPr>
          </a:p>
          <a:p>
            <a:pPr marL="342900" indent="-342900">
              <a:buAutoNum type="arabicPeriod"/>
            </a:pPr>
            <a:r>
              <a:rPr lang="en-US" b="1" dirty="0">
                <a:effectLst/>
                <a:latin typeface="Comic Sans MS" panose="030F0702030302020204" pitchFamily="66" charset="0"/>
              </a:rPr>
              <a:t>Collect All Links</a:t>
            </a:r>
          </a:p>
          <a:p>
            <a:endParaRPr lang="en-US" b="1" dirty="0">
              <a:effectLst/>
              <a:latin typeface="Comic Sans MS" panose="030F0702030302020204" pitchFamily="66" charset="0"/>
            </a:endParaRPr>
          </a:p>
          <a:p>
            <a:r>
              <a:rPr lang="en-US" dirty="0">
                <a:effectLst/>
                <a:latin typeface="Comic Sans MS" panose="030F0702030302020204" pitchFamily="66" charset="0"/>
              </a:rPr>
              <a:t>Use Selenium to find all &lt;a&gt; tags (hyperlinks) or &lt;</a:t>
            </a:r>
            <a:r>
              <a:rPr lang="en-US" dirty="0" err="1">
                <a:effectLst/>
                <a:latin typeface="Comic Sans MS" panose="030F0702030302020204" pitchFamily="66" charset="0"/>
              </a:rPr>
              <a:t>img</a:t>
            </a:r>
            <a:r>
              <a:rPr lang="en-US" dirty="0">
                <a:effectLst/>
                <a:latin typeface="Comic Sans MS" panose="030F0702030302020204" pitchFamily="66" charset="0"/>
              </a:rPr>
              <a:t>&gt; tags (for images).</a:t>
            </a:r>
          </a:p>
        </p:txBody>
      </p:sp>
      <p:sp>
        <p:nvSpPr>
          <p:cNvPr id="12" name="TextBox 11">
            <a:extLst>
              <a:ext uri="{FF2B5EF4-FFF2-40B4-BE49-F238E27FC236}">
                <a16:creationId xmlns:a16="http://schemas.microsoft.com/office/drawing/2014/main" id="{C1358993-4673-3F0F-F52A-821FB072338B}"/>
              </a:ext>
            </a:extLst>
          </p:cNvPr>
          <p:cNvSpPr txBox="1"/>
          <p:nvPr/>
        </p:nvSpPr>
        <p:spPr>
          <a:xfrm>
            <a:off x="822960" y="4265136"/>
            <a:ext cx="9469120" cy="1477328"/>
          </a:xfrm>
          <a:prstGeom prst="rect">
            <a:avLst/>
          </a:prstGeom>
          <a:noFill/>
        </p:spPr>
        <p:txBody>
          <a:bodyPr wrap="square">
            <a:spAutoFit/>
          </a:bodyPr>
          <a:lstStyle/>
          <a:p>
            <a:pPr>
              <a:buNone/>
            </a:pPr>
            <a:r>
              <a:rPr lang="en-IN" dirty="0">
                <a:effectLst/>
                <a:latin typeface="Courier New" panose="02070309020205020404" pitchFamily="49" charset="0"/>
              </a:rPr>
              <a:t>List&lt;</a:t>
            </a:r>
            <a:r>
              <a:rPr lang="en-IN" dirty="0" err="1">
                <a:effectLst/>
                <a:latin typeface="Courier New" panose="02070309020205020404" pitchFamily="49" charset="0"/>
              </a:rPr>
              <a:t>WebElement</a:t>
            </a:r>
            <a:r>
              <a:rPr lang="en-IN" dirty="0">
                <a:effectLst/>
                <a:latin typeface="Courier New" panose="02070309020205020404" pitchFamily="49" charset="0"/>
              </a:rPr>
              <a:t>&gt; links = </a:t>
            </a:r>
            <a:r>
              <a:rPr lang="en-IN" dirty="0" err="1">
                <a:effectLst/>
                <a:latin typeface="Courier New" panose="02070309020205020404" pitchFamily="49" charset="0"/>
              </a:rPr>
              <a:t>driver.findElements</a:t>
            </a:r>
            <a:r>
              <a:rPr lang="en-IN" dirty="0">
                <a:effectLst/>
                <a:latin typeface="Courier New" panose="02070309020205020404" pitchFamily="49" charset="0"/>
              </a:rPr>
              <a:t>(</a:t>
            </a:r>
            <a:r>
              <a:rPr lang="en-IN" dirty="0" err="1">
                <a:effectLst/>
                <a:latin typeface="Courier New" panose="02070309020205020404" pitchFamily="49" charset="0"/>
              </a:rPr>
              <a:t>By.tagName</a:t>
            </a:r>
            <a:r>
              <a:rPr lang="en-IN" dirty="0">
                <a:effectLst/>
                <a:latin typeface="Courier New" panose="02070309020205020404" pitchFamily="49" charset="0"/>
              </a:rPr>
              <a:t>("a"));</a:t>
            </a:r>
          </a:p>
          <a:p>
            <a:pPr>
              <a:buNone/>
            </a:pPr>
            <a:r>
              <a:rPr lang="en-IN" dirty="0">
                <a:effectLst/>
                <a:latin typeface="Courier New" panose="02070309020205020404" pitchFamily="49" charset="0"/>
              </a:rPr>
              <a:t>for (</a:t>
            </a:r>
            <a:r>
              <a:rPr lang="en-IN" dirty="0" err="1">
                <a:effectLst/>
                <a:latin typeface="Courier New" panose="02070309020205020404" pitchFamily="49" charset="0"/>
              </a:rPr>
              <a:t>WebElement</a:t>
            </a:r>
            <a:r>
              <a:rPr lang="en-IN" dirty="0">
                <a:effectLst/>
                <a:latin typeface="Courier New" panose="02070309020205020404" pitchFamily="49" charset="0"/>
              </a:rPr>
              <a:t> link : links) {</a:t>
            </a:r>
          </a:p>
          <a:p>
            <a:pPr>
              <a:buNone/>
            </a:pPr>
            <a:r>
              <a:rPr lang="en-IN" dirty="0">
                <a:effectLst/>
                <a:latin typeface="Courier New" panose="02070309020205020404" pitchFamily="49" charset="0"/>
              </a:rPr>
              <a:t>    String </a:t>
            </a:r>
            <a:r>
              <a:rPr lang="en-IN" dirty="0" err="1">
                <a:effectLst/>
                <a:latin typeface="Courier New" panose="02070309020205020404" pitchFamily="49" charset="0"/>
              </a:rPr>
              <a:t>url</a:t>
            </a:r>
            <a:r>
              <a:rPr lang="en-IN" dirty="0">
                <a:effectLst/>
                <a:latin typeface="Courier New" panose="02070309020205020404" pitchFamily="49" charset="0"/>
              </a:rPr>
              <a:t> = </a:t>
            </a:r>
            <a:r>
              <a:rPr lang="en-IN" dirty="0" err="1">
                <a:effectLst/>
                <a:latin typeface="Courier New" panose="02070309020205020404" pitchFamily="49" charset="0"/>
              </a:rPr>
              <a:t>link.getAttribute</a:t>
            </a:r>
            <a:r>
              <a:rPr lang="en-IN" dirty="0">
                <a:effectLst/>
                <a:latin typeface="Courier New" panose="02070309020205020404" pitchFamily="49" charset="0"/>
              </a:rPr>
              <a:t>("</a:t>
            </a:r>
            <a:r>
              <a:rPr lang="en-IN" dirty="0" err="1">
                <a:effectLst/>
                <a:latin typeface="Courier New" panose="02070309020205020404" pitchFamily="49" charset="0"/>
              </a:rPr>
              <a:t>href</a:t>
            </a:r>
            <a:r>
              <a:rPr lang="en-IN" dirty="0">
                <a:effectLst/>
                <a:latin typeface="Courier New" panose="02070309020205020404" pitchFamily="49" charset="0"/>
              </a:rPr>
              <a:t>");</a:t>
            </a:r>
          </a:p>
          <a:p>
            <a:pPr>
              <a:buNone/>
            </a:pPr>
            <a:r>
              <a:rPr lang="en-IN" dirty="0">
                <a:effectLst/>
                <a:latin typeface="Courier New" panose="02070309020205020404" pitchFamily="49" charset="0"/>
              </a:rPr>
              <a:t>    </a:t>
            </a:r>
            <a:r>
              <a:rPr lang="en-IN" dirty="0" err="1">
                <a:effectLst/>
                <a:latin typeface="Courier New" panose="02070309020205020404" pitchFamily="49" charset="0"/>
              </a:rPr>
              <a:t>System.out.println</a:t>
            </a:r>
            <a:r>
              <a:rPr lang="en-IN" dirty="0">
                <a:effectLst/>
                <a:latin typeface="Courier New" panose="02070309020205020404" pitchFamily="49" charset="0"/>
              </a:rPr>
              <a:t>(</a:t>
            </a:r>
            <a:r>
              <a:rPr lang="en-IN" dirty="0" err="1">
                <a:effectLst/>
                <a:latin typeface="Courier New" panose="02070309020205020404" pitchFamily="49" charset="0"/>
              </a:rPr>
              <a:t>url</a:t>
            </a:r>
            <a:r>
              <a:rPr lang="en-IN" dirty="0">
                <a:effectLst/>
                <a:latin typeface="Courier New" panose="02070309020205020404" pitchFamily="49" charset="0"/>
              </a:rPr>
              <a:t>);</a:t>
            </a:r>
          </a:p>
          <a:p>
            <a:pPr>
              <a:buNone/>
            </a:pPr>
            <a:r>
              <a:rPr lang="en-IN" dirty="0">
                <a:effectLst/>
                <a:latin typeface="Courier New" panose="02070309020205020404" pitchFamily="49" charset="0"/>
              </a:rPr>
              <a:t>}</a:t>
            </a:r>
          </a:p>
        </p:txBody>
      </p:sp>
    </p:spTree>
    <p:extLst>
      <p:ext uri="{BB962C8B-B14F-4D97-AF65-F5344CB8AC3E}">
        <p14:creationId xmlns:p14="http://schemas.microsoft.com/office/powerpoint/2010/main" val="3088566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40BDE-29D1-CEA8-4FC6-EFE3ACA22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75D9A5-946B-7742-4AE7-875CB78A5DB4}"/>
              </a:ext>
            </a:extLst>
          </p:cNvPr>
          <p:cNvSpPr>
            <a:spLocks noGrp="1"/>
          </p:cNvSpPr>
          <p:nvPr>
            <p:ph type="title"/>
          </p:nvPr>
        </p:nvSpPr>
        <p:spPr/>
        <p:txBody>
          <a:bodyPr/>
          <a:lstStyle/>
          <a:p>
            <a:r>
              <a:rPr lang="en-IN" dirty="0"/>
              <a:t>Broken Links</a:t>
            </a:r>
          </a:p>
        </p:txBody>
      </p:sp>
      <p:sp>
        <p:nvSpPr>
          <p:cNvPr id="4" name="Footer Placeholder 3">
            <a:extLst>
              <a:ext uri="{FF2B5EF4-FFF2-40B4-BE49-F238E27FC236}">
                <a16:creationId xmlns:a16="http://schemas.microsoft.com/office/drawing/2014/main" id="{BD8F21FA-22F0-F3E2-C58B-10F6D6318342}"/>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EA812AFF-5CD3-8641-3210-B0289D673E7A}"/>
              </a:ext>
            </a:extLst>
          </p:cNvPr>
          <p:cNvSpPr>
            <a:spLocks noGrp="1"/>
          </p:cNvSpPr>
          <p:nvPr>
            <p:ph type="sldNum" sz="quarter" idx="12"/>
          </p:nvPr>
        </p:nvSpPr>
        <p:spPr/>
        <p:txBody>
          <a:bodyPr/>
          <a:lstStyle/>
          <a:p>
            <a:fld id="{38826FC0-333C-E549-9FA3-0EE43DF298A3}" type="slidenum">
              <a:rPr lang="en-US" smtClean="0"/>
              <a:pPr/>
              <a:t>11</a:t>
            </a:fld>
            <a:endParaRPr lang="en-US" dirty="0"/>
          </a:p>
        </p:txBody>
      </p:sp>
      <p:sp>
        <p:nvSpPr>
          <p:cNvPr id="6" name="TextBox 5">
            <a:extLst>
              <a:ext uri="{FF2B5EF4-FFF2-40B4-BE49-F238E27FC236}">
                <a16:creationId xmlns:a16="http://schemas.microsoft.com/office/drawing/2014/main" id="{0E0B3812-3CAB-4993-2239-595DEAD0DC71}"/>
              </a:ext>
            </a:extLst>
          </p:cNvPr>
          <p:cNvSpPr txBox="1"/>
          <p:nvPr/>
        </p:nvSpPr>
        <p:spPr>
          <a:xfrm>
            <a:off x="640080" y="756512"/>
            <a:ext cx="10281920" cy="1287532"/>
          </a:xfrm>
          <a:prstGeom prst="rect">
            <a:avLst/>
          </a:prstGeom>
          <a:noFill/>
        </p:spPr>
        <p:txBody>
          <a:bodyPr wrap="square">
            <a:spAutoFit/>
          </a:bodyPr>
          <a:lstStyle/>
          <a:p>
            <a:pPr>
              <a:lnSpc>
                <a:spcPct val="150000"/>
              </a:lnSpc>
              <a:buNone/>
            </a:pPr>
            <a:r>
              <a:rPr lang="en-US" b="1" dirty="0">
                <a:effectLst/>
                <a:latin typeface="Comic Sans MS" panose="030F0702030302020204" pitchFamily="66" charset="0"/>
              </a:rPr>
              <a:t>2. Check HTTP Response</a:t>
            </a:r>
          </a:p>
          <a:p>
            <a:pPr>
              <a:lnSpc>
                <a:spcPct val="150000"/>
              </a:lnSpc>
              <a:buFont typeface="Arial" panose="020B0604020202020204" pitchFamily="34" charset="0"/>
              <a:buChar char="•"/>
            </a:pPr>
            <a:r>
              <a:rPr lang="en-US" dirty="0">
                <a:effectLst/>
                <a:latin typeface="Comic Sans MS" panose="030F0702030302020204" pitchFamily="66" charset="0"/>
              </a:rPr>
              <a:t>Use Java’s </a:t>
            </a:r>
            <a:r>
              <a:rPr lang="en-US" dirty="0" err="1">
                <a:effectLst/>
                <a:latin typeface="Comic Sans MS" panose="030F0702030302020204" pitchFamily="66" charset="0"/>
              </a:rPr>
              <a:t>HttpURLConnection</a:t>
            </a:r>
            <a:r>
              <a:rPr lang="en-US" dirty="0">
                <a:effectLst/>
                <a:latin typeface="Comic Sans MS" panose="030F0702030302020204" pitchFamily="66" charset="0"/>
              </a:rPr>
              <a:t> to verify each URL.</a:t>
            </a:r>
          </a:p>
          <a:p>
            <a:pPr>
              <a:lnSpc>
                <a:spcPct val="150000"/>
              </a:lnSpc>
              <a:buFont typeface="Arial" panose="020B0604020202020204" pitchFamily="34" charset="0"/>
              <a:buChar char="•"/>
            </a:pPr>
            <a:r>
              <a:rPr lang="en-US" dirty="0">
                <a:effectLst/>
                <a:latin typeface="Comic Sans MS" panose="030F0702030302020204" pitchFamily="66" charset="0"/>
              </a:rPr>
              <a:t>If the response code is </a:t>
            </a:r>
            <a:r>
              <a:rPr lang="en-US" b="1" dirty="0">
                <a:effectLst/>
                <a:latin typeface="Comic Sans MS" panose="030F0702030302020204" pitchFamily="66" charset="0"/>
              </a:rPr>
              <a:t>&gt;= 400</a:t>
            </a:r>
            <a:r>
              <a:rPr lang="en-US" dirty="0">
                <a:effectLst/>
                <a:latin typeface="Comic Sans MS" panose="030F0702030302020204" pitchFamily="66" charset="0"/>
              </a:rPr>
              <a:t>, the link is broken.</a:t>
            </a:r>
          </a:p>
        </p:txBody>
      </p:sp>
      <p:sp>
        <p:nvSpPr>
          <p:cNvPr id="8" name="TextBox 7">
            <a:extLst>
              <a:ext uri="{FF2B5EF4-FFF2-40B4-BE49-F238E27FC236}">
                <a16:creationId xmlns:a16="http://schemas.microsoft.com/office/drawing/2014/main" id="{FFAAA0BA-3F66-7412-A247-AE91F392BBD7}"/>
              </a:ext>
            </a:extLst>
          </p:cNvPr>
          <p:cNvSpPr txBox="1"/>
          <p:nvPr/>
        </p:nvSpPr>
        <p:spPr>
          <a:xfrm>
            <a:off x="640080" y="2010956"/>
            <a:ext cx="11399520" cy="4278094"/>
          </a:xfrm>
          <a:prstGeom prst="rect">
            <a:avLst/>
          </a:prstGeom>
          <a:noFill/>
        </p:spPr>
        <p:txBody>
          <a:bodyPr wrap="square">
            <a:spAutoFit/>
          </a:bodyPr>
          <a:lstStyle/>
          <a:p>
            <a:pPr>
              <a:buNone/>
            </a:pPr>
            <a:r>
              <a:rPr lang="en-IN" sz="1600" dirty="0">
                <a:effectLst/>
                <a:latin typeface="Courier New" panose="02070309020205020404" pitchFamily="49" charset="0"/>
              </a:rPr>
              <a:t>for (</a:t>
            </a:r>
            <a:r>
              <a:rPr lang="en-IN" sz="1600" dirty="0" err="1">
                <a:effectLst/>
                <a:latin typeface="Courier New" panose="02070309020205020404" pitchFamily="49" charset="0"/>
              </a:rPr>
              <a:t>WebElement</a:t>
            </a:r>
            <a:r>
              <a:rPr lang="en-IN" sz="1600" dirty="0">
                <a:effectLst/>
                <a:latin typeface="Courier New" panose="02070309020205020404" pitchFamily="49" charset="0"/>
              </a:rPr>
              <a:t> link : links) {</a:t>
            </a:r>
          </a:p>
          <a:p>
            <a:pPr>
              <a:buNone/>
            </a:pPr>
            <a:r>
              <a:rPr lang="en-IN" sz="1600" dirty="0">
                <a:effectLst/>
                <a:latin typeface="Courier New" panose="02070309020205020404" pitchFamily="49" charset="0"/>
              </a:rPr>
              <a:t>    String </a:t>
            </a:r>
            <a:r>
              <a:rPr lang="en-IN" sz="1600" dirty="0" err="1">
                <a:effectLst/>
                <a:latin typeface="Courier New" panose="02070309020205020404" pitchFamily="49" charset="0"/>
              </a:rPr>
              <a:t>url</a:t>
            </a:r>
            <a:r>
              <a:rPr lang="en-IN" sz="1600" dirty="0">
                <a:effectLst/>
                <a:latin typeface="Courier New" panose="02070309020205020404" pitchFamily="49" charset="0"/>
              </a:rPr>
              <a:t> = </a:t>
            </a:r>
            <a:r>
              <a:rPr lang="en-IN" sz="1600" dirty="0" err="1">
                <a:effectLst/>
                <a:latin typeface="Courier New" panose="02070309020205020404" pitchFamily="49" charset="0"/>
              </a:rPr>
              <a:t>link.getAttribute</a:t>
            </a:r>
            <a:r>
              <a:rPr lang="en-IN" sz="1600" dirty="0">
                <a:effectLst/>
                <a:latin typeface="Courier New" panose="02070309020205020404" pitchFamily="49" charset="0"/>
              </a:rPr>
              <a:t>("</a:t>
            </a:r>
            <a:r>
              <a:rPr lang="en-IN" sz="1600" dirty="0" err="1">
                <a:effectLst/>
                <a:latin typeface="Courier New" panose="02070309020205020404" pitchFamily="49" charset="0"/>
              </a:rPr>
              <a:t>href</a:t>
            </a:r>
            <a:r>
              <a:rPr lang="en-IN" sz="1600" dirty="0">
                <a:effectLst/>
                <a:latin typeface="Courier New" panose="02070309020205020404" pitchFamily="49" charset="0"/>
              </a:rPr>
              <a:t>");</a:t>
            </a:r>
          </a:p>
          <a:p>
            <a:pPr>
              <a:buNone/>
            </a:pPr>
            <a:r>
              <a:rPr lang="en-IN" sz="1600" dirty="0">
                <a:effectLst/>
                <a:latin typeface="Courier New" panose="02070309020205020404" pitchFamily="49" charset="0"/>
              </a:rPr>
              <a:t>    try {</a:t>
            </a:r>
          </a:p>
          <a:p>
            <a:pPr>
              <a:buNone/>
            </a:pPr>
            <a:r>
              <a:rPr lang="en-IN" sz="1600" dirty="0">
                <a:effectLst/>
                <a:latin typeface="Courier New" panose="02070309020205020404" pitchFamily="49" charset="0"/>
              </a:rPr>
              <a:t>        </a:t>
            </a:r>
            <a:r>
              <a:rPr lang="en-IN" sz="1600" dirty="0" err="1">
                <a:effectLst/>
                <a:latin typeface="Courier New" panose="02070309020205020404" pitchFamily="49" charset="0"/>
              </a:rPr>
              <a:t>HttpURLConnection</a:t>
            </a:r>
            <a:r>
              <a:rPr lang="en-IN" sz="1600" dirty="0">
                <a:effectLst/>
                <a:latin typeface="Courier New" panose="02070309020205020404" pitchFamily="49" charset="0"/>
              </a:rPr>
              <a:t> connection = (</a:t>
            </a:r>
            <a:r>
              <a:rPr lang="en-IN" sz="1600" dirty="0" err="1">
                <a:effectLst/>
                <a:latin typeface="Courier New" panose="02070309020205020404" pitchFamily="49" charset="0"/>
              </a:rPr>
              <a:t>HttpURLConnection</a:t>
            </a:r>
            <a:r>
              <a:rPr lang="en-IN" sz="1600" dirty="0">
                <a:effectLst/>
                <a:latin typeface="Courier New" panose="02070309020205020404" pitchFamily="49" charset="0"/>
              </a:rPr>
              <a:t>) new URL(</a:t>
            </a:r>
            <a:r>
              <a:rPr lang="en-IN" sz="1600" dirty="0" err="1">
                <a:effectLst/>
                <a:latin typeface="Courier New" panose="02070309020205020404" pitchFamily="49" charset="0"/>
              </a:rPr>
              <a:t>url</a:t>
            </a:r>
            <a:r>
              <a:rPr lang="en-IN" sz="1600" dirty="0">
                <a:effectLst/>
                <a:latin typeface="Courier New" panose="02070309020205020404" pitchFamily="49" charset="0"/>
              </a:rPr>
              <a:t>).</a:t>
            </a:r>
            <a:r>
              <a:rPr lang="en-IN" sz="1600" dirty="0" err="1">
                <a:effectLst/>
                <a:latin typeface="Courier New" panose="02070309020205020404" pitchFamily="49" charset="0"/>
              </a:rPr>
              <a:t>openConnection</a:t>
            </a:r>
            <a:r>
              <a:rPr lang="en-IN" sz="1600" dirty="0">
                <a:effectLst/>
                <a:latin typeface="Courier New" panose="02070309020205020404" pitchFamily="49" charset="0"/>
              </a:rPr>
              <a:t>();</a:t>
            </a:r>
          </a:p>
          <a:p>
            <a:pPr>
              <a:buNone/>
            </a:pPr>
            <a:r>
              <a:rPr lang="en-IN" sz="1600" dirty="0">
                <a:effectLst/>
                <a:latin typeface="Courier New" panose="02070309020205020404" pitchFamily="49" charset="0"/>
              </a:rPr>
              <a:t>        </a:t>
            </a:r>
            <a:r>
              <a:rPr lang="en-IN" sz="1600" dirty="0" err="1">
                <a:effectLst/>
                <a:latin typeface="Courier New" panose="02070309020205020404" pitchFamily="49" charset="0"/>
              </a:rPr>
              <a:t>connection.setRequestMethod</a:t>
            </a:r>
            <a:r>
              <a:rPr lang="en-IN" sz="1600" dirty="0">
                <a:effectLst/>
                <a:latin typeface="Courier New" panose="02070309020205020404" pitchFamily="49" charset="0"/>
              </a:rPr>
              <a:t>("HEAD");</a:t>
            </a:r>
          </a:p>
          <a:p>
            <a:pPr>
              <a:buNone/>
            </a:pPr>
            <a:r>
              <a:rPr lang="en-IN" sz="1600" dirty="0">
                <a:effectLst/>
                <a:latin typeface="Courier New" panose="02070309020205020404" pitchFamily="49" charset="0"/>
              </a:rPr>
              <a:t>        </a:t>
            </a:r>
            <a:r>
              <a:rPr lang="en-IN" sz="1600" dirty="0" err="1">
                <a:effectLst/>
                <a:latin typeface="Courier New" panose="02070309020205020404" pitchFamily="49" charset="0"/>
              </a:rPr>
              <a:t>connection.connect</a:t>
            </a:r>
            <a:r>
              <a:rPr lang="en-IN" sz="1600" dirty="0">
                <a:effectLst/>
                <a:latin typeface="Courier New" panose="02070309020205020404" pitchFamily="49" charset="0"/>
              </a:rPr>
              <a:t>();</a:t>
            </a:r>
          </a:p>
          <a:p>
            <a:pPr>
              <a:buNone/>
            </a:pPr>
            <a:r>
              <a:rPr lang="en-IN" sz="1600" dirty="0">
                <a:effectLst/>
                <a:latin typeface="Courier New" panose="02070309020205020404" pitchFamily="49" charset="0"/>
              </a:rPr>
              <a:t>        int </a:t>
            </a:r>
            <a:r>
              <a:rPr lang="en-IN" sz="1600" dirty="0" err="1">
                <a:effectLst/>
                <a:latin typeface="Courier New" panose="02070309020205020404" pitchFamily="49" charset="0"/>
              </a:rPr>
              <a:t>responseCode</a:t>
            </a:r>
            <a:r>
              <a:rPr lang="en-IN" sz="1600" dirty="0">
                <a:effectLst/>
                <a:latin typeface="Courier New" panose="02070309020205020404" pitchFamily="49" charset="0"/>
              </a:rPr>
              <a:t> = </a:t>
            </a:r>
            <a:r>
              <a:rPr lang="en-IN" sz="1600" dirty="0" err="1">
                <a:effectLst/>
                <a:latin typeface="Courier New" panose="02070309020205020404" pitchFamily="49" charset="0"/>
              </a:rPr>
              <a:t>connection.getResponseCode</a:t>
            </a:r>
            <a:r>
              <a:rPr lang="en-IN" sz="1600" dirty="0">
                <a:effectLst/>
                <a:latin typeface="Courier New" panose="02070309020205020404" pitchFamily="49" charset="0"/>
              </a:rPr>
              <a:t>();</a:t>
            </a:r>
          </a:p>
          <a:p>
            <a:pPr>
              <a:buNone/>
            </a:pPr>
            <a:r>
              <a:rPr lang="en-IN" sz="1600" dirty="0">
                <a:effectLst/>
                <a:latin typeface="Courier New" panose="02070309020205020404" pitchFamily="49" charset="0"/>
              </a:rPr>
              <a:t>        </a:t>
            </a:r>
          </a:p>
          <a:p>
            <a:pPr>
              <a:buNone/>
            </a:pPr>
            <a:r>
              <a:rPr lang="en-IN" sz="1600" dirty="0">
                <a:effectLst/>
                <a:latin typeface="Courier New" panose="02070309020205020404" pitchFamily="49" charset="0"/>
              </a:rPr>
              <a:t>        if (</a:t>
            </a:r>
            <a:r>
              <a:rPr lang="en-IN" sz="1600" dirty="0" err="1">
                <a:effectLst/>
                <a:latin typeface="Courier New" panose="02070309020205020404" pitchFamily="49" charset="0"/>
              </a:rPr>
              <a:t>responseCode</a:t>
            </a:r>
            <a:r>
              <a:rPr lang="en-IN" sz="1600" dirty="0">
                <a:effectLst/>
                <a:latin typeface="Courier New" panose="02070309020205020404" pitchFamily="49" charset="0"/>
              </a:rPr>
              <a:t> &gt;= 400) {</a:t>
            </a:r>
          </a:p>
          <a:p>
            <a:pPr>
              <a:buNone/>
            </a:pPr>
            <a:r>
              <a:rPr lang="en-IN" sz="1600" dirty="0">
                <a:effectLst/>
                <a:latin typeface="Courier New" panose="02070309020205020404" pitchFamily="49" charset="0"/>
              </a:rPr>
              <a:t>            </a:t>
            </a:r>
            <a:r>
              <a:rPr lang="en-IN" sz="1600" dirty="0" err="1">
                <a:effectLst/>
                <a:latin typeface="Courier New" panose="02070309020205020404" pitchFamily="49" charset="0"/>
              </a:rPr>
              <a:t>System.out.println</a:t>
            </a:r>
            <a:r>
              <a:rPr lang="en-IN" sz="1600" dirty="0">
                <a:effectLst/>
                <a:latin typeface="Courier New" panose="02070309020205020404" pitchFamily="49" charset="0"/>
              </a:rPr>
              <a:t>(</a:t>
            </a:r>
            <a:r>
              <a:rPr lang="en-IN" sz="1600" dirty="0" err="1">
                <a:effectLst/>
                <a:latin typeface="Courier New" panose="02070309020205020404" pitchFamily="49" charset="0"/>
              </a:rPr>
              <a:t>url</a:t>
            </a:r>
            <a:r>
              <a:rPr lang="en-IN" sz="1600" dirty="0">
                <a:effectLst/>
                <a:latin typeface="Courier New" panose="02070309020205020404" pitchFamily="49" charset="0"/>
              </a:rPr>
              <a:t> + " is a broken link");</a:t>
            </a:r>
          </a:p>
          <a:p>
            <a:pPr>
              <a:buNone/>
            </a:pPr>
            <a:r>
              <a:rPr lang="en-IN" sz="1600" dirty="0">
                <a:effectLst/>
                <a:latin typeface="Courier New" panose="02070309020205020404" pitchFamily="49" charset="0"/>
              </a:rPr>
              <a:t>        } else {</a:t>
            </a:r>
          </a:p>
          <a:p>
            <a:pPr>
              <a:buNone/>
            </a:pPr>
            <a:r>
              <a:rPr lang="en-IN" sz="1600" dirty="0">
                <a:effectLst/>
                <a:latin typeface="Courier New" panose="02070309020205020404" pitchFamily="49" charset="0"/>
              </a:rPr>
              <a:t>            </a:t>
            </a:r>
            <a:r>
              <a:rPr lang="en-IN" sz="1600" dirty="0" err="1">
                <a:effectLst/>
                <a:latin typeface="Courier New" panose="02070309020205020404" pitchFamily="49" charset="0"/>
              </a:rPr>
              <a:t>System.out.println</a:t>
            </a:r>
            <a:r>
              <a:rPr lang="en-IN" sz="1600" dirty="0">
                <a:effectLst/>
                <a:latin typeface="Courier New" panose="02070309020205020404" pitchFamily="49" charset="0"/>
              </a:rPr>
              <a:t>(</a:t>
            </a:r>
            <a:r>
              <a:rPr lang="en-IN" sz="1600" dirty="0" err="1">
                <a:effectLst/>
                <a:latin typeface="Courier New" panose="02070309020205020404" pitchFamily="49" charset="0"/>
              </a:rPr>
              <a:t>url</a:t>
            </a:r>
            <a:r>
              <a:rPr lang="en-IN" sz="1600" dirty="0">
                <a:effectLst/>
                <a:latin typeface="Courier New" panose="02070309020205020404" pitchFamily="49" charset="0"/>
              </a:rPr>
              <a:t> + " is valid");</a:t>
            </a:r>
          </a:p>
          <a:p>
            <a:pPr>
              <a:buNone/>
            </a:pPr>
            <a:r>
              <a:rPr lang="en-IN" sz="1600" dirty="0">
                <a:effectLst/>
                <a:latin typeface="Courier New" panose="02070309020205020404" pitchFamily="49" charset="0"/>
              </a:rPr>
              <a:t>        }</a:t>
            </a:r>
          </a:p>
          <a:p>
            <a:pPr>
              <a:buNone/>
            </a:pPr>
            <a:r>
              <a:rPr lang="en-IN" sz="1600" dirty="0">
                <a:effectLst/>
                <a:latin typeface="Courier New" panose="02070309020205020404" pitchFamily="49" charset="0"/>
              </a:rPr>
              <a:t>    } catch (Exception e) {</a:t>
            </a:r>
          </a:p>
          <a:p>
            <a:pPr>
              <a:buNone/>
            </a:pPr>
            <a:r>
              <a:rPr lang="en-IN" sz="1600" dirty="0">
                <a:effectLst/>
                <a:latin typeface="Courier New" panose="02070309020205020404" pitchFamily="49" charset="0"/>
              </a:rPr>
              <a:t>        </a:t>
            </a:r>
            <a:r>
              <a:rPr lang="en-IN" sz="1600" dirty="0" err="1">
                <a:effectLst/>
                <a:latin typeface="Courier New" panose="02070309020205020404" pitchFamily="49" charset="0"/>
              </a:rPr>
              <a:t>System.out.println</a:t>
            </a:r>
            <a:r>
              <a:rPr lang="en-IN" sz="1600" dirty="0">
                <a:effectLst/>
                <a:latin typeface="Courier New" panose="02070309020205020404" pitchFamily="49" charset="0"/>
              </a:rPr>
              <a:t>(</a:t>
            </a:r>
            <a:r>
              <a:rPr lang="en-IN" sz="1600" dirty="0" err="1">
                <a:effectLst/>
                <a:latin typeface="Courier New" panose="02070309020205020404" pitchFamily="49" charset="0"/>
              </a:rPr>
              <a:t>url</a:t>
            </a:r>
            <a:r>
              <a:rPr lang="en-IN" sz="1600" dirty="0">
                <a:effectLst/>
                <a:latin typeface="Courier New" panose="02070309020205020404" pitchFamily="49" charset="0"/>
              </a:rPr>
              <a:t> + " is invalid: " + </a:t>
            </a:r>
            <a:r>
              <a:rPr lang="en-IN" sz="1600" dirty="0" err="1">
                <a:effectLst/>
                <a:latin typeface="Courier New" panose="02070309020205020404" pitchFamily="49" charset="0"/>
              </a:rPr>
              <a:t>e.getMessage</a:t>
            </a:r>
            <a:r>
              <a:rPr lang="en-IN" sz="1600" dirty="0">
                <a:effectLst/>
                <a:latin typeface="Courier New" panose="02070309020205020404" pitchFamily="49" charset="0"/>
              </a:rPr>
              <a:t>());</a:t>
            </a:r>
          </a:p>
          <a:p>
            <a:pPr>
              <a:buNone/>
            </a:pPr>
            <a:r>
              <a:rPr lang="en-IN" sz="1600" dirty="0">
                <a:effectLst/>
                <a:latin typeface="Courier New" panose="02070309020205020404" pitchFamily="49" charset="0"/>
              </a:rPr>
              <a:t>    }</a:t>
            </a:r>
          </a:p>
          <a:p>
            <a:pPr>
              <a:buNone/>
            </a:pPr>
            <a:r>
              <a:rPr lang="en-IN" sz="1600" dirty="0">
                <a:effectLst/>
                <a:latin typeface="Courier New" panose="02070309020205020404" pitchFamily="49" charset="0"/>
              </a:rPr>
              <a:t>}</a:t>
            </a:r>
          </a:p>
        </p:txBody>
      </p:sp>
    </p:spTree>
    <p:extLst>
      <p:ext uri="{BB962C8B-B14F-4D97-AF65-F5344CB8AC3E}">
        <p14:creationId xmlns:p14="http://schemas.microsoft.com/office/powerpoint/2010/main" val="311007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F33CA-630B-3EB2-7952-464C12D9C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8B39B-57D6-6052-E526-2F8203503BAD}"/>
              </a:ext>
            </a:extLst>
          </p:cNvPr>
          <p:cNvSpPr>
            <a:spLocks noGrp="1"/>
          </p:cNvSpPr>
          <p:nvPr>
            <p:ph type="title"/>
          </p:nvPr>
        </p:nvSpPr>
        <p:spPr/>
        <p:txBody>
          <a:bodyPr/>
          <a:lstStyle/>
          <a:p>
            <a:r>
              <a:rPr lang="en-IN" dirty="0"/>
              <a:t>Broken Links</a:t>
            </a:r>
          </a:p>
        </p:txBody>
      </p:sp>
      <p:sp>
        <p:nvSpPr>
          <p:cNvPr id="4" name="Footer Placeholder 3">
            <a:extLst>
              <a:ext uri="{FF2B5EF4-FFF2-40B4-BE49-F238E27FC236}">
                <a16:creationId xmlns:a16="http://schemas.microsoft.com/office/drawing/2014/main" id="{BA19113E-FCAE-6920-1182-716033269326}"/>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73523FBA-F9C4-B288-E643-A137DAAB3E7E}"/>
              </a:ext>
            </a:extLst>
          </p:cNvPr>
          <p:cNvSpPr>
            <a:spLocks noGrp="1"/>
          </p:cNvSpPr>
          <p:nvPr>
            <p:ph type="sldNum" sz="quarter" idx="12"/>
          </p:nvPr>
        </p:nvSpPr>
        <p:spPr/>
        <p:txBody>
          <a:bodyPr/>
          <a:lstStyle/>
          <a:p>
            <a:fld id="{38826FC0-333C-E549-9FA3-0EE43DF298A3}" type="slidenum">
              <a:rPr lang="en-US" smtClean="0"/>
              <a:pPr/>
              <a:t>12</a:t>
            </a:fld>
            <a:endParaRPr lang="en-US" dirty="0"/>
          </a:p>
        </p:txBody>
      </p:sp>
      <p:graphicFrame>
        <p:nvGraphicFramePr>
          <p:cNvPr id="10" name="Table 9">
            <a:extLst>
              <a:ext uri="{FF2B5EF4-FFF2-40B4-BE49-F238E27FC236}">
                <a16:creationId xmlns:a16="http://schemas.microsoft.com/office/drawing/2014/main" id="{1BCFD223-EF2E-FB11-5142-7267628EE7E4}"/>
              </a:ext>
            </a:extLst>
          </p:cNvPr>
          <p:cNvGraphicFramePr>
            <a:graphicFrameLocks noGrp="1"/>
          </p:cNvGraphicFramePr>
          <p:nvPr>
            <p:extLst>
              <p:ext uri="{D42A27DB-BD31-4B8C-83A1-F6EECF244321}">
                <p14:modId xmlns:p14="http://schemas.microsoft.com/office/powerpoint/2010/main" val="498727802"/>
              </p:ext>
            </p:extLst>
          </p:nvPr>
        </p:nvGraphicFramePr>
        <p:xfrm>
          <a:off x="1869440" y="1842599"/>
          <a:ext cx="7518400" cy="1752600"/>
        </p:xfrm>
        <a:graphic>
          <a:graphicData uri="http://schemas.openxmlformats.org/drawingml/2006/table">
            <a:tbl>
              <a:tblPr>
                <a:tableStyleId>{69C7853C-536D-4A76-A0AE-DD22124D55A5}</a:tableStyleId>
              </a:tblPr>
              <a:tblGrid>
                <a:gridCol w="812800">
                  <a:extLst>
                    <a:ext uri="{9D8B030D-6E8A-4147-A177-3AD203B41FA5}">
                      <a16:colId xmlns:a16="http://schemas.microsoft.com/office/drawing/2014/main" val="2954379462"/>
                    </a:ext>
                  </a:extLst>
                </a:gridCol>
                <a:gridCol w="6705600">
                  <a:extLst>
                    <a:ext uri="{9D8B030D-6E8A-4147-A177-3AD203B41FA5}">
                      <a16:colId xmlns:a16="http://schemas.microsoft.com/office/drawing/2014/main" val="446515436"/>
                    </a:ext>
                  </a:extLst>
                </a:gridCol>
              </a:tblGrid>
              <a:tr h="0">
                <a:tc>
                  <a:txBody>
                    <a:bodyPr/>
                    <a:lstStyle/>
                    <a:p>
                      <a:pPr>
                        <a:buNone/>
                      </a:pPr>
                      <a:r>
                        <a:rPr lang="en-IN" sz="1700" b="1" dirty="0">
                          <a:effectLst/>
                          <a:latin typeface="Comic Sans MS" panose="030F0702030302020204" pitchFamily="66" charset="0"/>
                        </a:rPr>
                        <a:t>Step</a:t>
                      </a:r>
                    </a:p>
                  </a:txBody>
                  <a:tcPr anchor="ctr"/>
                </a:tc>
                <a:tc>
                  <a:txBody>
                    <a:bodyPr/>
                    <a:lstStyle/>
                    <a:p>
                      <a:pPr>
                        <a:buNone/>
                      </a:pPr>
                      <a:r>
                        <a:rPr lang="en-IN" sz="1700" b="1" dirty="0">
                          <a:effectLst/>
                          <a:latin typeface="Comic Sans MS" panose="030F0702030302020204" pitchFamily="66" charset="0"/>
                        </a:rPr>
                        <a:t>Action</a:t>
                      </a:r>
                    </a:p>
                  </a:txBody>
                  <a:tcPr anchor="ctr"/>
                </a:tc>
                <a:extLst>
                  <a:ext uri="{0D108BD9-81ED-4DB2-BD59-A6C34878D82A}">
                    <a16:rowId xmlns:a16="http://schemas.microsoft.com/office/drawing/2014/main" val="3225385434"/>
                  </a:ext>
                </a:extLst>
              </a:tr>
              <a:tr h="0">
                <a:tc>
                  <a:txBody>
                    <a:bodyPr/>
                    <a:lstStyle/>
                    <a:p>
                      <a:pPr>
                        <a:buNone/>
                      </a:pPr>
                      <a:r>
                        <a:rPr lang="en-IN" sz="1700">
                          <a:effectLst/>
                          <a:latin typeface="Comic Sans MS" panose="030F0702030302020204" pitchFamily="66" charset="0"/>
                        </a:rPr>
                        <a:t>1</a:t>
                      </a:r>
                    </a:p>
                  </a:txBody>
                  <a:tcPr anchor="ctr"/>
                </a:tc>
                <a:tc>
                  <a:txBody>
                    <a:bodyPr/>
                    <a:lstStyle/>
                    <a:p>
                      <a:pPr>
                        <a:buNone/>
                      </a:pPr>
                      <a:r>
                        <a:rPr lang="en-US" sz="1700">
                          <a:effectLst/>
                          <a:latin typeface="Comic Sans MS" panose="030F0702030302020204" pitchFamily="66" charset="0"/>
                        </a:rPr>
                        <a:t>Collect all links with Selenium</a:t>
                      </a:r>
                    </a:p>
                  </a:txBody>
                  <a:tcPr anchor="ctr"/>
                </a:tc>
                <a:extLst>
                  <a:ext uri="{0D108BD9-81ED-4DB2-BD59-A6C34878D82A}">
                    <a16:rowId xmlns:a16="http://schemas.microsoft.com/office/drawing/2014/main" val="2322366274"/>
                  </a:ext>
                </a:extLst>
              </a:tr>
              <a:tr h="0">
                <a:tc>
                  <a:txBody>
                    <a:bodyPr/>
                    <a:lstStyle/>
                    <a:p>
                      <a:pPr>
                        <a:buNone/>
                      </a:pPr>
                      <a:r>
                        <a:rPr lang="en-IN" sz="1700">
                          <a:effectLst/>
                          <a:latin typeface="Comic Sans MS" panose="030F0702030302020204" pitchFamily="66" charset="0"/>
                        </a:rPr>
                        <a:t>2</a:t>
                      </a:r>
                    </a:p>
                  </a:txBody>
                  <a:tcPr anchor="ctr"/>
                </a:tc>
                <a:tc>
                  <a:txBody>
                    <a:bodyPr/>
                    <a:lstStyle/>
                    <a:p>
                      <a:pPr>
                        <a:buNone/>
                      </a:pPr>
                      <a:r>
                        <a:rPr lang="en-US" sz="1700">
                          <a:effectLst/>
                          <a:latin typeface="Comic Sans MS" panose="030F0702030302020204" pitchFamily="66" charset="0"/>
                        </a:rPr>
                        <a:t>Send HTTP request to each link</a:t>
                      </a:r>
                    </a:p>
                  </a:txBody>
                  <a:tcPr anchor="ctr"/>
                </a:tc>
                <a:extLst>
                  <a:ext uri="{0D108BD9-81ED-4DB2-BD59-A6C34878D82A}">
                    <a16:rowId xmlns:a16="http://schemas.microsoft.com/office/drawing/2014/main" val="4225063832"/>
                  </a:ext>
                </a:extLst>
              </a:tr>
              <a:tr h="0">
                <a:tc>
                  <a:txBody>
                    <a:bodyPr/>
                    <a:lstStyle/>
                    <a:p>
                      <a:pPr>
                        <a:buNone/>
                      </a:pPr>
                      <a:r>
                        <a:rPr lang="en-IN" sz="1700">
                          <a:effectLst/>
                          <a:latin typeface="Comic Sans MS" panose="030F0702030302020204" pitchFamily="66" charset="0"/>
                        </a:rPr>
                        <a:t>3</a:t>
                      </a:r>
                    </a:p>
                  </a:txBody>
                  <a:tcPr anchor="ctr"/>
                </a:tc>
                <a:tc>
                  <a:txBody>
                    <a:bodyPr/>
                    <a:lstStyle/>
                    <a:p>
                      <a:pPr>
                        <a:buNone/>
                      </a:pPr>
                      <a:r>
                        <a:rPr lang="en-US" sz="1700">
                          <a:effectLst/>
                          <a:latin typeface="Comic Sans MS" panose="030F0702030302020204" pitchFamily="66" charset="0"/>
                        </a:rPr>
                        <a:t>Mark links with status ≥ 400 as broken</a:t>
                      </a:r>
                    </a:p>
                  </a:txBody>
                  <a:tcPr anchor="ctr"/>
                </a:tc>
                <a:extLst>
                  <a:ext uri="{0D108BD9-81ED-4DB2-BD59-A6C34878D82A}">
                    <a16:rowId xmlns:a16="http://schemas.microsoft.com/office/drawing/2014/main" val="281235215"/>
                  </a:ext>
                </a:extLst>
              </a:tr>
              <a:tr h="0">
                <a:tc>
                  <a:txBody>
                    <a:bodyPr/>
                    <a:lstStyle/>
                    <a:p>
                      <a:pPr>
                        <a:buNone/>
                      </a:pPr>
                      <a:r>
                        <a:rPr lang="en-IN" sz="1700">
                          <a:effectLst/>
                          <a:latin typeface="Comic Sans MS" panose="030F0702030302020204" pitchFamily="66" charset="0"/>
                        </a:rPr>
                        <a:t>4</a:t>
                      </a:r>
                    </a:p>
                  </a:txBody>
                  <a:tcPr anchor="ctr"/>
                </a:tc>
                <a:tc>
                  <a:txBody>
                    <a:bodyPr/>
                    <a:lstStyle/>
                    <a:p>
                      <a:pPr>
                        <a:buNone/>
                      </a:pPr>
                      <a:r>
                        <a:rPr lang="en-IN" sz="1700" dirty="0">
                          <a:effectLst/>
                          <a:latin typeface="Comic Sans MS" panose="030F0702030302020204" pitchFamily="66" charset="0"/>
                        </a:rPr>
                        <a:t>Log/report broken links</a:t>
                      </a:r>
                    </a:p>
                  </a:txBody>
                  <a:tcPr anchor="ctr"/>
                </a:tc>
                <a:extLst>
                  <a:ext uri="{0D108BD9-81ED-4DB2-BD59-A6C34878D82A}">
                    <a16:rowId xmlns:a16="http://schemas.microsoft.com/office/drawing/2014/main" val="3516299133"/>
                  </a:ext>
                </a:extLst>
              </a:tr>
            </a:tbl>
          </a:graphicData>
        </a:graphic>
      </p:graphicFrame>
    </p:spTree>
    <p:extLst>
      <p:ext uri="{BB962C8B-B14F-4D97-AF65-F5344CB8AC3E}">
        <p14:creationId xmlns:p14="http://schemas.microsoft.com/office/powerpoint/2010/main" val="1436681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34C77-61B6-5594-75E6-19733B6A7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C0DE6-2618-3090-D838-64683A97BF84}"/>
              </a:ext>
            </a:extLst>
          </p:cNvPr>
          <p:cNvSpPr>
            <a:spLocks noGrp="1"/>
          </p:cNvSpPr>
          <p:nvPr>
            <p:ph type="title"/>
          </p:nvPr>
        </p:nvSpPr>
        <p:spPr/>
        <p:txBody>
          <a:bodyPr/>
          <a:lstStyle/>
          <a:p>
            <a:r>
              <a:rPr lang="en-IN" dirty="0"/>
              <a:t>Chrome Options</a:t>
            </a:r>
          </a:p>
        </p:txBody>
      </p:sp>
      <p:sp>
        <p:nvSpPr>
          <p:cNvPr id="4" name="Footer Placeholder 3">
            <a:extLst>
              <a:ext uri="{FF2B5EF4-FFF2-40B4-BE49-F238E27FC236}">
                <a16:creationId xmlns:a16="http://schemas.microsoft.com/office/drawing/2014/main" id="{E5D6BA52-E203-E5B7-B620-BCA1D0493C4E}"/>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537C50ED-5821-8B1E-CE5F-61AEC8080159}"/>
              </a:ext>
            </a:extLst>
          </p:cNvPr>
          <p:cNvSpPr>
            <a:spLocks noGrp="1"/>
          </p:cNvSpPr>
          <p:nvPr>
            <p:ph type="sldNum" sz="quarter" idx="12"/>
          </p:nvPr>
        </p:nvSpPr>
        <p:spPr/>
        <p:txBody>
          <a:bodyPr/>
          <a:lstStyle/>
          <a:p>
            <a:fld id="{38826FC0-333C-E549-9FA3-0EE43DF298A3}" type="slidenum">
              <a:rPr lang="en-US" smtClean="0"/>
              <a:pPr/>
              <a:t>13</a:t>
            </a:fld>
            <a:endParaRPr lang="en-US" dirty="0"/>
          </a:p>
        </p:txBody>
      </p:sp>
      <p:sp>
        <p:nvSpPr>
          <p:cNvPr id="6" name="TextBox 5">
            <a:extLst>
              <a:ext uri="{FF2B5EF4-FFF2-40B4-BE49-F238E27FC236}">
                <a16:creationId xmlns:a16="http://schemas.microsoft.com/office/drawing/2014/main" id="{F7E96F0A-AB95-CA9A-A790-F7D77E1757FB}"/>
              </a:ext>
            </a:extLst>
          </p:cNvPr>
          <p:cNvSpPr txBox="1"/>
          <p:nvPr/>
        </p:nvSpPr>
        <p:spPr>
          <a:xfrm>
            <a:off x="640080" y="923958"/>
            <a:ext cx="11094720" cy="1226170"/>
          </a:xfrm>
          <a:prstGeom prst="rect">
            <a:avLst/>
          </a:prstGeom>
          <a:noFill/>
        </p:spPr>
        <p:txBody>
          <a:bodyPr wrap="square">
            <a:spAutoFit/>
          </a:bodyPr>
          <a:lstStyle/>
          <a:p>
            <a:pPr>
              <a:lnSpc>
                <a:spcPct val="150000"/>
              </a:lnSpc>
            </a:pPr>
            <a:r>
              <a:rPr lang="en-US" sz="1700" dirty="0" err="1">
                <a:latin typeface="Comic Sans MS" panose="030F0702030302020204" pitchFamily="66" charset="0"/>
              </a:rPr>
              <a:t>ChromeOptions</a:t>
            </a:r>
            <a:r>
              <a:rPr lang="en-US" sz="1700" dirty="0">
                <a:latin typeface="Comic Sans MS" panose="030F0702030302020204" pitchFamily="66" charset="0"/>
              </a:rPr>
              <a:t> lets you customize and control Google Chrome’s behavior when launching it via Selenium. It’s a driver-specific options class built on top of </a:t>
            </a:r>
            <a:r>
              <a:rPr lang="en-US" sz="1700" dirty="0" err="1">
                <a:latin typeface="Comic Sans MS" panose="030F0702030302020204" pitchFamily="66" charset="0"/>
              </a:rPr>
              <a:t>ChromiumOptions</a:t>
            </a:r>
            <a:r>
              <a:rPr lang="en-US" sz="1700" dirty="0">
                <a:latin typeface="Comic Sans MS" panose="030F0702030302020204" pitchFamily="66" charset="0"/>
              </a:rPr>
              <a:t>, supporting arguments, preferences, extensions, custom binaries, mobile emulation, and use with local </a:t>
            </a:r>
            <a:r>
              <a:rPr lang="en-US" sz="1700" dirty="0" err="1">
                <a:latin typeface="Comic Sans MS" panose="030F0702030302020204" pitchFamily="66" charset="0"/>
              </a:rPr>
              <a:t>ChromeDriver</a:t>
            </a:r>
            <a:r>
              <a:rPr lang="en-US" sz="1700" dirty="0">
                <a:latin typeface="Comic Sans MS" panose="030F0702030302020204" pitchFamily="66" charset="0"/>
              </a:rPr>
              <a:t> or </a:t>
            </a:r>
            <a:r>
              <a:rPr lang="en-US" sz="1700" dirty="0" err="1">
                <a:latin typeface="Comic Sans MS" panose="030F0702030302020204" pitchFamily="66" charset="0"/>
              </a:rPr>
              <a:t>RemoteWebDriver</a:t>
            </a:r>
            <a:r>
              <a:rPr lang="en-US" sz="1700" dirty="0">
                <a:latin typeface="Comic Sans MS" panose="030F0702030302020204" pitchFamily="66" charset="0"/>
              </a:rPr>
              <a:t>/Grid</a:t>
            </a:r>
            <a:endParaRPr lang="en-IN" sz="1700" dirty="0">
              <a:latin typeface="Comic Sans MS" panose="030F0702030302020204" pitchFamily="66" charset="0"/>
            </a:endParaRPr>
          </a:p>
        </p:txBody>
      </p:sp>
      <p:sp>
        <p:nvSpPr>
          <p:cNvPr id="8" name="TextBox 7">
            <a:extLst>
              <a:ext uri="{FF2B5EF4-FFF2-40B4-BE49-F238E27FC236}">
                <a16:creationId xmlns:a16="http://schemas.microsoft.com/office/drawing/2014/main" id="{13CE5D4B-038D-2436-98EA-FF40CA89E130}"/>
              </a:ext>
            </a:extLst>
          </p:cNvPr>
          <p:cNvSpPr txBox="1"/>
          <p:nvPr/>
        </p:nvSpPr>
        <p:spPr>
          <a:xfrm>
            <a:off x="640080" y="2427724"/>
            <a:ext cx="11277600" cy="3973075"/>
          </a:xfrm>
          <a:prstGeom prst="rect">
            <a:avLst/>
          </a:prstGeom>
          <a:noFill/>
        </p:spPr>
        <p:txBody>
          <a:bodyPr wrap="square">
            <a:spAutoFit/>
          </a:bodyPr>
          <a:lstStyle/>
          <a:p>
            <a:pPr>
              <a:lnSpc>
                <a:spcPct val="150000"/>
              </a:lnSpc>
              <a:buNone/>
            </a:pPr>
            <a:r>
              <a:rPr lang="en-IN" sz="1700" b="1" dirty="0">
                <a:effectLst/>
                <a:latin typeface="Comic Sans MS" panose="030F0702030302020204" pitchFamily="66" charset="0"/>
              </a:rPr>
              <a:t>What </a:t>
            </a:r>
            <a:r>
              <a:rPr lang="en-IN" sz="1700" b="1" dirty="0" err="1">
                <a:effectLst/>
                <a:latin typeface="Comic Sans MS" panose="030F0702030302020204" pitchFamily="66" charset="0"/>
              </a:rPr>
              <a:t>ChromeOptions</a:t>
            </a:r>
            <a:r>
              <a:rPr lang="en-IN" sz="1700" b="1" dirty="0">
                <a:effectLst/>
                <a:latin typeface="Comic Sans MS" panose="030F0702030302020204" pitchFamily="66" charset="0"/>
              </a:rPr>
              <a:t> does</a:t>
            </a:r>
          </a:p>
          <a:p>
            <a:pPr>
              <a:lnSpc>
                <a:spcPct val="150000"/>
              </a:lnSpc>
              <a:buFont typeface="Arial" panose="020B0604020202020204" pitchFamily="34" charset="0"/>
              <a:buChar char="•"/>
            </a:pPr>
            <a:r>
              <a:rPr lang="en-IN" sz="1700" b="1" dirty="0">
                <a:effectLst/>
                <a:latin typeface="Comic Sans MS" panose="030F0702030302020204" pitchFamily="66" charset="0"/>
              </a:rPr>
              <a:t>Browser customization:</a:t>
            </a:r>
            <a:r>
              <a:rPr lang="en-IN" sz="1700" dirty="0">
                <a:effectLst/>
                <a:latin typeface="Comic Sans MS" panose="030F0702030302020204" pitchFamily="66" charset="0"/>
              </a:rPr>
              <a:t> Add command-line arguments (flags) like headless, incognito, or disabling GPU to tune </a:t>
            </a:r>
            <a:r>
              <a:rPr lang="en-IN" sz="1700" dirty="0" err="1">
                <a:effectLst/>
                <a:latin typeface="Comic Sans MS" panose="030F0702030302020204" pitchFamily="66" charset="0"/>
              </a:rPr>
              <a:t>behavior</a:t>
            </a:r>
            <a:r>
              <a:rPr lang="en-IN" sz="1700" dirty="0">
                <a:effectLst/>
                <a:latin typeface="Comic Sans MS" panose="030F0702030302020204" pitchFamily="66" charset="0"/>
              </a:rPr>
              <a:t> for tests and CI.</a:t>
            </a:r>
          </a:p>
          <a:p>
            <a:pPr>
              <a:lnSpc>
                <a:spcPct val="150000"/>
              </a:lnSpc>
              <a:buFont typeface="Arial" panose="020B0604020202020204" pitchFamily="34" charset="0"/>
              <a:buChar char="•"/>
            </a:pPr>
            <a:r>
              <a:rPr lang="en-IN" sz="1700" b="1" dirty="0">
                <a:effectLst/>
                <a:latin typeface="Comic Sans MS" panose="030F0702030302020204" pitchFamily="66" charset="0"/>
              </a:rPr>
              <a:t>Preferences and profiles:</a:t>
            </a:r>
            <a:r>
              <a:rPr lang="en-IN" sz="1700" dirty="0">
                <a:effectLst/>
                <a:latin typeface="Comic Sans MS" panose="030F0702030302020204" pitchFamily="66" charset="0"/>
              </a:rPr>
              <a:t> Configure Chrome preferences (e.g., default download directory, popup </a:t>
            </a:r>
            <a:r>
              <a:rPr lang="en-IN" sz="1700" dirty="0" err="1">
                <a:effectLst/>
                <a:latin typeface="Comic Sans MS" panose="030F0702030302020204" pitchFamily="66" charset="0"/>
              </a:rPr>
              <a:t>behavior</a:t>
            </a:r>
            <a:r>
              <a:rPr lang="en-IN" sz="1700" dirty="0">
                <a:effectLst/>
                <a:latin typeface="Comic Sans MS" panose="030F0702030302020204" pitchFamily="66" charset="0"/>
              </a:rPr>
              <a:t>), or use a specific user data directory to mimic a profile.</a:t>
            </a:r>
          </a:p>
          <a:p>
            <a:pPr>
              <a:lnSpc>
                <a:spcPct val="150000"/>
              </a:lnSpc>
              <a:buFont typeface="Arial" panose="020B0604020202020204" pitchFamily="34" charset="0"/>
              <a:buChar char="•"/>
            </a:pPr>
            <a:r>
              <a:rPr lang="en-IN" sz="1700" b="1" dirty="0">
                <a:effectLst/>
                <a:latin typeface="Comic Sans MS" panose="030F0702030302020204" pitchFamily="66" charset="0"/>
              </a:rPr>
              <a:t>Extensions and custom binary:</a:t>
            </a:r>
            <a:r>
              <a:rPr lang="en-IN" sz="1700" dirty="0">
                <a:effectLst/>
                <a:latin typeface="Comic Sans MS" panose="030F0702030302020204" pitchFamily="66" charset="0"/>
              </a:rPr>
              <a:t> Load .</a:t>
            </a:r>
            <a:r>
              <a:rPr lang="en-IN" sz="1700" dirty="0" err="1">
                <a:effectLst/>
                <a:latin typeface="Comic Sans MS" panose="030F0702030302020204" pitchFamily="66" charset="0"/>
              </a:rPr>
              <a:t>crx</a:t>
            </a:r>
            <a:r>
              <a:rPr lang="en-IN" sz="1700" dirty="0">
                <a:effectLst/>
                <a:latin typeface="Comic Sans MS" panose="030F0702030302020204" pitchFamily="66" charset="0"/>
              </a:rPr>
              <a:t> extensions or point Selenium to a non-default Chrome binary (portable or Canary).</a:t>
            </a:r>
          </a:p>
          <a:p>
            <a:pPr>
              <a:lnSpc>
                <a:spcPct val="150000"/>
              </a:lnSpc>
              <a:buFont typeface="Arial" panose="020B0604020202020204" pitchFamily="34" charset="0"/>
              <a:buChar char="•"/>
            </a:pPr>
            <a:r>
              <a:rPr lang="en-IN" sz="1700" b="1" dirty="0">
                <a:effectLst/>
                <a:latin typeface="Comic Sans MS" panose="030F0702030302020204" pitchFamily="66" charset="0"/>
              </a:rPr>
              <a:t>Remote usage:</a:t>
            </a:r>
            <a:r>
              <a:rPr lang="en-IN" sz="1700" dirty="0">
                <a:effectLst/>
                <a:latin typeface="Comic Sans MS" panose="030F0702030302020204" pitchFamily="66" charset="0"/>
              </a:rPr>
              <a:t> Pass </a:t>
            </a:r>
            <a:r>
              <a:rPr lang="en-IN" sz="1700" dirty="0" err="1">
                <a:effectLst/>
                <a:latin typeface="Comic Sans MS" panose="030F0702030302020204" pitchFamily="66" charset="0"/>
              </a:rPr>
              <a:t>ChromeOptions</a:t>
            </a:r>
            <a:r>
              <a:rPr lang="en-IN" sz="1700" dirty="0">
                <a:effectLst/>
                <a:latin typeface="Comic Sans MS" panose="030F0702030302020204" pitchFamily="66" charset="0"/>
              </a:rPr>
              <a:t> to </a:t>
            </a:r>
            <a:r>
              <a:rPr lang="en-IN" sz="1700" dirty="0" err="1">
                <a:effectLst/>
                <a:latin typeface="Comic Sans MS" panose="030F0702030302020204" pitchFamily="66" charset="0"/>
              </a:rPr>
              <a:t>RemoteWebDriver</a:t>
            </a:r>
            <a:r>
              <a:rPr lang="en-IN" sz="1700" dirty="0">
                <a:effectLst/>
                <a:latin typeface="Comic Sans MS" panose="030F0702030302020204" pitchFamily="66" charset="0"/>
              </a:rPr>
              <a:t> to run against Selenium Grid or cloud providers.</a:t>
            </a:r>
          </a:p>
          <a:p>
            <a:pPr>
              <a:lnSpc>
                <a:spcPct val="150000"/>
              </a:lnSpc>
              <a:buFont typeface="Arial" panose="020B0604020202020204" pitchFamily="34" charset="0"/>
              <a:buChar char="•"/>
            </a:pPr>
            <a:r>
              <a:rPr lang="en-IN" sz="1700" b="1" dirty="0">
                <a:effectLst/>
                <a:latin typeface="Comic Sans MS" panose="030F0702030302020204" pitchFamily="66" charset="0"/>
              </a:rPr>
              <a:t>Mobile emulation:</a:t>
            </a:r>
            <a:r>
              <a:rPr lang="en-IN" sz="1700" dirty="0">
                <a:effectLst/>
                <a:latin typeface="Comic Sans MS" panose="030F0702030302020204" pitchFamily="66" charset="0"/>
              </a:rPr>
              <a:t> Emulate mobile devices and Android Chrome via the options API in Python; similar capabilities exist on the </a:t>
            </a:r>
            <a:r>
              <a:rPr lang="en-IN" sz="1700" dirty="0" err="1">
                <a:effectLst/>
                <a:latin typeface="Comic Sans MS" panose="030F0702030302020204" pitchFamily="66" charset="0"/>
              </a:rPr>
              <a:t>ChromiumOptions</a:t>
            </a:r>
            <a:r>
              <a:rPr lang="en-IN" sz="1700" dirty="0">
                <a:effectLst/>
                <a:latin typeface="Comic Sans MS" panose="030F0702030302020204" pitchFamily="66" charset="0"/>
              </a:rPr>
              <a:t> layer in Java</a:t>
            </a:r>
          </a:p>
        </p:txBody>
      </p:sp>
    </p:spTree>
    <p:extLst>
      <p:ext uri="{BB962C8B-B14F-4D97-AF65-F5344CB8AC3E}">
        <p14:creationId xmlns:p14="http://schemas.microsoft.com/office/powerpoint/2010/main" val="1817818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DF7C5-A96A-5287-868B-FD400A18A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BFB7E-C198-6296-790C-357AE07D2B15}"/>
              </a:ext>
            </a:extLst>
          </p:cNvPr>
          <p:cNvSpPr>
            <a:spLocks noGrp="1"/>
          </p:cNvSpPr>
          <p:nvPr>
            <p:ph type="title"/>
          </p:nvPr>
        </p:nvSpPr>
        <p:spPr/>
        <p:txBody>
          <a:bodyPr/>
          <a:lstStyle/>
          <a:p>
            <a:r>
              <a:rPr lang="en-IN" dirty="0"/>
              <a:t>Chrome Options</a:t>
            </a:r>
          </a:p>
        </p:txBody>
      </p:sp>
      <p:sp>
        <p:nvSpPr>
          <p:cNvPr id="4" name="Footer Placeholder 3">
            <a:extLst>
              <a:ext uri="{FF2B5EF4-FFF2-40B4-BE49-F238E27FC236}">
                <a16:creationId xmlns:a16="http://schemas.microsoft.com/office/drawing/2014/main" id="{5924CE6F-8F27-EE7F-3EAB-8ECB99B1C833}"/>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B45F3FE-CAA8-B216-27F1-28D8E974B6EC}"/>
              </a:ext>
            </a:extLst>
          </p:cNvPr>
          <p:cNvSpPr>
            <a:spLocks noGrp="1"/>
          </p:cNvSpPr>
          <p:nvPr>
            <p:ph type="sldNum" sz="quarter" idx="12"/>
          </p:nvPr>
        </p:nvSpPr>
        <p:spPr/>
        <p:txBody>
          <a:bodyPr/>
          <a:lstStyle/>
          <a:p>
            <a:fld id="{38826FC0-333C-E549-9FA3-0EE43DF298A3}" type="slidenum">
              <a:rPr lang="en-US" smtClean="0"/>
              <a:pPr/>
              <a:t>14</a:t>
            </a:fld>
            <a:endParaRPr lang="en-US" dirty="0"/>
          </a:p>
        </p:txBody>
      </p:sp>
      <p:sp>
        <p:nvSpPr>
          <p:cNvPr id="7" name="TextBox 6">
            <a:extLst>
              <a:ext uri="{FF2B5EF4-FFF2-40B4-BE49-F238E27FC236}">
                <a16:creationId xmlns:a16="http://schemas.microsoft.com/office/drawing/2014/main" id="{C79C4127-DDF9-788D-728C-9EB14B04BA56}"/>
              </a:ext>
            </a:extLst>
          </p:cNvPr>
          <p:cNvSpPr txBox="1"/>
          <p:nvPr/>
        </p:nvSpPr>
        <p:spPr>
          <a:xfrm>
            <a:off x="822960" y="998974"/>
            <a:ext cx="6096000" cy="369332"/>
          </a:xfrm>
          <a:prstGeom prst="rect">
            <a:avLst/>
          </a:prstGeom>
          <a:noFill/>
        </p:spPr>
        <p:txBody>
          <a:bodyPr wrap="square">
            <a:spAutoFit/>
          </a:bodyPr>
          <a:lstStyle/>
          <a:p>
            <a:r>
              <a:rPr lang="en-US" dirty="0">
                <a:latin typeface="Comic Sans MS" panose="030F0702030302020204" pitchFamily="66" charset="0"/>
              </a:rPr>
              <a:t>Core APIs and common use cases</a:t>
            </a:r>
            <a:endParaRPr lang="en-IN" dirty="0">
              <a:latin typeface="Comic Sans MS" panose="030F0702030302020204" pitchFamily="66" charset="0"/>
            </a:endParaRPr>
          </a:p>
        </p:txBody>
      </p:sp>
      <p:sp>
        <p:nvSpPr>
          <p:cNvPr id="10" name="TextBox 9">
            <a:extLst>
              <a:ext uri="{FF2B5EF4-FFF2-40B4-BE49-F238E27FC236}">
                <a16:creationId xmlns:a16="http://schemas.microsoft.com/office/drawing/2014/main" id="{D7EE5FAD-307E-CE55-117B-737CA9FCFA89}"/>
              </a:ext>
            </a:extLst>
          </p:cNvPr>
          <p:cNvSpPr txBox="1"/>
          <p:nvPr/>
        </p:nvSpPr>
        <p:spPr>
          <a:xfrm>
            <a:off x="924560" y="1368306"/>
            <a:ext cx="10911840" cy="5016758"/>
          </a:xfrm>
          <a:prstGeom prst="rect">
            <a:avLst/>
          </a:prstGeom>
          <a:noFill/>
        </p:spPr>
        <p:txBody>
          <a:bodyPr wrap="square">
            <a:spAutoFit/>
          </a:bodyPr>
          <a:lstStyle/>
          <a:p>
            <a:pPr>
              <a:buNone/>
            </a:pPr>
            <a:r>
              <a:rPr lang="en-IN" sz="1600" dirty="0">
                <a:effectLst/>
                <a:latin typeface="Courier New" panose="02070309020205020404" pitchFamily="49" charset="0"/>
              </a:rPr>
              <a:t>import </a:t>
            </a:r>
            <a:r>
              <a:rPr lang="en-IN" sz="1600" dirty="0" err="1">
                <a:effectLst/>
                <a:latin typeface="Courier New" panose="02070309020205020404" pitchFamily="49" charset="0"/>
              </a:rPr>
              <a:t>org.openqa.selenium.WebDriver</a:t>
            </a:r>
            <a:r>
              <a:rPr lang="en-IN" sz="1600" dirty="0">
                <a:effectLst/>
                <a:latin typeface="Courier New" panose="02070309020205020404" pitchFamily="49" charset="0"/>
              </a:rPr>
              <a:t>;</a:t>
            </a:r>
          </a:p>
          <a:p>
            <a:pPr>
              <a:buNone/>
            </a:pPr>
            <a:r>
              <a:rPr lang="en-IN" sz="1600" dirty="0">
                <a:effectLst/>
                <a:latin typeface="Courier New" panose="02070309020205020404" pitchFamily="49" charset="0"/>
              </a:rPr>
              <a:t>import </a:t>
            </a:r>
            <a:r>
              <a:rPr lang="en-IN" sz="1600" dirty="0" err="1">
                <a:effectLst/>
                <a:latin typeface="Courier New" panose="02070309020205020404" pitchFamily="49" charset="0"/>
              </a:rPr>
              <a:t>org.openqa.selenium.chrome.ChromeDriver</a:t>
            </a:r>
            <a:r>
              <a:rPr lang="en-IN" sz="1600" dirty="0">
                <a:effectLst/>
                <a:latin typeface="Courier New" panose="02070309020205020404" pitchFamily="49" charset="0"/>
              </a:rPr>
              <a:t>;</a:t>
            </a:r>
          </a:p>
          <a:p>
            <a:pPr>
              <a:buNone/>
            </a:pPr>
            <a:r>
              <a:rPr lang="en-IN" sz="1600" dirty="0">
                <a:effectLst/>
                <a:latin typeface="Courier New" panose="02070309020205020404" pitchFamily="49" charset="0"/>
              </a:rPr>
              <a:t>import </a:t>
            </a:r>
            <a:r>
              <a:rPr lang="en-IN" sz="1600" dirty="0" err="1">
                <a:effectLst/>
                <a:latin typeface="Courier New" panose="02070309020205020404" pitchFamily="49" charset="0"/>
              </a:rPr>
              <a:t>org.openqa.selenium.chrome.ChromeOptions</a:t>
            </a:r>
            <a:r>
              <a:rPr lang="en-IN" sz="1600" dirty="0">
                <a:effectLst/>
                <a:latin typeface="Courier New" panose="02070309020205020404" pitchFamily="49" charset="0"/>
              </a:rPr>
              <a:t>;</a:t>
            </a:r>
          </a:p>
          <a:p>
            <a:pPr>
              <a:buNone/>
            </a:pPr>
            <a:endParaRPr lang="en-IN" sz="1600" dirty="0">
              <a:effectLst/>
              <a:latin typeface="Courier New" panose="02070309020205020404" pitchFamily="49" charset="0"/>
            </a:endParaRPr>
          </a:p>
          <a:p>
            <a:pPr>
              <a:buNone/>
            </a:pPr>
            <a:r>
              <a:rPr lang="en-IN" sz="1600" dirty="0" err="1">
                <a:effectLst/>
                <a:latin typeface="Courier New" panose="02070309020205020404" pitchFamily="49" charset="0"/>
              </a:rPr>
              <a:t>ChromeOptions</a:t>
            </a:r>
            <a:r>
              <a:rPr lang="en-IN" sz="1600" dirty="0">
                <a:effectLst/>
                <a:latin typeface="Courier New" panose="02070309020205020404" pitchFamily="49" charset="0"/>
              </a:rPr>
              <a:t> options = new </a:t>
            </a:r>
            <a:r>
              <a:rPr lang="en-IN" sz="1600" dirty="0" err="1">
                <a:effectLst/>
                <a:latin typeface="Courier New" panose="02070309020205020404" pitchFamily="49" charset="0"/>
              </a:rPr>
              <a:t>ChromeOptions</a:t>
            </a:r>
            <a:r>
              <a:rPr lang="en-IN" sz="1600" dirty="0">
                <a:effectLst/>
                <a:latin typeface="Courier New" panose="02070309020205020404" pitchFamily="49" charset="0"/>
              </a:rPr>
              <a:t>();</a:t>
            </a:r>
          </a:p>
          <a:p>
            <a:pPr>
              <a:buNone/>
            </a:pPr>
            <a:endParaRPr lang="en-IN" sz="1600" dirty="0">
              <a:effectLst/>
              <a:latin typeface="Courier New" panose="02070309020205020404" pitchFamily="49" charset="0"/>
            </a:endParaRPr>
          </a:p>
          <a:p>
            <a:pPr>
              <a:buNone/>
            </a:pPr>
            <a:r>
              <a:rPr lang="en-IN" sz="1600" b="1" dirty="0">
                <a:effectLst/>
                <a:latin typeface="Courier New" panose="02070309020205020404" pitchFamily="49" charset="0"/>
              </a:rPr>
              <a:t>// Arguments (flags)</a:t>
            </a:r>
          </a:p>
          <a:p>
            <a:pPr>
              <a:buNone/>
            </a:pPr>
            <a:r>
              <a:rPr lang="en-IN" sz="1600" dirty="0" err="1">
                <a:effectLst/>
                <a:latin typeface="Courier New" panose="02070309020205020404" pitchFamily="49" charset="0"/>
              </a:rPr>
              <a:t>options.addArguments</a:t>
            </a:r>
            <a:r>
              <a:rPr lang="en-IN" sz="1600" dirty="0">
                <a:effectLst/>
                <a:latin typeface="Courier New" panose="02070309020205020404" pitchFamily="49" charset="0"/>
              </a:rPr>
              <a:t>("--headless=new", "--disable-</a:t>
            </a:r>
            <a:r>
              <a:rPr lang="en-IN" sz="1600" dirty="0" err="1">
                <a:effectLst/>
                <a:latin typeface="Courier New" panose="02070309020205020404" pitchFamily="49" charset="0"/>
              </a:rPr>
              <a:t>gpu</a:t>
            </a:r>
            <a:r>
              <a:rPr lang="en-IN" sz="1600" dirty="0">
                <a:effectLst/>
                <a:latin typeface="Courier New" panose="02070309020205020404" pitchFamily="49" charset="0"/>
              </a:rPr>
              <a:t>", "--window-size=1920,1080", "--incognito");</a:t>
            </a:r>
          </a:p>
          <a:p>
            <a:pPr>
              <a:buNone/>
            </a:pPr>
            <a:endParaRPr lang="en-IN" sz="1600" dirty="0">
              <a:effectLst/>
              <a:latin typeface="Courier New" panose="02070309020205020404" pitchFamily="49" charset="0"/>
            </a:endParaRPr>
          </a:p>
          <a:p>
            <a:pPr>
              <a:buNone/>
            </a:pPr>
            <a:r>
              <a:rPr lang="en-IN" sz="1600" b="1" dirty="0">
                <a:effectLst/>
                <a:latin typeface="Courier New" panose="02070309020205020404" pitchFamily="49" charset="0"/>
              </a:rPr>
              <a:t>// Preferences</a:t>
            </a:r>
          </a:p>
          <a:p>
            <a:pPr>
              <a:buNone/>
            </a:pPr>
            <a:r>
              <a:rPr lang="en-IN" sz="1600" dirty="0" err="1">
                <a:effectLst/>
                <a:latin typeface="Courier New" panose="02070309020205020404" pitchFamily="49" charset="0"/>
              </a:rPr>
              <a:t>java.util.HashMap</a:t>
            </a:r>
            <a:r>
              <a:rPr lang="en-IN" sz="1600" dirty="0">
                <a:effectLst/>
                <a:latin typeface="Courier New" panose="02070309020205020404" pitchFamily="49" charset="0"/>
              </a:rPr>
              <a:t>&lt;String, Object&gt; </a:t>
            </a:r>
            <a:r>
              <a:rPr lang="en-IN" sz="1600" dirty="0" err="1">
                <a:effectLst/>
                <a:latin typeface="Courier New" panose="02070309020205020404" pitchFamily="49" charset="0"/>
              </a:rPr>
              <a:t>prefs</a:t>
            </a:r>
            <a:r>
              <a:rPr lang="en-IN" sz="1600" dirty="0">
                <a:effectLst/>
                <a:latin typeface="Courier New" panose="02070309020205020404" pitchFamily="49" charset="0"/>
              </a:rPr>
              <a:t> = new </a:t>
            </a:r>
            <a:r>
              <a:rPr lang="en-IN" sz="1600" dirty="0" err="1">
                <a:effectLst/>
                <a:latin typeface="Courier New" panose="02070309020205020404" pitchFamily="49" charset="0"/>
              </a:rPr>
              <a:t>java.util.HashMap</a:t>
            </a:r>
            <a:r>
              <a:rPr lang="en-IN" sz="1600" dirty="0">
                <a:effectLst/>
                <a:latin typeface="Courier New" panose="02070309020205020404" pitchFamily="49" charset="0"/>
              </a:rPr>
              <a:t>&lt;&gt;();</a:t>
            </a:r>
          </a:p>
          <a:p>
            <a:pPr>
              <a:buNone/>
            </a:pPr>
            <a:r>
              <a:rPr lang="en-IN" sz="1600" dirty="0" err="1">
                <a:effectLst/>
                <a:latin typeface="Courier New" panose="02070309020205020404" pitchFamily="49" charset="0"/>
              </a:rPr>
              <a:t>prefs.put</a:t>
            </a:r>
            <a:r>
              <a:rPr lang="en-IN" sz="1600" dirty="0">
                <a:effectLst/>
                <a:latin typeface="Courier New" panose="02070309020205020404" pitchFamily="49" charset="0"/>
              </a:rPr>
              <a:t>("</a:t>
            </a:r>
            <a:r>
              <a:rPr lang="en-IN" sz="1600" dirty="0" err="1">
                <a:effectLst/>
                <a:latin typeface="Courier New" panose="02070309020205020404" pitchFamily="49" charset="0"/>
              </a:rPr>
              <a:t>download.default_directory</a:t>
            </a:r>
            <a:r>
              <a:rPr lang="en-IN" sz="1600" dirty="0">
                <a:effectLst/>
                <a:latin typeface="Courier New" panose="02070309020205020404" pitchFamily="49" charset="0"/>
              </a:rPr>
              <a:t>", "C:\\Downloads");</a:t>
            </a:r>
          </a:p>
          <a:p>
            <a:pPr>
              <a:buNone/>
            </a:pPr>
            <a:r>
              <a:rPr lang="en-IN" sz="1600" dirty="0" err="1">
                <a:effectLst/>
                <a:latin typeface="Courier New" panose="02070309020205020404" pitchFamily="49" charset="0"/>
              </a:rPr>
              <a:t>prefs.put</a:t>
            </a:r>
            <a:r>
              <a:rPr lang="en-IN" sz="1600" dirty="0">
                <a:effectLst/>
                <a:latin typeface="Courier New" panose="02070309020205020404" pitchFamily="49" charset="0"/>
              </a:rPr>
              <a:t>("</a:t>
            </a:r>
            <a:r>
              <a:rPr lang="en-IN" sz="1600" dirty="0" err="1">
                <a:effectLst/>
                <a:latin typeface="Courier New" panose="02070309020205020404" pitchFamily="49" charset="0"/>
              </a:rPr>
              <a:t>profile.default_content_settings.popups</a:t>
            </a:r>
            <a:r>
              <a:rPr lang="en-IN" sz="1600" dirty="0">
                <a:effectLst/>
                <a:latin typeface="Courier New" panose="02070309020205020404" pitchFamily="49" charset="0"/>
              </a:rPr>
              <a:t>", 0);</a:t>
            </a:r>
          </a:p>
          <a:p>
            <a:pPr>
              <a:buNone/>
            </a:pPr>
            <a:r>
              <a:rPr lang="en-IN" sz="1600" dirty="0" err="1">
                <a:effectLst/>
                <a:latin typeface="Courier New" panose="02070309020205020404" pitchFamily="49" charset="0"/>
              </a:rPr>
              <a:t>options.setExperimentalOption</a:t>
            </a:r>
            <a:r>
              <a:rPr lang="en-IN" sz="1600" dirty="0">
                <a:effectLst/>
                <a:latin typeface="Courier New" panose="02070309020205020404" pitchFamily="49" charset="0"/>
              </a:rPr>
              <a:t>("</a:t>
            </a:r>
            <a:r>
              <a:rPr lang="en-IN" sz="1600" dirty="0" err="1">
                <a:effectLst/>
                <a:latin typeface="Courier New" panose="02070309020205020404" pitchFamily="49" charset="0"/>
              </a:rPr>
              <a:t>prefs</a:t>
            </a:r>
            <a:r>
              <a:rPr lang="en-IN" sz="1600" dirty="0">
                <a:effectLst/>
                <a:latin typeface="Courier New" panose="02070309020205020404" pitchFamily="49" charset="0"/>
              </a:rPr>
              <a:t>", </a:t>
            </a:r>
            <a:r>
              <a:rPr lang="en-IN" sz="1600" dirty="0" err="1">
                <a:effectLst/>
                <a:latin typeface="Courier New" panose="02070309020205020404" pitchFamily="49" charset="0"/>
              </a:rPr>
              <a:t>prefs</a:t>
            </a:r>
            <a:r>
              <a:rPr lang="en-IN" sz="1600" dirty="0">
                <a:effectLst/>
                <a:latin typeface="Courier New" panose="02070309020205020404" pitchFamily="49" charset="0"/>
              </a:rPr>
              <a:t>);</a:t>
            </a:r>
          </a:p>
          <a:p>
            <a:pPr>
              <a:buNone/>
            </a:pPr>
            <a:endParaRPr lang="en-IN" sz="1600" dirty="0">
              <a:effectLst/>
              <a:latin typeface="Courier New" panose="02070309020205020404" pitchFamily="49" charset="0"/>
            </a:endParaRPr>
          </a:p>
          <a:p>
            <a:pPr>
              <a:buNone/>
            </a:pPr>
            <a:r>
              <a:rPr lang="en-IN" sz="1600" b="1" dirty="0">
                <a:effectLst/>
                <a:latin typeface="Courier New" panose="02070309020205020404" pitchFamily="49" charset="0"/>
              </a:rPr>
              <a:t>// Extensions</a:t>
            </a:r>
          </a:p>
          <a:p>
            <a:pPr>
              <a:buNone/>
            </a:pPr>
            <a:r>
              <a:rPr lang="en-IN" sz="1600" dirty="0">
                <a:effectLst/>
                <a:latin typeface="Courier New" panose="02070309020205020404" pitchFamily="49" charset="0"/>
              </a:rPr>
              <a:t>// </a:t>
            </a:r>
            <a:r>
              <a:rPr lang="en-IN" sz="1600" dirty="0" err="1">
                <a:effectLst/>
                <a:latin typeface="Courier New" panose="02070309020205020404" pitchFamily="49" charset="0"/>
              </a:rPr>
              <a:t>options.addExtensions</a:t>
            </a:r>
            <a:r>
              <a:rPr lang="en-IN" sz="1600" dirty="0">
                <a:effectLst/>
                <a:latin typeface="Courier New" panose="02070309020205020404" pitchFamily="49" charset="0"/>
              </a:rPr>
              <a:t>(new </a:t>
            </a:r>
            <a:r>
              <a:rPr lang="en-IN" sz="1600" dirty="0" err="1">
                <a:effectLst/>
                <a:latin typeface="Courier New" panose="02070309020205020404" pitchFamily="49" charset="0"/>
              </a:rPr>
              <a:t>java.io.File</a:t>
            </a:r>
            <a:r>
              <a:rPr lang="en-IN" sz="1600" dirty="0">
                <a:effectLst/>
                <a:latin typeface="Courier New" panose="02070309020205020404" pitchFamily="49" charset="0"/>
              </a:rPr>
              <a:t>("path/to/</a:t>
            </a:r>
            <a:r>
              <a:rPr lang="en-IN" sz="1600" dirty="0" err="1">
                <a:effectLst/>
                <a:latin typeface="Courier New" panose="02070309020205020404" pitchFamily="49" charset="0"/>
              </a:rPr>
              <a:t>extension.crx</a:t>
            </a:r>
            <a:r>
              <a:rPr lang="en-IN" sz="1600" dirty="0">
                <a:effectLst/>
                <a:latin typeface="Courier New" panose="02070309020205020404" pitchFamily="49" charset="0"/>
              </a:rPr>
              <a:t>"));</a:t>
            </a:r>
          </a:p>
          <a:p>
            <a:pPr>
              <a:buNone/>
            </a:pPr>
            <a:endParaRPr lang="en-IN" sz="1600" dirty="0">
              <a:effectLst/>
              <a:latin typeface="Courier New" panose="02070309020205020404" pitchFamily="49" charset="0"/>
            </a:endParaRPr>
          </a:p>
          <a:p>
            <a:pPr>
              <a:buNone/>
            </a:pPr>
            <a:r>
              <a:rPr lang="en-IN" sz="1600" dirty="0">
                <a:effectLst/>
                <a:latin typeface="Courier New" panose="02070309020205020404" pitchFamily="49" charset="0"/>
              </a:rPr>
              <a:t>WebDriver driver = new </a:t>
            </a:r>
            <a:r>
              <a:rPr lang="en-IN" sz="1600" dirty="0" err="1">
                <a:effectLst/>
                <a:latin typeface="Courier New" panose="02070309020205020404" pitchFamily="49" charset="0"/>
              </a:rPr>
              <a:t>ChromeDriver</a:t>
            </a:r>
            <a:r>
              <a:rPr lang="en-IN" sz="1600" dirty="0">
                <a:effectLst/>
                <a:latin typeface="Courier New" panose="02070309020205020404" pitchFamily="49" charset="0"/>
              </a:rPr>
              <a:t>(options);</a:t>
            </a:r>
          </a:p>
        </p:txBody>
      </p:sp>
    </p:spTree>
    <p:extLst>
      <p:ext uri="{BB962C8B-B14F-4D97-AF65-F5344CB8AC3E}">
        <p14:creationId xmlns:p14="http://schemas.microsoft.com/office/powerpoint/2010/main" val="2505151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0944B-8928-EE88-B995-28CEE6478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37204-E6C9-EECC-01C4-8CA21DC86FC8}"/>
              </a:ext>
            </a:extLst>
          </p:cNvPr>
          <p:cNvSpPr>
            <a:spLocks noGrp="1"/>
          </p:cNvSpPr>
          <p:nvPr>
            <p:ph type="title"/>
          </p:nvPr>
        </p:nvSpPr>
        <p:spPr/>
        <p:txBody>
          <a:bodyPr/>
          <a:lstStyle/>
          <a:p>
            <a:r>
              <a:rPr lang="en-IN" dirty="0"/>
              <a:t>Chrome Options</a:t>
            </a:r>
          </a:p>
        </p:txBody>
      </p:sp>
      <p:sp>
        <p:nvSpPr>
          <p:cNvPr id="4" name="Footer Placeholder 3">
            <a:extLst>
              <a:ext uri="{FF2B5EF4-FFF2-40B4-BE49-F238E27FC236}">
                <a16:creationId xmlns:a16="http://schemas.microsoft.com/office/drawing/2014/main" id="{2BCB7B6F-DE38-5BAE-E401-DC04AEA96FDF}"/>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29A96CDF-A424-1BDA-34EC-360E821A1078}"/>
              </a:ext>
            </a:extLst>
          </p:cNvPr>
          <p:cNvSpPr>
            <a:spLocks noGrp="1"/>
          </p:cNvSpPr>
          <p:nvPr>
            <p:ph type="sldNum" sz="quarter" idx="12"/>
          </p:nvPr>
        </p:nvSpPr>
        <p:spPr/>
        <p:txBody>
          <a:bodyPr/>
          <a:lstStyle/>
          <a:p>
            <a:fld id="{38826FC0-333C-E549-9FA3-0EE43DF298A3}" type="slidenum">
              <a:rPr lang="en-US" smtClean="0"/>
              <a:pPr/>
              <a:t>15</a:t>
            </a:fld>
            <a:endParaRPr lang="en-US" dirty="0"/>
          </a:p>
        </p:txBody>
      </p:sp>
      <p:sp>
        <p:nvSpPr>
          <p:cNvPr id="8" name="TextBox 7">
            <a:extLst>
              <a:ext uri="{FF2B5EF4-FFF2-40B4-BE49-F238E27FC236}">
                <a16:creationId xmlns:a16="http://schemas.microsoft.com/office/drawing/2014/main" id="{CB417718-33D7-5771-AD50-28432753AADB}"/>
              </a:ext>
            </a:extLst>
          </p:cNvPr>
          <p:cNvSpPr txBox="1"/>
          <p:nvPr/>
        </p:nvSpPr>
        <p:spPr>
          <a:xfrm>
            <a:off x="1178560" y="1125696"/>
            <a:ext cx="10363200" cy="170303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dirty="0" err="1">
                <a:latin typeface="Comic Sans MS" panose="030F0702030302020204" pitchFamily="66" charset="0"/>
              </a:rPr>
              <a:t>addArguments</a:t>
            </a:r>
            <a:r>
              <a:rPr lang="en-IN" dirty="0">
                <a:latin typeface="Comic Sans MS" panose="030F0702030302020204" pitchFamily="66" charset="0"/>
              </a:rPr>
              <a:t>: Supply Chrome flags to adjust runtime </a:t>
            </a:r>
            <a:r>
              <a:rPr lang="en-IN" dirty="0" err="1">
                <a:latin typeface="Comic Sans MS" panose="030F0702030302020204" pitchFamily="66" charset="0"/>
              </a:rPr>
              <a:t>behavior</a:t>
            </a:r>
            <a:endParaRPr lang="en-IN" dirty="0">
              <a:latin typeface="Comic Sans MS" panose="030F0702030302020204" pitchFamily="66" charset="0"/>
            </a:endParaRPr>
          </a:p>
          <a:p>
            <a:pPr marL="285750" indent="-285750">
              <a:lnSpc>
                <a:spcPct val="150000"/>
              </a:lnSpc>
              <a:buFont typeface="Arial" panose="020B0604020202020204" pitchFamily="34" charset="0"/>
              <a:buChar char="•"/>
            </a:pPr>
            <a:r>
              <a:rPr lang="en-IN" dirty="0" err="1">
                <a:latin typeface="Comic Sans MS" panose="030F0702030302020204" pitchFamily="66" charset="0"/>
              </a:rPr>
              <a:t>setExperimentalOption</a:t>
            </a:r>
            <a:r>
              <a:rPr lang="en-IN" dirty="0">
                <a:latin typeface="Comic Sans MS" panose="030F0702030302020204" pitchFamily="66" charset="0"/>
              </a:rPr>
              <a:t>("</a:t>
            </a:r>
            <a:r>
              <a:rPr lang="en-IN" dirty="0" err="1">
                <a:latin typeface="Comic Sans MS" panose="030F0702030302020204" pitchFamily="66" charset="0"/>
              </a:rPr>
              <a:t>prefs</a:t>
            </a:r>
            <a:r>
              <a:rPr lang="en-IN" dirty="0">
                <a:latin typeface="Comic Sans MS" panose="030F0702030302020204" pitchFamily="66" charset="0"/>
              </a:rPr>
              <a:t>", …): Pass Chrome preferences for downloads, popups, notifications, etc.</a:t>
            </a:r>
          </a:p>
          <a:p>
            <a:pPr marL="285750" indent="-285750">
              <a:lnSpc>
                <a:spcPct val="150000"/>
              </a:lnSpc>
              <a:buFont typeface="Arial" panose="020B0604020202020204" pitchFamily="34" charset="0"/>
              <a:buChar char="•"/>
            </a:pPr>
            <a:r>
              <a:rPr lang="en-IN" dirty="0" err="1">
                <a:latin typeface="Comic Sans MS" panose="030F0702030302020204" pitchFamily="66" charset="0"/>
              </a:rPr>
              <a:t>addExtensions</a:t>
            </a:r>
            <a:r>
              <a:rPr lang="en-IN" dirty="0">
                <a:latin typeface="Comic Sans MS" panose="030F0702030302020204" pitchFamily="66" charset="0"/>
              </a:rPr>
              <a:t>: Load extension files for scenarios requiring add-ons</a:t>
            </a:r>
          </a:p>
        </p:txBody>
      </p:sp>
      <p:sp>
        <p:nvSpPr>
          <p:cNvPr id="11" name="TextBox 10">
            <a:extLst>
              <a:ext uri="{FF2B5EF4-FFF2-40B4-BE49-F238E27FC236}">
                <a16:creationId xmlns:a16="http://schemas.microsoft.com/office/drawing/2014/main" id="{E49DC63E-C0B3-81C3-3E48-E710F1DB1FEE}"/>
              </a:ext>
            </a:extLst>
          </p:cNvPr>
          <p:cNvSpPr txBox="1"/>
          <p:nvPr/>
        </p:nvSpPr>
        <p:spPr>
          <a:xfrm>
            <a:off x="609600" y="2930512"/>
            <a:ext cx="11206480" cy="3370346"/>
          </a:xfrm>
          <a:prstGeom prst="rect">
            <a:avLst/>
          </a:prstGeom>
          <a:noFill/>
        </p:spPr>
        <p:txBody>
          <a:bodyPr wrap="square">
            <a:spAutoFit/>
          </a:bodyPr>
          <a:lstStyle/>
          <a:p>
            <a:pPr>
              <a:lnSpc>
                <a:spcPct val="150000"/>
              </a:lnSpc>
            </a:pPr>
            <a:r>
              <a:rPr lang="en-US" u="sng" dirty="0">
                <a:latin typeface="Comic Sans MS" panose="030F0702030302020204" pitchFamily="66" charset="0"/>
                <a:hlinkClick r:id="rId2" tooltip="What is Headless Browser Testing and Why is it Important?"/>
              </a:rPr>
              <a:t>Headless Browser Testing</a:t>
            </a:r>
            <a:r>
              <a:rPr lang="en-US" dirty="0">
                <a:latin typeface="Comic Sans MS" panose="030F0702030302020204" pitchFamily="66" charset="0"/>
              </a:rPr>
              <a:t> generally means an object/ thing with no head, and in context to browsers, it means browser simulation, which has no UI. </a:t>
            </a:r>
          </a:p>
          <a:p>
            <a:pPr>
              <a:lnSpc>
                <a:spcPct val="150000"/>
              </a:lnSpc>
            </a:pPr>
            <a:r>
              <a:rPr lang="en-US" dirty="0">
                <a:latin typeface="Comic Sans MS" panose="030F0702030302020204" pitchFamily="66" charset="0"/>
              </a:rPr>
              <a:t>Headless browser automation uses a web browser for end-to-end testing without loading the browser’s UI.</a:t>
            </a:r>
          </a:p>
          <a:p>
            <a:pPr marL="0" indent="0">
              <a:lnSpc>
                <a:spcPct val="150000"/>
              </a:lnSpc>
              <a:buNone/>
            </a:pPr>
            <a:r>
              <a:rPr lang="en-US" dirty="0" err="1">
                <a:solidFill>
                  <a:srgbClr val="0070C0"/>
                </a:solidFill>
                <a:latin typeface="Comic Sans MS" panose="030F0702030302020204" pitchFamily="66" charset="0"/>
              </a:rPr>
              <a:t>ChromeOptions</a:t>
            </a:r>
            <a:r>
              <a:rPr lang="en-US" dirty="0">
                <a:solidFill>
                  <a:srgbClr val="0070C0"/>
                </a:solidFill>
                <a:latin typeface="Comic Sans MS" panose="030F0702030302020204" pitchFamily="66" charset="0"/>
              </a:rPr>
              <a:t> options = </a:t>
            </a:r>
            <a:r>
              <a:rPr lang="en-US" b="1" dirty="0">
                <a:solidFill>
                  <a:srgbClr val="0070C0"/>
                </a:solidFill>
                <a:latin typeface="Comic Sans MS" panose="030F0702030302020204" pitchFamily="66" charset="0"/>
              </a:rPr>
              <a:t>new</a:t>
            </a:r>
            <a:r>
              <a:rPr lang="en-US" dirty="0">
                <a:solidFill>
                  <a:srgbClr val="0070C0"/>
                </a:solidFill>
                <a:latin typeface="Comic Sans MS" panose="030F0702030302020204" pitchFamily="66" charset="0"/>
              </a:rPr>
              <a:t> </a:t>
            </a:r>
            <a:r>
              <a:rPr lang="en-US" dirty="0" err="1">
                <a:solidFill>
                  <a:srgbClr val="0070C0"/>
                </a:solidFill>
                <a:latin typeface="Comic Sans MS" panose="030F0702030302020204" pitchFamily="66" charset="0"/>
              </a:rPr>
              <a:t>ChromeOptions</a:t>
            </a:r>
            <a:r>
              <a:rPr lang="en-US" dirty="0">
                <a:solidFill>
                  <a:srgbClr val="0070C0"/>
                </a:solidFill>
                <a:latin typeface="Comic Sans MS" panose="030F0702030302020204" pitchFamily="66" charset="0"/>
              </a:rPr>
              <a:t>();</a:t>
            </a:r>
          </a:p>
          <a:p>
            <a:pPr marL="0" indent="0">
              <a:lnSpc>
                <a:spcPct val="150000"/>
              </a:lnSpc>
              <a:buNone/>
            </a:pPr>
            <a:r>
              <a:rPr lang="en-US" dirty="0" err="1">
                <a:solidFill>
                  <a:srgbClr val="0070C0"/>
                </a:solidFill>
                <a:latin typeface="Comic Sans MS" panose="030F0702030302020204" pitchFamily="66" charset="0"/>
              </a:rPr>
              <a:t>options.addArguments</a:t>
            </a:r>
            <a:r>
              <a:rPr lang="en-US" dirty="0">
                <a:solidFill>
                  <a:srgbClr val="0070C0"/>
                </a:solidFill>
                <a:latin typeface="Comic Sans MS" panose="030F0702030302020204" pitchFamily="66" charset="0"/>
              </a:rPr>
              <a:t>("--headless=new");</a:t>
            </a:r>
          </a:p>
          <a:p>
            <a:pPr marL="0" indent="0">
              <a:lnSpc>
                <a:spcPct val="150000"/>
              </a:lnSpc>
              <a:buNone/>
            </a:pPr>
            <a:endParaRPr lang="en-US" dirty="0">
              <a:solidFill>
                <a:srgbClr val="0070C0"/>
              </a:solidFill>
              <a:latin typeface="Comic Sans MS" panose="030F0702030302020204" pitchFamily="66" charset="0"/>
            </a:endParaRPr>
          </a:p>
          <a:p>
            <a:pPr marL="0" indent="0">
              <a:lnSpc>
                <a:spcPct val="150000"/>
              </a:lnSpc>
              <a:buNone/>
            </a:pPr>
            <a:r>
              <a:rPr lang="en-US" dirty="0">
                <a:latin typeface="Comic Sans MS" panose="030F0702030302020204" pitchFamily="66" charset="0"/>
              </a:rPr>
              <a:t>Chrome, Firefox, and Edge headless browsers</a:t>
            </a:r>
            <a:endParaRPr lang="en-US" dirty="0">
              <a:solidFill>
                <a:srgbClr val="0070C0"/>
              </a:solidFill>
              <a:latin typeface="Comic Sans MS" panose="030F0702030302020204" pitchFamily="66" charset="0"/>
            </a:endParaRPr>
          </a:p>
        </p:txBody>
      </p:sp>
    </p:spTree>
    <p:extLst>
      <p:ext uri="{BB962C8B-B14F-4D97-AF65-F5344CB8AC3E}">
        <p14:creationId xmlns:p14="http://schemas.microsoft.com/office/powerpoint/2010/main" val="42580633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4B404F-09F1-40CA-84E2-FD9F4E5EB219}">
  <ds:schemaRefs>
    <ds:schemaRef ds:uri="http://purl.org/dc/elements/1.1/"/>
    <ds:schemaRef ds:uri="http://schemas.microsoft.com/office/2006/documentManagement/types"/>
    <ds:schemaRef ds:uri="http://purl.org/dc/dcmitype/"/>
    <ds:schemaRef ds:uri="85aa0b7b-c2ff-4619-b015-c2745a4ebbba"/>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33B7C277-7563-48D9-B200-95B00BA206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7555</TotalTime>
  <Words>1572</Words>
  <Application>Microsoft Office PowerPoint</Application>
  <PresentationFormat>Widescreen</PresentationFormat>
  <Paragraphs>196</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Comic Sans MS</vt:lpstr>
      <vt:lpstr>Courier New</vt:lpstr>
      <vt:lpstr>Symbol</vt:lpstr>
      <vt:lpstr>Cognizant_2024</vt:lpstr>
      <vt:lpstr>Miscellaneous - Selenium </vt:lpstr>
      <vt:lpstr>File Upload</vt:lpstr>
      <vt:lpstr>SVG Elements</vt:lpstr>
      <vt:lpstr>SVG Elements</vt:lpstr>
      <vt:lpstr>SVG Elements</vt:lpstr>
      <vt:lpstr>Shadow DOM</vt:lpstr>
      <vt:lpstr>Shadow DOM</vt:lpstr>
      <vt:lpstr>Shadow DOM</vt:lpstr>
      <vt:lpstr>Shadow DOM</vt:lpstr>
      <vt:lpstr>Broken Links</vt:lpstr>
      <vt:lpstr>Broken Links</vt:lpstr>
      <vt:lpstr>Broken Links</vt:lpstr>
      <vt:lpstr>Chrome Options</vt:lpstr>
      <vt:lpstr>Chrome Options</vt:lpstr>
      <vt:lpstr>Chrome Options</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Mohan, Poornima Swarna (Cognizant)</cp:lastModifiedBy>
  <cp:revision>1</cp:revision>
  <dcterms:created xsi:type="dcterms:W3CDTF">2025-09-17T08:32:50Z</dcterms:created>
  <dcterms:modified xsi:type="dcterms:W3CDTF">2026-01-02T05:20:31Z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