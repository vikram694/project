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26" r:id="rId4"/>
  </p:sldMasterIdLst>
  <p:notesMasterIdLst>
    <p:notesMasterId r:id="rId26"/>
  </p:notesMasterIdLst>
  <p:handoutMasterIdLst>
    <p:handoutMasterId r:id="rId27"/>
  </p:handoutMasterIdLst>
  <p:sldIdLst>
    <p:sldId id="2147479184" r:id="rId5"/>
    <p:sldId id="2147479219" r:id="rId6"/>
    <p:sldId id="2147479220" r:id="rId7"/>
    <p:sldId id="2147479222" r:id="rId8"/>
    <p:sldId id="2147479223" r:id="rId9"/>
    <p:sldId id="2147479224" r:id="rId10"/>
    <p:sldId id="2147479225" r:id="rId11"/>
    <p:sldId id="2147479226" r:id="rId12"/>
    <p:sldId id="2147479227" r:id="rId13"/>
    <p:sldId id="2147479228" r:id="rId14"/>
    <p:sldId id="2147479232" r:id="rId15"/>
    <p:sldId id="2147479238" r:id="rId16"/>
    <p:sldId id="2147479239" r:id="rId17"/>
    <p:sldId id="2147479231" r:id="rId18"/>
    <p:sldId id="2147479233" r:id="rId19"/>
    <p:sldId id="2147479229" r:id="rId20"/>
    <p:sldId id="2147479237" r:id="rId21"/>
    <p:sldId id="2147479230" r:id="rId22"/>
    <p:sldId id="2147479236" r:id="rId23"/>
    <p:sldId id="2147479234" r:id="rId24"/>
    <p:sldId id="2147479235"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7FCF2"/>
    <a:srgbClr val="CAE8A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879A4F8-5F6B-EAC8-9CAD-BF6AD4127C61}" v="2" dt="2026-02-11T10:19:02.597"/>
  </p1510:revLst>
</p1510:revInfo>
</file>

<file path=ppt/tableStyles.xml><?xml version="1.0" encoding="utf-8"?>
<a:tblStyleLst xmlns:a="http://schemas.openxmlformats.org/drawingml/2006/main" def="{8EC20E35-A176-4012-BC5E-935CFFF8708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8/10/relationships/authors" Targe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handoutMaster" Target="handoutMasters/handoutMaster1.xml"/><Relationship Id="rId30" Type="http://schemas.openxmlformats.org/officeDocument/2006/relationships/theme" Target="theme/theme1.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santh, Amgoth (Cognizant)" userId="S::2457363@cognizant.com::b9ad784e-6718-4c5f-99d8-9770be993db1" providerId="AD" clId="Web-{E879A4F8-5F6B-EAC8-9CAD-BF6AD4127C61}"/>
    <pc:docChg chg="modSld">
      <pc:chgData name="Vasanth, Amgoth (Cognizant)" userId="S::2457363@cognizant.com::b9ad784e-6718-4c5f-99d8-9770be993db1" providerId="AD" clId="Web-{E879A4F8-5F6B-EAC8-9CAD-BF6AD4127C61}" dt="2026-02-11T10:19:02.597" v="1"/>
      <pc:docMkLst>
        <pc:docMk/>
      </pc:docMkLst>
      <pc:sldChg chg="modSp">
        <pc:chgData name="Vasanth, Amgoth (Cognizant)" userId="S::2457363@cognizant.com::b9ad784e-6718-4c5f-99d8-9770be993db1" providerId="AD" clId="Web-{E879A4F8-5F6B-EAC8-9CAD-BF6AD4127C61}" dt="2026-02-11T10:19:02.597" v="1"/>
        <pc:sldMkLst>
          <pc:docMk/>
          <pc:sldMk cId="1468215661" sldId="2147479227"/>
        </pc:sldMkLst>
        <pc:picChg chg="mod modCrop">
          <ac:chgData name="Vasanth, Amgoth (Cognizant)" userId="S::2457363@cognizant.com::b9ad784e-6718-4c5f-99d8-9770be993db1" providerId="AD" clId="Web-{E879A4F8-5F6B-EAC8-9CAD-BF6AD4127C61}" dt="2026-02-11T10:19:02.597" v="1"/>
          <ac:picMkLst>
            <pc:docMk/>
            <pc:sldMk cId="1468215661" sldId="2147479227"/>
            <ac:picMk id="6" creationId="{09C3BEEF-AD75-1BB5-63E3-CDA01444D59F}"/>
          </ac:picMkLst>
        </pc:picChg>
      </pc:sldChg>
    </pc:docChg>
  </pc:docChgLst>
</pc:chgInfo>
</file>

<file path=ppt/handoutMasters/_rels/handoutMaster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30F5A08-7575-F725-BFF1-D935F90F92AC}"/>
              </a:ext>
            </a:extLst>
          </p:cNvPr>
          <p:cNvSpPr>
            <a:spLocks noGrp="1"/>
          </p:cNvSpPr>
          <p:nvPr>
            <p:ph type="dt" sz="quarter" idx="1"/>
          </p:nvPr>
        </p:nvSpPr>
        <p:spPr>
          <a:xfrm>
            <a:off x="2743200" y="8778240"/>
            <a:ext cx="685800" cy="186772"/>
          </a:xfrm>
          <a:prstGeom prst="rect">
            <a:avLst/>
          </a:prstGeom>
        </p:spPr>
        <p:txBody>
          <a:bodyPr vert="horz" lIns="0" tIns="0" rIns="0" bIns="0" rtlCol="0" anchor="ctr"/>
          <a:lstStyle>
            <a:lvl1pPr algn="r">
              <a:defRPr sz="1200"/>
            </a:lvl1pPr>
          </a:lstStyle>
          <a:p>
            <a:pPr algn="l"/>
            <a:fld id="{29AC45B9-84CC-40E1-828C-10F71E33992E}" type="datetimeFigureOut">
              <a:rPr lang="en-US" sz="700" smtClean="0"/>
              <a:pPr algn="l"/>
              <a:t>2/11/2026</a:t>
            </a:fld>
            <a:endParaRPr lang="en-US" sz="700"/>
          </a:p>
        </p:txBody>
      </p:sp>
      <p:sp>
        <p:nvSpPr>
          <p:cNvPr id="4" name="Footer Placeholder 3">
            <a:extLst>
              <a:ext uri="{FF2B5EF4-FFF2-40B4-BE49-F238E27FC236}">
                <a16:creationId xmlns:a16="http://schemas.microsoft.com/office/drawing/2014/main" id="{37A56218-DB2F-0418-99B8-6A1ACC2C9AFC}"/>
              </a:ext>
            </a:extLst>
          </p:cNvPr>
          <p:cNvSpPr>
            <a:spLocks noGrp="1"/>
          </p:cNvSpPr>
          <p:nvPr>
            <p:ph type="ftr" sz="quarter" idx="2"/>
          </p:nvPr>
        </p:nvSpPr>
        <p:spPr>
          <a:xfrm>
            <a:off x="1005840" y="8778240"/>
            <a:ext cx="1645920" cy="186772"/>
          </a:xfrm>
          <a:prstGeom prst="rect">
            <a:avLst/>
          </a:prstGeom>
        </p:spPr>
        <p:txBody>
          <a:bodyPr vert="horz" lIns="0" tIns="0" rIns="0" bIns="0" rtlCol="0" anchor="ctr"/>
          <a:lstStyle>
            <a:lvl1pPr algn="l">
              <a:defRPr sz="1200"/>
            </a:lvl1pPr>
          </a:lstStyle>
          <a:p>
            <a:r>
              <a:rPr lang="en-US" sz="700"/>
              <a:t>© 2024 Cognizant | Private</a:t>
            </a:r>
          </a:p>
        </p:txBody>
      </p:sp>
      <p:sp>
        <p:nvSpPr>
          <p:cNvPr id="5" name="Slide Number Placeholder 4">
            <a:extLst>
              <a:ext uri="{FF2B5EF4-FFF2-40B4-BE49-F238E27FC236}">
                <a16:creationId xmlns:a16="http://schemas.microsoft.com/office/drawing/2014/main" id="{E623B4F1-BEDD-220B-3FE3-DF0A0400F465}"/>
              </a:ext>
            </a:extLst>
          </p:cNvPr>
          <p:cNvSpPr>
            <a:spLocks noGrp="1"/>
          </p:cNvSpPr>
          <p:nvPr>
            <p:ph type="sldNum" sz="quarter" idx="3"/>
          </p:nvPr>
        </p:nvSpPr>
        <p:spPr>
          <a:xfrm>
            <a:off x="457200" y="8778240"/>
            <a:ext cx="457200" cy="186772"/>
          </a:xfrm>
          <a:prstGeom prst="rect">
            <a:avLst/>
          </a:prstGeom>
        </p:spPr>
        <p:txBody>
          <a:bodyPr vert="horz" lIns="0" tIns="0" rIns="0" bIns="0" rtlCol="0" anchor="ctr"/>
          <a:lstStyle>
            <a:lvl1pPr algn="r">
              <a:defRPr sz="1200"/>
            </a:lvl1pPr>
          </a:lstStyle>
          <a:p>
            <a:pPr algn="l"/>
            <a:fld id="{885E0265-FDA2-4E8C-937F-39DAB9288447}" type="slidenum">
              <a:rPr lang="en-US" sz="700" smtClean="0"/>
              <a:pPr algn="l"/>
              <a:t>‹#›</a:t>
            </a:fld>
            <a:endParaRPr lang="en-US" sz="700"/>
          </a:p>
        </p:txBody>
      </p:sp>
      <p:pic>
        <p:nvPicPr>
          <p:cNvPr id="6" name="Cognizant Logo_rgb_pos_2023">
            <a:extLst>
              <a:ext uri="{FF2B5EF4-FFF2-40B4-BE49-F238E27FC236}">
                <a16:creationId xmlns:a16="http://schemas.microsoft.com/office/drawing/2014/main" id="{77CDF549-6216-3CBB-4649-15E94847D77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30368" y="8782531"/>
            <a:ext cx="1170432" cy="205449"/>
          </a:xfrm>
          <a:prstGeom prst="rect">
            <a:avLst/>
          </a:prstGeom>
        </p:spPr>
      </p:pic>
    </p:spTree>
    <p:extLst>
      <p:ext uri="{BB962C8B-B14F-4D97-AF65-F5344CB8AC3E}">
        <p14:creationId xmlns:p14="http://schemas.microsoft.com/office/powerpoint/2010/main" val="2023093806"/>
      </p:ext>
    </p:extLst>
  </p:cSld>
  <p:clrMap bg1="lt1" tx1="dk1" bg2="lt2" tx2="dk2" accent1="accent1" accent2="accent2" accent3="accent3" accent4="accent4" accent5="accent5" accent6="accent6" hlink="hlink" folHlink="folHlink"/>
  <p:hf dt="0"/>
  <p:extLst>
    <p:ext uri="{56416CCD-93CA-4268-BC5B-53C4BB910035}">
      <p15:sldGuideLst xmlns:p15="http://schemas.microsoft.com/office/powerpoint/2012/main">
        <p15:guide id="1" orient="horz" pos="288" userDrawn="1">
          <p15:clr>
            <a:srgbClr val="F26B43"/>
          </p15:clr>
        </p15:guide>
        <p15:guide id="2" pos="4008" userDrawn="1">
          <p15:clr>
            <a:srgbClr val="F26B43"/>
          </p15:clr>
        </p15:guide>
        <p15:guide id="3" pos="288"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p:cNvSpPr>
            <a:spLocks noGrp="1"/>
          </p:cNvSpPr>
          <p:nvPr>
            <p:ph type="dt" idx="1"/>
          </p:nvPr>
        </p:nvSpPr>
        <p:spPr>
          <a:xfrm>
            <a:off x="2743200" y="8778240"/>
            <a:ext cx="685800" cy="182880"/>
          </a:xfrm>
          <a:prstGeom prst="rect">
            <a:avLst/>
          </a:prstGeom>
        </p:spPr>
        <p:txBody>
          <a:bodyPr vert="horz" lIns="0" tIns="0" rIns="0" bIns="0" rtlCol="0" anchor="ctr"/>
          <a:lstStyle>
            <a:lvl1pPr algn="just">
              <a:defRPr sz="700">
                <a:solidFill>
                  <a:schemeClr val="tx1"/>
                </a:solidFill>
              </a:defRPr>
            </a:lvl1pPr>
          </a:lstStyle>
          <a:p>
            <a:fld id="{77F90463-ABF8-694C-8BD0-274F394D1536}" type="datetimeFigureOut">
              <a:rPr lang="en-US" smtClean="0"/>
              <a:pPr/>
              <a:t>2/11/2026</a:t>
            </a:fld>
            <a:endParaRPr lang="en-US"/>
          </a:p>
        </p:txBody>
      </p:sp>
      <p:sp>
        <p:nvSpPr>
          <p:cNvPr id="4" name="Slide Image Placeholder 3"/>
          <p:cNvSpPr>
            <a:spLocks noGrp="1" noRot="1" noChangeAspect="1"/>
          </p:cNvSpPr>
          <p:nvPr>
            <p:ph type="sldImg" idx="2"/>
          </p:nvPr>
        </p:nvSpPr>
        <p:spPr>
          <a:xfrm>
            <a:off x="685800" y="685800"/>
            <a:ext cx="5486400" cy="3086100"/>
          </a:xfrm>
          <a:prstGeom prst="rect">
            <a:avLst/>
          </a:prstGeom>
          <a:noFill/>
          <a:ln w="6350">
            <a:solidFill>
              <a:schemeClr val="accent6"/>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003766"/>
            <a:ext cx="5486400" cy="4572000"/>
          </a:xfrm>
          <a:prstGeom prst="rect">
            <a:avLst/>
          </a:prstGeom>
        </p:spPr>
        <p:txBody>
          <a:bodyPr vert="horz" lIns="0" tIns="0" rIns="0" bIns="0" numCol="2" spcCol="457200" rtlCol="0"/>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Footer Placeholder 5"/>
          <p:cNvSpPr>
            <a:spLocks noGrp="1"/>
          </p:cNvSpPr>
          <p:nvPr>
            <p:ph type="ftr" sz="quarter" idx="4"/>
          </p:nvPr>
        </p:nvSpPr>
        <p:spPr>
          <a:xfrm>
            <a:off x="1005839" y="8778240"/>
            <a:ext cx="1645920" cy="182880"/>
          </a:xfrm>
          <a:prstGeom prst="rect">
            <a:avLst/>
          </a:prstGeom>
        </p:spPr>
        <p:txBody>
          <a:bodyPr vert="horz" lIns="0" tIns="0" rIns="0" bIns="0" rtlCol="0" anchor="ctr"/>
          <a:lstStyle>
            <a:lvl1pPr algn="l">
              <a:defRPr sz="700">
                <a:solidFill>
                  <a:schemeClr val="tx1"/>
                </a:solidFill>
              </a:defRPr>
            </a:lvl1pPr>
          </a:lstStyle>
          <a:p>
            <a:r>
              <a:rPr lang="en-US"/>
              <a:t>© 2024 Cognizant | Private</a:t>
            </a:r>
          </a:p>
        </p:txBody>
      </p:sp>
      <p:sp>
        <p:nvSpPr>
          <p:cNvPr id="7" name="Slide Number Placeholder 6"/>
          <p:cNvSpPr>
            <a:spLocks noGrp="1"/>
          </p:cNvSpPr>
          <p:nvPr>
            <p:ph type="sldNum" sz="quarter" idx="5"/>
          </p:nvPr>
        </p:nvSpPr>
        <p:spPr>
          <a:xfrm>
            <a:off x="457200" y="8778240"/>
            <a:ext cx="457200" cy="182880"/>
          </a:xfrm>
          <a:prstGeom prst="rect">
            <a:avLst/>
          </a:prstGeom>
        </p:spPr>
        <p:txBody>
          <a:bodyPr vert="horz" lIns="0" tIns="0" rIns="0" bIns="0" rtlCol="0" anchor="ctr"/>
          <a:lstStyle>
            <a:lvl1pPr algn="l">
              <a:defRPr sz="700">
                <a:solidFill>
                  <a:schemeClr val="tx1"/>
                </a:solidFill>
              </a:defRPr>
            </a:lvl1pPr>
          </a:lstStyle>
          <a:p>
            <a:fld id="{3B1EFD08-C94F-6048-8AD6-4B7ED2EB73E5}" type="slidenum">
              <a:rPr lang="en-US" smtClean="0"/>
              <a:pPr/>
              <a:t>‹#›</a:t>
            </a:fld>
            <a:endParaRPr lang="en-US"/>
          </a:p>
        </p:txBody>
      </p:sp>
      <p:pic>
        <p:nvPicPr>
          <p:cNvPr id="14" name="Cognizant Logo_rgb_pos_2023">
            <a:extLst>
              <a:ext uri="{FF2B5EF4-FFF2-40B4-BE49-F238E27FC236}">
                <a16:creationId xmlns:a16="http://schemas.microsoft.com/office/drawing/2014/main" id="{A2974059-71CF-4B2E-674F-C2960C7D063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30368" y="8782531"/>
            <a:ext cx="1170432" cy="205449"/>
          </a:xfrm>
          <a:prstGeom prst="rect">
            <a:avLst/>
          </a:prstGeom>
        </p:spPr>
      </p:pic>
      <p:sp>
        <p:nvSpPr>
          <p:cNvPr id="9" name="TextBox 8">
            <a:extLst>
              <a:ext uri="{FF2B5EF4-FFF2-40B4-BE49-F238E27FC236}">
                <a16:creationId xmlns:a16="http://schemas.microsoft.com/office/drawing/2014/main" id="{A173F526-7A43-BDC0-E786-AC0B86C66A25}"/>
              </a:ext>
            </a:extLst>
          </p:cNvPr>
          <p:cNvSpPr txBox="1"/>
          <p:nvPr/>
        </p:nvSpPr>
        <p:spPr>
          <a:xfrm>
            <a:off x="7246125" y="4003766"/>
            <a:ext cx="2779024" cy="1061829"/>
          </a:xfrm>
          <a:prstGeom prst="rect">
            <a:avLst/>
          </a:prstGeom>
          <a:solidFill>
            <a:schemeClr val="accent6"/>
          </a:solidFill>
        </p:spPr>
        <p:txBody>
          <a:bodyPr wrap="square" rtlCol="0">
            <a:spAutoFit/>
          </a:bodyPr>
          <a:lstStyle/>
          <a:p>
            <a:r>
              <a:rPr lang="en-US" sz="1050">
                <a:solidFill>
                  <a:schemeClr val="tx1"/>
                </a:solidFill>
              </a:rPr>
              <a:t>Speaker Notes will automatically appear in the text box on the page. To design the handout page differently, insert any additional text boxes and graphics as needed, and move the Speaker Notes box off of the page, but do not delete it. </a:t>
            </a:r>
          </a:p>
        </p:txBody>
      </p:sp>
    </p:spTree>
    <p:extLst>
      <p:ext uri="{BB962C8B-B14F-4D97-AF65-F5344CB8AC3E}">
        <p14:creationId xmlns:p14="http://schemas.microsoft.com/office/powerpoint/2010/main" val="3393915420"/>
      </p:ext>
    </p:extLst>
  </p:cSld>
  <p:clrMap bg1="lt1" tx1="dk1" bg2="lt2" tx2="dk2" accent1="accent1" accent2="accent2" accent3="accent3" accent4="accent4" accent5="accent5" accent6="accent6" hlink="hlink" folHlink="folHlink"/>
  <p:hf dt="0"/>
  <p:notesStyle>
    <a:lvl1pPr marL="0" algn="l" defTabSz="914400" rtl="0" eaLnBrk="1" latinLnBrk="0" hangingPunct="1">
      <a:spcBef>
        <a:spcPts val="900"/>
      </a:spcBef>
      <a:defRPr sz="1050" kern="1200">
        <a:solidFill>
          <a:schemeClr val="tx1"/>
        </a:solidFill>
        <a:latin typeface="+mn-lt"/>
        <a:ea typeface="+mn-ea"/>
        <a:cs typeface="+mn-cs"/>
      </a:defRPr>
    </a:lvl1pPr>
    <a:lvl2pPr marL="231775" indent="-137160" algn="l" defTabSz="914400" rtl="0" eaLnBrk="1" latinLnBrk="0" hangingPunct="1">
      <a:spcBef>
        <a:spcPts val="900"/>
      </a:spcBef>
      <a:buFont typeface="Arial" panose="020B0604020202020204" pitchFamily="34" charset="0"/>
      <a:buChar char="•"/>
      <a:defRPr sz="1050" kern="1200">
        <a:solidFill>
          <a:schemeClr val="tx1"/>
        </a:solidFill>
        <a:latin typeface="+mn-lt"/>
        <a:ea typeface="+mn-ea"/>
        <a:cs typeface="+mn-cs"/>
      </a:defRPr>
    </a:lvl2pPr>
    <a:lvl3pPr marL="411480" indent="-137160" algn="l" defTabSz="914400" rtl="0" eaLnBrk="1" latinLnBrk="0" hangingPunct="1">
      <a:spcBef>
        <a:spcPts val="900"/>
      </a:spcBef>
      <a:buFont typeface="Arial" panose="020B0604020202020204" pitchFamily="34" charset="0"/>
      <a:buChar char="̵"/>
      <a:defRPr sz="1050" kern="1200">
        <a:solidFill>
          <a:schemeClr val="tx1"/>
        </a:solidFill>
        <a:latin typeface="+mn-lt"/>
        <a:ea typeface="+mn-ea"/>
        <a:cs typeface="+mn-cs"/>
      </a:defRPr>
    </a:lvl3pPr>
    <a:lvl4pPr marL="573088" indent="-127000" algn="l" defTabSz="914400" rtl="0" eaLnBrk="1" latinLnBrk="0" hangingPunct="1">
      <a:spcBef>
        <a:spcPts val="900"/>
      </a:spcBef>
      <a:buFont typeface="Arial" panose="020B0604020202020204" pitchFamily="34" charset="0"/>
      <a:buChar char="•"/>
      <a:defRPr sz="1050" kern="1200">
        <a:solidFill>
          <a:schemeClr val="tx1"/>
        </a:solidFill>
        <a:latin typeface="+mn-lt"/>
        <a:ea typeface="+mn-ea"/>
        <a:cs typeface="+mn-cs"/>
      </a:defRPr>
    </a:lvl4pPr>
    <a:lvl5pPr marL="1828800" algn="l" defTabSz="914400" rtl="0" eaLnBrk="1" latinLnBrk="0" hangingPunct="1">
      <a:spcBef>
        <a:spcPts val="900"/>
      </a:spcBef>
      <a:defRPr sz="105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2" pos="432" userDrawn="1">
          <p15:clr>
            <a:srgbClr val="F26B43"/>
          </p15:clr>
        </p15:guide>
        <p15:guide id="3" pos="3888" userDrawn="1">
          <p15:clr>
            <a:srgbClr val="F26B43"/>
          </p15:clr>
        </p15:guide>
        <p15:guide id="4" orient="horz" pos="432" userDrawn="1">
          <p15:clr>
            <a:srgbClr val="F26B43"/>
          </p15:clr>
        </p15:guide>
        <p15:guide id="5" pos="2064" userDrawn="1">
          <p15:clr>
            <a:srgbClr val="F26B43"/>
          </p15:clr>
        </p15:guide>
        <p15:guide id="6" pos="2256"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5" name="Header Placeholder 4">
            <a:extLst>
              <a:ext uri="{FF2B5EF4-FFF2-40B4-BE49-F238E27FC236}">
                <a16:creationId xmlns:a16="http://schemas.microsoft.com/office/drawing/2014/main" id="{AD61830B-85AB-908F-E819-D770B13C7699}"/>
              </a:ext>
            </a:extLst>
          </p:cNvPr>
          <p:cNvSpPr>
            <a:spLocks noGrp="1"/>
          </p:cNvSpPr>
          <p:nvPr>
            <p:ph type="hdr" sz="quarter"/>
          </p:nvPr>
        </p:nvSpPr>
        <p:spPr>
          <a:xfrm>
            <a:off x="0" y="228600"/>
            <a:ext cx="3429000" cy="228600"/>
          </a:xfrm>
          <a:prstGeom prst="rect">
            <a:avLst/>
          </a:prstGeom>
        </p:spPr>
        <p:txBody>
          <a:bodyPr/>
          <a:lstStyle/>
          <a:p>
            <a:r>
              <a:rPr lang="en-US"/>
              <a:t>Presentation title</a:t>
            </a:r>
          </a:p>
        </p:txBody>
      </p:sp>
      <p:sp>
        <p:nvSpPr>
          <p:cNvPr id="6" name="Footer Placeholder 5">
            <a:extLst>
              <a:ext uri="{FF2B5EF4-FFF2-40B4-BE49-F238E27FC236}">
                <a16:creationId xmlns:a16="http://schemas.microsoft.com/office/drawing/2014/main" id="{5F2BB85D-C5E9-56A1-5B2C-F294052461D5}"/>
              </a:ext>
            </a:extLst>
          </p:cNvPr>
          <p:cNvSpPr>
            <a:spLocks noGrp="1"/>
          </p:cNvSpPr>
          <p:nvPr>
            <p:ph type="ftr" sz="quarter" idx="4"/>
          </p:nvPr>
        </p:nvSpPr>
        <p:spPr/>
        <p:txBody>
          <a:bodyPr/>
          <a:lstStyle/>
          <a:p>
            <a:r>
              <a:rPr lang="en-US"/>
              <a:t>© 2024 Cognizant | Private</a:t>
            </a:r>
          </a:p>
        </p:txBody>
      </p:sp>
      <p:sp>
        <p:nvSpPr>
          <p:cNvPr id="7" name="Slide Number Placeholder 6">
            <a:extLst>
              <a:ext uri="{FF2B5EF4-FFF2-40B4-BE49-F238E27FC236}">
                <a16:creationId xmlns:a16="http://schemas.microsoft.com/office/drawing/2014/main" id="{0FFF4630-F4DE-449C-EDFB-181F737A1EDF}"/>
              </a:ext>
            </a:extLst>
          </p:cNvPr>
          <p:cNvSpPr>
            <a:spLocks noGrp="1"/>
          </p:cNvSpPr>
          <p:nvPr>
            <p:ph type="sldNum" sz="quarter" idx="5"/>
          </p:nvPr>
        </p:nvSpPr>
        <p:spPr/>
        <p:txBody>
          <a:bodyPr/>
          <a:lstStyle/>
          <a:p>
            <a:fld id="{3B1EFD08-C94F-6048-8AD6-4B7ED2EB73E5}" type="slidenum">
              <a:rPr lang="en-US" smtClean="0"/>
              <a:pPr/>
              <a:t>1</a:t>
            </a:fld>
            <a:endParaRPr lang="en-US"/>
          </a:p>
        </p:txBody>
      </p:sp>
    </p:spTree>
    <p:extLst>
      <p:ext uri="{BB962C8B-B14F-4D97-AF65-F5344CB8AC3E}">
        <p14:creationId xmlns:p14="http://schemas.microsoft.com/office/powerpoint/2010/main" val="5804080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COVERS">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1600379" y="2407182"/>
            <a:ext cx="8991244" cy="2043636"/>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a:ln>
                  <a:noFill/>
                </a:ln>
                <a:solidFill>
                  <a:srgbClr val="FFFFFF"/>
                </a:solidFill>
                <a:effectLst/>
                <a:uLnTx/>
                <a:uFillTx/>
              </a:rPr>
              <a:t>COVERS</a:t>
            </a:r>
            <a:endParaRPr kumimoji="0" lang="en-US" sz="7200" b="0" i="1" u="none" strike="noStrike" kern="0" cap="none" spc="0" normalizeH="0" baseline="0" noProof="0">
              <a:ln>
                <a:noFill/>
              </a:ln>
              <a:solidFill>
                <a:srgbClr val="FFFFFF"/>
              </a:solidFill>
              <a:effectLst/>
              <a:uLnTx/>
              <a:uFillTx/>
            </a:endParaRPr>
          </a:p>
        </p:txBody>
      </p:sp>
    </p:spTree>
    <p:extLst>
      <p:ext uri="{BB962C8B-B14F-4D97-AF65-F5344CB8AC3E}">
        <p14:creationId xmlns:p14="http://schemas.microsoft.com/office/powerpoint/2010/main" val="3343584171"/>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Cover 1">
    <p:bg bwMode="auto">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A8B373-B954-E6CF-C9C8-9AC20DDB2431}"/>
              </a:ext>
            </a:extLst>
          </p:cNvPr>
          <p:cNvSpPr>
            <a:spLocks noGrp="1"/>
          </p:cNvSpPr>
          <p:nvPr>
            <p:ph type="ctrTitle" hasCustomPrompt="1"/>
          </p:nvPr>
        </p:nvSpPr>
        <p:spPr bwMode="white">
          <a:xfrm>
            <a:off x="1005839" y="2936367"/>
            <a:ext cx="4023360" cy="997196"/>
          </a:xfrm>
        </p:spPr>
        <p:txBody>
          <a:bodyPr anchor="b"/>
          <a:lstStyle>
            <a:lvl1pPr algn="l">
              <a:defRPr sz="3600" b="1"/>
            </a:lvl1pPr>
          </a:lstStyle>
          <a:p>
            <a:r>
              <a:rPr lang="en-US"/>
              <a:t>Click to add title Arial 36pt bold</a:t>
            </a:r>
          </a:p>
        </p:txBody>
      </p:sp>
      <p:sp>
        <p:nvSpPr>
          <p:cNvPr id="3" name="Subtitle 2">
            <a:extLst>
              <a:ext uri="{FF2B5EF4-FFF2-40B4-BE49-F238E27FC236}">
                <a16:creationId xmlns:a16="http://schemas.microsoft.com/office/drawing/2014/main" id="{0C972F9C-09A7-DBD8-2D67-0D748097DF24}"/>
              </a:ext>
            </a:extLst>
          </p:cNvPr>
          <p:cNvSpPr>
            <a:spLocks noGrp="1"/>
          </p:cNvSpPr>
          <p:nvPr>
            <p:ph type="subTitle" idx="1" hasCustomPrompt="1"/>
          </p:nvPr>
        </p:nvSpPr>
        <p:spPr bwMode="white">
          <a:xfrm>
            <a:off x="1005839" y="4187952"/>
            <a:ext cx="4023360" cy="332399"/>
          </a:xfrm>
        </p:spPr>
        <p:txBody>
          <a:bodyPr>
            <a:spAutoFit/>
          </a:bodyPr>
          <a:lstStyle>
            <a:lvl1pPr marL="0" indent="0" algn="l">
              <a:lnSpc>
                <a:spcPct val="90000"/>
              </a:lnSpc>
              <a:buNone/>
              <a:defRPr sz="2400">
                <a:solidFill>
                  <a:schemeClr val="accent3"/>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16" name="Text Placeholder 15">
            <a:extLst>
              <a:ext uri="{FF2B5EF4-FFF2-40B4-BE49-F238E27FC236}">
                <a16:creationId xmlns:a16="http://schemas.microsoft.com/office/drawing/2014/main" id="{368BAD18-89D3-751D-5AD5-9D192969E4B8}"/>
              </a:ext>
            </a:extLst>
          </p:cNvPr>
          <p:cNvSpPr>
            <a:spLocks noGrp="1"/>
          </p:cNvSpPr>
          <p:nvPr>
            <p:ph type="body" sz="quarter" idx="13" hasCustomPrompt="1"/>
          </p:nvPr>
        </p:nvSpPr>
        <p:spPr bwMode="white">
          <a:xfrm>
            <a:off x="1005840" y="5221923"/>
            <a:ext cx="4023360" cy="187359"/>
          </a:xfrm>
        </p:spPr>
        <p:txBody>
          <a:bodyPr>
            <a:spAutoFit/>
          </a:bodyPr>
          <a:lstStyle>
            <a:lvl1pPr marL="0" indent="0">
              <a:buNone/>
              <a:defRPr sz="1200"/>
            </a:lvl1pPr>
          </a:lstStyle>
          <a:p>
            <a:pPr lvl="0"/>
            <a:r>
              <a:rPr lang="en-US"/>
              <a:t>Click to add date</a:t>
            </a:r>
          </a:p>
        </p:txBody>
      </p:sp>
      <p:pic>
        <p:nvPicPr>
          <p:cNvPr id="5" name="Cognizant Logo_rgb_rev_2023">
            <a:extLst>
              <a:ext uri="{FF2B5EF4-FFF2-40B4-BE49-F238E27FC236}">
                <a16:creationId xmlns:a16="http://schemas.microsoft.com/office/drawing/2014/main" id="{6D31EA89-5C1D-DE6B-0A5E-E426A85A669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27141" y="534665"/>
            <a:ext cx="1783080" cy="312988"/>
          </a:xfrm>
          <a:prstGeom prst="rect">
            <a:avLst/>
          </a:prstGeom>
        </p:spPr>
      </p:pic>
      <p:sp>
        <p:nvSpPr>
          <p:cNvPr id="4" name="Date Placeholder 3">
            <a:extLst>
              <a:ext uri="{FF2B5EF4-FFF2-40B4-BE49-F238E27FC236}">
                <a16:creationId xmlns:a16="http://schemas.microsoft.com/office/drawing/2014/main" id="{F704D708-80D4-E81A-396C-38F535D61CAA}"/>
              </a:ext>
            </a:extLst>
          </p:cNvPr>
          <p:cNvSpPr>
            <a:spLocks noGrp="1"/>
          </p:cNvSpPr>
          <p:nvPr>
            <p:ph type="dt" sz="half" idx="14"/>
          </p:nvPr>
        </p:nvSpPr>
        <p:spPr bwMode="white"/>
        <p:txBody>
          <a:bodyPr/>
          <a:lstStyle/>
          <a:p>
            <a:fld id="{C654E610-DB42-4088-BCAC-33270A5A4A3B}" type="datetime1">
              <a:rPr lang="en-US" smtClean="0"/>
              <a:t>2/11/2026</a:t>
            </a:fld>
            <a:endParaRPr lang="en-US"/>
          </a:p>
        </p:txBody>
      </p:sp>
      <p:sp>
        <p:nvSpPr>
          <p:cNvPr id="6" name="Footer Placeholder 5">
            <a:extLst>
              <a:ext uri="{FF2B5EF4-FFF2-40B4-BE49-F238E27FC236}">
                <a16:creationId xmlns:a16="http://schemas.microsoft.com/office/drawing/2014/main" id="{A7F602FB-08B6-9224-2ED9-82E1EB902A97}"/>
              </a:ext>
            </a:extLst>
          </p:cNvPr>
          <p:cNvSpPr>
            <a:spLocks noGrp="1"/>
          </p:cNvSpPr>
          <p:nvPr>
            <p:ph type="ftr" sz="quarter" idx="15"/>
          </p:nvPr>
        </p:nvSpPr>
        <p:spPr bwMode="white">
          <a:xfrm>
            <a:off x="1005840" y="6400800"/>
            <a:ext cx="1371600" cy="228600"/>
          </a:xfrm>
        </p:spPr>
        <p:txBody>
          <a:bodyPr/>
          <a:lstStyle/>
          <a:p>
            <a:r>
              <a:rPr lang="en-US"/>
              <a:t>© 2025–2027 Cognizant | Private</a:t>
            </a:r>
          </a:p>
        </p:txBody>
      </p:sp>
      <p:sp>
        <p:nvSpPr>
          <p:cNvPr id="12" name="Slide Number Placeholder 11">
            <a:extLst>
              <a:ext uri="{FF2B5EF4-FFF2-40B4-BE49-F238E27FC236}">
                <a16:creationId xmlns:a16="http://schemas.microsoft.com/office/drawing/2014/main" id="{C08A7654-3A43-87A9-ABBA-350B88EB467E}"/>
              </a:ext>
            </a:extLst>
          </p:cNvPr>
          <p:cNvSpPr>
            <a:spLocks noGrp="1"/>
          </p:cNvSpPr>
          <p:nvPr>
            <p:ph type="sldNum" sz="quarter" idx="16"/>
          </p:nvPr>
        </p:nvSpPr>
        <p:spPr bwMode="white"/>
        <p:txBody>
          <a:bodyPr/>
          <a:lstStyle/>
          <a:p>
            <a:fld id="{38826FC0-333C-E549-9FA3-0EE43DF298A3}" type="slidenum">
              <a:rPr lang="en-US" smtClean="0"/>
              <a:pPr/>
              <a:t>‹#›</a:t>
            </a:fld>
            <a:endParaRPr lang="en-US"/>
          </a:p>
        </p:txBody>
      </p:sp>
      <p:pic>
        <p:nvPicPr>
          <p:cNvPr id="14" name="Picture 13">
            <a:extLst>
              <a:ext uri="{FF2B5EF4-FFF2-40B4-BE49-F238E27FC236}">
                <a16:creationId xmlns:a16="http://schemas.microsoft.com/office/drawing/2014/main" id="{D0F03245-CDE7-48AA-BD1B-F0D6935521F6}"/>
              </a:ext>
            </a:extLst>
          </p:cNvPr>
          <p:cNvPicPr>
            <a:picLocks noChangeAspect="1"/>
          </p:cNvPicPr>
          <p:nvPr/>
        </p:nvPicPr>
        <p:blipFill rotWithShape="1">
          <a:blip r:embed="rId4">
            <a:alphaModFix/>
          </a:blip>
          <a:srcRect l="-2" r="-9" b="23"/>
          <a:stretch/>
        </p:blipFill>
        <p:spPr>
          <a:xfrm>
            <a:off x="5221960" y="-2"/>
            <a:ext cx="6970040" cy="6858002"/>
          </a:xfrm>
          <a:prstGeom prst="rect">
            <a:avLst/>
          </a:prstGeom>
        </p:spPr>
      </p:pic>
    </p:spTree>
    <p:extLst>
      <p:ext uri="{BB962C8B-B14F-4D97-AF65-F5344CB8AC3E}">
        <p14:creationId xmlns:p14="http://schemas.microsoft.com/office/powerpoint/2010/main" val="8384312"/>
      </p:ext>
    </p:extLst>
  </p:cSld>
  <p:clrMapOvr>
    <a:overrideClrMapping bg1="dk1" tx1="lt1" bg2="dk2" tx2="lt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Cover 2">
    <p:bg>
      <p:bgRef idx="1001">
        <a:schemeClr val="bg2"/>
      </p:bgRef>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BBF4556C-7350-8344-8FD3-376E341E16C7}"/>
              </a:ext>
            </a:extLst>
          </p:cNvPr>
          <p:cNvSpPr>
            <a:spLocks noGrp="1"/>
          </p:cNvSpPr>
          <p:nvPr>
            <p:ph type="ctrTitle" hasCustomPrompt="1"/>
          </p:nvPr>
        </p:nvSpPr>
        <p:spPr>
          <a:xfrm>
            <a:off x="1005840" y="2431804"/>
            <a:ext cx="8712200" cy="997196"/>
          </a:xfrm>
        </p:spPr>
        <p:txBody>
          <a:bodyPr anchor="b">
            <a:spAutoFit/>
          </a:bodyPr>
          <a:lstStyle>
            <a:lvl1pPr algn="l">
              <a:defRPr sz="3600" b="1">
                <a:solidFill>
                  <a:schemeClr val="tx2"/>
                </a:solidFill>
              </a:defRPr>
            </a:lvl1pPr>
          </a:lstStyle>
          <a:p>
            <a:r>
              <a:rPr lang="en-US"/>
              <a:t>Click to add extra long presentation </a:t>
            </a:r>
            <a:br>
              <a:rPr lang="en-US"/>
            </a:br>
            <a:r>
              <a:rPr lang="en-US"/>
              <a:t>title Arial 36pt bold</a:t>
            </a:r>
          </a:p>
        </p:txBody>
      </p:sp>
      <p:sp>
        <p:nvSpPr>
          <p:cNvPr id="17" name="Subtitle 2">
            <a:extLst>
              <a:ext uri="{FF2B5EF4-FFF2-40B4-BE49-F238E27FC236}">
                <a16:creationId xmlns:a16="http://schemas.microsoft.com/office/drawing/2014/main" id="{57AC9073-4735-234C-8722-537F8383011D}"/>
              </a:ext>
            </a:extLst>
          </p:cNvPr>
          <p:cNvSpPr>
            <a:spLocks noGrp="1"/>
          </p:cNvSpPr>
          <p:nvPr>
            <p:ph type="subTitle" idx="1" hasCustomPrompt="1"/>
          </p:nvPr>
        </p:nvSpPr>
        <p:spPr>
          <a:xfrm>
            <a:off x="1005840" y="3885739"/>
            <a:ext cx="8712200" cy="276999"/>
          </a:xfrm>
          <a:prstGeom prst="rect">
            <a:avLst/>
          </a:prstGeom>
        </p:spPr>
        <p:txBody>
          <a:bodyPr wrap="square" lIns="0" tIns="0" rIns="0" bIns="0">
            <a:spAutoFit/>
          </a:bodyPr>
          <a:lstStyle>
            <a:lvl1pPr marL="0" indent="0" algn="l">
              <a:lnSpc>
                <a:spcPct val="90000"/>
              </a:lnSpc>
              <a:buNone/>
              <a:defRPr sz="2000">
                <a:solidFill>
                  <a:schemeClr val="accent3"/>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a:t>
            </a:r>
          </a:p>
        </p:txBody>
      </p:sp>
      <p:sp>
        <p:nvSpPr>
          <p:cNvPr id="18" name="Text Placeholder 2">
            <a:extLst>
              <a:ext uri="{FF2B5EF4-FFF2-40B4-BE49-F238E27FC236}">
                <a16:creationId xmlns:a16="http://schemas.microsoft.com/office/drawing/2014/main" id="{FBEE8D4C-39E3-9745-8EF7-EE363873ECE4}"/>
              </a:ext>
            </a:extLst>
          </p:cNvPr>
          <p:cNvSpPr>
            <a:spLocks noGrp="1"/>
          </p:cNvSpPr>
          <p:nvPr>
            <p:ph type="body" idx="12" hasCustomPrompt="1"/>
          </p:nvPr>
        </p:nvSpPr>
        <p:spPr>
          <a:xfrm>
            <a:off x="1005840" y="5221922"/>
            <a:ext cx="4023360" cy="187359"/>
          </a:xfrm>
          <a:prstGeom prst="rect">
            <a:avLst/>
          </a:prstGeom>
        </p:spPr>
        <p:txBody>
          <a:bodyPr wrap="none">
            <a:spAutoFit/>
          </a:bodyPr>
          <a:lstStyle>
            <a:lvl1pPr marL="0" indent="0">
              <a:buNone/>
              <a:defRPr sz="1200">
                <a:solidFill>
                  <a:schemeClr val="tx1"/>
                </a:solidFill>
              </a:defRPr>
            </a:lvl1pPr>
            <a:lvl2pPr marL="457200" indent="0">
              <a:buNone/>
              <a:defRPr>
                <a:solidFill>
                  <a:schemeClr val="bg2"/>
                </a:solidFill>
              </a:defRPr>
            </a:lvl2pPr>
            <a:lvl3pPr marL="914400" indent="0">
              <a:buNone/>
              <a:defRPr>
                <a:solidFill>
                  <a:schemeClr val="bg2"/>
                </a:solidFill>
              </a:defRPr>
            </a:lvl3pPr>
            <a:lvl4pPr marL="1371600" indent="0">
              <a:buNone/>
              <a:defRPr>
                <a:solidFill>
                  <a:schemeClr val="bg2"/>
                </a:solidFill>
              </a:defRPr>
            </a:lvl4pPr>
            <a:lvl5pPr marL="1828800" indent="0">
              <a:buNone/>
              <a:defRPr>
                <a:solidFill>
                  <a:schemeClr val="bg2"/>
                </a:solidFill>
              </a:defRPr>
            </a:lvl5pPr>
          </a:lstStyle>
          <a:p>
            <a:pPr lvl="0"/>
            <a:r>
              <a:rPr lang="en-US"/>
              <a:t>Click to add date</a:t>
            </a:r>
          </a:p>
        </p:txBody>
      </p:sp>
      <p:pic>
        <p:nvPicPr>
          <p:cNvPr id="2" name="Cognizant Logo_rgb_rev_2023">
            <a:extLst>
              <a:ext uri="{FF2B5EF4-FFF2-40B4-BE49-F238E27FC236}">
                <a16:creationId xmlns:a16="http://schemas.microsoft.com/office/drawing/2014/main" id="{A289B6B7-484E-820F-55A6-B545B1D7FEA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bwMode="invGray">
          <a:xfrm>
            <a:off x="376990" y="1095300"/>
            <a:ext cx="2624328" cy="460654"/>
          </a:xfrm>
          <a:prstGeom prst="rect">
            <a:avLst/>
          </a:prstGeom>
        </p:spPr>
      </p:pic>
      <p:sp>
        <p:nvSpPr>
          <p:cNvPr id="5" name="Date Placeholder 4">
            <a:extLst>
              <a:ext uri="{FF2B5EF4-FFF2-40B4-BE49-F238E27FC236}">
                <a16:creationId xmlns:a16="http://schemas.microsoft.com/office/drawing/2014/main" id="{7ED7D619-D61B-E60B-63C9-B090CABB0105}"/>
              </a:ext>
            </a:extLst>
          </p:cNvPr>
          <p:cNvSpPr>
            <a:spLocks noGrp="1"/>
          </p:cNvSpPr>
          <p:nvPr>
            <p:ph type="dt" sz="half" idx="13"/>
          </p:nvPr>
        </p:nvSpPr>
        <p:spPr/>
        <p:txBody>
          <a:bodyPr/>
          <a:lstStyle/>
          <a:p>
            <a:fld id="{295A92A4-D239-4DAC-83D7-9560A78607E9}" type="datetime1">
              <a:rPr lang="en-US" smtClean="0"/>
              <a:t>2/11/2026</a:t>
            </a:fld>
            <a:endParaRPr lang="en-US"/>
          </a:p>
        </p:txBody>
      </p:sp>
      <p:sp>
        <p:nvSpPr>
          <p:cNvPr id="6" name="Footer Placeholder 5">
            <a:extLst>
              <a:ext uri="{FF2B5EF4-FFF2-40B4-BE49-F238E27FC236}">
                <a16:creationId xmlns:a16="http://schemas.microsoft.com/office/drawing/2014/main" id="{70F51BFC-5EC2-9CD1-7F12-40FA9671C977}"/>
              </a:ext>
            </a:extLst>
          </p:cNvPr>
          <p:cNvSpPr>
            <a:spLocks noGrp="1"/>
          </p:cNvSpPr>
          <p:nvPr>
            <p:ph type="ftr" sz="quarter" idx="14"/>
          </p:nvPr>
        </p:nvSpPr>
        <p:spPr>
          <a:xfrm>
            <a:off x="1005840" y="6400800"/>
            <a:ext cx="1371600" cy="228600"/>
          </a:xfrm>
        </p:spPr>
        <p:txBody>
          <a:bodyPr/>
          <a:lstStyle/>
          <a:p>
            <a:r>
              <a:rPr lang="en-US"/>
              <a:t>© 2025–2027 Cognizant | Private</a:t>
            </a:r>
          </a:p>
        </p:txBody>
      </p:sp>
      <p:sp>
        <p:nvSpPr>
          <p:cNvPr id="7" name="Slide Number Placeholder 6">
            <a:extLst>
              <a:ext uri="{FF2B5EF4-FFF2-40B4-BE49-F238E27FC236}">
                <a16:creationId xmlns:a16="http://schemas.microsoft.com/office/drawing/2014/main" id="{5A2E8399-6911-0E44-17E5-8C2D8297AA27}"/>
              </a:ext>
            </a:extLst>
          </p:cNvPr>
          <p:cNvSpPr>
            <a:spLocks noGrp="1"/>
          </p:cNvSpPr>
          <p:nvPr>
            <p:ph type="sldNum" sz="quarter" idx="15"/>
          </p:nvPr>
        </p:nvSpPr>
        <p:spPr/>
        <p:txBody>
          <a:bodyPr/>
          <a:lstStyle/>
          <a:p>
            <a:fld id="{38826FC0-333C-E549-9FA3-0EE43DF298A3}" type="slidenum">
              <a:rPr lang="en-US" smtClean="0"/>
              <a:pPr/>
              <a:t>‹#›</a:t>
            </a:fld>
            <a:endParaRPr lang="en-US"/>
          </a:p>
        </p:txBody>
      </p:sp>
    </p:spTree>
    <p:extLst>
      <p:ext uri="{BB962C8B-B14F-4D97-AF65-F5344CB8AC3E}">
        <p14:creationId xmlns:p14="http://schemas.microsoft.com/office/powerpoint/2010/main" val="1963132723"/>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Agenda - ligh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1" y="2930402"/>
            <a:ext cx="4754880" cy="997196"/>
          </a:xfrm>
        </p:spPr>
        <p:txBody>
          <a:bodyPr anchor="ctr"/>
          <a:lstStyle>
            <a:lvl1pPr algn="l">
              <a:defRPr sz="3600"/>
            </a:lvl1pPr>
          </a:lstStyle>
          <a:p>
            <a:r>
              <a:rPr lang="en-US"/>
              <a:t>Click to add agenda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6096000" y="914400"/>
            <a:ext cx="5635752" cy="5029200"/>
          </a:xfrm>
        </p:spPr>
        <p:txBody>
          <a:bodyPr anchor="ctr">
            <a:noAutofit/>
          </a:bodyPr>
          <a:lstStyle>
            <a:lvl1pPr marL="457200" indent="-457200">
              <a:spcBef>
                <a:spcPts val="900"/>
              </a:spcBef>
              <a:spcAft>
                <a:spcPts val="0"/>
              </a:spcAft>
              <a:buClrTx/>
              <a:buFont typeface="+mj-lt"/>
              <a:buAutoNum type="arabicPeriod"/>
              <a:defRPr sz="2000"/>
            </a:lvl1pPr>
            <a:lvl2pPr marL="731520" indent="-228600">
              <a:spcBef>
                <a:spcPts val="600"/>
              </a:spcBef>
              <a:spcAft>
                <a:spcPts val="0"/>
              </a:spcAft>
              <a:buClrTx/>
              <a:buFont typeface="Arial" panose="020B0604020202020204" pitchFamily="34" charset="0"/>
              <a:buChar char="•"/>
              <a:tabLst/>
              <a:defRPr sz="1600"/>
            </a:lvl2pPr>
            <a:lvl3pPr marL="1005840" indent="-228600">
              <a:spcBef>
                <a:spcPts val="600"/>
              </a:spcBef>
              <a:spcAft>
                <a:spcPts val="0"/>
              </a:spcAft>
              <a:buClrTx/>
              <a:buFont typeface="Arial" panose="020B0604020202020204" pitchFamily="34" charset="0"/>
              <a:buChar char="•"/>
              <a:tabLst/>
              <a:defRPr sz="1400"/>
            </a:lvl3pPr>
            <a:lvl4pPr marL="1051560" indent="-228600">
              <a:spcBef>
                <a:spcPts val="900"/>
              </a:spcBef>
              <a:buFont typeface="+mj-lt"/>
              <a:buAutoNum type="arabicPeriod"/>
              <a:defRPr sz="1400"/>
            </a:lvl4pPr>
            <a:lvl5pPr marL="1325880" indent="-228600">
              <a:spcBef>
                <a:spcPts val="900"/>
              </a:spcBef>
              <a:buFont typeface="+mj-lt"/>
              <a:buAutoNum type="arabicPeriod"/>
              <a:defRPr sz="1400"/>
            </a:lvl5pPr>
          </a:lstStyle>
          <a:p>
            <a:pPr lvl="0"/>
            <a:r>
              <a:rPr lang="en-US"/>
              <a:t>Click to add content</a:t>
            </a:r>
          </a:p>
          <a:p>
            <a:pPr lvl="1"/>
            <a:r>
              <a:rPr lang="en-US"/>
              <a:t>2nd level text</a:t>
            </a:r>
          </a:p>
          <a:p>
            <a:pPr lvl="2"/>
            <a:r>
              <a:rPr lang="en-US"/>
              <a:t>3rd level text</a:t>
            </a:r>
          </a:p>
        </p:txBody>
      </p:sp>
      <p:cxnSp>
        <p:nvCxnSpPr>
          <p:cNvPr id="9" name="Straight Connector 8">
            <a:extLst>
              <a:ext uri="{FF2B5EF4-FFF2-40B4-BE49-F238E27FC236}">
                <a16:creationId xmlns:a16="http://schemas.microsoft.com/office/drawing/2014/main" id="{06654D8E-53D7-24EA-BE00-553663804946}"/>
              </a:ext>
            </a:extLst>
          </p:cNvPr>
          <p:cNvCxnSpPr>
            <a:cxnSpLocks/>
          </p:cNvCxnSpPr>
          <p:nvPr/>
        </p:nvCxnSpPr>
        <p:spPr>
          <a:xfrm>
            <a:off x="5654040" y="914400"/>
            <a:ext cx="0" cy="5029200"/>
          </a:xfrm>
          <a:prstGeom prst="line">
            <a:avLst/>
          </a:prstGeom>
          <a:ln w="12700">
            <a:solidFill>
              <a:schemeClr val="accent6"/>
            </a:solidFill>
          </a:ln>
        </p:spPr>
        <p:style>
          <a:lnRef idx="2">
            <a:schemeClr val="accent1"/>
          </a:lnRef>
          <a:fillRef idx="0">
            <a:schemeClr val="accent1"/>
          </a:fillRef>
          <a:effectRef idx="1">
            <a:schemeClr val="accent1"/>
          </a:effectRef>
          <a:fontRef idx="minor">
            <a:schemeClr val="tx1"/>
          </a:fontRef>
        </p:style>
      </p:cxnSp>
      <p:sp>
        <p:nvSpPr>
          <p:cNvPr id="4" name="Date Placeholder 3">
            <a:extLst>
              <a:ext uri="{FF2B5EF4-FFF2-40B4-BE49-F238E27FC236}">
                <a16:creationId xmlns:a16="http://schemas.microsoft.com/office/drawing/2014/main" id="{31347B8F-702B-F8D2-3BCF-E1C9AEB86CEC}"/>
              </a:ext>
            </a:extLst>
          </p:cNvPr>
          <p:cNvSpPr>
            <a:spLocks noGrp="1"/>
          </p:cNvSpPr>
          <p:nvPr>
            <p:ph type="dt" sz="half" idx="10"/>
          </p:nvPr>
        </p:nvSpPr>
        <p:spPr/>
        <p:txBody>
          <a:bodyPr/>
          <a:lstStyle/>
          <a:p>
            <a:fld id="{7BD0C447-63DF-4D3E-8633-1F74B6350F13}" type="datetime1">
              <a:rPr lang="en-US" smtClean="0"/>
              <a:t>2/11/2026</a:t>
            </a:fld>
            <a:endParaRPr lang="en-US"/>
          </a:p>
        </p:txBody>
      </p:sp>
      <p:sp>
        <p:nvSpPr>
          <p:cNvPr id="8" name="Footer Placeholder 7">
            <a:extLst>
              <a:ext uri="{FF2B5EF4-FFF2-40B4-BE49-F238E27FC236}">
                <a16:creationId xmlns:a16="http://schemas.microsoft.com/office/drawing/2014/main" id="{2D295671-87C9-E086-9979-83CE71CF0FF1}"/>
              </a:ext>
            </a:extLst>
          </p:cNvPr>
          <p:cNvSpPr>
            <a:spLocks noGrp="1"/>
          </p:cNvSpPr>
          <p:nvPr>
            <p:ph type="ftr" sz="quarter" idx="11"/>
          </p:nvPr>
        </p:nvSpPr>
        <p:spPr/>
        <p:txBody>
          <a:bodyPr/>
          <a:lstStyle/>
          <a:p>
            <a:r>
              <a:rPr lang="en-US"/>
              <a:t>© 2025–2027 Cognizant | Private</a:t>
            </a:r>
          </a:p>
        </p:txBody>
      </p:sp>
      <p:sp>
        <p:nvSpPr>
          <p:cNvPr id="10" name="Slide Number Placeholder 9">
            <a:extLst>
              <a:ext uri="{FF2B5EF4-FFF2-40B4-BE49-F238E27FC236}">
                <a16:creationId xmlns:a16="http://schemas.microsoft.com/office/drawing/2014/main" id="{D3DF2403-9115-12D2-6006-6F820363A79D}"/>
              </a:ext>
            </a:extLst>
          </p:cNvPr>
          <p:cNvSpPr>
            <a:spLocks noGrp="1"/>
          </p:cNvSpPr>
          <p:nvPr>
            <p:ph type="sldNum" sz="quarter" idx="12"/>
          </p:nvPr>
        </p:nvSpPr>
        <p:spPr/>
        <p:txBody>
          <a:bodyPr/>
          <a:lstStyle/>
          <a:p>
            <a:fld id="{38826FC0-333C-E549-9FA3-0EE43DF298A3}" type="slidenum">
              <a:rPr lang="en-US" smtClean="0"/>
              <a:pPr/>
              <a:t>‹#›</a:t>
            </a:fld>
            <a:endParaRPr lang="en-US"/>
          </a:p>
        </p:txBody>
      </p:sp>
      <p:cxnSp>
        <p:nvCxnSpPr>
          <p:cNvPr id="5" name="Straight Connector 4">
            <a:extLst>
              <a:ext uri="{FF2B5EF4-FFF2-40B4-BE49-F238E27FC236}">
                <a16:creationId xmlns:a16="http://schemas.microsoft.com/office/drawing/2014/main" id="{46BFA7A6-B1A7-45E7-3AC5-3E0FB62C8ACD}"/>
              </a:ext>
            </a:extLst>
          </p:cNvPr>
          <p:cNvCxnSpPr>
            <a:cxnSpLocks/>
          </p:cNvCxnSpPr>
          <p:nvPr/>
        </p:nvCxnSpPr>
        <p:spPr>
          <a:xfrm>
            <a:off x="5654040" y="914400"/>
            <a:ext cx="0" cy="5029200"/>
          </a:xfrm>
          <a:prstGeom prst="line">
            <a:avLst/>
          </a:prstGeom>
          <a:ln w="12700">
            <a:solidFill>
              <a:schemeClr val="accent6"/>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64722089"/>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Agenda - dark">
    <p:bg bwMode="ltGray">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bwMode="white">
          <a:xfrm>
            <a:off x="457201" y="2930402"/>
            <a:ext cx="4754880" cy="997196"/>
          </a:xfrm>
        </p:spPr>
        <p:txBody>
          <a:bodyPr anchor="ctr"/>
          <a:lstStyle>
            <a:lvl1pPr algn="l">
              <a:defRPr sz="3600"/>
            </a:lvl1pPr>
          </a:lstStyle>
          <a:p>
            <a:r>
              <a:rPr lang="en-US"/>
              <a:t>Click to add agenda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bwMode="white">
          <a:xfrm>
            <a:off x="6096000" y="914400"/>
            <a:ext cx="5635752" cy="5029200"/>
          </a:xfrm>
        </p:spPr>
        <p:txBody>
          <a:bodyPr anchor="ctr">
            <a:noAutofit/>
          </a:bodyPr>
          <a:lstStyle>
            <a:lvl1pPr marL="457200" indent="-457200">
              <a:spcBef>
                <a:spcPts val="900"/>
              </a:spcBef>
              <a:spcAft>
                <a:spcPts val="0"/>
              </a:spcAft>
              <a:buClrTx/>
              <a:buFont typeface="+mj-lt"/>
              <a:buAutoNum type="arabicPeriod"/>
              <a:defRPr sz="2000"/>
            </a:lvl1pPr>
            <a:lvl2pPr marL="731520" indent="-228600">
              <a:spcBef>
                <a:spcPts val="600"/>
              </a:spcBef>
              <a:spcAft>
                <a:spcPts val="0"/>
              </a:spcAft>
              <a:buClrTx/>
              <a:buFont typeface="Arial" panose="020B0604020202020204" pitchFamily="34" charset="0"/>
              <a:buChar char="•"/>
              <a:tabLst/>
              <a:defRPr sz="1600"/>
            </a:lvl2pPr>
            <a:lvl3pPr marL="1005840" indent="-228600">
              <a:spcBef>
                <a:spcPts val="600"/>
              </a:spcBef>
              <a:spcAft>
                <a:spcPts val="0"/>
              </a:spcAft>
              <a:buClrTx/>
              <a:buFont typeface="Arial" panose="020B0604020202020204" pitchFamily="34" charset="0"/>
              <a:buChar char="•"/>
              <a:tabLst/>
              <a:defRPr sz="1400"/>
            </a:lvl3pPr>
            <a:lvl4pPr marL="1051560" indent="-228600">
              <a:spcBef>
                <a:spcPts val="900"/>
              </a:spcBef>
              <a:buFont typeface="+mj-lt"/>
              <a:buAutoNum type="arabicPeriod"/>
              <a:defRPr sz="1400"/>
            </a:lvl4pPr>
            <a:lvl5pPr marL="1325880" indent="-228600">
              <a:spcBef>
                <a:spcPts val="900"/>
              </a:spcBef>
              <a:buFont typeface="+mj-lt"/>
              <a:buAutoNum type="arabicPeriod"/>
              <a:defRPr sz="1400"/>
            </a:lvl5pPr>
          </a:lstStyle>
          <a:p>
            <a:pPr lvl="0"/>
            <a:r>
              <a:rPr lang="en-US"/>
              <a:t>Click to add text</a:t>
            </a:r>
          </a:p>
          <a:p>
            <a:pPr lvl="1"/>
            <a:r>
              <a:rPr lang="en-US"/>
              <a:t>Second level</a:t>
            </a:r>
          </a:p>
          <a:p>
            <a:pPr lvl="2"/>
            <a:r>
              <a:rPr lang="en-US"/>
              <a:t>Third level</a:t>
            </a:r>
          </a:p>
        </p:txBody>
      </p:sp>
      <p:cxnSp>
        <p:nvCxnSpPr>
          <p:cNvPr id="9" name="Straight Connector 8">
            <a:extLst>
              <a:ext uri="{FF2B5EF4-FFF2-40B4-BE49-F238E27FC236}">
                <a16:creationId xmlns:a16="http://schemas.microsoft.com/office/drawing/2014/main" id="{06654D8E-53D7-24EA-BE00-553663804946}"/>
              </a:ext>
            </a:extLst>
          </p:cNvPr>
          <p:cNvCxnSpPr>
            <a:cxnSpLocks/>
          </p:cNvCxnSpPr>
          <p:nvPr/>
        </p:nvCxnSpPr>
        <p:spPr bwMode="white">
          <a:xfrm>
            <a:off x="5654040" y="914400"/>
            <a:ext cx="0" cy="5029200"/>
          </a:xfrm>
          <a:prstGeom prst="line">
            <a:avLst/>
          </a:prstGeom>
          <a:ln w="12700">
            <a:solidFill>
              <a:schemeClr val="accent6"/>
            </a:solidFill>
          </a:ln>
        </p:spPr>
        <p:style>
          <a:lnRef idx="2">
            <a:schemeClr val="accent1"/>
          </a:lnRef>
          <a:fillRef idx="0">
            <a:schemeClr val="accent1"/>
          </a:fillRef>
          <a:effectRef idx="1">
            <a:schemeClr val="accent1"/>
          </a:effectRef>
          <a:fontRef idx="minor">
            <a:schemeClr val="tx1"/>
          </a:fontRef>
        </p:style>
      </p:cxnSp>
      <p:sp>
        <p:nvSpPr>
          <p:cNvPr id="10" name="Date Placeholder 9">
            <a:extLst>
              <a:ext uri="{FF2B5EF4-FFF2-40B4-BE49-F238E27FC236}">
                <a16:creationId xmlns:a16="http://schemas.microsoft.com/office/drawing/2014/main" id="{3721A195-6B8B-725F-D366-5DEA3DB95C6B}"/>
              </a:ext>
            </a:extLst>
          </p:cNvPr>
          <p:cNvSpPr>
            <a:spLocks noGrp="1"/>
          </p:cNvSpPr>
          <p:nvPr>
            <p:ph type="dt" sz="half" idx="10"/>
          </p:nvPr>
        </p:nvSpPr>
        <p:spPr bwMode="white"/>
        <p:txBody>
          <a:bodyPr/>
          <a:lstStyle/>
          <a:p>
            <a:fld id="{35804F47-C571-497F-BD65-F5BF142AEBFB}" type="datetime1">
              <a:rPr lang="en-US" smtClean="0"/>
              <a:t>2/11/2026</a:t>
            </a:fld>
            <a:endParaRPr lang="en-US"/>
          </a:p>
        </p:txBody>
      </p:sp>
      <p:sp>
        <p:nvSpPr>
          <p:cNvPr id="11" name="Footer Placeholder 10">
            <a:extLst>
              <a:ext uri="{FF2B5EF4-FFF2-40B4-BE49-F238E27FC236}">
                <a16:creationId xmlns:a16="http://schemas.microsoft.com/office/drawing/2014/main" id="{0526A62E-F7DF-7CEE-ED9A-0CD867A6E84B}"/>
              </a:ext>
            </a:extLst>
          </p:cNvPr>
          <p:cNvSpPr>
            <a:spLocks noGrp="1"/>
          </p:cNvSpPr>
          <p:nvPr>
            <p:ph type="ftr" sz="quarter" idx="11"/>
          </p:nvPr>
        </p:nvSpPr>
        <p:spPr bwMode="white"/>
        <p:txBody>
          <a:bodyPr/>
          <a:lstStyle/>
          <a:p>
            <a:r>
              <a:rPr lang="en-US"/>
              <a:t>© 2025–2027 Cognizant | Private</a:t>
            </a:r>
          </a:p>
        </p:txBody>
      </p:sp>
      <p:sp>
        <p:nvSpPr>
          <p:cNvPr id="12" name="Slide Number Placeholder 11">
            <a:extLst>
              <a:ext uri="{FF2B5EF4-FFF2-40B4-BE49-F238E27FC236}">
                <a16:creationId xmlns:a16="http://schemas.microsoft.com/office/drawing/2014/main" id="{7A014AE8-178B-A9BA-EAEA-F7363ADD19D1}"/>
              </a:ext>
            </a:extLst>
          </p:cNvPr>
          <p:cNvSpPr>
            <a:spLocks noGrp="1"/>
          </p:cNvSpPr>
          <p:nvPr>
            <p:ph type="sldNum" sz="quarter" idx="12"/>
          </p:nvPr>
        </p:nvSpPr>
        <p:spPr bwMode="white"/>
        <p:txBody>
          <a:bodyPr/>
          <a:lstStyle/>
          <a:p>
            <a:fld id="{38826FC0-333C-E549-9FA3-0EE43DF298A3}" type="slidenum">
              <a:rPr lang="en-US" smtClean="0"/>
              <a:pPr/>
              <a:t>‹#›</a:t>
            </a:fld>
            <a:endParaRPr lang="en-US"/>
          </a:p>
        </p:txBody>
      </p:sp>
      <p:cxnSp>
        <p:nvCxnSpPr>
          <p:cNvPr id="4" name="Straight Connector 3">
            <a:extLst>
              <a:ext uri="{FF2B5EF4-FFF2-40B4-BE49-F238E27FC236}">
                <a16:creationId xmlns:a16="http://schemas.microsoft.com/office/drawing/2014/main" id="{02972682-3F2E-080B-6434-DA84A8F99BEB}"/>
              </a:ext>
            </a:extLst>
          </p:cNvPr>
          <p:cNvCxnSpPr>
            <a:cxnSpLocks/>
          </p:cNvCxnSpPr>
          <p:nvPr/>
        </p:nvCxnSpPr>
        <p:spPr bwMode="white">
          <a:xfrm>
            <a:off x="5654040" y="914400"/>
            <a:ext cx="0" cy="5029200"/>
          </a:xfrm>
          <a:prstGeom prst="line">
            <a:avLst/>
          </a:prstGeom>
          <a:ln w="12700">
            <a:solidFill>
              <a:schemeClr val="accent6"/>
            </a:solidFill>
          </a:ln>
        </p:spPr>
        <p:style>
          <a:lnRef idx="2">
            <a:schemeClr val="accent1"/>
          </a:lnRef>
          <a:fillRef idx="0">
            <a:schemeClr val="accent1"/>
          </a:fillRef>
          <a:effectRef idx="1">
            <a:schemeClr val="accent1"/>
          </a:effectRef>
          <a:fontRef idx="minor">
            <a:schemeClr val="tx1"/>
          </a:fontRef>
        </p:style>
      </p:cxnSp>
      <p:pic>
        <p:nvPicPr>
          <p:cNvPr id="5" name="Cognizant Logo_rgb_rev_2023" descr="Cognizant logo reversed, SVG format">
            <a:extLst>
              <a:ext uri="{FF2B5EF4-FFF2-40B4-BE49-F238E27FC236}">
                <a16:creationId xmlns:a16="http://schemas.microsoft.com/office/drawing/2014/main" id="{EC1DBD74-512D-7084-97CF-8AB4F27F93C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3947480793"/>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Closing">
    <p:bg>
      <p:bgRef idx="1001">
        <a:schemeClr val="bg2"/>
      </p:bgRef>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0EC9DA8-4888-CD46-8867-018922635CC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902199" y="-16933"/>
            <a:ext cx="7307799" cy="6874933"/>
          </a:xfrm>
          <a:prstGeom prst="rect">
            <a:avLst/>
          </a:prstGeom>
        </p:spPr>
      </p:pic>
      <p:sp>
        <p:nvSpPr>
          <p:cNvPr id="2" name="Title 1">
            <a:extLst>
              <a:ext uri="{FF2B5EF4-FFF2-40B4-BE49-F238E27FC236}">
                <a16:creationId xmlns:a16="http://schemas.microsoft.com/office/drawing/2014/main" id="{D545B5F9-B0CC-474A-9C3C-A26A32768AF8}"/>
              </a:ext>
            </a:extLst>
          </p:cNvPr>
          <p:cNvSpPr>
            <a:spLocks noGrp="1"/>
          </p:cNvSpPr>
          <p:nvPr>
            <p:ph type="ctrTitle" hasCustomPrompt="1"/>
          </p:nvPr>
        </p:nvSpPr>
        <p:spPr>
          <a:xfrm>
            <a:off x="1005840" y="2563670"/>
            <a:ext cx="6969760" cy="1477328"/>
          </a:xfrm>
        </p:spPr>
        <p:txBody>
          <a:bodyPr wrap="square" anchor="b" anchorCtr="0">
            <a:spAutoFit/>
          </a:bodyPr>
          <a:lstStyle>
            <a:lvl1pPr algn="l">
              <a:lnSpc>
                <a:spcPct val="80000"/>
              </a:lnSpc>
              <a:defRPr sz="6000" b="1">
                <a:solidFill>
                  <a:schemeClr val="tx1"/>
                </a:solidFill>
              </a:defRPr>
            </a:lvl1pPr>
          </a:lstStyle>
          <a:p>
            <a:r>
              <a:rPr lang="en-US"/>
              <a:t>Click to add thank you Arial 60pt bold</a:t>
            </a:r>
          </a:p>
        </p:txBody>
      </p:sp>
      <p:sp>
        <p:nvSpPr>
          <p:cNvPr id="14" name="Text Placeholder 12">
            <a:extLst>
              <a:ext uri="{FF2B5EF4-FFF2-40B4-BE49-F238E27FC236}">
                <a16:creationId xmlns:a16="http://schemas.microsoft.com/office/drawing/2014/main" id="{C7BDEB1A-BAD0-BF40-B60C-ADBD28409201}"/>
              </a:ext>
            </a:extLst>
          </p:cNvPr>
          <p:cNvSpPr>
            <a:spLocks noGrp="1"/>
          </p:cNvSpPr>
          <p:nvPr>
            <p:ph type="body" sz="quarter" idx="13" hasCustomPrompt="1"/>
          </p:nvPr>
        </p:nvSpPr>
        <p:spPr>
          <a:xfrm>
            <a:off x="1005839" y="4187952"/>
            <a:ext cx="6969759" cy="738664"/>
          </a:xfrm>
          <a:prstGeom prst="rect">
            <a:avLst/>
          </a:prstGeom>
        </p:spPr>
        <p:txBody>
          <a:bodyPr wrap="square">
            <a:spAutoFit/>
          </a:bodyPr>
          <a:lstStyle>
            <a:lvl1pPr marL="0" indent="0">
              <a:lnSpc>
                <a:spcPct val="100000"/>
              </a:lnSpc>
              <a:buNone/>
              <a:defRPr sz="2400"/>
            </a:lvl1pPr>
          </a:lstStyle>
          <a:p>
            <a:r>
              <a:rPr lang="en-US"/>
              <a:t>Presenter’s name will go here</a:t>
            </a:r>
            <a:br>
              <a:rPr lang="en-US"/>
            </a:br>
            <a:r>
              <a:rPr lang="en-US"/>
              <a:t>Contact information will go here</a:t>
            </a:r>
          </a:p>
        </p:txBody>
      </p:sp>
      <p:pic>
        <p:nvPicPr>
          <p:cNvPr id="4" name="Cognizant Logo_rgb_pos_2023">
            <a:extLst>
              <a:ext uri="{FF2B5EF4-FFF2-40B4-BE49-F238E27FC236}">
                <a16:creationId xmlns:a16="http://schemas.microsoft.com/office/drawing/2014/main" id="{933CBE7C-62A0-B842-444A-9CB149FE479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27141" y="536757"/>
            <a:ext cx="1771158" cy="310896"/>
          </a:xfrm>
          <a:prstGeom prst="rect">
            <a:avLst/>
          </a:prstGeom>
        </p:spPr>
      </p:pic>
      <p:sp>
        <p:nvSpPr>
          <p:cNvPr id="8" name="Date Placeholder 7">
            <a:extLst>
              <a:ext uri="{FF2B5EF4-FFF2-40B4-BE49-F238E27FC236}">
                <a16:creationId xmlns:a16="http://schemas.microsoft.com/office/drawing/2014/main" id="{63AB218E-6446-9119-F020-EA0226D5EA00}"/>
              </a:ext>
            </a:extLst>
          </p:cNvPr>
          <p:cNvSpPr>
            <a:spLocks noGrp="1"/>
          </p:cNvSpPr>
          <p:nvPr>
            <p:ph type="dt" sz="half" idx="14"/>
          </p:nvPr>
        </p:nvSpPr>
        <p:spPr/>
        <p:txBody>
          <a:bodyPr/>
          <a:lstStyle/>
          <a:p>
            <a:fld id="{FC49663A-D29C-4B22-94EC-2FFD1DA1E12C}" type="datetime1">
              <a:rPr lang="en-US" smtClean="0"/>
              <a:t>2/11/2026</a:t>
            </a:fld>
            <a:endParaRPr lang="en-US"/>
          </a:p>
        </p:txBody>
      </p:sp>
      <p:sp>
        <p:nvSpPr>
          <p:cNvPr id="10" name="Footer Placeholder 9">
            <a:extLst>
              <a:ext uri="{FF2B5EF4-FFF2-40B4-BE49-F238E27FC236}">
                <a16:creationId xmlns:a16="http://schemas.microsoft.com/office/drawing/2014/main" id="{6A69099E-58E8-F0C3-D6AC-8BF8CA47CAAD}"/>
              </a:ext>
            </a:extLst>
          </p:cNvPr>
          <p:cNvSpPr>
            <a:spLocks noGrp="1"/>
          </p:cNvSpPr>
          <p:nvPr>
            <p:ph type="ftr" sz="quarter" idx="15"/>
          </p:nvPr>
        </p:nvSpPr>
        <p:spPr>
          <a:xfrm>
            <a:off x="1005840" y="6400800"/>
            <a:ext cx="1371600" cy="228600"/>
          </a:xfrm>
        </p:spPr>
        <p:txBody>
          <a:bodyPr/>
          <a:lstStyle/>
          <a:p>
            <a:r>
              <a:rPr lang="en-US"/>
              <a:t>© 2025–2027 Cognizant | Private</a:t>
            </a:r>
          </a:p>
        </p:txBody>
      </p:sp>
      <p:sp>
        <p:nvSpPr>
          <p:cNvPr id="12" name="Slide Number Placeholder 11">
            <a:extLst>
              <a:ext uri="{FF2B5EF4-FFF2-40B4-BE49-F238E27FC236}">
                <a16:creationId xmlns:a16="http://schemas.microsoft.com/office/drawing/2014/main" id="{007F51C3-FF3D-0A66-9CCC-77DE445C7F3A}"/>
              </a:ext>
            </a:extLst>
          </p:cNvPr>
          <p:cNvSpPr>
            <a:spLocks noGrp="1"/>
          </p:cNvSpPr>
          <p:nvPr>
            <p:ph type="sldNum" sz="quarter" idx="16"/>
          </p:nvPr>
        </p:nvSpPr>
        <p:spPr/>
        <p:txBody>
          <a:bodyPr/>
          <a:lstStyle/>
          <a:p>
            <a:fld id="{38826FC0-333C-E549-9FA3-0EE43DF298A3}" type="slidenum">
              <a:rPr lang="en-US" smtClean="0"/>
              <a:pPr/>
              <a:t>‹#›</a:t>
            </a:fld>
            <a:endParaRPr lang="en-US"/>
          </a:p>
        </p:txBody>
      </p:sp>
    </p:spTree>
    <p:extLst>
      <p:ext uri="{BB962C8B-B14F-4D97-AF65-F5344CB8AC3E}">
        <p14:creationId xmlns:p14="http://schemas.microsoft.com/office/powerpoint/2010/main" val="182390701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62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DIVIDERS">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1068183" y="2407183"/>
            <a:ext cx="10055638" cy="2043636"/>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a:ln>
                  <a:noFill/>
                </a:ln>
                <a:solidFill>
                  <a:srgbClr val="FFFFFF"/>
                </a:solidFill>
                <a:effectLst/>
                <a:uLnTx/>
                <a:uFillTx/>
              </a:rPr>
              <a:t>DIVIDERS</a:t>
            </a:r>
            <a:endParaRPr kumimoji="0" lang="en-US" sz="7200" b="0" i="1" u="none" strike="noStrike" kern="0" cap="none" spc="0" normalizeH="0" baseline="0" noProof="0">
              <a:ln>
                <a:noFill/>
              </a:ln>
              <a:solidFill>
                <a:srgbClr val="FFFFFF"/>
              </a:solidFill>
              <a:effectLst/>
              <a:uLnTx/>
              <a:uFillTx/>
            </a:endParaRPr>
          </a:p>
        </p:txBody>
      </p:sp>
    </p:spTree>
    <p:extLst>
      <p:ext uri="{BB962C8B-B14F-4D97-AF65-F5344CB8AC3E}">
        <p14:creationId xmlns:p14="http://schemas.microsoft.com/office/powerpoint/2010/main" val="74000778"/>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Divider 1 - gradient 1">
    <p:bg>
      <p:bgPr>
        <a:solidFill>
          <a:schemeClr val="tx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BD76384-5270-C4A7-D992-81F8ADBA5582}"/>
              </a:ext>
            </a:extLst>
          </p:cNvPr>
          <p:cNvPicPr>
            <a:picLocks noChangeAspect="1"/>
          </p:cNvPicPr>
          <p:nvPr/>
        </p:nvPicPr>
        <p:blipFill>
          <a:blip r:embed="rId2"/>
          <a:stretch>
            <a:fillRect/>
          </a:stretch>
        </p:blipFill>
        <p:spPr>
          <a:xfrm>
            <a:off x="0" y="-1"/>
            <a:ext cx="12188952" cy="6863434"/>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1005840" y="1943100"/>
            <a:ext cx="7143750" cy="997196"/>
          </a:xfrm>
        </p:spPr>
        <p:txBody>
          <a:bodyPr anchor="ctr"/>
          <a:lstStyle>
            <a:lvl1pPr>
              <a:defRPr sz="3600"/>
            </a:lvl1pPr>
          </a:lstStyle>
          <a:p>
            <a:r>
              <a:rPr lang="en-US"/>
              <a:t>Click to add divider title, copy can go here on one or two lines</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ED23DD35-F8AD-429C-B3C1-6AFB057088C6}" type="datetime1">
              <a:rPr lang="en-US" smtClean="0"/>
              <a:t>2/11/2026</a:t>
            </a:fld>
            <a:endParaRPr lang="en-US"/>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a:p>
        </p:txBody>
      </p:sp>
    </p:spTree>
    <p:extLst>
      <p:ext uri="{BB962C8B-B14F-4D97-AF65-F5344CB8AC3E}">
        <p14:creationId xmlns:p14="http://schemas.microsoft.com/office/powerpoint/2010/main" val="1199557932"/>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Divider 1 - gradient 2">
    <p:bg>
      <p:bgPr>
        <a:solidFill>
          <a:schemeClr val="tx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EED6A89-35BA-3F8A-D8BB-D4E661AF1A89}"/>
              </a:ext>
            </a:extLst>
          </p:cNvPr>
          <p:cNvPicPr>
            <a:picLocks noChangeAspect="1"/>
          </p:cNvPicPr>
          <p:nvPr/>
        </p:nvPicPr>
        <p:blipFill>
          <a:blip r:embed="rId2"/>
          <a:stretch>
            <a:fillRect/>
          </a:stretch>
        </p:blipFill>
        <p:spPr>
          <a:xfrm>
            <a:off x="0" y="-1"/>
            <a:ext cx="12188952" cy="6863434"/>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1005840" y="1943100"/>
            <a:ext cx="7143750" cy="997196"/>
          </a:xfrm>
        </p:spPr>
        <p:txBody>
          <a:bodyPr anchor="ctr"/>
          <a:lstStyle>
            <a:lvl1pPr>
              <a:defRPr sz="3600"/>
            </a:lvl1pPr>
          </a:lstStyle>
          <a:p>
            <a:r>
              <a:rPr lang="en-US"/>
              <a:t>Click to add divider title, copy can go here on one or two lines</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2025E2AA-42C1-4AB1-ACA0-4028843E7AE5}" type="datetime1">
              <a:rPr lang="en-US" smtClean="0"/>
              <a:t>2/11/2026</a:t>
            </a:fld>
            <a:endParaRPr lang="en-US"/>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a:p>
        </p:txBody>
      </p:sp>
    </p:spTree>
    <p:extLst>
      <p:ext uri="{BB962C8B-B14F-4D97-AF65-F5344CB8AC3E}">
        <p14:creationId xmlns:p14="http://schemas.microsoft.com/office/powerpoint/2010/main" val="1011931059"/>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Divider 1 - gradient 3">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230394C-5C91-9DEE-E78B-8B2737F22E88}"/>
              </a:ext>
            </a:extLst>
          </p:cNvPr>
          <p:cNvPicPr>
            <a:picLocks noChangeAspect="1"/>
          </p:cNvPicPr>
          <p:nvPr/>
        </p:nvPicPr>
        <p:blipFill>
          <a:blip r:embed="rId2"/>
          <a:stretch>
            <a:fillRect/>
          </a:stretch>
        </p:blipFill>
        <p:spPr>
          <a:xfrm>
            <a:off x="0" y="-1"/>
            <a:ext cx="12188952" cy="6863434"/>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1005840" y="1943100"/>
            <a:ext cx="7143750" cy="997196"/>
          </a:xfrm>
        </p:spPr>
        <p:txBody>
          <a:bodyPr anchor="ctr"/>
          <a:lstStyle>
            <a:lvl1pPr>
              <a:defRPr sz="3600"/>
            </a:lvl1pPr>
          </a:lstStyle>
          <a:p>
            <a:r>
              <a:rPr lang="en-US"/>
              <a:t>Click to add divider title, copy can go here on one or two lines</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1F9A45AA-4C9B-4F3D-9B00-955010BFFB10}" type="datetime1">
              <a:rPr lang="en-US" smtClean="0"/>
              <a:t>2/11/2026</a:t>
            </a:fld>
            <a:endParaRPr lang="en-US"/>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a:p>
        </p:txBody>
      </p:sp>
    </p:spTree>
    <p:extLst>
      <p:ext uri="{BB962C8B-B14F-4D97-AF65-F5344CB8AC3E}">
        <p14:creationId xmlns:p14="http://schemas.microsoft.com/office/powerpoint/2010/main" val="2270063619"/>
      </p:ext>
    </p:extLst>
  </p:cSld>
  <p:clrMapOvr>
    <a:overrideClrMapping bg1="dk1" tx1="lt1" bg2="dk2" tx2="lt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Divider 2 - gradient 1">
    <p:bg bwMode="ltGray">
      <p:bgRef idx="1001">
        <a:schemeClr val="bg2"/>
      </p:bgRef>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CC64370F-606D-5F7F-46E9-0C08C708F360}"/>
              </a:ext>
            </a:extLst>
          </p:cNvPr>
          <p:cNvSpPr>
            <a:spLocks noGrp="1"/>
          </p:cNvSpPr>
          <p:nvPr>
            <p:ph type="pic" sz="quarter" idx="22" hasCustomPrompt="1"/>
          </p:nvPr>
        </p:nvSpPr>
        <p:spPr>
          <a:xfrm>
            <a:off x="0" y="-1"/>
            <a:ext cx="12188952" cy="6857999"/>
          </a:xfrm>
          <a:custGeom>
            <a:avLst/>
            <a:gdLst>
              <a:gd name="connsiteX0" fmla="*/ 0 w 12188952"/>
              <a:gd name="connsiteY0" fmla="*/ 0 h 6857999"/>
              <a:gd name="connsiteX1" fmla="*/ 8540183 w 12188952"/>
              <a:gd name="connsiteY1" fmla="*/ 0 h 6857999"/>
              <a:gd name="connsiteX2" fmla="*/ 12188952 w 12188952"/>
              <a:gd name="connsiteY2" fmla="*/ 2025675 h 6857999"/>
              <a:gd name="connsiteX3" fmla="*/ 12188952 w 12188952"/>
              <a:gd name="connsiteY3" fmla="*/ 2029008 h 6857999"/>
              <a:gd name="connsiteX4" fmla="*/ 3779523 w 12188952"/>
              <a:gd name="connsiteY4" fmla="*/ 6857999 h 6857999"/>
              <a:gd name="connsiteX5" fmla="*/ 0 w 12188952"/>
              <a:gd name="connsiteY5"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88952" h="6857999">
                <a:moveTo>
                  <a:pt x="0" y="0"/>
                </a:moveTo>
                <a:lnTo>
                  <a:pt x="8540183" y="0"/>
                </a:lnTo>
                <a:lnTo>
                  <a:pt x="12188952" y="2025675"/>
                </a:lnTo>
                <a:lnTo>
                  <a:pt x="12188952" y="2029008"/>
                </a:lnTo>
                <a:lnTo>
                  <a:pt x="3779523" y="6857999"/>
                </a:lnTo>
                <a:lnTo>
                  <a:pt x="0" y="6857999"/>
                </a:lnTo>
                <a:close/>
              </a:path>
            </a:pathLst>
          </a:custGeom>
          <a:solidFill>
            <a:srgbClr val="ECECEB"/>
          </a:solidFill>
        </p:spPr>
        <p:txBody>
          <a:bodyPr wrap="square" rIns="0" bIns="914400" anchor="ctr">
            <a:noAutofit/>
          </a:bodyPr>
          <a:lstStyle>
            <a:lvl1pPr marL="0" indent="0" algn="ctr">
              <a:buNone/>
              <a:defRPr sz="1200">
                <a:solidFill>
                  <a:schemeClr val="bg1"/>
                </a:solidFill>
              </a:defRPr>
            </a:lvl1pPr>
          </a:lstStyle>
          <a:p>
            <a:r>
              <a:rPr lang="en-US"/>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B92954D4-551A-42ED-A500-34A95CD5658A}" type="datetime1">
              <a:rPr lang="en-US" smtClean="0"/>
              <a:t>2/11/2026</a:t>
            </a:fld>
            <a:endParaRPr lang="en-US"/>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a:p>
        </p:txBody>
      </p:sp>
      <p:sp>
        <p:nvSpPr>
          <p:cNvPr id="14" name="Freeform 13">
            <a:extLst>
              <a:ext uri="{FF2B5EF4-FFF2-40B4-BE49-F238E27FC236}">
                <a16:creationId xmlns:a16="http://schemas.microsoft.com/office/drawing/2014/main" id="{69E4B4AD-C523-76D6-5AD9-AFCAA5B2EB62}"/>
              </a:ext>
            </a:extLst>
          </p:cNvPr>
          <p:cNvSpPr/>
          <p:nvPr userDrawn="1"/>
        </p:nvSpPr>
        <p:spPr>
          <a:xfrm rot="16200000">
            <a:off x="12208180" y="2015939"/>
            <a:ext cx="11205" cy="11205"/>
          </a:xfrm>
          <a:custGeom>
            <a:avLst/>
            <a:gdLst>
              <a:gd name="connsiteX0" fmla="*/ 0 w 11205"/>
              <a:gd name="connsiteY0" fmla="*/ 0 h 11205"/>
              <a:gd name="connsiteX1" fmla="*/ 0 w 11205"/>
              <a:gd name="connsiteY1" fmla="*/ 0 h 11205"/>
              <a:gd name="connsiteX2" fmla="*/ 0 w 11205"/>
              <a:gd name="connsiteY2" fmla="*/ 0 h 11205"/>
            </a:gdLst>
            <a:ahLst/>
            <a:cxnLst>
              <a:cxn ang="0">
                <a:pos x="connsiteX0" y="connsiteY0"/>
              </a:cxn>
              <a:cxn ang="0">
                <a:pos x="connsiteX1" y="connsiteY1"/>
              </a:cxn>
              <a:cxn ang="0">
                <a:pos x="connsiteX2" y="connsiteY2"/>
              </a:cxn>
            </a:cxnLst>
            <a:rect l="l" t="t" r="r" b="b"/>
            <a:pathLst>
              <a:path w="11205" h="11205">
                <a:moveTo>
                  <a:pt x="0" y="0"/>
                </a:moveTo>
                <a:lnTo>
                  <a:pt x="0" y="0"/>
                </a:lnTo>
                <a:lnTo>
                  <a:pt x="0" y="0"/>
                </a:lnTo>
                <a:close/>
              </a:path>
            </a:pathLst>
          </a:custGeom>
          <a:noFill/>
          <a:ln w="11206" cap="flat">
            <a:noFill/>
            <a:prstDash val="solid"/>
            <a:miter/>
          </a:ln>
        </p:spPr>
        <p:txBody>
          <a:bodyPr rtlCol="0" anchor="ctr"/>
          <a:lstStyle/>
          <a:p>
            <a:endParaRPr lang="en-US"/>
          </a:p>
        </p:txBody>
      </p:sp>
      <p:pic>
        <p:nvPicPr>
          <p:cNvPr id="3" name="Picture 2">
            <a:extLst>
              <a:ext uri="{FF2B5EF4-FFF2-40B4-BE49-F238E27FC236}">
                <a16:creationId xmlns:a16="http://schemas.microsoft.com/office/drawing/2014/main" id="{B400FEF8-3A34-CD8C-A6FB-CE13CAA3B7DD}"/>
              </a:ext>
            </a:extLst>
          </p:cNvPr>
          <p:cNvPicPr>
            <a:picLocks noChangeAspect="1"/>
          </p:cNvPicPr>
          <p:nvPr userDrawn="1"/>
        </p:nvPicPr>
        <p:blipFill>
          <a:blip r:embed="rId2"/>
          <a:stretch>
            <a:fillRect/>
          </a:stretch>
        </p:blipFill>
        <p:spPr>
          <a:xfrm rot="16200000">
            <a:off x="4555191" y="-778808"/>
            <a:ext cx="6858000" cy="8415618"/>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822960" y="1053405"/>
            <a:ext cx="7152640" cy="1107996"/>
          </a:xfrm>
        </p:spPr>
        <p:txBody>
          <a:bodyPr wrap="square" anchor="ctr">
            <a:spAutoFit/>
          </a:bodyPr>
          <a:lstStyle>
            <a:lvl1pPr>
              <a:defRPr sz="4000">
                <a:solidFill>
                  <a:schemeClr val="tx1"/>
                </a:solidFill>
              </a:defRPr>
            </a:lvl1pPr>
          </a:lstStyle>
          <a:p>
            <a:r>
              <a:rPr lang="en-US"/>
              <a:t>Click to add</a:t>
            </a:r>
            <a:br>
              <a:rPr lang="en-US"/>
            </a:br>
            <a:r>
              <a:rPr lang="en-US"/>
              <a:t>divider title</a:t>
            </a:r>
          </a:p>
        </p:txBody>
      </p:sp>
      <p:pic>
        <p:nvPicPr>
          <p:cNvPr id="6" name="Cognizant Logo_rgb_rev_2023" descr="Cognizant logo reversed, SVG format">
            <a:extLst>
              <a:ext uri="{FF2B5EF4-FFF2-40B4-BE49-F238E27FC236}">
                <a16:creationId xmlns:a16="http://schemas.microsoft.com/office/drawing/2014/main" id="{82FF47A8-7CF0-F27D-023E-57FE9B713819}"/>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3897666278"/>
      </p:ext>
    </p:extLst>
  </p:cSld>
  <p:clrMapOvr>
    <a:overrideClrMapping bg1="dk1" tx1="lt1" bg2="dk2" tx2="lt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Divider 2 - gradient 2">
    <p:bg bwMode="ltGray">
      <p:bgRef idx="1001">
        <a:schemeClr val="bg2"/>
      </p:bgRef>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CC64370F-606D-5F7F-46E9-0C08C708F360}"/>
              </a:ext>
            </a:extLst>
          </p:cNvPr>
          <p:cNvSpPr>
            <a:spLocks noGrp="1"/>
          </p:cNvSpPr>
          <p:nvPr>
            <p:ph type="pic" sz="quarter" idx="22" hasCustomPrompt="1"/>
          </p:nvPr>
        </p:nvSpPr>
        <p:spPr>
          <a:xfrm>
            <a:off x="0" y="-1"/>
            <a:ext cx="12188952" cy="6857999"/>
          </a:xfrm>
          <a:custGeom>
            <a:avLst/>
            <a:gdLst>
              <a:gd name="connsiteX0" fmla="*/ 0 w 12188952"/>
              <a:gd name="connsiteY0" fmla="*/ 0 h 6857999"/>
              <a:gd name="connsiteX1" fmla="*/ 8540183 w 12188952"/>
              <a:gd name="connsiteY1" fmla="*/ 0 h 6857999"/>
              <a:gd name="connsiteX2" fmla="*/ 12188952 w 12188952"/>
              <a:gd name="connsiteY2" fmla="*/ 2025675 h 6857999"/>
              <a:gd name="connsiteX3" fmla="*/ 12188952 w 12188952"/>
              <a:gd name="connsiteY3" fmla="*/ 2029008 h 6857999"/>
              <a:gd name="connsiteX4" fmla="*/ 3779523 w 12188952"/>
              <a:gd name="connsiteY4" fmla="*/ 6857999 h 6857999"/>
              <a:gd name="connsiteX5" fmla="*/ 0 w 12188952"/>
              <a:gd name="connsiteY5"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88952" h="6857999">
                <a:moveTo>
                  <a:pt x="0" y="0"/>
                </a:moveTo>
                <a:lnTo>
                  <a:pt x="8540183" y="0"/>
                </a:lnTo>
                <a:lnTo>
                  <a:pt x="12188952" y="2025675"/>
                </a:lnTo>
                <a:lnTo>
                  <a:pt x="12188952" y="2029008"/>
                </a:lnTo>
                <a:lnTo>
                  <a:pt x="3779523" y="6857999"/>
                </a:lnTo>
                <a:lnTo>
                  <a:pt x="0" y="6857999"/>
                </a:lnTo>
                <a:close/>
              </a:path>
            </a:pathLst>
          </a:custGeom>
          <a:solidFill>
            <a:srgbClr val="ECECEB"/>
          </a:solidFill>
        </p:spPr>
        <p:txBody>
          <a:bodyPr wrap="square" rIns="0" bIns="914400" anchor="ctr">
            <a:noAutofit/>
          </a:bodyPr>
          <a:lstStyle>
            <a:lvl1pPr marL="0" indent="0" algn="ctr">
              <a:buNone/>
              <a:defRPr sz="1200">
                <a:solidFill>
                  <a:schemeClr val="bg1"/>
                </a:solidFill>
              </a:defRPr>
            </a:lvl1pPr>
          </a:lstStyle>
          <a:p>
            <a:r>
              <a:rPr lang="en-US"/>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AF7C349D-DFBC-444A-B2F5-B5608581AD28}" type="datetime1">
              <a:rPr lang="en-US" smtClean="0"/>
              <a:t>2/11/2026</a:t>
            </a:fld>
            <a:endParaRPr lang="en-US"/>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a:p>
        </p:txBody>
      </p:sp>
      <p:sp>
        <p:nvSpPr>
          <p:cNvPr id="14" name="Freeform 13">
            <a:extLst>
              <a:ext uri="{FF2B5EF4-FFF2-40B4-BE49-F238E27FC236}">
                <a16:creationId xmlns:a16="http://schemas.microsoft.com/office/drawing/2014/main" id="{69E4B4AD-C523-76D6-5AD9-AFCAA5B2EB62}"/>
              </a:ext>
            </a:extLst>
          </p:cNvPr>
          <p:cNvSpPr/>
          <p:nvPr userDrawn="1"/>
        </p:nvSpPr>
        <p:spPr>
          <a:xfrm rot="16200000">
            <a:off x="12208180" y="2015939"/>
            <a:ext cx="11205" cy="11205"/>
          </a:xfrm>
          <a:custGeom>
            <a:avLst/>
            <a:gdLst>
              <a:gd name="connsiteX0" fmla="*/ 0 w 11205"/>
              <a:gd name="connsiteY0" fmla="*/ 0 h 11205"/>
              <a:gd name="connsiteX1" fmla="*/ 0 w 11205"/>
              <a:gd name="connsiteY1" fmla="*/ 0 h 11205"/>
              <a:gd name="connsiteX2" fmla="*/ 0 w 11205"/>
              <a:gd name="connsiteY2" fmla="*/ 0 h 11205"/>
            </a:gdLst>
            <a:ahLst/>
            <a:cxnLst>
              <a:cxn ang="0">
                <a:pos x="connsiteX0" y="connsiteY0"/>
              </a:cxn>
              <a:cxn ang="0">
                <a:pos x="connsiteX1" y="connsiteY1"/>
              </a:cxn>
              <a:cxn ang="0">
                <a:pos x="connsiteX2" y="connsiteY2"/>
              </a:cxn>
            </a:cxnLst>
            <a:rect l="l" t="t" r="r" b="b"/>
            <a:pathLst>
              <a:path w="11205" h="11205">
                <a:moveTo>
                  <a:pt x="0" y="0"/>
                </a:moveTo>
                <a:lnTo>
                  <a:pt x="0" y="0"/>
                </a:lnTo>
                <a:lnTo>
                  <a:pt x="0" y="0"/>
                </a:lnTo>
                <a:close/>
              </a:path>
            </a:pathLst>
          </a:custGeom>
          <a:noFill/>
          <a:ln w="11206" cap="flat">
            <a:noFill/>
            <a:prstDash val="solid"/>
            <a:miter/>
          </a:ln>
        </p:spPr>
        <p:txBody>
          <a:bodyPr rtlCol="0" anchor="ctr"/>
          <a:lstStyle/>
          <a:p>
            <a:endParaRPr lang="en-US"/>
          </a:p>
        </p:txBody>
      </p:sp>
      <p:pic>
        <p:nvPicPr>
          <p:cNvPr id="6" name="Picture 5">
            <a:extLst>
              <a:ext uri="{FF2B5EF4-FFF2-40B4-BE49-F238E27FC236}">
                <a16:creationId xmlns:a16="http://schemas.microsoft.com/office/drawing/2014/main" id="{D7B5A0F4-9AAB-4DDF-CF55-9A7C1A97CF2F}"/>
              </a:ext>
            </a:extLst>
          </p:cNvPr>
          <p:cNvPicPr>
            <a:picLocks noChangeAspect="1"/>
          </p:cNvPicPr>
          <p:nvPr userDrawn="1"/>
        </p:nvPicPr>
        <p:blipFill>
          <a:blip r:embed="rId2"/>
          <a:stretch>
            <a:fillRect/>
          </a:stretch>
        </p:blipFill>
        <p:spPr>
          <a:xfrm rot="16200000">
            <a:off x="4555190" y="-778808"/>
            <a:ext cx="6858000" cy="8415618"/>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822960" y="1053405"/>
            <a:ext cx="7152640" cy="1107996"/>
          </a:xfrm>
        </p:spPr>
        <p:txBody>
          <a:bodyPr wrap="square" anchor="ctr">
            <a:spAutoFit/>
          </a:bodyPr>
          <a:lstStyle>
            <a:lvl1pPr>
              <a:defRPr sz="4000">
                <a:solidFill>
                  <a:schemeClr val="tx1"/>
                </a:solidFill>
              </a:defRPr>
            </a:lvl1pPr>
          </a:lstStyle>
          <a:p>
            <a:r>
              <a:rPr lang="en-US"/>
              <a:t>Click to add</a:t>
            </a:r>
            <a:br>
              <a:rPr lang="en-US"/>
            </a:br>
            <a:r>
              <a:rPr lang="en-US"/>
              <a:t>divider title</a:t>
            </a:r>
          </a:p>
        </p:txBody>
      </p:sp>
      <p:pic>
        <p:nvPicPr>
          <p:cNvPr id="3" name="Cognizant Logo_rgb_rev_2023" descr="Cognizant logo reversed, SVG format">
            <a:extLst>
              <a:ext uri="{FF2B5EF4-FFF2-40B4-BE49-F238E27FC236}">
                <a16:creationId xmlns:a16="http://schemas.microsoft.com/office/drawing/2014/main" id="{10928C0D-93E9-B015-DAA2-F15DE1B8AA52}"/>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693668669"/>
      </p:ext>
    </p:extLst>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Divider 2 - gradient 3">
    <p:bg bwMode="ltGray">
      <p:bgRef idx="1001">
        <a:schemeClr val="bg2"/>
      </p:bgRef>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CC64370F-606D-5F7F-46E9-0C08C708F360}"/>
              </a:ext>
            </a:extLst>
          </p:cNvPr>
          <p:cNvSpPr>
            <a:spLocks noGrp="1"/>
          </p:cNvSpPr>
          <p:nvPr>
            <p:ph type="pic" sz="quarter" idx="22" hasCustomPrompt="1"/>
          </p:nvPr>
        </p:nvSpPr>
        <p:spPr>
          <a:xfrm>
            <a:off x="0" y="-1"/>
            <a:ext cx="12188952" cy="6857999"/>
          </a:xfrm>
          <a:custGeom>
            <a:avLst/>
            <a:gdLst>
              <a:gd name="connsiteX0" fmla="*/ 0 w 12188952"/>
              <a:gd name="connsiteY0" fmla="*/ 0 h 6857999"/>
              <a:gd name="connsiteX1" fmla="*/ 8540183 w 12188952"/>
              <a:gd name="connsiteY1" fmla="*/ 0 h 6857999"/>
              <a:gd name="connsiteX2" fmla="*/ 12188952 w 12188952"/>
              <a:gd name="connsiteY2" fmla="*/ 2025675 h 6857999"/>
              <a:gd name="connsiteX3" fmla="*/ 12188952 w 12188952"/>
              <a:gd name="connsiteY3" fmla="*/ 2029008 h 6857999"/>
              <a:gd name="connsiteX4" fmla="*/ 3779523 w 12188952"/>
              <a:gd name="connsiteY4" fmla="*/ 6857999 h 6857999"/>
              <a:gd name="connsiteX5" fmla="*/ 0 w 12188952"/>
              <a:gd name="connsiteY5"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88952" h="6857999">
                <a:moveTo>
                  <a:pt x="0" y="0"/>
                </a:moveTo>
                <a:lnTo>
                  <a:pt x="8540183" y="0"/>
                </a:lnTo>
                <a:lnTo>
                  <a:pt x="12188952" y="2025675"/>
                </a:lnTo>
                <a:lnTo>
                  <a:pt x="12188952" y="2029008"/>
                </a:lnTo>
                <a:lnTo>
                  <a:pt x="3779523" y="6857999"/>
                </a:lnTo>
                <a:lnTo>
                  <a:pt x="0" y="6857999"/>
                </a:lnTo>
                <a:close/>
              </a:path>
            </a:pathLst>
          </a:custGeom>
          <a:solidFill>
            <a:srgbClr val="ECECEB"/>
          </a:solidFill>
        </p:spPr>
        <p:txBody>
          <a:bodyPr wrap="square" rIns="0" bIns="914400" anchor="ctr">
            <a:noAutofit/>
          </a:bodyPr>
          <a:lstStyle>
            <a:lvl1pPr marL="0" indent="0" algn="ctr">
              <a:buNone/>
              <a:defRPr sz="1200">
                <a:solidFill>
                  <a:schemeClr val="bg1"/>
                </a:solidFill>
              </a:defRPr>
            </a:lvl1pPr>
          </a:lstStyle>
          <a:p>
            <a:r>
              <a:rPr lang="en-US"/>
              <a:t>Click icon, drag, or paste to add picture</a:t>
            </a:r>
          </a:p>
        </p:txBody>
      </p:sp>
      <p:pic>
        <p:nvPicPr>
          <p:cNvPr id="10" name="Picture 9">
            <a:extLst>
              <a:ext uri="{FF2B5EF4-FFF2-40B4-BE49-F238E27FC236}">
                <a16:creationId xmlns:a16="http://schemas.microsoft.com/office/drawing/2014/main" id="{A7CFA061-257C-B680-CB8A-410FE77C6A85}"/>
              </a:ext>
            </a:extLst>
          </p:cNvPr>
          <p:cNvPicPr>
            <a:picLocks noChangeAspect="1"/>
          </p:cNvPicPr>
          <p:nvPr userDrawn="1"/>
        </p:nvPicPr>
        <p:blipFill>
          <a:blip r:embed="rId2"/>
          <a:stretch>
            <a:fillRect/>
          </a:stretch>
        </p:blipFill>
        <p:spPr>
          <a:xfrm rot="16200000">
            <a:off x="4555190" y="-778808"/>
            <a:ext cx="6858000" cy="8415618"/>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822960" y="1053405"/>
            <a:ext cx="7152640" cy="1107996"/>
          </a:xfrm>
        </p:spPr>
        <p:txBody>
          <a:bodyPr wrap="square" anchor="ctr">
            <a:spAutoFit/>
          </a:bodyPr>
          <a:lstStyle>
            <a:lvl1pPr>
              <a:defRPr sz="4000">
                <a:solidFill>
                  <a:schemeClr val="tx1"/>
                </a:solidFill>
              </a:defRPr>
            </a:lvl1pPr>
          </a:lstStyle>
          <a:p>
            <a:r>
              <a:rPr lang="en-US"/>
              <a:t>Click to add </a:t>
            </a:r>
            <a:br>
              <a:rPr lang="en-US"/>
            </a:br>
            <a:r>
              <a:rPr lang="en-US"/>
              <a:t>divider title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05BEDD96-87AA-4299-8CE3-CAAE9239AB8E}" type="datetime1">
              <a:rPr lang="en-US" smtClean="0"/>
              <a:t>2/11/2026</a:t>
            </a:fld>
            <a:endParaRPr lang="en-US"/>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a:p>
        </p:txBody>
      </p:sp>
      <p:pic>
        <p:nvPicPr>
          <p:cNvPr id="3" name="Cognizant Logo_rgb_rev_2023" descr="Cognizant logo reversed, SVG format">
            <a:extLst>
              <a:ext uri="{FF2B5EF4-FFF2-40B4-BE49-F238E27FC236}">
                <a16:creationId xmlns:a16="http://schemas.microsoft.com/office/drawing/2014/main" id="{9CDEB77C-83A9-471E-0DD7-632772E158A5}"/>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04379831"/>
      </p:ext>
    </p:extLst>
  </p:cSld>
  <p:clrMapOvr>
    <a:overrideClrMapping bg1="dk1" tx1="lt1" bg2="dk2" tx2="lt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Divider 3 - gradient 1">
    <p:bg>
      <p:bgRef idx="1001">
        <a:schemeClr val="bg2"/>
      </p:bgRef>
    </p:bg>
    <p:spTree>
      <p:nvGrpSpPr>
        <p:cNvPr id="1" name=""/>
        <p:cNvGrpSpPr/>
        <p:nvPr/>
      </p:nvGrpSpPr>
      <p:grpSpPr>
        <a:xfrm>
          <a:off x="0" y="0"/>
          <a:ext cx="0" cy="0"/>
          <a:chOff x="0" y="0"/>
          <a:chExt cx="0" cy="0"/>
        </a:xfrm>
      </p:grpSpPr>
      <p:sp>
        <p:nvSpPr>
          <p:cNvPr id="3" name="Picture Placeholder 5">
            <a:extLst>
              <a:ext uri="{FF2B5EF4-FFF2-40B4-BE49-F238E27FC236}">
                <a16:creationId xmlns:a16="http://schemas.microsoft.com/office/drawing/2014/main" id="{6DF08015-38F6-54F7-EFDB-1C1EAF004ABF}"/>
              </a:ext>
            </a:extLst>
          </p:cNvPr>
          <p:cNvSpPr>
            <a:spLocks noGrp="1"/>
          </p:cNvSpPr>
          <p:nvPr>
            <p:ph type="pic" sz="quarter" idx="22" hasCustomPrompt="1"/>
          </p:nvPr>
        </p:nvSpPr>
        <p:spPr>
          <a:xfrm>
            <a:off x="2247884" y="-1"/>
            <a:ext cx="9944116" cy="6858001"/>
          </a:xfrm>
          <a:custGeom>
            <a:avLst/>
            <a:gdLst>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419787 w 9944116"/>
              <a:gd name="connsiteY9" fmla="*/ 2027338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597587 w 9944116"/>
              <a:gd name="connsiteY9" fmla="*/ 2198788 h 6858001"/>
              <a:gd name="connsiteX10" fmla="*/ 2591889 w 9944116"/>
              <a:gd name="connsiteY10"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2591889 w 9944116"/>
              <a:gd name="connsiteY9"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38975 w 9944116"/>
              <a:gd name="connsiteY8" fmla="*/ 2027258 h 6858001"/>
              <a:gd name="connsiteX9" fmla="*/ 2591889 w 9944116"/>
              <a:gd name="connsiteY9" fmla="*/ 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44116" h="6858001">
                <a:moveTo>
                  <a:pt x="2591889" y="0"/>
                </a:moveTo>
                <a:lnTo>
                  <a:pt x="8153432" y="0"/>
                </a:lnTo>
                <a:lnTo>
                  <a:pt x="9924238" y="0"/>
                </a:lnTo>
                <a:lnTo>
                  <a:pt x="9944116" y="0"/>
                </a:lnTo>
                <a:lnTo>
                  <a:pt x="9944116" y="6858001"/>
                </a:lnTo>
                <a:lnTo>
                  <a:pt x="8153432" y="6858001"/>
                </a:lnTo>
                <a:lnTo>
                  <a:pt x="8153432" y="6857999"/>
                </a:lnTo>
                <a:lnTo>
                  <a:pt x="0" y="6857999"/>
                </a:lnTo>
                <a:lnTo>
                  <a:pt x="4438975" y="2027258"/>
                </a:lnTo>
                <a:lnTo>
                  <a:pt x="2591889" y="0"/>
                </a:lnTo>
                <a:close/>
              </a:path>
            </a:pathLst>
          </a:custGeom>
          <a:solidFill>
            <a:srgbClr val="ECECEB"/>
          </a:solidFill>
        </p:spPr>
        <p:txBody>
          <a:bodyPr wrap="square" lIns="457200" rIns="0" bIns="914400" anchor="ctr">
            <a:noAutofit/>
          </a:bodyPr>
          <a:lstStyle>
            <a:lvl1pPr marL="0" indent="0" algn="ctr">
              <a:buNone/>
              <a:defRPr sz="1200">
                <a:solidFill>
                  <a:schemeClr val="bg1"/>
                </a:solidFill>
              </a:defRPr>
            </a:lvl1pPr>
          </a:lstStyle>
          <a:p>
            <a:r>
              <a:rPr lang="en-US"/>
              <a:t>Click icon, drag, or paste to add picture</a:t>
            </a:r>
          </a:p>
        </p:txBody>
      </p:sp>
      <p:pic>
        <p:nvPicPr>
          <p:cNvPr id="5" name="Picture 4">
            <a:extLst>
              <a:ext uri="{FF2B5EF4-FFF2-40B4-BE49-F238E27FC236}">
                <a16:creationId xmlns:a16="http://schemas.microsoft.com/office/drawing/2014/main" id="{A43E2038-CC00-155F-8A24-AE9D3A85692F}"/>
              </a:ext>
            </a:extLst>
          </p:cNvPr>
          <p:cNvPicPr>
            <a:picLocks noChangeAspect="1"/>
          </p:cNvPicPr>
          <p:nvPr userDrawn="1"/>
        </p:nvPicPr>
        <p:blipFill rotWithShape="1">
          <a:blip r:embed="rId2"/>
          <a:srcRect t="20568"/>
          <a:stretch/>
        </p:blipFill>
        <p:spPr>
          <a:xfrm rot="16200000">
            <a:off x="-86681" y="86681"/>
            <a:ext cx="6858000" cy="6684639"/>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457200" y="1445273"/>
            <a:ext cx="4770783" cy="1107996"/>
          </a:xfrm>
        </p:spPr>
        <p:txBody>
          <a:bodyPr wrap="square" anchor="ctr">
            <a:spAutoFit/>
          </a:bodyPr>
          <a:lstStyle>
            <a:lvl1pPr>
              <a:defRPr sz="4000">
                <a:solidFill>
                  <a:schemeClr val="tx1"/>
                </a:solidFill>
              </a:defRPr>
            </a:lvl1pPr>
          </a:lstStyle>
          <a:p>
            <a:r>
              <a:rPr lang="en-US"/>
              <a:t>Click to add </a:t>
            </a:r>
            <a:br>
              <a:rPr lang="en-US"/>
            </a:br>
            <a:r>
              <a:rPr lang="en-US"/>
              <a:t>divider title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5005AE86-1640-4D8B-A4F0-019A930B54B1}" type="datetime1">
              <a:rPr lang="en-US" smtClean="0"/>
              <a:t>2/11/2026</a:t>
            </a:fld>
            <a:endParaRPr lang="en-US"/>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a:p>
        </p:txBody>
      </p:sp>
      <p:sp>
        <p:nvSpPr>
          <p:cNvPr id="7" name="Table Placeholder 6">
            <a:extLst>
              <a:ext uri="{FF2B5EF4-FFF2-40B4-BE49-F238E27FC236}">
                <a16:creationId xmlns:a16="http://schemas.microsoft.com/office/drawing/2014/main" id="{E6CF90BD-F1D4-0D82-4CDD-222505B22CE8}"/>
              </a:ext>
              <a:ext uri="{C183D7F6-B498-43B3-948B-1728B52AA6E4}">
                <adec:decorative xmlns:adec="http://schemas.microsoft.com/office/drawing/2017/decorative" val="1"/>
              </a:ext>
            </a:extLst>
          </p:cNvPr>
          <p:cNvSpPr>
            <a:spLocks noGrp="1"/>
          </p:cNvSpPr>
          <p:nvPr>
            <p:ph type="tbl" sz="quarter" idx="23" hasCustomPrompt="1"/>
          </p:nvPr>
        </p:nvSpPr>
        <p:spPr>
          <a:xfrm>
            <a:off x="10591107" y="6458351"/>
            <a:ext cx="1170432" cy="201168"/>
          </a:xfrm>
          <a:blipFill>
            <a:blip r:embed="rId3">
              <a:extLst>
                <a:ext uri="{96DAC541-7B7A-43D3-8B79-37D633B846F1}">
                  <asvg:svgBlip xmlns:asvg="http://schemas.microsoft.com/office/drawing/2016/SVG/main" r:embed="rId4"/>
                </a:ext>
              </a:extLst>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2480968809"/>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Divider 3 - gradient 2">
    <p:bg>
      <p:bgRef idx="1001">
        <a:schemeClr val="bg2"/>
      </p:bgRef>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CA0D8AB6-3AED-7935-402A-4053B324B5CB}"/>
              </a:ext>
            </a:extLst>
          </p:cNvPr>
          <p:cNvSpPr>
            <a:spLocks noGrp="1"/>
          </p:cNvSpPr>
          <p:nvPr>
            <p:ph type="pic" sz="quarter" idx="22" hasCustomPrompt="1"/>
          </p:nvPr>
        </p:nvSpPr>
        <p:spPr>
          <a:xfrm>
            <a:off x="2247884" y="-1"/>
            <a:ext cx="9944116" cy="6858001"/>
          </a:xfrm>
          <a:custGeom>
            <a:avLst/>
            <a:gdLst>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419787 w 9944116"/>
              <a:gd name="connsiteY9" fmla="*/ 2027338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597587 w 9944116"/>
              <a:gd name="connsiteY9" fmla="*/ 2198788 h 6858001"/>
              <a:gd name="connsiteX10" fmla="*/ 2591889 w 9944116"/>
              <a:gd name="connsiteY10"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2591889 w 9944116"/>
              <a:gd name="connsiteY9"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38975 w 9944116"/>
              <a:gd name="connsiteY8" fmla="*/ 2027258 h 6858001"/>
              <a:gd name="connsiteX9" fmla="*/ 2591889 w 9944116"/>
              <a:gd name="connsiteY9" fmla="*/ 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44116" h="6858001">
                <a:moveTo>
                  <a:pt x="2591889" y="0"/>
                </a:moveTo>
                <a:lnTo>
                  <a:pt x="8153432" y="0"/>
                </a:lnTo>
                <a:lnTo>
                  <a:pt x="9924238" y="0"/>
                </a:lnTo>
                <a:lnTo>
                  <a:pt x="9944116" y="0"/>
                </a:lnTo>
                <a:lnTo>
                  <a:pt x="9944116" y="6858001"/>
                </a:lnTo>
                <a:lnTo>
                  <a:pt x="8153432" y="6858001"/>
                </a:lnTo>
                <a:lnTo>
                  <a:pt x="8153432" y="6857999"/>
                </a:lnTo>
                <a:lnTo>
                  <a:pt x="0" y="6857999"/>
                </a:lnTo>
                <a:lnTo>
                  <a:pt x="4438975" y="2027258"/>
                </a:lnTo>
                <a:lnTo>
                  <a:pt x="2591889" y="0"/>
                </a:lnTo>
                <a:close/>
              </a:path>
            </a:pathLst>
          </a:custGeom>
          <a:solidFill>
            <a:srgbClr val="ECECEB"/>
          </a:solidFill>
        </p:spPr>
        <p:txBody>
          <a:bodyPr wrap="square" lIns="457200" rIns="0" bIns="914400" anchor="ctr">
            <a:noAutofit/>
          </a:bodyPr>
          <a:lstStyle>
            <a:lvl1pPr marL="0" indent="0" algn="ctr">
              <a:buNone/>
              <a:defRPr sz="1200">
                <a:solidFill>
                  <a:schemeClr val="bg1"/>
                </a:solidFill>
              </a:defRPr>
            </a:lvl1pPr>
          </a:lstStyle>
          <a:p>
            <a:r>
              <a:rPr lang="en-US"/>
              <a:t>Click icon, drag, or paste to add picture</a:t>
            </a:r>
          </a:p>
        </p:txBody>
      </p:sp>
      <p:pic>
        <p:nvPicPr>
          <p:cNvPr id="26" name="Picture 25">
            <a:extLst>
              <a:ext uri="{FF2B5EF4-FFF2-40B4-BE49-F238E27FC236}">
                <a16:creationId xmlns:a16="http://schemas.microsoft.com/office/drawing/2014/main" id="{2E287986-5735-CAAE-7F1D-D641F5BF13F7}"/>
              </a:ext>
            </a:extLst>
          </p:cNvPr>
          <p:cNvPicPr>
            <a:picLocks noChangeAspect="1"/>
          </p:cNvPicPr>
          <p:nvPr userDrawn="1"/>
        </p:nvPicPr>
        <p:blipFill rotWithShape="1">
          <a:blip r:embed="rId2"/>
          <a:srcRect t="20568"/>
          <a:stretch/>
        </p:blipFill>
        <p:spPr>
          <a:xfrm rot="16200000">
            <a:off x="-86682" y="86681"/>
            <a:ext cx="6858000" cy="6684637"/>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457200" y="1445273"/>
            <a:ext cx="4770783" cy="1107996"/>
          </a:xfrm>
        </p:spPr>
        <p:txBody>
          <a:bodyPr wrap="square" anchor="ctr">
            <a:spAutoFit/>
          </a:bodyPr>
          <a:lstStyle>
            <a:lvl1pPr>
              <a:defRPr sz="4000">
                <a:solidFill>
                  <a:schemeClr val="tx1"/>
                </a:solidFill>
              </a:defRPr>
            </a:lvl1pPr>
          </a:lstStyle>
          <a:p>
            <a:r>
              <a:rPr lang="en-US"/>
              <a:t>Click to add </a:t>
            </a:r>
            <a:br>
              <a:rPr lang="en-US"/>
            </a:br>
            <a:r>
              <a:rPr lang="en-US"/>
              <a:t>divider title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E03C1F63-A2DD-4DE2-8D77-4EDDD69835E5}" type="datetime1">
              <a:rPr lang="en-US" smtClean="0"/>
              <a:t>2/11/2026</a:t>
            </a:fld>
            <a:endParaRPr lang="en-US"/>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a:p>
        </p:txBody>
      </p:sp>
      <p:sp>
        <p:nvSpPr>
          <p:cNvPr id="5" name="Table Placeholder 6">
            <a:extLst>
              <a:ext uri="{FF2B5EF4-FFF2-40B4-BE49-F238E27FC236}">
                <a16:creationId xmlns:a16="http://schemas.microsoft.com/office/drawing/2014/main" id="{E57C6CAD-0EE0-4D1F-585B-3C9CA1A4DCF4}"/>
              </a:ext>
              <a:ext uri="{C183D7F6-B498-43B3-948B-1728B52AA6E4}">
                <adec:decorative xmlns:adec="http://schemas.microsoft.com/office/drawing/2017/decorative" val="1"/>
              </a:ext>
            </a:extLst>
          </p:cNvPr>
          <p:cNvSpPr>
            <a:spLocks noGrp="1"/>
          </p:cNvSpPr>
          <p:nvPr>
            <p:ph type="tbl" sz="quarter" idx="23" hasCustomPrompt="1"/>
          </p:nvPr>
        </p:nvSpPr>
        <p:spPr>
          <a:xfrm>
            <a:off x="10591107" y="6458351"/>
            <a:ext cx="1170432" cy="201168"/>
          </a:xfrm>
          <a:blipFill>
            <a:blip r:embed="rId3">
              <a:extLst>
                <a:ext uri="{96DAC541-7B7A-43D3-8B79-37D633B846F1}">
                  <asvg:svgBlip xmlns:asvg="http://schemas.microsoft.com/office/drawing/2016/SVG/main" r:embed="rId4"/>
                </a:ext>
              </a:extLst>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3858845412"/>
      </p:ext>
    </p:extLst>
  </p:cSld>
  <p:clrMapOvr>
    <a:overrideClrMapping bg1="dk1" tx1="lt1" bg2="dk2" tx2="lt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Divider 3 - gradient 3">
    <p:bg>
      <p:bgRef idx="1001">
        <a:schemeClr val="bg2"/>
      </p:bgRef>
    </p:bg>
    <p:spTree>
      <p:nvGrpSpPr>
        <p:cNvPr id="1" name=""/>
        <p:cNvGrpSpPr/>
        <p:nvPr/>
      </p:nvGrpSpPr>
      <p:grpSpPr>
        <a:xfrm>
          <a:off x="0" y="0"/>
          <a:ext cx="0" cy="0"/>
          <a:chOff x="0" y="0"/>
          <a:chExt cx="0" cy="0"/>
        </a:xfrm>
      </p:grpSpPr>
      <p:sp>
        <p:nvSpPr>
          <p:cNvPr id="5" name="Picture Placeholder 5">
            <a:extLst>
              <a:ext uri="{FF2B5EF4-FFF2-40B4-BE49-F238E27FC236}">
                <a16:creationId xmlns:a16="http://schemas.microsoft.com/office/drawing/2014/main" id="{DE083EF2-B9ED-A8EB-E84E-F0E0FBE4C14E}"/>
              </a:ext>
            </a:extLst>
          </p:cNvPr>
          <p:cNvSpPr>
            <a:spLocks noGrp="1"/>
          </p:cNvSpPr>
          <p:nvPr>
            <p:ph type="pic" sz="quarter" idx="22" hasCustomPrompt="1"/>
          </p:nvPr>
        </p:nvSpPr>
        <p:spPr>
          <a:xfrm>
            <a:off x="2247884" y="-1"/>
            <a:ext cx="9944116" cy="6858001"/>
          </a:xfrm>
          <a:custGeom>
            <a:avLst/>
            <a:gdLst>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419787 w 9944116"/>
              <a:gd name="connsiteY9" fmla="*/ 2027338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597587 w 9944116"/>
              <a:gd name="connsiteY9" fmla="*/ 2198788 h 6858001"/>
              <a:gd name="connsiteX10" fmla="*/ 2591889 w 9944116"/>
              <a:gd name="connsiteY10"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2591889 w 9944116"/>
              <a:gd name="connsiteY9"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38975 w 9944116"/>
              <a:gd name="connsiteY8" fmla="*/ 2027258 h 6858001"/>
              <a:gd name="connsiteX9" fmla="*/ 2591889 w 9944116"/>
              <a:gd name="connsiteY9" fmla="*/ 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44116" h="6858001">
                <a:moveTo>
                  <a:pt x="2591889" y="0"/>
                </a:moveTo>
                <a:lnTo>
                  <a:pt x="8153432" y="0"/>
                </a:lnTo>
                <a:lnTo>
                  <a:pt x="9924238" y="0"/>
                </a:lnTo>
                <a:lnTo>
                  <a:pt x="9944116" y="0"/>
                </a:lnTo>
                <a:lnTo>
                  <a:pt x="9944116" y="6858001"/>
                </a:lnTo>
                <a:lnTo>
                  <a:pt x="8153432" y="6858001"/>
                </a:lnTo>
                <a:lnTo>
                  <a:pt x="8153432" y="6857999"/>
                </a:lnTo>
                <a:lnTo>
                  <a:pt x="0" y="6857999"/>
                </a:lnTo>
                <a:lnTo>
                  <a:pt x="4438975" y="2027258"/>
                </a:lnTo>
                <a:lnTo>
                  <a:pt x="2591889" y="0"/>
                </a:lnTo>
                <a:close/>
              </a:path>
            </a:pathLst>
          </a:custGeom>
          <a:solidFill>
            <a:srgbClr val="ECECEB"/>
          </a:solidFill>
        </p:spPr>
        <p:txBody>
          <a:bodyPr wrap="square" lIns="457200" rIns="0" bIns="914400" anchor="ctr">
            <a:noAutofit/>
          </a:bodyPr>
          <a:lstStyle>
            <a:lvl1pPr marL="0" indent="0" algn="ctr">
              <a:buNone/>
              <a:defRPr sz="1200">
                <a:solidFill>
                  <a:schemeClr val="bg1"/>
                </a:solidFill>
              </a:defRPr>
            </a:lvl1pPr>
          </a:lstStyle>
          <a:p>
            <a:r>
              <a:rPr lang="en-US"/>
              <a:t>Click icon, drag, or paste to add picture</a:t>
            </a:r>
          </a:p>
        </p:txBody>
      </p:sp>
      <p:pic>
        <p:nvPicPr>
          <p:cNvPr id="24" name="Picture 23">
            <a:extLst>
              <a:ext uri="{FF2B5EF4-FFF2-40B4-BE49-F238E27FC236}">
                <a16:creationId xmlns:a16="http://schemas.microsoft.com/office/drawing/2014/main" id="{D3B5FB7A-3A13-9083-843A-06B731B02439}"/>
              </a:ext>
            </a:extLst>
          </p:cNvPr>
          <p:cNvPicPr>
            <a:picLocks noChangeAspect="1"/>
          </p:cNvPicPr>
          <p:nvPr userDrawn="1"/>
        </p:nvPicPr>
        <p:blipFill rotWithShape="1">
          <a:blip r:embed="rId2"/>
          <a:srcRect t="20568"/>
          <a:stretch/>
        </p:blipFill>
        <p:spPr>
          <a:xfrm rot="16200000">
            <a:off x="-86681" y="86682"/>
            <a:ext cx="6858000" cy="6684638"/>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457200" y="1445273"/>
            <a:ext cx="4770783" cy="1107996"/>
          </a:xfrm>
        </p:spPr>
        <p:txBody>
          <a:bodyPr wrap="square" anchor="ctr">
            <a:spAutoFit/>
          </a:bodyPr>
          <a:lstStyle>
            <a:lvl1pPr>
              <a:defRPr sz="4000">
                <a:solidFill>
                  <a:schemeClr val="tx1"/>
                </a:solidFill>
              </a:defRPr>
            </a:lvl1pPr>
          </a:lstStyle>
          <a:p>
            <a:r>
              <a:rPr lang="en-US"/>
              <a:t>Click to add </a:t>
            </a:r>
            <a:br>
              <a:rPr lang="en-US"/>
            </a:br>
            <a:r>
              <a:rPr lang="en-US"/>
              <a:t>divider title </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lvl1pPr>
              <a:defRPr>
                <a:solidFill>
                  <a:schemeClr val="bg1"/>
                </a:solidFill>
              </a:defRPr>
            </a:lvl1pPr>
          </a:lstStyle>
          <a:p>
            <a:fld id="{894E410E-EBAE-44D2-861A-9BA5FD172332}" type="datetime1">
              <a:rPr lang="en-US" smtClean="0"/>
              <a:t>2/11/2026</a:t>
            </a:fld>
            <a:endParaRPr lang="en-US"/>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lvl1pPr>
              <a:defRPr>
                <a:solidFill>
                  <a:schemeClr val="bg1"/>
                </a:solidFill>
              </a:defRPr>
            </a:lvl1pPr>
          </a:lstStyle>
          <a:p>
            <a:r>
              <a:rPr lang="en-US"/>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lvl1pPr>
              <a:defRPr>
                <a:solidFill>
                  <a:schemeClr val="bg1"/>
                </a:solidFill>
              </a:defRPr>
            </a:lvl1pPr>
          </a:lstStyle>
          <a:p>
            <a:fld id="{38826FC0-333C-E549-9FA3-0EE43DF298A3}" type="slidenum">
              <a:rPr lang="en-US" smtClean="0"/>
              <a:pPr/>
              <a:t>‹#›</a:t>
            </a:fld>
            <a:endParaRPr lang="en-US"/>
          </a:p>
        </p:txBody>
      </p:sp>
      <p:sp>
        <p:nvSpPr>
          <p:cNvPr id="3" name="Table Placeholder 6">
            <a:extLst>
              <a:ext uri="{FF2B5EF4-FFF2-40B4-BE49-F238E27FC236}">
                <a16:creationId xmlns:a16="http://schemas.microsoft.com/office/drawing/2014/main" id="{14B17B9E-37F1-2E25-4E4D-4BE64E780B04}"/>
              </a:ext>
              <a:ext uri="{C183D7F6-B498-43B3-948B-1728B52AA6E4}">
                <adec:decorative xmlns:adec="http://schemas.microsoft.com/office/drawing/2017/decorative" val="1"/>
              </a:ext>
            </a:extLst>
          </p:cNvPr>
          <p:cNvSpPr>
            <a:spLocks noGrp="1"/>
          </p:cNvSpPr>
          <p:nvPr>
            <p:ph type="tbl" sz="quarter" idx="23" hasCustomPrompt="1"/>
          </p:nvPr>
        </p:nvSpPr>
        <p:spPr>
          <a:xfrm>
            <a:off x="10591107" y="6458351"/>
            <a:ext cx="1170432" cy="201168"/>
          </a:xfrm>
          <a:blipFill>
            <a:blip r:embed="rId3">
              <a:extLst>
                <a:ext uri="{96DAC541-7B7A-43D3-8B79-37D633B846F1}">
                  <asvg:svgBlip xmlns:asvg="http://schemas.microsoft.com/office/drawing/2016/SVG/main" r:embed="rId4"/>
                </a:ext>
              </a:extLst>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3369510336"/>
      </p:ext>
    </p:extLst>
  </p:cSld>
  <p:clrMapOvr>
    <a:overrideClrMapping bg1="dk1" tx1="lt1" bg2="dk2" tx2="lt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vider 4 - gradient 1">
    <p:bg>
      <p:bgRef idx="1001">
        <a:schemeClr val="bg1"/>
      </p:bgRef>
    </p:bg>
    <p:spTree>
      <p:nvGrpSpPr>
        <p:cNvPr id="1" name=""/>
        <p:cNvGrpSpPr/>
        <p:nvPr/>
      </p:nvGrpSpPr>
      <p:grpSpPr>
        <a:xfrm>
          <a:off x="0" y="0"/>
          <a:ext cx="0" cy="0"/>
          <a:chOff x="0" y="0"/>
          <a:chExt cx="0" cy="0"/>
        </a:xfrm>
      </p:grpSpPr>
      <p:sp>
        <p:nvSpPr>
          <p:cNvPr id="25" name="Picture Placeholder 24">
            <a:extLst>
              <a:ext uri="{FF2B5EF4-FFF2-40B4-BE49-F238E27FC236}">
                <a16:creationId xmlns:a16="http://schemas.microsoft.com/office/drawing/2014/main" id="{A4AB172D-1DAC-E1AC-7424-693B871FBA90}"/>
              </a:ext>
            </a:extLst>
          </p:cNvPr>
          <p:cNvSpPr>
            <a:spLocks noGrp="1"/>
          </p:cNvSpPr>
          <p:nvPr>
            <p:ph type="pic" sz="quarter" idx="23" hasCustomPrompt="1"/>
          </p:nvPr>
        </p:nvSpPr>
        <p:spPr>
          <a:xfrm>
            <a:off x="-1" y="1"/>
            <a:ext cx="7050305" cy="6857999"/>
          </a:xfrm>
          <a:custGeom>
            <a:avLst/>
            <a:gdLst>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4307988 w 12192000"/>
              <a:gd name="connsiteY4" fmla="*/ 6856286 h 6857999"/>
              <a:gd name="connsiteX5" fmla="*/ 7050400 w 12192000"/>
              <a:gd name="connsiteY5" fmla="*/ 2025542 h 6857999"/>
              <a:gd name="connsiteX6" fmla="*/ 7050313 w 12192000"/>
              <a:gd name="connsiteY6" fmla="*/ 2025622 h 6857999"/>
              <a:gd name="connsiteX7" fmla="*/ 5917127 w 12192000"/>
              <a:gd name="connsiteY7" fmla="*/ 0 h 6857999"/>
              <a:gd name="connsiteX8" fmla="*/ 12192000 w 12192000"/>
              <a:gd name="connsiteY8" fmla="*/ 0 h 6857999"/>
              <a:gd name="connsiteX9" fmla="*/ 12192000 w 12192000"/>
              <a:gd name="connsiteY9" fmla="*/ 6857999 h 6857999"/>
              <a:gd name="connsiteX10" fmla="*/ 0 w 12192000"/>
              <a:gd name="connsiteY10" fmla="*/ 6857999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5917127 w 12192000"/>
              <a:gd name="connsiteY6" fmla="*/ 0 h 6857999"/>
              <a:gd name="connsiteX7" fmla="*/ 12192000 w 12192000"/>
              <a:gd name="connsiteY7" fmla="*/ 0 h 6857999"/>
              <a:gd name="connsiteX8" fmla="*/ 12192000 w 12192000"/>
              <a:gd name="connsiteY8" fmla="*/ 6857999 h 6857999"/>
              <a:gd name="connsiteX9" fmla="*/ 0 w 12192000"/>
              <a:gd name="connsiteY9" fmla="*/ 6857999 h 6857999"/>
              <a:gd name="connsiteX10" fmla="*/ 0 w 12192000"/>
              <a:gd name="connsiteY10"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0 h 6857999"/>
              <a:gd name="connsiteX7" fmla="*/ 12192000 w 12192000"/>
              <a:gd name="connsiteY7" fmla="*/ 6857999 h 6857999"/>
              <a:gd name="connsiteX8" fmla="*/ 0 w 12192000"/>
              <a:gd name="connsiteY8" fmla="*/ 6857999 h 6857999"/>
              <a:gd name="connsiteX9" fmla="*/ 0 w 12192000"/>
              <a:gd name="connsiteY9"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6857999 h 6857999"/>
              <a:gd name="connsiteX7" fmla="*/ 0 w 12192000"/>
              <a:gd name="connsiteY7" fmla="*/ 6857999 h 6857999"/>
              <a:gd name="connsiteX8" fmla="*/ 0 w 12192000"/>
              <a:gd name="connsiteY8" fmla="*/ 0 h 6857999"/>
              <a:gd name="connsiteX0" fmla="*/ 0 w 12382010"/>
              <a:gd name="connsiteY0" fmla="*/ 0 h 6857999"/>
              <a:gd name="connsiteX1" fmla="*/ 4786422 w 12382010"/>
              <a:gd name="connsiteY1" fmla="*/ 0 h 6857999"/>
              <a:gd name="connsiteX2" fmla="*/ 7050305 w 12382010"/>
              <a:gd name="connsiteY2" fmla="*/ 2025630 h 6857999"/>
              <a:gd name="connsiteX3" fmla="*/ 1830747 w 12382010"/>
              <a:gd name="connsiteY3" fmla="*/ 6856286 h 6857999"/>
              <a:gd name="connsiteX4" fmla="*/ 7050400 w 12382010"/>
              <a:gd name="connsiteY4" fmla="*/ 2025542 h 6857999"/>
              <a:gd name="connsiteX5" fmla="*/ 12192000 w 12382010"/>
              <a:gd name="connsiteY5" fmla="*/ 6857999 h 6857999"/>
              <a:gd name="connsiteX6" fmla="*/ 0 w 12382010"/>
              <a:gd name="connsiteY6" fmla="*/ 6857999 h 6857999"/>
              <a:gd name="connsiteX7" fmla="*/ 0 w 12382010"/>
              <a:gd name="connsiteY7"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12192000 w 12192000"/>
              <a:gd name="connsiteY4" fmla="*/ 6857999 h 6857999"/>
              <a:gd name="connsiteX5" fmla="*/ 0 w 12192000"/>
              <a:gd name="connsiteY5" fmla="*/ 6857999 h 6857999"/>
              <a:gd name="connsiteX6" fmla="*/ 0 w 12192000"/>
              <a:gd name="connsiteY6" fmla="*/ 0 h 6857999"/>
              <a:gd name="connsiteX0" fmla="*/ 0 w 7050305"/>
              <a:gd name="connsiteY0" fmla="*/ 0 h 6857999"/>
              <a:gd name="connsiteX1" fmla="*/ 4786422 w 7050305"/>
              <a:gd name="connsiteY1" fmla="*/ 0 h 6857999"/>
              <a:gd name="connsiteX2" fmla="*/ 7050305 w 7050305"/>
              <a:gd name="connsiteY2" fmla="*/ 2025630 h 6857999"/>
              <a:gd name="connsiteX3" fmla="*/ 1830747 w 7050305"/>
              <a:gd name="connsiteY3" fmla="*/ 6856286 h 6857999"/>
              <a:gd name="connsiteX4" fmla="*/ 0 w 7050305"/>
              <a:gd name="connsiteY4" fmla="*/ 6857999 h 6857999"/>
              <a:gd name="connsiteX5" fmla="*/ 0 w 7050305"/>
              <a:gd name="connsiteY5"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50305" h="6857999">
                <a:moveTo>
                  <a:pt x="0" y="0"/>
                </a:moveTo>
                <a:lnTo>
                  <a:pt x="4786422" y="0"/>
                </a:lnTo>
                <a:lnTo>
                  <a:pt x="7050305" y="2025630"/>
                </a:lnTo>
                <a:lnTo>
                  <a:pt x="1830747" y="6856286"/>
                </a:lnTo>
                <a:lnTo>
                  <a:pt x="0" y="6857999"/>
                </a:lnTo>
                <a:lnTo>
                  <a:pt x="0" y="0"/>
                </a:lnTo>
                <a:close/>
              </a:path>
            </a:pathLst>
          </a:custGeom>
          <a:solidFill>
            <a:srgbClr val="ECECEB"/>
          </a:solidFill>
        </p:spPr>
        <p:txBody>
          <a:bodyPr wrap="square" lIns="457200" rIns="274320" bIns="914400" anchor="ctr">
            <a:noAutofit/>
          </a:bodyPr>
          <a:lstStyle>
            <a:lvl1pPr marL="0" indent="0" algn="ctr">
              <a:buNone/>
              <a:defRPr sz="1200">
                <a:solidFill>
                  <a:schemeClr val="tx1"/>
                </a:solidFill>
              </a:defRPr>
            </a:lvl1pPr>
          </a:lstStyle>
          <a:p>
            <a:r>
              <a:rPr lang="en-US"/>
              <a:t>Click icon, drag, or paste to add picture</a:t>
            </a:r>
          </a:p>
        </p:txBody>
      </p:sp>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7448603" y="1536250"/>
            <a:ext cx="4297680" cy="1107996"/>
          </a:xfrm>
        </p:spPr>
        <p:txBody>
          <a:bodyPr wrap="square" anchor="ctr">
            <a:spAutoFit/>
          </a:bodyPr>
          <a:lstStyle>
            <a:lvl1pPr>
              <a:defRPr sz="4000">
                <a:solidFill>
                  <a:schemeClr val="tx1"/>
                </a:solidFill>
              </a:defRPr>
            </a:lvl1pPr>
          </a:lstStyle>
          <a:p>
            <a:r>
              <a:rPr lang="en-US"/>
              <a:t>Click to add divider title</a:t>
            </a:r>
          </a:p>
        </p:txBody>
      </p:sp>
      <p:pic>
        <p:nvPicPr>
          <p:cNvPr id="5" name="Picture 4">
            <a:extLst>
              <a:ext uri="{FF2B5EF4-FFF2-40B4-BE49-F238E27FC236}">
                <a16:creationId xmlns:a16="http://schemas.microsoft.com/office/drawing/2014/main" id="{A43E2038-CC00-155F-8A24-AE9D3A85692F}"/>
              </a:ext>
            </a:extLst>
          </p:cNvPr>
          <p:cNvPicPr>
            <a:picLocks noChangeAspect="1"/>
          </p:cNvPicPr>
          <p:nvPr userDrawn="1"/>
        </p:nvPicPr>
        <p:blipFill>
          <a:blip r:embed="rId2"/>
          <a:stretch>
            <a:fillRect/>
          </a:stretch>
        </p:blipFill>
        <p:spPr>
          <a:xfrm rot="16200000">
            <a:off x="1010600" y="818200"/>
            <a:ext cx="6858000" cy="5221599"/>
          </a:xfrm>
          <a:prstGeom prst="rect">
            <a:avLst/>
          </a:prstGeom>
        </p:spPr>
      </p:pic>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lvl1pPr>
              <a:defRPr>
                <a:solidFill>
                  <a:schemeClr val="bg1"/>
                </a:solidFill>
              </a:defRPr>
            </a:lvl1pPr>
          </a:lstStyle>
          <a:p>
            <a:fld id="{F4124EB5-51FD-40CC-8D44-0DC571C5E665}" type="datetime1">
              <a:rPr lang="en-US" smtClean="0"/>
              <a:t>2/11/2026</a:t>
            </a:fld>
            <a:endParaRPr lang="en-US"/>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lvl1pPr>
              <a:defRPr>
                <a:solidFill>
                  <a:schemeClr val="bg1"/>
                </a:solidFill>
              </a:defRPr>
            </a:lvl1pPr>
          </a:lstStyle>
          <a:p>
            <a:r>
              <a:rPr lang="en-US"/>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lvl1pPr>
              <a:defRPr>
                <a:solidFill>
                  <a:schemeClr val="bg1"/>
                </a:solidFill>
              </a:defRPr>
            </a:lvl1pPr>
          </a:lstStyle>
          <a:p>
            <a:fld id="{38826FC0-333C-E549-9FA3-0EE43DF298A3}" type="slidenum">
              <a:rPr lang="en-US" smtClean="0"/>
              <a:pPr/>
              <a:t>‹#›</a:t>
            </a:fld>
            <a:endParaRPr lang="en-US"/>
          </a:p>
        </p:txBody>
      </p:sp>
    </p:spTree>
    <p:extLst>
      <p:ext uri="{BB962C8B-B14F-4D97-AF65-F5344CB8AC3E}">
        <p14:creationId xmlns:p14="http://schemas.microsoft.com/office/powerpoint/2010/main" val="3236406410"/>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ivider 4 - gradient 2">
    <p:bg>
      <p:bgRef idx="1001">
        <a:schemeClr val="bg1"/>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1231D93-F448-189B-0481-564A24064BF8}"/>
              </a:ext>
            </a:extLst>
          </p:cNvPr>
          <p:cNvPicPr>
            <a:picLocks noChangeAspect="1"/>
          </p:cNvPicPr>
          <p:nvPr userDrawn="1"/>
        </p:nvPicPr>
        <p:blipFill>
          <a:blip r:embed="rId2"/>
          <a:stretch>
            <a:fillRect/>
          </a:stretch>
        </p:blipFill>
        <p:spPr>
          <a:xfrm rot="16200000">
            <a:off x="1010600" y="818200"/>
            <a:ext cx="6858000" cy="5221599"/>
          </a:xfrm>
          <a:prstGeom prst="rect">
            <a:avLst/>
          </a:prstGeom>
        </p:spPr>
      </p:pic>
      <p:sp>
        <p:nvSpPr>
          <p:cNvPr id="25" name="Picture Placeholder 24">
            <a:extLst>
              <a:ext uri="{FF2B5EF4-FFF2-40B4-BE49-F238E27FC236}">
                <a16:creationId xmlns:a16="http://schemas.microsoft.com/office/drawing/2014/main" id="{A4AB172D-1DAC-E1AC-7424-693B871FBA90}"/>
              </a:ext>
            </a:extLst>
          </p:cNvPr>
          <p:cNvSpPr>
            <a:spLocks noGrp="1"/>
          </p:cNvSpPr>
          <p:nvPr>
            <p:ph type="pic" sz="quarter" idx="23" hasCustomPrompt="1"/>
          </p:nvPr>
        </p:nvSpPr>
        <p:spPr>
          <a:xfrm>
            <a:off x="-1" y="1"/>
            <a:ext cx="7050305" cy="6857999"/>
          </a:xfrm>
          <a:custGeom>
            <a:avLst/>
            <a:gdLst>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4307988 w 12192000"/>
              <a:gd name="connsiteY4" fmla="*/ 6856286 h 6857999"/>
              <a:gd name="connsiteX5" fmla="*/ 7050400 w 12192000"/>
              <a:gd name="connsiteY5" fmla="*/ 2025542 h 6857999"/>
              <a:gd name="connsiteX6" fmla="*/ 7050313 w 12192000"/>
              <a:gd name="connsiteY6" fmla="*/ 2025622 h 6857999"/>
              <a:gd name="connsiteX7" fmla="*/ 5917127 w 12192000"/>
              <a:gd name="connsiteY7" fmla="*/ 0 h 6857999"/>
              <a:gd name="connsiteX8" fmla="*/ 12192000 w 12192000"/>
              <a:gd name="connsiteY8" fmla="*/ 0 h 6857999"/>
              <a:gd name="connsiteX9" fmla="*/ 12192000 w 12192000"/>
              <a:gd name="connsiteY9" fmla="*/ 6857999 h 6857999"/>
              <a:gd name="connsiteX10" fmla="*/ 0 w 12192000"/>
              <a:gd name="connsiteY10" fmla="*/ 6857999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5917127 w 12192000"/>
              <a:gd name="connsiteY6" fmla="*/ 0 h 6857999"/>
              <a:gd name="connsiteX7" fmla="*/ 12192000 w 12192000"/>
              <a:gd name="connsiteY7" fmla="*/ 0 h 6857999"/>
              <a:gd name="connsiteX8" fmla="*/ 12192000 w 12192000"/>
              <a:gd name="connsiteY8" fmla="*/ 6857999 h 6857999"/>
              <a:gd name="connsiteX9" fmla="*/ 0 w 12192000"/>
              <a:gd name="connsiteY9" fmla="*/ 6857999 h 6857999"/>
              <a:gd name="connsiteX10" fmla="*/ 0 w 12192000"/>
              <a:gd name="connsiteY10"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0 h 6857999"/>
              <a:gd name="connsiteX7" fmla="*/ 12192000 w 12192000"/>
              <a:gd name="connsiteY7" fmla="*/ 6857999 h 6857999"/>
              <a:gd name="connsiteX8" fmla="*/ 0 w 12192000"/>
              <a:gd name="connsiteY8" fmla="*/ 6857999 h 6857999"/>
              <a:gd name="connsiteX9" fmla="*/ 0 w 12192000"/>
              <a:gd name="connsiteY9"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6857999 h 6857999"/>
              <a:gd name="connsiteX7" fmla="*/ 0 w 12192000"/>
              <a:gd name="connsiteY7" fmla="*/ 6857999 h 6857999"/>
              <a:gd name="connsiteX8" fmla="*/ 0 w 12192000"/>
              <a:gd name="connsiteY8" fmla="*/ 0 h 6857999"/>
              <a:gd name="connsiteX0" fmla="*/ 0 w 12382010"/>
              <a:gd name="connsiteY0" fmla="*/ 0 h 6857999"/>
              <a:gd name="connsiteX1" fmla="*/ 4786422 w 12382010"/>
              <a:gd name="connsiteY1" fmla="*/ 0 h 6857999"/>
              <a:gd name="connsiteX2" fmla="*/ 7050305 w 12382010"/>
              <a:gd name="connsiteY2" fmla="*/ 2025630 h 6857999"/>
              <a:gd name="connsiteX3" fmla="*/ 1830747 w 12382010"/>
              <a:gd name="connsiteY3" fmla="*/ 6856286 h 6857999"/>
              <a:gd name="connsiteX4" fmla="*/ 7050400 w 12382010"/>
              <a:gd name="connsiteY4" fmla="*/ 2025542 h 6857999"/>
              <a:gd name="connsiteX5" fmla="*/ 12192000 w 12382010"/>
              <a:gd name="connsiteY5" fmla="*/ 6857999 h 6857999"/>
              <a:gd name="connsiteX6" fmla="*/ 0 w 12382010"/>
              <a:gd name="connsiteY6" fmla="*/ 6857999 h 6857999"/>
              <a:gd name="connsiteX7" fmla="*/ 0 w 12382010"/>
              <a:gd name="connsiteY7"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12192000 w 12192000"/>
              <a:gd name="connsiteY4" fmla="*/ 6857999 h 6857999"/>
              <a:gd name="connsiteX5" fmla="*/ 0 w 12192000"/>
              <a:gd name="connsiteY5" fmla="*/ 6857999 h 6857999"/>
              <a:gd name="connsiteX6" fmla="*/ 0 w 12192000"/>
              <a:gd name="connsiteY6" fmla="*/ 0 h 6857999"/>
              <a:gd name="connsiteX0" fmla="*/ 0 w 7050305"/>
              <a:gd name="connsiteY0" fmla="*/ 0 h 6857999"/>
              <a:gd name="connsiteX1" fmla="*/ 4786422 w 7050305"/>
              <a:gd name="connsiteY1" fmla="*/ 0 h 6857999"/>
              <a:gd name="connsiteX2" fmla="*/ 7050305 w 7050305"/>
              <a:gd name="connsiteY2" fmla="*/ 2025630 h 6857999"/>
              <a:gd name="connsiteX3" fmla="*/ 1830747 w 7050305"/>
              <a:gd name="connsiteY3" fmla="*/ 6856286 h 6857999"/>
              <a:gd name="connsiteX4" fmla="*/ 0 w 7050305"/>
              <a:gd name="connsiteY4" fmla="*/ 6857999 h 6857999"/>
              <a:gd name="connsiteX5" fmla="*/ 0 w 7050305"/>
              <a:gd name="connsiteY5"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50305" h="6857999">
                <a:moveTo>
                  <a:pt x="0" y="0"/>
                </a:moveTo>
                <a:lnTo>
                  <a:pt x="4786422" y="0"/>
                </a:lnTo>
                <a:lnTo>
                  <a:pt x="7050305" y="2025630"/>
                </a:lnTo>
                <a:lnTo>
                  <a:pt x="1830747" y="6856286"/>
                </a:lnTo>
                <a:lnTo>
                  <a:pt x="0" y="6857999"/>
                </a:lnTo>
                <a:lnTo>
                  <a:pt x="0" y="0"/>
                </a:lnTo>
                <a:close/>
              </a:path>
            </a:pathLst>
          </a:custGeom>
          <a:solidFill>
            <a:srgbClr val="ECECEB"/>
          </a:solidFill>
        </p:spPr>
        <p:txBody>
          <a:bodyPr wrap="square" lIns="457200" rIns="274320" bIns="914400" anchor="ctr">
            <a:noAutofit/>
          </a:bodyPr>
          <a:lstStyle>
            <a:lvl1pPr marL="0" indent="0" algn="ctr">
              <a:buNone/>
              <a:defRPr sz="1200">
                <a:solidFill>
                  <a:schemeClr val="tx1"/>
                </a:solidFill>
              </a:defRPr>
            </a:lvl1pPr>
          </a:lstStyle>
          <a:p>
            <a:r>
              <a:rPr lang="en-US"/>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lvl1pPr>
              <a:defRPr>
                <a:solidFill>
                  <a:schemeClr val="bg1"/>
                </a:solidFill>
              </a:defRPr>
            </a:lvl1pPr>
          </a:lstStyle>
          <a:p>
            <a:fld id="{6C725206-C539-4CD5-9A96-6A6EA4047699}" type="datetime1">
              <a:rPr lang="en-US" smtClean="0"/>
              <a:t>2/11/2026</a:t>
            </a:fld>
            <a:endParaRPr lang="en-US"/>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lvl1pPr>
              <a:defRPr>
                <a:solidFill>
                  <a:schemeClr val="bg1"/>
                </a:solidFill>
              </a:defRPr>
            </a:lvl1pPr>
          </a:lstStyle>
          <a:p>
            <a:r>
              <a:rPr lang="en-US"/>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lvl1pPr>
              <a:defRPr>
                <a:solidFill>
                  <a:schemeClr val="bg1"/>
                </a:solidFill>
              </a:defRPr>
            </a:lvl1pPr>
          </a:lstStyle>
          <a:p>
            <a:fld id="{38826FC0-333C-E549-9FA3-0EE43DF298A3}" type="slidenum">
              <a:rPr lang="en-US" smtClean="0"/>
              <a:pPr/>
              <a:t>‹#›</a:t>
            </a:fld>
            <a:endParaRPr lang="en-US"/>
          </a:p>
        </p:txBody>
      </p:sp>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7448603" y="1536250"/>
            <a:ext cx="4297680" cy="1107996"/>
          </a:xfrm>
        </p:spPr>
        <p:txBody>
          <a:bodyPr wrap="square" anchor="ctr">
            <a:spAutoFit/>
          </a:bodyPr>
          <a:lstStyle>
            <a:lvl1pPr>
              <a:defRPr sz="4000">
                <a:solidFill>
                  <a:schemeClr val="tx1"/>
                </a:solidFill>
              </a:defRPr>
            </a:lvl1pPr>
          </a:lstStyle>
          <a:p>
            <a:r>
              <a:rPr lang="en-US"/>
              <a:t>Click to add divider title</a:t>
            </a:r>
          </a:p>
        </p:txBody>
      </p:sp>
    </p:spTree>
    <p:extLst>
      <p:ext uri="{BB962C8B-B14F-4D97-AF65-F5344CB8AC3E}">
        <p14:creationId xmlns:p14="http://schemas.microsoft.com/office/powerpoint/2010/main" val="1820287847"/>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vider 4 - gradient 3">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EC6B776-428C-5C39-6B96-46437F782E11}"/>
              </a:ext>
            </a:extLst>
          </p:cNvPr>
          <p:cNvPicPr>
            <a:picLocks noChangeAspect="1"/>
          </p:cNvPicPr>
          <p:nvPr userDrawn="1"/>
        </p:nvPicPr>
        <p:blipFill>
          <a:blip r:embed="rId2"/>
          <a:stretch>
            <a:fillRect/>
          </a:stretch>
        </p:blipFill>
        <p:spPr>
          <a:xfrm rot="16200000">
            <a:off x="1010600" y="818200"/>
            <a:ext cx="6858000" cy="5221599"/>
          </a:xfrm>
          <a:prstGeom prst="rect">
            <a:avLst/>
          </a:prstGeom>
        </p:spPr>
      </p:pic>
      <p:sp>
        <p:nvSpPr>
          <p:cNvPr id="25" name="Picture Placeholder 24">
            <a:extLst>
              <a:ext uri="{FF2B5EF4-FFF2-40B4-BE49-F238E27FC236}">
                <a16:creationId xmlns:a16="http://schemas.microsoft.com/office/drawing/2014/main" id="{A4AB172D-1DAC-E1AC-7424-693B871FBA90}"/>
              </a:ext>
            </a:extLst>
          </p:cNvPr>
          <p:cNvSpPr>
            <a:spLocks noGrp="1"/>
          </p:cNvSpPr>
          <p:nvPr>
            <p:ph type="pic" sz="quarter" idx="23" hasCustomPrompt="1"/>
          </p:nvPr>
        </p:nvSpPr>
        <p:spPr>
          <a:xfrm>
            <a:off x="-1" y="1"/>
            <a:ext cx="7050305" cy="6857999"/>
          </a:xfrm>
          <a:custGeom>
            <a:avLst/>
            <a:gdLst>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4307988 w 12192000"/>
              <a:gd name="connsiteY4" fmla="*/ 6856286 h 6857999"/>
              <a:gd name="connsiteX5" fmla="*/ 7050400 w 12192000"/>
              <a:gd name="connsiteY5" fmla="*/ 2025542 h 6857999"/>
              <a:gd name="connsiteX6" fmla="*/ 7050313 w 12192000"/>
              <a:gd name="connsiteY6" fmla="*/ 2025622 h 6857999"/>
              <a:gd name="connsiteX7" fmla="*/ 5917127 w 12192000"/>
              <a:gd name="connsiteY7" fmla="*/ 0 h 6857999"/>
              <a:gd name="connsiteX8" fmla="*/ 12192000 w 12192000"/>
              <a:gd name="connsiteY8" fmla="*/ 0 h 6857999"/>
              <a:gd name="connsiteX9" fmla="*/ 12192000 w 12192000"/>
              <a:gd name="connsiteY9" fmla="*/ 6857999 h 6857999"/>
              <a:gd name="connsiteX10" fmla="*/ 0 w 12192000"/>
              <a:gd name="connsiteY10" fmla="*/ 6857999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5917127 w 12192000"/>
              <a:gd name="connsiteY6" fmla="*/ 0 h 6857999"/>
              <a:gd name="connsiteX7" fmla="*/ 12192000 w 12192000"/>
              <a:gd name="connsiteY7" fmla="*/ 0 h 6857999"/>
              <a:gd name="connsiteX8" fmla="*/ 12192000 w 12192000"/>
              <a:gd name="connsiteY8" fmla="*/ 6857999 h 6857999"/>
              <a:gd name="connsiteX9" fmla="*/ 0 w 12192000"/>
              <a:gd name="connsiteY9" fmla="*/ 6857999 h 6857999"/>
              <a:gd name="connsiteX10" fmla="*/ 0 w 12192000"/>
              <a:gd name="connsiteY10"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0 h 6857999"/>
              <a:gd name="connsiteX7" fmla="*/ 12192000 w 12192000"/>
              <a:gd name="connsiteY7" fmla="*/ 6857999 h 6857999"/>
              <a:gd name="connsiteX8" fmla="*/ 0 w 12192000"/>
              <a:gd name="connsiteY8" fmla="*/ 6857999 h 6857999"/>
              <a:gd name="connsiteX9" fmla="*/ 0 w 12192000"/>
              <a:gd name="connsiteY9"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6857999 h 6857999"/>
              <a:gd name="connsiteX7" fmla="*/ 0 w 12192000"/>
              <a:gd name="connsiteY7" fmla="*/ 6857999 h 6857999"/>
              <a:gd name="connsiteX8" fmla="*/ 0 w 12192000"/>
              <a:gd name="connsiteY8" fmla="*/ 0 h 6857999"/>
              <a:gd name="connsiteX0" fmla="*/ 0 w 12382010"/>
              <a:gd name="connsiteY0" fmla="*/ 0 h 6857999"/>
              <a:gd name="connsiteX1" fmla="*/ 4786422 w 12382010"/>
              <a:gd name="connsiteY1" fmla="*/ 0 h 6857999"/>
              <a:gd name="connsiteX2" fmla="*/ 7050305 w 12382010"/>
              <a:gd name="connsiteY2" fmla="*/ 2025630 h 6857999"/>
              <a:gd name="connsiteX3" fmla="*/ 1830747 w 12382010"/>
              <a:gd name="connsiteY3" fmla="*/ 6856286 h 6857999"/>
              <a:gd name="connsiteX4" fmla="*/ 7050400 w 12382010"/>
              <a:gd name="connsiteY4" fmla="*/ 2025542 h 6857999"/>
              <a:gd name="connsiteX5" fmla="*/ 12192000 w 12382010"/>
              <a:gd name="connsiteY5" fmla="*/ 6857999 h 6857999"/>
              <a:gd name="connsiteX6" fmla="*/ 0 w 12382010"/>
              <a:gd name="connsiteY6" fmla="*/ 6857999 h 6857999"/>
              <a:gd name="connsiteX7" fmla="*/ 0 w 12382010"/>
              <a:gd name="connsiteY7"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12192000 w 12192000"/>
              <a:gd name="connsiteY4" fmla="*/ 6857999 h 6857999"/>
              <a:gd name="connsiteX5" fmla="*/ 0 w 12192000"/>
              <a:gd name="connsiteY5" fmla="*/ 6857999 h 6857999"/>
              <a:gd name="connsiteX6" fmla="*/ 0 w 12192000"/>
              <a:gd name="connsiteY6" fmla="*/ 0 h 6857999"/>
              <a:gd name="connsiteX0" fmla="*/ 0 w 7050305"/>
              <a:gd name="connsiteY0" fmla="*/ 0 h 6857999"/>
              <a:gd name="connsiteX1" fmla="*/ 4786422 w 7050305"/>
              <a:gd name="connsiteY1" fmla="*/ 0 h 6857999"/>
              <a:gd name="connsiteX2" fmla="*/ 7050305 w 7050305"/>
              <a:gd name="connsiteY2" fmla="*/ 2025630 h 6857999"/>
              <a:gd name="connsiteX3" fmla="*/ 1830747 w 7050305"/>
              <a:gd name="connsiteY3" fmla="*/ 6856286 h 6857999"/>
              <a:gd name="connsiteX4" fmla="*/ 0 w 7050305"/>
              <a:gd name="connsiteY4" fmla="*/ 6857999 h 6857999"/>
              <a:gd name="connsiteX5" fmla="*/ 0 w 7050305"/>
              <a:gd name="connsiteY5"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50305" h="6857999">
                <a:moveTo>
                  <a:pt x="0" y="0"/>
                </a:moveTo>
                <a:lnTo>
                  <a:pt x="4786422" y="0"/>
                </a:lnTo>
                <a:lnTo>
                  <a:pt x="7050305" y="2025630"/>
                </a:lnTo>
                <a:lnTo>
                  <a:pt x="1830747" y="6856286"/>
                </a:lnTo>
                <a:lnTo>
                  <a:pt x="0" y="6857999"/>
                </a:lnTo>
                <a:lnTo>
                  <a:pt x="0" y="0"/>
                </a:lnTo>
                <a:close/>
              </a:path>
            </a:pathLst>
          </a:custGeom>
          <a:solidFill>
            <a:srgbClr val="ECECEB"/>
          </a:solidFill>
        </p:spPr>
        <p:txBody>
          <a:bodyPr wrap="square" lIns="457200" rIns="274320" bIns="914400" anchor="ctr">
            <a:noAutofit/>
          </a:bodyPr>
          <a:lstStyle>
            <a:lvl1pPr marL="0" indent="0" algn="ctr">
              <a:buNone/>
              <a:defRPr sz="1200">
                <a:solidFill>
                  <a:schemeClr val="tx1"/>
                </a:solidFill>
              </a:defRPr>
            </a:lvl1pPr>
          </a:lstStyle>
          <a:p>
            <a:r>
              <a:rPr lang="en-US"/>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lvl1pPr>
              <a:defRPr>
                <a:solidFill>
                  <a:schemeClr val="bg1"/>
                </a:solidFill>
              </a:defRPr>
            </a:lvl1pPr>
          </a:lstStyle>
          <a:p>
            <a:fld id="{609EE139-3B1D-4FC0-A0F3-A113B4CC045D}" type="datetime1">
              <a:rPr lang="en-US" smtClean="0"/>
              <a:t>2/11/2026</a:t>
            </a:fld>
            <a:endParaRPr lang="en-US"/>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lvl1pPr>
              <a:defRPr>
                <a:solidFill>
                  <a:schemeClr val="bg1"/>
                </a:solidFill>
              </a:defRPr>
            </a:lvl1pPr>
          </a:lstStyle>
          <a:p>
            <a:r>
              <a:rPr lang="en-US"/>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lvl1pPr>
              <a:defRPr>
                <a:solidFill>
                  <a:schemeClr val="bg1"/>
                </a:solidFill>
              </a:defRPr>
            </a:lvl1pPr>
          </a:lstStyle>
          <a:p>
            <a:fld id="{38826FC0-333C-E549-9FA3-0EE43DF298A3}" type="slidenum">
              <a:rPr lang="en-US" smtClean="0"/>
              <a:pPr/>
              <a:t>‹#›</a:t>
            </a:fld>
            <a:endParaRPr lang="en-US"/>
          </a:p>
        </p:txBody>
      </p:sp>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7448603" y="1536250"/>
            <a:ext cx="4297680" cy="1107996"/>
          </a:xfrm>
        </p:spPr>
        <p:txBody>
          <a:bodyPr wrap="square" anchor="ctr">
            <a:spAutoFit/>
          </a:bodyPr>
          <a:lstStyle>
            <a:lvl1pPr>
              <a:defRPr sz="4000">
                <a:solidFill>
                  <a:schemeClr val="tx1"/>
                </a:solidFill>
              </a:defRPr>
            </a:lvl1pPr>
          </a:lstStyle>
          <a:p>
            <a:r>
              <a:rPr lang="en-US"/>
              <a:t>Click to add divider title</a:t>
            </a:r>
          </a:p>
        </p:txBody>
      </p:sp>
    </p:spTree>
    <p:extLst>
      <p:ext uri="{BB962C8B-B14F-4D97-AF65-F5344CB8AC3E}">
        <p14:creationId xmlns:p14="http://schemas.microsoft.com/office/powerpoint/2010/main" val="2271147822"/>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vider 5 - gradient 1">
    <p:bg>
      <p:bgRef idx="1001">
        <a:schemeClr val="bg1"/>
      </p:bgRef>
    </p:bg>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A000023D-E955-5182-3282-0810B76F4603}"/>
              </a:ext>
            </a:extLst>
          </p:cNvPr>
          <p:cNvPicPr>
            <a:picLocks noChangeAspect="1"/>
          </p:cNvPicPr>
          <p:nvPr userDrawn="1"/>
        </p:nvPicPr>
        <p:blipFill>
          <a:blip r:embed="rId2"/>
          <a:stretch>
            <a:fillRect/>
          </a:stretch>
        </p:blipFill>
        <p:spPr>
          <a:xfrm>
            <a:off x="0" y="0"/>
            <a:ext cx="8749885" cy="6400800"/>
          </a:xfrm>
          <a:prstGeom prst="rect">
            <a:avLst/>
          </a:prstGeom>
        </p:spPr>
      </p:pic>
      <p:sp>
        <p:nvSpPr>
          <p:cNvPr id="43" name="Picture Placeholder 42">
            <a:extLst>
              <a:ext uri="{FF2B5EF4-FFF2-40B4-BE49-F238E27FC236}">
                <a16:creationId xmlns:a16="http://schemas.microsoft.com/office/drawing/2014/main" id="{EC842FEB-95BB-4FB4-3FA3-1E474B85B1F9}"/>
              </a:ext>
            </a:extLst>
          </p:cNvPr>
          <p:cNvSpPr>
            <a:spLocks noGrp="1"/>
          </p:cNvSpPr>
          <p:nvPr>
            <p:ph type="pic" sz="quarter" idx="22" hasCustomPrompt="1"/>
          </p:nvPr>
        </p:nvSpPr>
        <p:spPr>
          <a:xfrm>
            <a:off x="0" y="0"/>
            <a:ext cx="5706399" cy="6401387"/>
          </a:xfrm>
          <a:custGeom>
            <a:avLst/>
            <a:gdLst>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2377440 w 5706399"/>
              <a:gd name="connsiteY13" fmla="*/ 319372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5706399 w 5706399"/>
              <a:gd name="connsiteY13"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936746 h 6392243"/>
              <a:gd name="connsiteX10" fmla="*/ 0 w 5706399"/>
              <a:gd name="connsiteY10" fmla="*/ 1 h 6392243"/>
              <a:gd name="connsiteX11" fmla="*/ 2377440 w 5706399"/>
              <a:gd name="connsiteY11" fmla="*/ 1 h 6392243"/>
              <a:gd name="connsiteX12" fmla="*/ 5706399 w 5706399"/>
              <a:gd name="connsiteY12"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2377440 w 5706399"/>
              <a:gd name="connsiteY10" fmla="*/ 1 h 6392243"/>
              <a:gd name="connsiteX11" fmla="*/ 5706399 w 5706399"/>
              <a:gd name="connsiteY11"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5706399 w 5706399"/>
              <a:gd name="connsiteY10" fmla="*/ 0 h 6392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06399" h="6392243">
                <a:moveTo>
                  <a:pt x="2035486" y="6392186"/>
                </a:moveTo>
                <a:lnTo>
                  <a:pt x="2035518" y="6392243"/>
                </a:lnTo>
                <a:cubicBezTo>
                  <a:pt x="2035502" y="6392229"/>
                  <a:pt x="2035487" y="6392215"/>
                  <a:pt x="2035471" y="6392201"/>
                </a:cubicBezTo>
                <a:lnTo>
                  <a:pt x="2035426" y="6392243"/>
                </a:lnTo>
                <a:cubicBezTo>
                  <a:pt x="2035436" y="6392226"/>
                  <a:pt x="2035446" y="6392210"/>
                  <a:pt x="2035456" y="6392193"/>
                </a:cubicBezTo>
                <a:cubicBezTo>
                  <a:pt x="2035466" y="6392191"/>
                  <a:pt x="2035476" y="6392188"/>
                  <a:pt x="2035486" y="6392186"/>
                </a:cubicBezTo>
                <a:close/>
                <a:moveTo>
                  <a:pt x="5706399" y="0"/>
                </a:moveTo>
                <a:lnTo>
                  <a:pt x="2035473" y="6392162"/>
                </a:lnTo>
                <a:lnTo>
                  <a:pt x="0" y="2725968"/>
                </a:lnTo>
                <a:lnTo>
                  <a:pt x="0" y="1"/>
                </a:lnTo>
                <a:lnTo>
                  <a:pt x="5706399" y="0"/>
                </a:lnTo>
                <a:close/>
              </a:path>
            </a:pathLst>
          </a:custGeom>
          <a:solidFill>
            <a:srgbClr val="ECECEB"/>
          </a:solidFill>
        </p:spPr>
        <p:txBody>
          <a:bodyPr wrap="square" rIns="731520" bIns="914400" anchor="ctr">
            <a:noAutofit/>
          </a:bodyPr>
          <a:lstStyle>
            <a:lvl1pPr marL="0" indent="0" algn="ctr">
              <a:buNone/>
              <a:defRPr sz="1200">
                <a:solidFill>
                  <a:schemeClr val="tx1"/>
                </a:solidFill>
              </a:defRPr>
            </a:lvl1pPr>
          </a:lstStyle>
          <a:p>
            <a:r>
              <a:rPr lang="en-US"/>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black"/>
        <p:txBody>
          <a:bodyPr/>
          <a:lstStyle/>
          <a:p>
            <a:fld id="{3EAF8B40-B29E-414A-9231-017F753B963C}" type="datetime1">
              <a:rPr lang="en-US" smtClean="0"/>
              <a:t>2/11/2026</a:t>
            </a:fld>
            <a:endParaRPr lang="en-US"/>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black">
          <a:xfrm>
            <a:off x="1005840" y="6400800"/>
            <a:ext cx="1371600" cy="228600"/>
          </a:xfrm>
        </p:spPr>
        <p:txBody>
          <a:bodyPr/>
          <a:lstStyle/>
          <a:p>
            <a:r>
              <a:rPr lang="en-US"/>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black"/>
        <p:txBody>
          <a:bodyPr/>
          <a:lstStyle/>
          <a:p>
            <a:fld id="{38826FC0-333C-E549-9FA3-0EE43DF298A3}" type="slidenum">
              <a:rPr lang="en-US" smtClean="0"/>
              <a:pPr/>
              <a:t>‹#›</a:t>
            </a:fld>
            <a:endParaRPr lang="en-US"/>
          </a:p>
        </p:txBody>
      </p:sp>
      <p:sp>
        <p:nvSpPr>
          <p:cNvPr id="44" name="Title 43">
            <a:extLst>
              <a:ext uri="{FF2B5EF4-FFF2-40B4-BE49-F238E27FC236}">
                <a16:creationId xmlns:a16="http://schemas.microsoft.com/office/drawing/2014/main" id="{B01F0658-A406-0A81-8740-42D0296493A0}"/>
              </a:ext>
            </a:extLst>
          </p:cNvPr>
          <p:cNvSpPr>
            <a:spLocks noGrp="1"/>
          </p:cNvSpPr>
          <p:nvPr>
            <p:ph type="title" hasCustomPrompt="1"/>
          </p:nvPr>
        </p:nvSpPr>
        <p:spPr>
          <a:xfrm>
            <a:off x="6107207" y="3429001"/>
            <a:ext cx="5627594" cy="1107996"/>
          </a:xfrm>
        </p:spPr>
        <p:txBody>
          <a:bodyPr>
            <a:spAutoFit/>
          </a:bodyPr>
          <a:lstStyle>
            <a:lvl1pPr>
              <a:defRPr sz="4000"/>
            </a:lvl1pPr>
          </a:lstStyle>
          <a:p>
            <a:r>
              <a:rPr lang="en-US"/>
              <a:t>Click to edit </a:t>
            </a:r>
            <a:br>
              <a:rPr lang="en-US"/>
            </a:br>
            <a:r>
              <a:rPr lang="en-US"/>
              <a:t>divider title</a:t>
            </a:r>
          </a:p>
        </p:txBody>
      </p:sp>
    </p:spTree>
    <p:extLst>
      <p:ext uri="{BB962C8B-B14F-4D97-AF65-F5344CB8AC3E}">
        <p14:creationId xmlns:p14="http://schemas.microsoft.com/office/powerpoint/2010/main" val="2026314163"/>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ivider 5 - gradient 2">
    <p:bg>
      <p:bgRef idx="1001">
        <a:schemeClr val="bg1"/>
      </p:bgRef>
    </p:bg>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2409E97D-0361-7DD7-5A21-A33316BCCCD6}"/>
              </a:ext>
            </a:extLst>
          </p:cNvPr>
          <p:cNvPicPr>
            <a:picLocks noChangeAspect="1"/>
          </p:cNvPicPr>
          <p:nvPr userDrawn="1"/>
        </p:nvPicPr>
        <p:blipFill>
          <a:blip r:embed="rId2"/>
          <a:stretch>
            <a:fillRect/>
          </a:stretch>
        </p:blipFill>
        <p:spPr>
          <a:xfrm>
            <a:off x="0" y="0"/>
            <a:ext cx="8749885" cy="6400800"/>
          </a:xfrm>
          <a:prstGeom prst="rect">
            <a:avLst/>
          </a:prstGeom>
        </p:spPr>
      </p:pic>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black"/>
        <p:txBody>
          <a:bodyPr/>
          <a:lstStyle/>
          <a:p>
            <a:fld id="{9D2A95BB-6B24-408C-A56B-816E9D0158BB}" type="datetime1">
              <a:rPr lang="en-US" smtClean="0"/>
              <a:t>2/11/2026</a:t>
            </a:fld>
            <a:endParaRPr lang="en-US"/>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black">
          <a:xfrm>
            <a:off x="1005840" y="6400800"/>
            <a:ext cx="1371600" cy="228600"/>
          </a:xfrm>
        </p:spPr>
        <p:txBody>
          <a:bodyPr/>
          <a:lstStyle/>
          <a:p>
            <a:r>
              <a:rPr lang="en-US"/>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black"/>
        <p:txBody>
          <a:bodyPr/>
          <a:lstStyle/>
          <a:p>
            <a:fld id="{38826FC0-333C-E549-9FA3-0EE43DF298A3}" type="slidenum">
              <a:rPr lang="en-US" smtClean="0"/>
              <a:pPr/>
              <a:t>‹#›</a:t>
            </a:fld>
            <a:endParaRPr lang="en-US"/>
          </a:p>
        </p:txBody>
      </p:sp>
      <p:sp>
        <p:nvSpPr>
          <p:cNvPr id="2" name="Picture Placeholder 1">
            <a:extLst>
              <a:ext uri="{FF2B5EF4-FFF2-40B4-BE49-F238E27FC236}">
                <a16:creationId xmlns:a16="http://schemas.microsoft.com/office/drawing/2014/main" id="{C783E89B-070C-A8F7-620B-402672D863BE}"/>
              </a:ext>
            </a:extLst>
          </p:cNvPr>
          <p:cNvSpPr>
            <a:spLocks noGrp="1"/>
          </p:cNvSpPr>
          <p:nvPr>
            <p:ph type="pic" sz="quarter" idx="22" hasCustomPrompt="1"/>
          </p:nvPr>
        </p:nvSpPr>
        <p:spPr>
          <a:xfrm>
            <a:off x="0" y="0"/>
            <a:ext cx="5706399" cy="6401387"/>
          </a:xfrm>
          <a:custGeom>
            <a:avLst/>
            <a:gdLst>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2377440 w 5706399"/>
              <a:gd name="connsiteY13" fmla="*/ 319372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5706399 w 5706399"/>
              <a:gd name="connsiteY13"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936746 h 6392243"/>
              <a:gd name="connsiteX10" fmla="*/ 0 w 5706399"/>
              <a:gd name="connsiteY10" fmla="*/ 1 h 6392243"/>
              <a:gd name="connsiteX11" fmla="*/ 2377440 w 5706399"/>
              <a:gd name="connsiteY11" fmla="*/ 1 h 6392243"/>
              <a:gd name="connsiteX12" fmla="*/ 5706399 w 5706399"/>
              <a:gd name="connsiteY12"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2377440 w 5706399"/>
              <a:gd name="connsiteY10" fmla="*/ 1 h 6392243"/>
              <a:gd name="connsiteX11" fmla="*/ 5706399 w 5706399"/>
              <a:gd name="connsiteY11"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5706399 w 5706399"/>
              <a:gd name="connsiteY10" fmla="*/ 0 h 6392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06399" h="6392243">
                <a:moveTo>
                  <a:pt x="2035486" y="6392186"/>
                </a:moveTo>
                <a:lnTo>
                  <a:pt x="2035518" y="6392243"/>
                </a:lnTo>
                <a:cubicBezTo>
                  <a:pt x="2035502" y="6392229"/>
                  <a:pt x="2035487" y="6392215"/>
                  <a:pt x="2035471" y="6392201"/>
                </a:cubicBezTo>
                <a:lnTo>
                  <a:pt x="2035426" y="6392243"/>
                </a:lnTo>
                <a:cubicBezTo>
                  <a:pt x="2035436" y="6392226"/>
                  <a:pt x="2035446" y="6392210"/>
                  <a:pt x="2035456" y="6392193"/>
                </a:cubicBezTo>
                <a:cubicBezTo>
                  <a:pt x="2035466" y="6392191"/>
                  <a:pt x="2035476" y="6392188"/>
                  <a:pt x="2035486" y="6392186"/>
                </a:cubicBezTo>
                <a:close/>
                <a:moveTo>
                  <a:pt x="5706399" y="0"/>
                </a:moveTo>
                <a:lnTo>
                  <a:pt x="2035473" y="6392162"/>
                </a:lnTo>
                <a:lnTo>
                  <a:pt x="0" y="2725968"/>
                </a:lnTo>
                <a:lnTo>
                  <a:pt x="0" y="1"/>
                </a:lnTo>
                <a:lnTo>
                  <a:pt x="5706399" y="0"/>
                </a:lnTo>
                <a:close/>
              </a:path>
            </a:pathLst>
          </a:custGeom>
          <a:solidFill>
            <a:srgbClr val="ECECEB"/>
          </a:solidFill>
        </p:spPr>
        <p:txBody>
          <a:bodyPr wrap="square" rIns="731520" bIns="914400" anchor="ctr">
            <a:noAutofit/>
          </a:bodyPr>
          <a:lstStyle>
            <a:lvl1pPr marL="0" indent="0" algn="ctr">
              <a:buNone/>
              <a:defRPr sz="1200">
                <a:solidFill>
                  <a:schemeClr val="tx1"/>
                </a:solidFill>
              </a:defRPr>
            </a:lvl1pPr>
          </a:lstStyle>
          <a:p>
            <a:r>
              <a:rPr lang="en-US"/>
              <a:t>Click icon, drag, or paste to add picture</a:t>
            </a:r>
          </a:p>
        </p:txBody>
      </p:sp>
      <p:sp>
        <p:nvSpPr>
          <p:cNvPr id="3" name="Title 43">
            <a:extLst>
              <a:ext uri="{FF2B5EF4-FFF2-40B4-BE49-F238E27FC236}">
                <a16:creationId xmlns:a16="http://schemas.microsoft.com/office/drawing/2014/main" id="{6F701354-590A-2F87-01D8-E966A92E9AC2}"/>
              </a:ext>
            </a:extLst>
          </p:cNvPr>
          <p:cNvSpPr>
            <a:spLocks noGrp="1"/>
          </p:cNvSpPr>
          <p:nvPr>
            <p:ph type="title" hasCustomPrompt="1"/>
          </p:nvPr>
        </p:nvSpPr>
        <p:spPr>
          <a:xfrm>
            <a:off x="6107207" y="3429001"/>
            <a:ext cx="5627594" cy="1107996"/>
          </a:xfrm>
        </p:spPr>
        <p:txBody>
          <a:bodyPr>
            <a:spAutoFit/>
          </a:bodyPr>
          <a:lstStyle>
            <a:lvl1pPr>
              <a:defRPr sz="4000"/>
            </a:lvl1pPr>
          </a:lstStyle>
          <a:p>
            <a:r>
              <a:rPr lang="en-US"/>
              <a:t>Click to edit </a:t>
            </a:r>
            <a:br>
              <a:rPr lang="en-US"/>
            </a:br>
            <a:r>
              <a:rPr lang="en-US"/>
              <a:t>divider title</a:t>
            </a:r>
          </a:p>
        </p:txBody>
      </p:sp>
    </p:spTree>
    <p:extLst>
      <p:ext uri="{BB962C8B-B14F-4D97-AF65-F5344CB8AC3E}">
        <p14:creationId xmlns:p14="http://schemas.microsoft.com/office/powerpoint/2010/main" val="1429952451"/>
      </p:ext>
    </p:extLst>
  </p:cSld>
  <p:clrMapOvr>
    <a:overrideClrMapping bg1="lt1" tx1="dk1" bg2="lt2" tx2="dk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Divider 5 - gradient 3">
    <p:bg>
      <p:bgRef idx="1001">
        <a:schemeClr val="bg1"/>
      </p:bgRef>
    </p:bg>
    <p:spTree>
      <p:nvGrpSpPr>
        <p:cNvPr id="1" name=""/>
        <p:cNvGrpSpPr/>
        <p:nvPr/>
      </p:nvGrpSpPr>
      <p:grpSpPr>
        <a:xfrm>
          <a:off x="0" y="0"/>
          <a:ext cx="0" cy="0"/>
          <a:chOff x="0" y="0"/>
          <a:chExt cx="0" cy="0"/>
        </a:xfrm>
      </p:grpSpPr>
      <p:pic>
        <p:nvPicPr>
          <p:cNvPr id="22" name="Picture 21">
            <a:extLst>
              <a:ext uri="{FF2B5EF4-FFF2-40B4-BE49-F238E27FC236}">
                <a16:creationId xmlns:a16="http://schemas.microsoft.com/office/drawing/2014/main" id="{14C4F196-D7A9-ED2E-C141-813614D36A3A}"/>
              </a:ext>
            </a:extLst>
          </p:cNvPr>
          <p:cNvPicPr>
            <a:picLocks noChangeAspect="1"/>
          </p:cNvPicPr>
          <p:nvPr userDrawn="1"/>
        </p:nvPicPr>
        <p:blipFill>
          <a:blip r:embed="rId2"/>
          <a:stretch>
            <a:fillRect/>
          </a:stretch>
        </p:blipFill>
        <p:spPr>
          <a:xfrm>
            <a:off x="0" y="0"/>
            <a:ext cx="8749885" cy="6400800"/>
          </a:xfrm>
          <a:prstGeom prst="rect">
            <a:avLst/>
          </a:prstGeom>
        </p:spPr>
      </p:pic>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black"/>
        <p:txBody>
          <a:bodyPr/>
          <a:lstStyle/>
          <a:p>
            <a:fld id="{8C4B3C08-E32E-46A6-9940-C674B78126A2}" type="datetime1">
              <a:rPr lang="en-US" smtClean="0"/>
              <a:t>2/11/2026</a:t>
            </a:fld>
            <a:endParaRPr lang="en-US"/>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black">
          <a:xfrm>
            <a:off x="1005840" y="6400800"/>
            <a:ext cx="1371600" cy="228600"/>
          </a:xfrm>
        </p:spPr>
        <p:txBody>
          <a:bodyPr/>
          <a:lstStyle/>
          <a:p>
            <a:r>
              <a:rPr lang="en-US"/>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black"/>
        <p:txBody>
          <a:bodyPr/>
          <a:lstStyle/>
          <a:p>
            <a:fld id="{38826FC0-333C-E549-9FA3-0EE43DF298A3}" type="slidenum">
              <a:rPr lang="en-US" smtClean="0"/>
              <a:pPr/>
              <a:t>‹#›</a:t>
            </a:fld>
            <a:endParaRPr lang="en-US"/>
          </a:p>
        </p:txBody>
      </p:sp>
      <p:sp>
        <p:nvSpPr>
          <p:cNvPr id="2" name="Picture Placeholder 1">
            <a:extLst>
              <a:ext uri="{FF2B5EF4-FFF2-40B4-BE49-F238E27FC236}">
                <a16:creationId xmlns:a16="http://schemas.microsoft.com/office/drawing/2014/main" id="{4C31AD8D-BE37-52EE-F12C-2DD4458EFD1C}"/>
              </a:ext>
            </a:extLst>
          </p:cNvPr>
          <p:cNvSpPr>
            <a:spLocks noGrp="1"/>
          </p:cNvSpPr>
          <p:nvPr>
            <p:ph type="pic" sz="quarter" idx="22" hasCustomPrompt="1"/>
          </p:nvPr>
        </p:nvSpPr>
        <p:spPr>
          <a:xfrm>
            <a:off x="0" y="0"/>
            <a:ext cx="5706399" cy="6401387"/>
          </a:xfrm>
          <a:custGeom>
            <a:avLst/>
            <a:gdLst>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2377440 w 5706399"/>
              <a:gd name="connsiteY13" fmla="*/ 319372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5706399 w 5706399"/>
              <a:gd name="connsiteY13"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936746 h 6392243"/>
              <a:gd name="connsiteX10" fmla="*/ 0 w 5706399"/>
              <a:gd name="connsiteY10" fmla="*/ 1 h 6392243"/>
              <a:gd name="connsiteX11" fmla="*/ 2377440 w 5706399"/>
              <a:gd name="connsiteY11" fmla="*/ 1 h 6392243"/>
              <a:gd name="connsiteX12" fmla="*/ 5706399 w 5706399"/>
              <a:gd name="connsiteY12"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2377440 w 5706399"/>
              <a:gd name="connsiteY10" fmla="*/ 1 h 6392243"/>
              <a:gd name="connsiteX11" fmla="*/ 5706399 w 5706399"/>
              <a:gd name="connsiteY11"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5706399 w 5706399"/>
              <a:gd name="connsiteY10" fmla="*/ 0 h 6392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06399" h="6392243">
                <a:moveTo>
                  <a:pt x="2035486" y="6392186"/>
                </a:moveTo>
                <a:lnTo>
                  <a:pt x="2035518" y="6392243"/>
                </a:lnTo>
                <a:cubicBezTo>
                  <a:pt x="2035502" y="6392229"/>
                  <a:pt x="2035487" y="6392215"/>
                  <a:pt x="2035471" y="6392201"/>
                </a:cubicBezTo>
                <a:lnTo>
                  <a:pt x="2035426" y="6392243"/>
                </a:lnTo>
                <a:cubicBezTo>
                  <a:pt x="2035436" y="6392226"/>
                  <a:pt x="2035446" y="6392210"/>
                  <a:pt x="2035456" y="6392193"/>
                </a:cubicBezTo>
                <a:cubicBezTo>
                  <a:pt x="2035466" y="6392191"/>
                  <a:pt x="2035476" y="6392188"/>
                  <a:pt x="2035486" y="6392186"/>
                </a:cubicBezTo>
                <a:close/>
                <a:moveTo>
                  <a:pt x="5706399" y="0"/>
                </a:moveTo>
                <a:lnTo>
                  <a:pt x="2035473" y="6392162"/>
                </a:lnTo>
                <a:lnTo>
                  <a:pt x="0" y="2725968"/>
                </a:lnTo>
                <a:lnTo>
                  <a:pt x="0" y="1"/>
                </a:lnTo>
                <a:lnTo>
                  <a:pt x="5706399" y="0"/>
                </a:lnTo>
                <a:close/>
              </a:path>
            </a:pathLst>
          </a:custGeom>
          <a:solidFill>
            <a:srgbClr val="ECECEB"/>
          </a:solidFill>
        </p:spPr>
        <p:txBody>
          <a:bodyPr wrap="square" rIns="731520" bIns="914400" anchor="ctr">
            <a:noAutofit/>
          </a:bodyPr>
          <a:lstStyle>
            <a:lvl1pPr marL="0" indent="0" algn="ctr">
              <a:buNone/>
              <a:defRPr sz="1200">
                <a:solidFill>
                  <a:schemeClr val="tx1"/>
                </a:solidFill>
              </a:defRPr>
            </a:lvl1pPr>
          </a:lstStyle>
          <a:p>
            <a:r>
              <a:rPr lang="en-US"/>
              <a:t>Click icon, drag, or paste to add picture</a:t>
            </a:r>
          </a:p>
        </p:txBody>
      </p:sp>
      <p:sp>
        <p:nvSpPr>
          <p:cNvPr id="3" name="Title 43">
            <a:extLst>
              <a:ext uri="{FF2B5EF4-FFF2-40B4-BE49-F238E27FC236}">
                <a16:creationId xmlns:a16="http://schemas.microsoft.com/office/drawing/2014/main" id="{142A0D92-C0EF-2935-ECF6-3D38467DA7E3}"/>
              </a:ext>
            </a:extLst>
          </p:cNvPr>
          <p:cNvSpPr>
            <a:spLocks noGrp="1"/>
          </p:cNvSpPr>
          <p:nvPr>
            <p:ph type="title" hasCustomPrompt="1"/>
          </p:nvPr>
        </p:nvSpPr>
        <p:spPr>
          <a:xfrm>
            <a:off x="6107207" y="3429001"/>
            <a:ext cx="5627594" cy="1107996"/>
          </a:xfrm>
        </p:spPr>
        <p:txBody>
          <a:bodyPr>
            <a:spAutoFit/>
          </a:bodyPr>
          <a:lstStyle>
            <a:lvl1pPr>
              <a:defRPr sz="4000"/>
            </a:lvl1pPr>
          </a:lstStyle>
          <a:p>
            <a:r>
              <a:rPr lang="en-US"/>
              <a:t>Click to edit </a:t>
            </a:r>
            <a:br>
              <a:rPr lang="en-US"/>
            </a:br>
            <a:r>
              <a:rPr lang="en-US"/>
              <a:t>divider title</a:t>
            </a:r>
          </a:p>
        </p:txBody>
      </p:sp>
    </p:spTree>
    <p:extLst>
      <p:ext uri="{BB962C8B-B14F-4D97-AF65-F5344CB8AC3E}">
        <p14:creationId xmlns:p14="http://schemas.microsoft.com/office/powerpoint/2010/main" val="3167360719"/>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Content">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951966" y="2407183"/>
            <a:ext cx="10288073" cy="2043636"/>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a:ln>
                  <a:noFill/>
                </a:ln>
                <a:solidFill>
                  <a:srgbClr val="FFFFFF"/>
                </a:solidFill>
                <a:effectLst/>
                <a:uLnTx/>
                <a:uFillTx/>
              </a:rPr>
              <a:t>CONTENT</a:t>
            </a:r>
            <a:endParaRPr kumimoji="0" lang="en-US" sz="7200" b="0" i="1" u="none" strike="noStrike" kern="0" cap="none" spc="0" normalizeH="0" baseline="0" noProof="0">
              <a:ln>
                <a:noFill/>
              </a:ln>
              <a:solidFill>
                <a:srgbClr val="FFFFFF"/>
              </a:solidFill>
              <a:effectLst/>
              <a:uLnTx/>
              <a:uFillTx/>
            </a:endParaRPr>
          </a:p>
        </p:txBody>
      </p:sp>
    </p:spTree>
    <p:extLst>
      <p:ext uri="{BB962C8B-B14F-4D97-AF65-F5344CB8AC3E}">
        <p14:creationId xmlns:p14="http://schemas.microsoft.com/office/powerpoint/2010/main" val="984837384"/>
      </p:ext>
    </p:extLst>
  </p:cSld>
  <p:clrMapOvr>
    <a:overrideClrMapping bg1="dk1" tx1="lt1" bg2="dk2" tx2="lt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p:txBody>
          <a:bodyPr/>
          <a:lstStyle/>
          <a:p>
            <a:pPr lvl="0"/>
            <a:r>
              <a:rPr lang="en-US"/>
              <a:t>Click to add content</a:t>
            </a:r>
          </a:p>
          <a:p>
            <a:pPr lvl="1"/>
            <a:r>
              <a:rPr lang="en-US"/>
              <a:t>2nd level text</a:t>
            </a:r>
          </a:p>
          <a:p>
            <a:pPr lvl="2"/>
            <a:r>
              <a:rPr lang="en-US"/>
              <a:t>3rd level text</a:t>
            </a:r>
          </a:p>
          <a:p>
            <a:pPr lvl="3"/>
            <a:r>
              <a:rPr lang="en-US"/>
              <a:t>4th level text</a:t>
            </a:r>
          </a:p>
          <a:p>
            <a:pPr lvl="4"/>
            <a:r>
              <a:rPr lang="en-US"/>
              <a:t>5th level text</a:t>
            </a:r>
          </a:p>
        </p:txBody>
      </p:sp>
      <p:sp>
        <p:nvSpPr>
          <p:cNvPr id="9" name="Date Placeholder 8">
            <a:extLst>
              <a:ext uri="{FF2B5EF4-FFF2-40B4-BE49-F238E27FC236}">
                <a16:creationId xmlns:a16="http://schemas.microsoft.com/office/drawing/2014/main" id="{3DA6F676-1432-9BD5-293D-3B121AF2F0B9}"/>
              </a:ext>
            </a:extLst>
          </p:cNvPr>
          <p:cNvSpPr>
            <a:spLocks noGrp="1"/>
          </p:cNvSpPr>
          <p:nvPr>
            <p:ph type="dt" sz="half" idx="10"/>
          </p:nvPr>
        </p:nvSpPr>
        <p:spPr/>
        <p:txBody>
          <a:bodyPr/>
          <a:lstStyle/>
          <a:p>
            <a:fld id="{BAA707EB-F149-4F65-A059-3E9202505DFA}" type="datetime1">
              <a:rPr lang="en-US" smtClean="0"/>
              <a:t>2/11/2026</a:t>
            </a:fld>
            <a:endParaRPr lang="en-US"/>
          </a:p>
        </p:txBody>
      </p:sp>
      <p:sp>
        <p:nvSpPr>
          <p:cNvPr id="10" name="Footer Placeholder 9">
            <a:extLst>
              <a:ext uri="{FF2B5EF4-FFF2-40B4-BE49-F238E27FC236}">
                <a16:creationId xmlns:a16="http://schemas.microsoft.com/office/drawing/2014/main" id="{B0C8C277-B1F1-8DA5-6AF5-ACB3ECF2B2EC}"/>
              </a:ext>
            </a:extLst>
          </p:cNvPr>
          <p:cNvSpPr>
            <a:spLocks noGrp="1"/>
          </p:cNvSpPr>
          <p:nvPr>
            <p:ph type="ftr" sz="quarter" idx="11"/>
          </p:nvPr>
        </p:nvSpPr>
        <p:spPr/>
        <p:txBody>
          <a:bodyPr/>
          <a:lstStyle/>
          <a:p>
            <a:r>
              <a:rPr lang="en-US"/>
              <a:t>© 2025–2027 Cognizant | Private</a:t>
            </a:r>
          </a:p>
        </p:txBody>
      </p:sp>
      <p:sp>
        <p:nvSpPr>
          <p:cNvPr id="11" name="Slide Number Placeholder 10">
            <a:extLst>
              <a:ext uri="{FF2B5EF4-FFF2-40B4-BE49-F238E27FC236}">
                <a16:creationId xmlns:a16="http://schemas.microsoft.com/office/drawing/2014/main" id="{80F779E1-4E24-F611-3CF0-B2C64B13509B}"/>
              </a:ext>
            </a:extLst>
          </p:cNvPr>
          <p:cNvSpPr>
            <a:spLocks noGrp="1"/>
          </p:cNvSpPr>
          <p:nvPr>
            <p:ph type="sldNum" sz="quarter" idx="12"/>
          </p:nvPr>
        </p:nvSpPr>
        <p:spPr/>
        <p:txBody>
          <a:bodyPr/>
          <a:lstStyle/>
          <a:p>
            <a:fld id="{38826FC0-333C-E549-9FA3-0EE43DF298A3}" type="slidenum">
              <a:rPr lang="en-US" smtClean="0"/>
              <a:pPr/>
              <a:t>‹#›</a:t>
            </a:fld>
            <a:endParaRPr lang="en-US"/>
          </a:p>
        </p:txBody>
      </p:sp>
    </p:spTree>
    <p:extLst>
      <p:ext uri="{BB962C8B-B14F-4D97-AF65-F5344CB8AC3E}">
        <p14:creationId xmlns:p14="http://schemas.microsoft.com/office/powerpoint/2010/main" val="215414361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Super head, sub head, footnote - Super head, sub head, footnote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457200" y="1447800"/>
            <a:ext cx="7518400" cy="4297680"/>
          </a:xfrm>
        </p:spPr>
        <p:txBody>
          <a:bodyPr/>
          <a:lstStyle/>
          <a:p>
            <a:pPr lvl="0"/>
            <a:r>
              <a:rPr lang="en-US"/>
              <a:t>Click to add content</a:t>
            </a:r>
          </a:p>
          <a:p>
            <a:pPr lvl="1"/>
            <a:r>
              <a:rPr lang="en-US"/>
              <a:t>2nd level text</a:t>
            </a:r>
          </a:p>
          <a:p>
            <a:pPr lvl="2"/>
            <a:r>
              <a:rPr lang="en-US"/>
              <a:t>3rd level text</a:t>
            </a:r>
          </a:p>
          <a:p>
            <a:pPr lvl="3"/>
            <a:r>
              <a:rPr lang="en-US"/>
              <a:t>4th level text</a:t>
            </a:r>
          </a:p>
          <a:p>
            <a:pPr lvl="4"/>
            <a:r>
              <a:rPr lang="en-US"/>
              <a:t>5th level text</a:t>
            </a:r>
          </a:p>
        </p:txBody>
      </p:sp>
      <p:sp>
        <p:nvSpPr>
          <p:cNvPr id="4" name="Text Placeholder 7">
            <a:extLst>
              <a:ext uri="{FF2B5EF4-FFF2-40B4-BE49-F238E27FC236}">
                <a16:creationId xmlns:a16="http://schemas.microsoft.com/office/drawing/2014/main" id="{EDCB0FDA-E923-182E-F7E1-D663EE4D60C4}"/>
              </a:ext>
            </a:extLst>
          </p:cNvPr>
          <p:cNvSpPr>
            <a:spLocks noGrp="1"/>
          </p:cNvSpPr>
          <p:nvPr>
            <p:ph type="body" sz="quarter" idx="14" hasCustomPrompt="1"/>
          </p:nvPr>
        </p:nvSpPr>
        <p:spPr>
          <a:xfrm>
            <a:off x="457200" y="228600"/>
            <a:ext cx="11277600" cy="163956"/>
          </a:xfrm>
        </p:spPr>
        <p:txBody>
          <a:bodyPr anchor="b">
            <a:spAutoFit/>
          </a:bodyPr>
          <a:lstStyle>
            <a:lvl1pPr marL="0" indent="0">
              <a:buNone/>
              <a:defRPr sz="1050">
                <a:solidFill>
                  <a:schemeClr val="accent2"/>
                </a:solidFill>
              </a:defRPr>
            </a:lvl1pPr>
          </a:lstStyle>
          <a:p>
            <a:pPr lvl="0"/>
            <a:r>
              <a:rPr lang="en-US"/>
              <a:t>Super head</a:t>
            </a:r>
          </a:p>
        </p:txBody>
      </p:sp>
      <p:sp>
        <p:nvSpPr>
          <p:cNvPr id="8" name="Text Placeholder 7">
            <a:extLst>
              <a:ext uri="{FF2B5EF4-FFF2-40B4-BE49-F238E27FC236}">
                <a16:creationId xmlns:a16="http://schemas.microsoft.com/office/drawing/2014/main" id="{8D4F1D73-B5B0-2DD9-9E22-084F619A1164}"/>
              </a:ext>
            </a:extLst>
          </p:cNvPr>
          <p:cNvSpPr>
            <a:spLocks noGrp="1"/>
          </p:cNvSpPr>
          <p:nvPr>
            <p:ph type="body" sz="quarter" idx="15" hasCustomPrompt="1"/>
          </p:nvPr>
        </p:nvSpPr>
        <p:spPr>
          <a:xfrm>
            <a:off x="457200" y="822960"/>
            <a:ext cx="11277600" cy="281039"/>
          </a:xfrm>
        </p:spPr>
        <p:txBody>
          <a:bodyPr anchor="t">
            <a:spAutoFit/>
          </a:bodyPr>
          <a:lstStyle>
            <a:lvl1pPr marL="0" indent="0">
              <a:lnSpc>
                <a:spcPct val="100000"/>
              </a:lnSpc>
              <a:buNone/>
              <a:defRPr sz="1800">
                <a:solidFill>
                  <a:schemeClr val="accent2"/>
                </a:solidFill>
              </a:defRPr>
            </a:lvl1pPr>
          </a:lstStyle>
          <a:p>
            <a:pPr lvl="0"/>
            <a:r>
              <a:rPr lang="en-US"/>
              <a:t>Subhead</a:t>
            </a:r>
          </a:p>
        </p:txBody>
      </p:sp>
      <p:sp>
        <p:nvSpPr>
          <p:cNvPr id="9" name="Text Placeholder 7">
            <a:extLst>
              <a:ext uri="{FF2B5EF4-FFF2-40B4-BE49-F238E27FC236}">
                <a16:creationId xmlns:a16="http://schemas.microsoft.com/office/drawing/2014/main" id="{8B225166-D739-CEC1-F817-8B08A1CA46F7}"/>
              </a:ext>
            </a:extLst>
          </p:cNvPr>
          <p:cNvSpPr>
            <a:spLocks noGrp="1"/>
          </p:cNvSpPr>
          <p:nvPr>
            <p:ph type="body" sz="quarter" idx="16" hasCustomPrompt="1"/>
          </p:nvPr>
        </p:nvSpPr>
        <p:spPr>
          <a:xfrm>
            <a:off x="457200" y="5947090"/>
            <a:ext cx="7518400" cy="124906"/>
          </a:xfrm>
        </p:spPr>
        <p:txBody>
          <a:bodyPr wrap="square" anchor="t" anchorCtr="0">
            <a:spAutoFit/>
          </a:bodyPr>
          <a:lstStyle>
            <a:lvl1pPr marL="0" indent="0">
              <a:buNone/>
              <a:defRPr sz="800">
                <a:solidFill>
                  <a:schemeClr val="accent6">
                    <a:lumMod val="50000"/>
                  </a:schemeClr>
                </a:solidFill>
              </a:defRPr>
            </a:lvl1pPr>
          </a:lstStyle>
          <a:p>
            <a:pPr lvl="0"/>
            <a:r>
              <a:rPr lang="en-US"/>
              <a:t>Insert source or footnote here</a:t>
            </a:r>
          </a:p>
        </p:txBody>
      </p:sp>
      <p:sp>
        <p:nvSpPr>
          <p:cNvPr id="10" name="Date Placeholder 9">
            <a:extLst>
              <a:ext uri="{FF2B5EF4-FFF2-40B4-BE49-F238E27FC236}">
                <a16:creationId xmlns:a16="http://schemas.microsoft.com/office/drawing/2014/main" id="{BB09AAF3-3252-489D-5FB0-6293AC9FF0F1}"/>
              </a:ext>
            </a:extLst>
          </p:cNvPr>
          <p:cNvSpPr>
            <a:spLocks noGrp="1"/>
          </p:cNvSpPr>
          <p:nvPr>
            <p:ph type="dt" sz="half" idx="17"/>
          </p:nvPr>
        </p:nvSpPr>
        <p:spPr/>
        <p:txBody>
          <a:bodyPr/>
          <a:lstStyle/>
          <a:p>
            <a:fld id="{163F489F-9B53-4FCC-B3C2-252173530A19}" type="datetime1">
              <a:rPr lang="en-US" smtClean="0"/>
              <a:t>2/11/2026</a:t>
            </a:fld>
            <a:endParaRPr lang="en-US"/>
          </a:p>
        </p:txBody>
      </p:sp>
      <p:sp>
        <p:nvSpPr>
          <p:cNvPr id="11" name="Footer Placeholder 10">
            <a:extLst>
              <a:ext uri="{FF2B5EF4-FFF2-40B4-BE49-F238E27FC236}">
                <a16:creationId xmlns:a16="http://schemas.microsoft.com/office/drawing/2014/main" id="{0D47B63B-3488-B9A8-9702-4FB8F539BC94}"/>
              </a:ext>
            </a:extLst>
          </p:cNvPr>
          <p:cNvSpPr>
            <a:spLocks noGrp="1"/>
          </p:cNvSpPr>
          <p:nvPr>
            <p:ph type="ftr" sz="quarter" idx="18"/>
          </p:nvPr>
        </p:nvSpPr>
        <p:spPr/>
        <p:txBody>
          <a:bodyPr/>
          <a:lstStyle/>
          <a:p>
            <a:r>
              <a:rPr lang="en-US"/>
              <a:t>© 2025–2027 Cognizant | Private</a:t>
            </a:r>
          </a:p>
        </p:txBody>
      </p:sp>
      <p:sp>
        <p:nvSpPr>
          <p:cNvPr id="12" name="Slide Number Placeholder 11">
            <a:extLst>
              <a:ext uri="{FF2B5EF4-FFF2-40B4-BE49-F238E27FC236}">
                <a16:creationId xmlns:a16="http://schemas.microsoft.com/office/drawing/2014/main" id="{1BA67573-B992-F2E1-F4A6-9434D3134383}"/>
              </a:ext>
            </a:extLst>
          </p:cNvPr>
          <p:cNvSpPr>
            <a:spLocks noGrp="1"/>
          </p:cNvSpPr>
          <p:nvPr>
            <p:ph type="sldNum" sz="quarter" idx="19"/>
          </p:nvPr>
        </p:nvSpPr>
        <p:spPr/>
        <p:txBody>
          <a:bodyPr/>
          <a:lstStyle/>
          <a:p>
            <a:fld id="{38826FC0-333C-E549-9FA3-0EE43DF298A3}" type="slidenum">
              <a:rPr lang="en-US" smtClean="0"/>
              <a:pPr/>
              <a:t>‹#›</a:t>
            </a:fld>
            <a:endParaRPr lang="en-US"/>
          </a:p>
        </p:txBody>
      </p:sp>
    </p:spTree>
    <p:extLst>
      <p:ext uri="{BB962C8B-B14F-4D97-AF65-F5344CB8AC3E}">
        <p14:creationId xmlns:p14="http://schemas.microsoft.com/office/powerpoint/2010/main" val="109232931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reserve="1">
  <p:cSld name="Title Only - light">
    <p:spTree>
      <p:nvGrpSpPr>
        <p:cNvPr id="1" name=""/>
        <p:cNvGrpSpPr/>
        <p:nvPr/>
      </p:nvGrpSpPr>
      <p:grpSpPr>
        <a:xfrm>
          <a:off x="0" y="0"/>
          <a:ext cx="0" cy="0"/>
          <a:chOff x="0" y="0"/>
          <a:chExt cx="0" cy="0"/>
        </a:xfrm>
      </p:grpSpPr>
      <p:sp>
        <p:nvSpPr>
          <p:cNvPr id="4" name="Do not remove" hidden="1">
            <a:extLst>
              <a:ext uri="{FF2B5EF4-FFF2-40B4-BE49-F238E27FC236}">
                <a16:creationId xmlns:a16="http://schemas.microsoft.com/office/drawing/2014/main" id="{AE93934B-F4CE-AD9A-35D6-CC331792B5C3}"/>
              </a:ext>
            </a:extLst>
          </p:cNvPr>
          <p:cNvSpPr/>
          <p:nvPr userDrawn="1">
            <p:custDataLst>
              <p:tags r:id="rId1"/>
            </p:custDataLst>
          </p:nvPr>
        </p:nvSpPr>
        <p:spPr>
          <a:xfrm>
            <a:off x="0" y="0"/>
            <a:ext cx="12700" cy="12700"/>
          </a:xfrm>
          <a:prstGeom prst="octagon">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3CA3A05-DC05-1CC5-ED65-5734138EE80C}"/>
              </a:ext>
            </a:extLst>
          </p:cNvPr>
          <p:cNvSpPr>
            <a:spLocks noGrp="1"/>
          </p:cNvSpPr>
          <p:nvPr>
            <p:ph type="title" hasCustomPrompt="1"/>
          </p:nvPr>
        </p:nvSpPr>
        <p:spPr/>
        <p:txBody>
          <a:bodyPr/>
          <a:lstStyle/>
          <a:p>
            <a:r>
              <a:rPr lang="en-US"/>
              <a:t>Click to add title</a:t>
            </a:r>
          </a:p>
        </p:txBody>
      </p:sp>
      <p:sp>
        <p:nvSpPr>
          <p:cNvPr id="3" name="Date Placeholder 2">
            <a:extLst>
              <a:ext uri="{FF2B5EF4-FFF2-40B4-BE49-F238E27FC236}">
                <a16:creationId xmlns:a16="http://schemas.microsoft.com/office/drawing/2014/main" id="{84022F7E-4713-F54B-0D06-50B8F5080741}"/>
              </a:ext>
            </a:extLst>
          </p:cNvPr>
          <p:cNvSpPr>
            <a:spLocks noGrp="1"/>
          </p:cNvSpPr>
          <p:nvPr>
            <p:ph type="dt" sz="half" idx="10"/>
          </p:nvPr>
        </p:nvSpPr>
        <p:spPr/>
        <p:txBody>
          <a:bodyPr/>
          <a:lstStyle/>
          <a:p>
            <a:fld id="{32523293-0015-4865-92C0-63029C67C08B}" type="datetime1">
              <a:rPr lang="en-US" smtClean="0"/>
              <a:t>2/11/2026</a:t>
            </a:fld>
            <a:endParaRPr lang="en-US"/>
          </a:p>
        </p:txBody>
      </p:sp>
      <p:sp>
        <p:nvSpPr>
          <p:cNvPr id="7" name="Footer Placeholder 6">
            <a:extLst>
              <a:ext uri="{FF2B5EF4-FFF2-40B4-BE49-F238E27FC236}">
                <a16:creationId xmlns:a16="http://schemas.microsoft.com/office/drawing/2014/main" id="{E800DDDC-1A7E-DB83-3DF7-C1422F0007E3}"/>
              </a:ext>
            </a:extLst>
          </p:cNvPr>
          <p:cNvSpPr>
            <a:spLocks noGrp="1"/>
          </p:cNvSpPr>
          <p:nvPr>
            <p:ph type="ftr" sz="quarter" idx="11"/>
          </p:nvPr>
        </p:nvSpPr>
        <p:spPr/>
        <p:txBody>
          <a:bodyPr/>
          <a:lstStyle/>
          <a:p>
            <a:r>
              <a:rPr lang="en-US"/>
              <a:t>© 2025–2027 Cognizant | Private</a:t>
            </a:r>
          </a:p>
        </p:txBody>
      </p:sp>
      <p:sp>
        <p:nvSpPr>
          <p:cNvPr id="8" name="Slide Number Placeholder 7">
            <a:extLst>
              <a:ext uri="{FF2B5EF4-FFF2-40B4-BE49-F238E27FC236}">
                <a16:creationId xmlns:a16="http://schemas.microsoft.com/office/drawing/2014/main" id="{ACBA0657-9DC2-4B9A-96F7-59E8C05D92C8}"/>
              </a:ext>
            </a:extLst>
          </p:cNvPr>
          <p:cNvSpPr>
            <a:spLocks noGrp="1"/>
          </p:cNvSpPr>
          <p:nvPr>
            <p:ph type="sldNum" sz="quarter" idx="12"/>
          </p:nvPr>
        </p:nvSpPr>
        <p:spPr/>
        <p:txBody>
          <a:bodyPr/>
          <a:lstStyle/>
          <a:p>
            <a:fld id="{38826FC0-333C-E549-9FA3-0EE43DF298A3}" type="slidenum">
              <a:rPr lang="en-US" smtClean="0"/>
              <a:pPr/>
              <a:t>‹#›</a:t>
            </a:fld>
            <a:endParaRPr lang="en-US"/>
          </a:p>
        </p:txBody>
      </p:sp>
    </p:spTree>
    <p:extLst>
      <p:ext uri="{BB962C8B-B14F-4D97-AF65-F5344CB8AC3E}">
        <p14:creationId xmlns:p14="http://schemas.microsoft.com/office/powerpoint/2010/main" val="84711064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A86AB16-C89B-C286-D054-A2D5DB5C460C}"/>
              </a:ext>
            </a:extLst>
          </p:cNvPr>
          <p:cNvSpPr>
            <a:spLocks noGrp="1"/>
          </p:cNvSpPr>
          <p:nvPr>
            <p:ph type="title" hasCustomPrompt="1"/>
          </p:nvPr>
        </p:nvSpPr>
        <p:spPr>
          <a:xfrm>
            <a:off x="457200" y="-357975"/>
            <a:ext cx="11277600" cy="193899"/>
          </a:xfrm>
        </p:spPr>
        <p:txBody>
          <a:bodyPr anchor="b" anchorCtr="0"/>
          <a:lstStyle>
            <a:lvl1pPr>
              <a:defRPr sz="1400"/>
            </a:lvl1pPr>
          </a:lstStyle>
          <a:p>
            <a:r>
              <a:rPr lang="en-US"/>
              <a:t>Click to add title (for accessibility purposes)</a:t>
            </a:r>
          </a:p>
        </p:txBody>
      </p:sp>
      <p:sp>
        <p:nvSpPr>
          <p:cNvPr id="2" name="Date Placeholder 1">
            <a:extLst>
              <a:ext uri="{FF2B5EF4-FFF2-40B4-BE49-F238E27FC236}">
                <a16:creationId xmlns:a16="http://schemas.microsoft.com/office/drawing/2014/main" id="{782BD780-BD7C-D16D-9867-3767997FAF91}"/>
              </a:ext>
            </a:extLst>
          </p:cNvPr>
          <p:cNvSpPr>
            <a:spLocks noGrp="1"/>
          </p:cNvSpPr>
          <p:nvPr>
            <p:ph type="dt" sz="half" idx="10"/>
          </p:nvPr>
        </p:nvSpPr>
        <p:spPr/>
        <p:txBody>
          <a:bodyPr/>
          <a:lstStyle/>
          <a:p>
            <a:fld id="{D0AD1154-7DA6-4D00-9C05-2C627858BDDF}" type="datetime1">
              <a:rPr lang="en-US" smtClean="0"/>
              <a:t>2/11/2026</a:t>
            </a:fld>
            <a:endParaRPr lang="en-US"/>
          </a:p>
        </p:txBody>
      </p:sp>
      <p:sp>
        <p:nvSpPr>
          <p:cNvPr id="7" name="Footer Placeholder 6">
            <a:extLst>
              <a:ext uri="{FF2B5EF4-FFF2-40B4-BE49-F238E27FC236}">
                <a16:creationId xmlns:a16="http://schemas.microsoft.com/office/drawing/2014/main" id="{A5ABA333-FF45-AB19-E8F1-74BC796D7D7D}"/>
              </a:ext>
            </a:extLst>
          </p:cNvPr>
          <p:cNvSpPr>
            <a:spLocks noGrp="1"/>
          </p:cNvSpPr>
          <p:nvPr>
            <p:ph type="ftr" sz="quarter" idx="11"/>
          </p:nvPr>
        </p:nvSpPr>
        <p:spPr/>
        <p:txBody>
          <a:bodyPr/>
          <a:lstStyle/>
          <a:p>
            <a:r>
              <a:rPr lang="en-US"/>
              <a:t>© 2025–2027 Cognizant | Private</a:t>
            </a:r>
          </a:p>
        </p:txBody>
      </p:sp>
      <p:sp>
        <p:nvSpPr>
          <p:cNvPr id="8" name="Slide Number Placeholder 7">
            <a:extLst>
              <a:ext uri="{FF2B5EF4-FFF2-40B4-BE49-F238E27FC236}">
                <a16:creationId xmlns:a16="http://schemas.microsoft.com/office/drawing/2014/main" id="{D83C6AAA-8E03-CCE1-302E-C26D372E0547}"/>
              </a:ext>
            </a:extLst>
          </p:cNvPr>
          <p:cNvSpPr>
            <a:spLocks noGrp="1"/>
          </p:cNvSpPr>
          <p:nvPr>
            <p:ph type="sldNum" sz="quarter" idx="12"/>
          </p:nvPr>
        </p:nvSpPr>
        <p:spPr/>
        <p:txBody>
          <a:bodyPr/>
          <a:lstStyle/>
          <a:p>
            <a:fld id="{38826FC0-333C-E549-9FA3-0EE43DF298A3}" type="slidenum">
              <a:rPr lang="en-US" smtClean="0"/>
              <a:pPr/>
              <a:t>‹#›</a:t>
            </a:fld>
            <a:endParaRPr lang="en-US"/>
          </a:p>
        </p:txBody>
      </p:sp>
    </p:spTree>
    <p:extLst>
      <p:ext uri="{BB962C8B-B14F-4D97-AF65-F5344CB8AC3E}">
        <p14:creationId xmlns:p14="http://schemas.microsoft.com/office/powerpoint/2010/main" val="414041002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wo column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40CFA-C95C-83CB-71E9-4274D942BC47}"/>
              </a:ext>
            </a:extLst>
          </p:cNvPr>
          <p:cNvSpPr>
            <a:spLocks noGrp="1"/>
          </p:cNvSpPr>
          <p:nvPr>
            <p:ph type="title" hasCustomPrompt="1"/>
          </p:nvPr>
        </p:nvSpPr>
        <p:spPr>
          <a:xfrm>
            <a:off x="457200" y="457200"/>
            <a:ext cx="11277600" cy="332399"/>
          </a:xfrm>
        </p:spPr>
        <p:txBody>
          <a:bodyPr/>
          <a:lstStyle/>
          <a:p>
            <a:r>
              <a:rPr lang="en-US"/>
              <a:t>Click to add title</a:t>
            </a:r>
          </a:p>
        </p:txBody>
      </p:sp>
      <p:sp>
        <p:nvSpPr>
          <p:cNvPr id="3" name="Text Placeholder 2">
            <a:extLst>
              <a:ext uri="{FF2B5EF4-FFF2-40B4-BE49-F238E27FC236}">
                <a16:creationId xmlns:a16="http://schemas.microsoft.com/office/drawing/2014/main" id="{2FBB040B-AA5C-6A8F-D56C-52A1535E2C6D}"/>
              </a:ext>
            </a:extLst>
          </p:cNvPr>
          <p:cNvSpPr>
            <a:spLocks noGrp="1"/>
          </p:cNvSpPr>
          <p:nvPr>
            <p:ph type="body" idx="1" hasCustomPrompt="1"/>
          </p:nvPr>
        </p:nvSpPr>
        <p:spPr>
          <a:xfrm>
            <a:off x="457199" y="1447800"/>
            <a:ext cx="5212080" cy="281103"/>
          </a:xfrm>
        </p:spPr>
        <p:txBody>
          <a:bodyPr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Subtitle</a:t>
            </a:r>
          </a:p>
        </p:txBody>
      </p:sp>
      <p:sp>
        <p:nvSpPr>
          <p:cNvPr id="4" name="Content Placeholder 3">
            <a:extLst>
              <a:ext uri="{FF2B5EF4-FFF2-40B4-BE49-F238E27FC236}">
                <a16:creationId xmlns:a16="http://schemas.microsoft.com/office/drawing/2014/main" id="{D0973171-3D9B-E0BE-A9C6-BFF552EC6163}"/>
              </a:ext>
            </a:extLst>
          </p:cNvPr>
          <p:cNvSpPr>
            <a:spLocks noGrp="1"/>
          </p:cNvSpPr>
          <p:nvPr>
            <p:ph sz="half" idx="2" hasCustomPrompt="1"/>
          </p:nvPr>
        </p:nvSpPr>
        <p:spPr>
          <a:xfrm>
            <a:off x="457199" y="1943099"/>
            <a:ext cx="5212080" cy="3840480"/>
          </a:xfrm>
        </p:spPr>
        <p:txBody>
          <a:bodyPr/>
          <a:lstStyle/>
          <a:p>
            <a:pPr lvl="0"/>
            <a:r>
              <a:rPr lang="en-US"/>
              <a:t>Click to add content</a:t>
            </a:r>
          </a:p>
          <a:p>
            <a:pPr lvl="1"/>
            <a:r>
              <a:rPr lang="en-US"/>
              <a:t>2nd level text</a:t>
            </a:r>
          </a:p>
          <a:p>
            <a:pPr lvl="2"/>
            <a:r>
              <a:rPr lang="en-US"/>
              <a:t>3rd level text</a:t>
            </a:r>
          </a:p>
          <a:p>
            <a:pPr lvl="3"/>
            <a:r>
              <a:rPr lang="en-US"/>
              <a:t>4th level text</a:t>
            </a:r>
          </a:p>
          <a:p>
            <a:pPr lvl="4"/>
            <a:r>
              <a:rPr lang="en-US"/>
              <a:t>5th level text</a:t>
            </a:r>
          </a:p>
        </p:txBody>
      </p:sp>
      <p:sp>
        <p:nvSpPr>
          <p:cNvPr id="5" name="Text Placeholder 4">
            <a:extLst>
              <a:ext uri="{FF2B5EF4-FFF2-40B4-BE49-F238E27FC236}">
                <a16:creationId xmlns:a16="http://schemas.microsoft.com/office/drawing/2014/main" id="{73D4243E-50F7-E6A4-A28E-F299D4BD0477}"/>
              </a:ext>
            </a:extLst>
          </p:cNvPr>
          <p:cNvSpPr>
            <a:spLocks noGrp="1"/>
          </p:cNvSpPr>
          <p:nvPr>
            <p:ph type="body" sz="quarter" idx="3" hasCustomPrompt="1"/>
          </p:nvPr>
        </p:nvSpPr>
        <p:spPr>
          <a:xfrm>
            <a:off x="6522720" y="1447800"/>
            <a:ext cx="5183188" cy="281103"/>
          </a:xfrm>
        </p:spPr>
        <p:txBody>
          <a:bodyPr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Subtitle</a:t>
            </a:r>
          </a:p>
        </p:txBody>
      </p:sp>
      <p:sp>
        <p:nvSpPr>
          <p:cNvPr id="6" name="Content Placeholder 5">
            <a:extLst>
              <a:ext uri="{FF2B5EF4-FFF2-40B4-BE49-F238E27FC236}">
                <a16:creationId xmlns:a16="http://schemas.microsoft.com/office/drawing/2014/main" id="{E9290F11-9C52-DB05-1E6C-9491409F37B3}"/>
              </a:ext>
            </a:extLst>
          </p:cNvPr>
          <p:cNvSpPr>
            <a:spLocks noGrp="1"/>
          </p:cNvSpPr>
          <p:nvPr>
            <p:ph sz="quarter" idx="4" hasCustomPrompt="1"/>
          </p:nvPr>
        </p:nvSpPr>
        <p:spPr>
          <a:xfrm>
            <a:off x="6522720" y="1943099"/>
            <a:ext cx="5212080" cy="3840480"/>
          </a:xfrm>
        </p:spPr>
        <p:txBody>
          <a:bodyPr/>
          <a:lstStyle>
            <a:lvl1pPr marL="0" indent="0">
              <a:buNone/>
              <a:defRPr/>
            </a:lvl1pPr>
          </a:lstStyle>
          <a:p>
            <a:pPr marL="182880" marR="0" lvl="0" indent="-182880" algn="l" defTabSz="914400" rtl="0" eaLnBrk="1" fontAlgn="auto" latinLnBrk="0" hangingPunct="1">
              <a:lnSpc>
                <a:spcPct val="110000"/>
              </a:lnSpc>
              <a:spcBef>
                <a:spcPts val="600"/>
              </a:spcBef>
              <a:spcAft>
                <a:spcPts val="0"/>
              </a:spcAft>
              <a:buClr>
                <a:schemeClr val="tx1"/>
              </a:buClr>
              <a:buSzTx/>
              <a:buFont typeface="Arial" panose="020B0604020202020204" pitchFamily="34" charset="0"/>
              <a:buChar char="•"/>
              <a:tabLst/>
              <a:defRPr/>
            </a:pPr>
            <a:r>
              <a:rPr lang="en-US"/>
              <a:t>Click to add content</a:t>
            </a:r>
          </a:p>
          <a:p>
            <a:pPr lvl="1"/>
            <a:r>
              <a:rPr lang="en-US"/>
              <a:t>2nd level text</a:t>
            </a:r>
          </a:p>
          <a:p>
            <a:pPr lvl="2"/>
            <a:r>
              <a:rPr lang="en-US"/>
              <a:t>3rd level text</a:t>
            </a:r>
          </a:p>
          <a:p>
            <a:pPr lvl="3"/>
            <a:r>
              <a:rPr lang="en-US"/>
              <a:t>4th level text</a:t>
            </a:r>
          </a:p>
          <a:p>
            <a:pPr lvl="4"/>
            <a:r>
              <a:rPr lang="en-US"/>
              <a:t>5th level text</a:t>
            </a:r>
          </a:p>
        </p:txBody>
      </p:sp>
      <p:cxnSp>
        <p:nvCxnSpPr>
          <p:cNvPr id="11" name="Straight Connector 10">
            <a:extLst>
              <a:ext uri="{FF2B5EF4-FFF2-40B4-BE49-F238E27FC236}">
                <a16:creationId xmlns:a16="http://schemas.microsoft.com/office/drawing/2014/main" id="{CAC5B4FD-126E-C923-20FE-0F5752D73F74}"/>
              </a:ext>
            </a:extLst>
          </p:cNvPr>
          <p:cNvCxnSpPr>
            <a:cxnSpLocks/>
          </p:cNvCxnSpPr>
          <p:nvPr/>
        </p:nvCxnSpPr>
        <p:spPr>
          <a:xfrm>
            <a:off x="6096000" y="1444752"/>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2" name="Date Placeholder 11">
            <a:extLst>
              <a:ext uri="{FF2B5EF4-FFF2-40B4-BE49-F238E27FC236}">
                <a16:creationId xmlns:a16="http://schemas.microsoft.com/office/drawing/2014/main" id="{3935A7ED-6F86-9D0C-DCB0-7B1E2AC5270D}"/>
              </a:ext>
            </a:extLst>
          </p:cNvPr>
          <p:cNvSpPr>
            <a:spLocks noGrp="1"/>
          </p:cNvSpPr>
          <p:nvPr>
            <p:ph type="dt" sz="half" idx="10"/>
          </p:nvPr>
        </p:nvSpPr>
        <p:spPr/>
        <p:txBody>
          <a:bodyPr/>
          <a:lstStyle/>
          <a:p>
            <a:fld id="{CF52D24F-A919-4C36-9BB0-CC56D69F5134}" type="datetime1">
              <a:rPr lang="en-US" smtClean="0"/>
              <a:t>2/11/2026</a:t>
            </a:fld>
            <a:endParaRPr lang="en-US"/>
          </a:p>
        </p:txBody>
      </p:sp>
      <p:sp>
        <p:nvSpPr>
          <p:cNvPr id="13" name="Footer Placeholder 12">
            <a:extLst>
              <a:ext uri="{FF2B5EF4-FFF2-40B4-BE49-F238E27FC236}">
                <a16:creationId xmlns:a16="http://schemas.microsoft.com/office/drawing/2014/main" id="{3B6D255F-8835-8DBB-9F90-569D07917B7B}"/>
              </a:ext>
            </a:extLst>
          </p:cNvPr>
          <p:cNvSpPr>
            <a:spLocks noGrp="1"/>
          </p:cNvSpPr>
          <p:nvPr>
            <p:ph type="ftr" sz="quarter" idx="11"/>
          </p:nvPr>
        </p:nvSpPr>
        <p:spPr/>
        <p:txBody>
          <a:bodyPr/>
          <a:lstStyle/>
          <a:p>
            <a:r>
              <a:rPr lang="en-US"/>
              <a:t>© 2025–2027 Cognizant | Private</a:t>
            </a:r>
          </a:p>
        </p:txBody>
      </p:sp>
      <p:sp>
        <p:nvSpPr>
          <p:cNvPr id="14" name="Slide Number Placeholder 13">
            <a:extLst>
              <a:ext uri="{FF2B5EF4-FFF2-40B4-BE49-F238E27FC236}">
                <a16:creationId xmlns:a16="http://schemas.microsoft.com/office/drawing/2014/main" id="{22927497-DF06-5FD3-E29B-027FB589C8A5}"/>
              </a:ext>
            </a:extLst>
          </p:cNvPr>
          <p:cNvSpPr>
            <a:spLocks noGrp="1"/>
          </p:cNvSpPr>
          <p:nvPr>
            <p:ph type="sldNum" sz="quarter" idx="12"/>
          </p:nvPr>
        </p:nvSpPr>
        <p:spPr/>
        <p:txBody>
          <a:bodyPr/>
          <a:lstStyle/>
          <a:p>
            <a:fld id="{38826FC0-333C-E549-9FA3-0EE43DF298A3}" type="slidenum">
              <a:rPr lang="en-US" smtClean="0"/>
              <a:pPr/>
              <a:t>‹#›</a:t>
            </a:fld>
            <a:endParaRPr lang="en-US"/>
          </a:p>
        </p:txBody>
      </p:sp>
    </p:spTree>
    <p:extLst>
      <p:ext uri="{BB962C8B-B14F-4D97-AF65-F5344CB8AC3E}">
        <p14:creationId xmlns:p14="http://schemas.microsoft.com/office/powerpoint/2010/main" val="93345791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hree column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40CFA-C95C-83CB-71E9-4274D942BC47}"/>
              </a:ext>
            </a:extLst>
          </p:cNvPr>
          <p:cNvSpPr>
            <a:spLocks noGrp="1"/>
          </p:cNvSpPr>
          <p:nvPr>
            <p:ph type="title" hasCustomPrompt="1"/>
          </p:nvPr>
        </p:nvSpPr>
        <p:spPr>
          <a:xfrm>
            <a:off x="457200" y="457200"/>
            <a:ext cx="11277600" cy="332399"/>
          </a:xfrm>
        </p:spPr>
        <p:txBody>
          <a:bodyPr/>
          <a:lstStyle/>
          <a:p>
            <a:r>
              <a:rPr lang="en-US"/>
              <a:t>Click to add title</a:t>
            </a:r>
          </a:p>
        </p:txBody>
      </p:sp>
      <p:sp>
        <p:nvSpPr>
          <p:cNvPr id="3" name="Text Placeholder 2">
            <a:extLst>
              <a:ext uri="{FF2B5EF4-FFF2-40B4-BE49-F238E27FC236}">
                <a16:creationId xmlns:a16="http://schemas.microsoft.com/office/drawing/2014/main" id="{2FBB040B-AA5C-6A8F-D56C-52A1535E2C6D}"/>
              </a:ext>
            </a:extLst>
          </p:cNvPr>
          <p:cNvSpPr>
            <a:spLocks noGrp="1"/>
          </p:cNvSpPr>
          <p:nvPr>
            <p:ph type="body" idx="1" hasCustomPrompt="1"/>
          </p:nvPr>
        </p:nvSpPr>
        <p:spPr>
          <a:xfrm>
            <a:off x="457200" y="1444752"/>
            <a:ext cx="3474720" cy="281103"/>
          </a:xfrm>
        </p:spPr>
        <p:txBody>
          <a:bodyPr wrap="square"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Subtitle</a:t>
            </a:r>
          </a:p>
        </p:txBody>
      </p:sp>
      <p:sp>
        <p:nvSpPr>
          <p:cNvPr id="4" name="Content Placeholder 3">
            <a:extLst>
              <a:ext uri="{FF2B5EF4-FFF2-40B4-BE49-F238E27FC236}">
                <a16:creationId xmlns:a16="http://schemas.microsoft.com/office/drawing/2014/main" id="{D0973171-3D9B-E0BE-A9C6-BFF552EC6163}"/>
              </a:ext>
            </a:extLst>
          </p:cNvPr>
          <p:cNvSpPr>
            <a:spLocks noGrp="1"/>
          </p:cNvSpPr>
          <p:nvPr>
            <p:ph sz="half" idx="2" hasCustomPrompt="1"/>
          </p:nvPr>
        </p:nvSpPr>
        <p:spPr>
          <a:xfrm>
            <a:off x="457199" y="1943099"/>
            <a:ext cx="3474720" cy="3840480"/>
          </a:xfrm>
        </p:spPr>
        <p:txBody>
          <a:bodyPr/>
          <a:lstStyle/>
          <a:p>
            <a:pPr lvl="0"/>
            <a:r>
              <a:rPr lang="en-US"/>
              <a:t>Click to add content</a:t>
            </a:r>
          </a:p>
          <a:p>
            <a:pPr lvl="1"/>
            <a:r>
              <a:rPr lang="en-US"/>
              <a:t>2nd level text</a:t>
            </a:r>
          </a:p>
          <a:p>
            <a:pPr lvl="2"/>
            <a:r>
              <a:rPr lang="en-US"/>
              <a:t>3rd level text</a:t>
            </a:r>
          </a:p>
          <a:p>
            <a:pPr lvl="3"/>
            <a:r>
              <a:rPr lang="en-US"/>
              <a:t>4th level text</a:t>
            </a:r>
          </a:p>
          <a:p>
            <a:pPr lvl="4"/>
            <a:r>
              <a:rPr lang="en-US"/>
              <a:t>4th level text</a:t>
            </a:r>
          </a:p>
        </p:txBody>
      </p:sp>
      <p:sp>
        <p:nvSpPr>
          <p:cNvPr id="5" name="Text Placeholder 4">
            <a:extLst>
              <a:ext uri="{FF2B5EF4-FFF2-40B4-BE49-F238E27FC236}">
                <a16:creationId xmlns:a16="http://schemas.microsoft.com/office/drawing/2014/main" id="{73D4243E-50F7-E6A4-A28E-F299D4BD0477}"/>
              </a:ext>
            </a:extLst>
          </p:cNvPr>
          <p:cNvSpPr>
            <a:spLocks noGrp="1"/>
          </p:cNvSpPr>
          <p:nvPr>
            <p:ph type="body" sz="quarter" idx="3" hasCustomPrompt="1"/>
          </p:nvPr>
        </p:nvSpPr>
        <p:spPr>
          <a:xfrm>
            <a:off x="4358640" y="1444752"/>
            <a:ext cx="3474720" cy="281103"/>
          </a:xfrm>
        </p:spPr>
        <p:txBody>
          <a:bodyPr wrap="square"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Subtitle</a:t>
            </a:r>
          </a:p>
        </p:txBody>
      </p:sp>
      <p:sp>
        <p:nvSpPr>
          <p:cNvPr id="6" name="Content Placeholder 5">
            <a:extLst>
              <a:ext uri="{FF2B5EF4-FFF2-40B4-BE49-F238E27FC236}">
                <a16:creationId xmlns:a16="http://schemas.microsoft.com/office/drawing/2014/main" id="{E9290F11-9C52-DB05-1E6C-9491409F37B3}"/>
              </a:ext>
            </a:extLst>
          </p:cNvPr>
          <p:cNvSpPr>
            <a:spLocks noGrp="1"/>
          </p:cNvSpPr>
          <p:nvPr>
            <p:ph sz="quarter" idx="4" hasCustomPrompt="1"/>
          </p:nvPr>
        </p:nvSpPr>
        <p:spPr>
          <a:xfrm>
            <a:off x="4358640" y="1943099"/>
            <a:ext cx="3474720" cy="3840480"/>
          </a:xfrm>
        </p:spPr>
        <p:txBody>
          <a:bodyPr/>
          <a:lstStyle/>
          <a:p>
            <a:pPr lvl="0"/>
            <a:r>
              <a:rPr lang="en-US"/>
              <a:t>Click to add content</a:t>
            </a:r>
          </a:p>
          <a:p>
            <a:pPr lvl="1"/>
            <a:r>
              <a:rPr lang="en-US"/>
              <a:t>2nd level</a:t>
            </a:r>
          </a:p>
          <a:p>
            <a:pPr lvl="2"/>
            <a:r>
              <a:rPr lang="en-US"/>
              <a:t>3rd level text</a:t>
            </a:r>
          </a:p>
          <a:p>
            <a:pPr lvl="3"/>
            <a:r>
              <a:rPr lang="en-US"/>
              <a:t>4th level text</a:t>
            </a:r>
          </a:p>
          <a:p>
            <a:pPr lvl="4"/>
            <a:r>
              <a:rPr lang="en-US"/>
              <a:t>4th level text</a:t>
            </a:r>
          </a:p>
        </p:txBody>
      </p:sp>
      <p:sp>
        <p:nvSpPr>
          <p:cNvPr id="11" name="Text Placeholder 4">
            <a:extLst>
              <a:ext uri="{FF2B5EF4-FFF2-40B4-BE49-F238E27FC236}">
                <a16:creationId xmlns:a16="http://schemas.microsoft.com/office/drawing/2014/main" id="{86FD443D-34B0-9A83-29DB-8F197FDBF4CC}"/>
              </a:ext>
            </a:extLst>
          </p:cNvPr>
          <p:cNvSpPr>
            <a:spLocks noGrp="1"/>
          </p:cNvSpPr>
          <p:nvPr>
            <p:ph type="body" sz="quarter" idx="14" hasCustomPrompt="1"/>
          </p:nvPr>
        </p:nvSpPr>
        <p:spPr>
          <a:xfrm>
            <a:off x="8260080" y="1444752"/>
            <a:ext cx="3474720" cy="281103"/>
          </a:xfrm>
        </p:spPr>
        <p:txBody>
          <a:bodyPr wrap="square"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Subtitle</a:t>
            </a:r>
          </a:p>
        </p:txBody>
      </p:sp>
      <p:sp>
        <p:nvSpPr>
          <p:cNvPr id="12" name="Content Placeholder 5">
            <a:extLst>
              <a:ext uri="{FF2B5EF4-FFF2-40B4-BE49-F238E27FC236}">
                <a16:creationId xmlns:a16="http://schemas.microsoft.com/office/drawing/2014/main" id="{149D936A-CA93-6EC3-649C-C64805636A41}"/>
              </a:ext>
            </a:extLst>
          </p:cNvPr>
          <p:cNvSpPr>
            <a:spLocks noGrp="1"/>
          </p:cNvSpPr>
          <p:nvPr>
            <p:ph sz="quarter" idx="15" hasCustomPrompt="1"/>
          </p:nvPr>
        </p:nvSpPr>
        <p:spPr>
          <a:xfrm>
            <a:off x="8260080" y="1943099"/>
            <a:ext cx="3474720" cy="3840480"/>
          </a:xfrm>
        </p:spPr>
        <p:txBody>
          <a:bodyPr/>
          <a:lstStyle/>
          <a:p>
            <a:pPr lvl="0"/>
            <a:r>
              <a:rPr lang="en-US"/>
              <a:t>Click to add content</a:t>
            </a:r>
          </a:p>
          <a:p>
            <a:pPr lvl="1"/>
            <a:r>
              <a:rPr lang="en-US"/>
              <a:t>2nd level text</a:t>
            </a:r>
          </a:p>
          <a:p>
            <a:pPr lvl="2"/>
            <a:r>
              <a:rPr lang="en-US"/>
              <a:t>3rd level text</a:t>
            </a:r>
          </a:p>
          <a:p>
            <a:pPr lvl="3"/>
            <a:r>
              <a:rPr lang="en-US"/>
              <a:t>4th level text</a:t>
            </a:r>
          </a:p>
          <a:p>
            <a:pPr lvl="4"/>
            <a:r>
              <a:rPr lang="en-US"/>
              <a:t>4th level text</a:t>
            </a:r>
          </a:p>
        </p:txBody>
      </p:sp>
      <p:cxnSp>
        <p:nvCxnSpPr>
          <p:cNvPr id="13" name="Straight Connector 12">
            <a:extLst>
              <a:ext uri="{FF2B5EF4-FFF2-40B4-BE49-F238E27FC236}">
                <a16:creationId xmlns:a16="http://schemas.microsoft.com/office/drawing/2014/main" id="{68E36702-0CEF-D114-17AE-83A7C377C9A7}"/>
              </a:ext>
            </a:extLst>
          </p:cNvPr>
          <p:cNvCxnSpPr>
            <a:cxnSpLocks/>
          </p:cNvCxnSpPr>
          <p:nvPr/>
        </p:nvCxnSpPr>
        <p:spPr>
          <a:xfrm>
            <a:off x="4145280" y="1438275"/>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B5AB7EC-316C-897C-CA19-9CEC9B880398}"/>
              </a:ext>
            </a:extLst>
          </p:cNvPr>
          <p:cNvCxnSpPr>
            <a:cxnSpLocks/>
          </p:cNvCxnSpPr>
          <p:nvPr/>
        </p:nvCxnSpPr>
        <p:spPr>
          <a:xfrm>
            <a:off x="8046720" y="1438275"/>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6" name="Date Placeholder 15">
            <a:extLst>
              <a:ext uri="{FF2B5EF4-FFF2-40B4-BE49-F238E27FC236}">
                <a16:creationId xmlns:a16="http://schemas.microsoft.com/office/drawing/2014/main" id="{F5B8B50B-AB16-A20B-185B-36DFF37B0A24}"/>
              </a:ext>
            </a:extLst>
          </p:cNvPr>
          <p:cNvSpPr>
            <a:spLocks noGrp="1"/>
          </p:cNvSpPr>
          <p:nvPr>
            <p:ph type="dt" sz="half" idx="16"/>
          </p:nvPr>
        </p:nvSpPr>
        <p:spPr/>
        <p:txBody>
          <a:bodyPr/>
          <a:lstStyle/>
          <a:p>
            <a:fld id="{54255A21-2286-48B2-85B8-09A3AB748CB1}" type="datetime1">
              <a:rPr lang="en-US" smtClean="0"/>
              <a:t>2/11/2026</a:t>
            </a:fld>
            <a:endParaRPr lang="en-US"/>
          </a:p>
        </p:txBody>
      </p:sp>
      <p:sp>
        <p:nvSpPr>
          <p:cNvPr id="17" name="Footer Placeholder 16">
            <a:extLst>
              <a:ext uri="{FF2B5EF4-FFF2-40B4-BE49-F238E27FC236}">
                <a16:creationId xmlns:a16="http://schemas.microsoft.com/office/drawing/2014/main" id="{05375221-EE8E-370B-A5A8-1CA07AEA3C8F}"/>
              </a:ext>
            </a:extLst>
          </p:cNvPr>
          <p:cNvSpPr>
            <a:spLocks noGrp="1"/>
          </p:cNvSpPr>
          <p:nvPr>
            <p:ph type="ftr" sz="quarter" idx="17"/>
          </p:nvPr>
        </p:nvSpPr>
        <p:spPr/>
        <p:txBody>
          <a:bodyPr/>
          <a:lstStyle/>
          <a:p>
            <a:r>
              <a:rPr lang="en-US"/>
              <a:t>© 2025–2027 Cognizant | Private</a:t>
            </a:r>
          </a:p>
        </p:txBody>
      </p:sp>
      <p:sp>
        <p:nvSpPr>
          <p:cNvPr id="18" name="Slide Number Placeholder 17">
            <a:extLst>
              <a:ext uri="{FF2B5EF4-FFF2-40B4-BE49-F238E27FC236}">
                <a16:creationId xmlns:a16="http://schemas.microsoft.com/office/drawing/2014/main" id="{6267E76B-A742-758B-F8B4-A2ECF5BC1DDB}"/>
              </a:ext>
            </a:extLst>
          </p:cNvPr>
          <p:cNvSpPr>
            <a:spLocks noGrp="1"/>
          </p:cNvSpPr>
          <p:nvPr>
            <p:ph type="sldNum" sz="quarter" idx="18"/>
          </p:nvPr>
        </p:nvSpPr>
        <p:spPr/>
        <p:txBody>
          <a:bodyPr/>
          <a:lstStyle/>
          <a:p>
            <a:fld id="{38826FC0-333C-E549-9FA3-0EE43DF298A3}" type="slidenum">
              <a:rPr lang="en-US" smtClean="0"/>
              <a:pPr/>
              <a:t>‹#›</a:t>
            </a:fld>
            <a:endParaRPr lang="en-US"/>
          </a:p>
        </p:txBody>
      </p:sp>
    </p:spTree>
    <p:extLst>
      <p:ext uri="{BB962C8B-B14F-4D97-AF65-F5344CB8AC3E}">
        <p14:creationId xmlns:p14="http://schemas.microsoft.com/office/powerpoint/2010/main" val="82244145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mparison horizontal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3962400" y="1447800"/>
            <a:ext cx="7772400" cy="1308100"/>
          </a:xfrm>
        </p:spPr>
        <p:txBody>
          <a:bodyPr>
            <a:noAutofit/>
          </a:bodyPr>
          <a:lstStyle/>
          <a:p>
            <a:pPr lvl="0"/>
            <a:r>
              <a:rPr lang="en-US"/>
              <a:t>Click to add content</a:t>
            </a:r>
          </a:p>
          <a:p>
            <a:pPr lvl="1"/>
            <a:r>
              <a:rPr lang="en-US"/>
              <a:t>2nd level text</a:t>
            </a:r>
          </a:p>
          <a:p>
            <a:pPr lvl="2"/>
            <a:r>
              <a:rPr lang="en-US"/>
              <a:t>3rd level text</a:t>
            </a:r>
          </a:p>
        </p:txBody>
      </p:sp>
      <p:sp>
        <p:nvSpPr>
          <p:cNvPr id="9" name="Date Placeholder 8">
            <a:extLst>
              <a:ext uri="{FF2B5EF4-FFF2-40B4-BE49-F238E27FC236}">
                <a16:creationId xmlns:a16="http://schemas.microsoft.com/office/drawing/2014/main" id="{3DA6F676-1432-9BD5-293D-3B121AF2F0B9}"/>
              </a:ext>
            </a:extLst>
          </p:cNvPr>
          <p:cNvSpPr>
            <a:spLocks noGrp="1"/>
          </p:cNvSpPr>
          <p:nvPr>
            <p:ph type="dt" sz="half" idx="10"/>
          </p:nvPr>
        </p:nvSpPr>
        <p:spPr/>
        <p:txBody>
          <a:bodyPr/>
          <a:lstStyle/>
          <a:p>
            <a:fld id="{1F36B69E-D9F9-452B-9074-A7489B939D17}" type="datetime1">
              <a:rPr lang="en-US" smtClean="0"/>
              <a:t>2/11/2026</a:t>
            </a:fld>
            <a:endParaRPr lang="en-US"/>
          </a:p>
        </p:txBody>
      </p:sp>
      <p:sp>
        <p:nvSpPr>
          <p:cNvPr id="10" name="Footer Placeholder 9">
            <a:extLst>
              <a:ext uri="{FF2B5EF4-FFF2-40B4-BE49-F238E27FC236}">
                <a16:creationId xmlns:a16="http://schemas.microsoft.com/office/drawing/2014/main" id="{B0C8C277-B1F1-8DA5-6AF5-ACB3ECF2B2EC}"/>
              </a:ext>
            </a:extLst>
          </p:cNvPr>
          <p:cNvSpPr>
            <a:spLocks noGrp="1"/>
          </p:cNvSpPr>
          <p:nvPr>
            <p:ph type="ftr" sz="quarter" idx="11"/>
          </p:nvPr>
        </p:nvSpPr>
        <p:spPr/>
        <p:txBody>
          <a:bodyPr/>
          <a:lstStyle/>
          <a:p>
            <a:r>
              <a:rPr lang="en-US"/>
              <a:t>© 2025–2027 Cognizant | Private</a:t>
            </a:r>
          </a:p>
        </p:txBody>
      </p:sp>
      <p:sp>
        <p:nvSpPr>
          <p:cNvPr id="11" name="Slide Number Placeholder 10">
            <a:extLst>
              <a:ext uri="{FF2B5EF4-FFF2-40B4-BE49-F238E27FC236}">
                <a16:creationId xmlns:a16="http://schemas.microsoft.com/office/drawing/2014/main" id="{80F779E1-4E24-F611-3CF0-B2C64B13509B}"/>
              </a:ext>
            </a:extLst>
          </p:cNvPr>
          <p:cNvSpPr>
            <a:spLocks noGrp="1"/>
          </p:cNvSpPr>
          <p:nvPr>
            <p:ph type="sldNum" sz="quarter" idx="12"/>
          </p:nvPr>
        </p:nvSpPr>
        <p:spPr/>
        <p:txBody>
          <a:bodyPr/>
          <a:lstStyle/>
          <a:p>
            <a:fld id="{38826FC0-333C-E549-9FA3-0EE43DF298A3}" type="slidenum">
              <a:rPr lang="en-US" smtClean="0"/>
              <a:pPr/>
              <a:t>‹#›</a:t>
            </a:fld>
            <a:endParaRPr lang="en-US"/>
          </a:p>
        </p:txBody>
      </p:sp>
      <p:sp>
        <p:nvSpPr>
          <p:cNvPr id="6" name="Text Placeholder 5">
            <a:extLst>
              <a:ext uri="{FF2B5EF4-FFF2-40B4-BE49-F238E27FC236}">
                <a16:creationId xmlns:a16="http://schemas.microsoft.com/office/drawing/2014/main" id="{E5983A4D-2A2C-B635-2F97-8FF9365D1E60}"/>
              </a:ext>
            </a:extLst>
          </p:cNvPr>
          <p:cNvSpPr>
            <a:spLocks noGrp="1"/>
          </p:cNvSpPr>
          <p:nvPr>
            <p:ph type="body" sz="quarter" idx="13" hasCustomPrompt="1"/>
          </p:nvPr>
        </p:nvSpPr>
        <p:spPr>
          <a:xfrm>
            <a:off x="457200" y="1447800"/>
            <a:ext cx="2971800" cy="1308100"/>
          </a:xfrm>
        </p:spPr>
        <p:txBody>
          <a:bodyPr>
            <a:noAutofit/>
          </a:bodyPr>
          <a:lstStyle>
            <a:lvl1pPr marL="0" indent="0">
              <a:buNone/>
              <a:defRPr sz="1800" b="1">
                <a:solidFill>
                  <a:schemeClr val="accent2"/>
                </a:solidFill>
              </a:defRPr>
            </a:lvl1pPr>
          </a:lstStyle>
          <a:p>
            <a:pPr lvl="0"/>
            <a:r>
              <a:rPr lang="en-US"/>
              <a:t>Subtitle here</a:t>
            </a:r>
          </a:p>
        </p:txBody>
      </p:sp>
      <p:cxnSp>
        <p:nvCxnSpPr>
          <p:cNvPr id="7" name="Straight Connector 6">
            <a:extLst>
              <a:ext uri="{FF2B5EF4-FFF2-40B4-BE49-F238E27FC236}">
                <a16:creationId xmlns:a16="http://schemas.microsoft.com/office/drawing/2014/main" id="{D44ACB01-6B78-648D-EBF4-7043D32A4DCC}"/>
              </a:ext>
            </a:extLst>
          </p:cNvPr>
          <p:cNvCxnSpPr>
            <a:cxnSpLocks/>
          </p:cNvCxnSpPr>
          <p:nvPr/>
        </p:nvCxnSpPr>
        <p:spPr>
          <a:xfrm>
            <a:off x="452438" y="2847490"/>
            <a:ext cx="29718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B55E037-1D4C-9E0D-9DB6-DCBB7033AC21}"/>
              </a:ext>
            </a:extLst>
          </p:cNvPr>
          <p:cNvCxnSpPr>
            <a:cxnSpLocks/>
          </p:cNvCxnSpPr>
          <p:nvPr/>
        </p:nvCxnSpPr>
        <p:spPr>
          <a:xfrm>
            <a:off x="3962400" y="2847490"/>
            <a:ext cx="77724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sp>
        <p:nvSpPr>
          <p:cNvPr id="14" name="Content Placeholder 2">
            <a:extLst>
              <a:ext uri="{FF2B5EF4-FFF2-40B4-BE49-F238E27FC236}">
                <a16:creationId xmlns:a16="http://schemas.microsoft.com/office/drawing/2014/main" id="{4B4CBE33-0E3B-B5D6-D276-A5FBB088DD56}"/>
              </a:ext>
            </a:extLst>
          </p:cNvPr>
          <p:cNvSpPr>
            <a:spLocks noGrp="1"/>
          </p:cNvSpPr>
          <p:nvPr>
            <p:ph idx="14" hasCustomPrompt="1"/>
          </p:nvPr>
        </p:nvSpPr>
        <p:spPr>
          <a:xfrm>
            <a:off x="3962400" y="2939080"/>
            <a:ext cx="7772400" cy="1308100"/>
          </a:xfrm>
        </p:spPr>
        <p:txBody>
          <a:bodyPr>
            <a:noAutofit/>
          </a:bodyPr>
          <a:lstStyle/>
          <a:p>
            <a:pPr lvl="0"/>
            <a:r>
              <a:rPr lang="en-US"/>
              <a:t>Click to add content</a:t>
            </a:r>
          </a:p>
          <a:p>
            <a:pPr lvl="1"/>
            <a:r>
              <a:rPr lang="en-US"/>
              <a:t>2nd level text</a:t>
            </a:r>
          </a:p>
          <a:p>
            <a:pPr lvl="2"/>
            <a:r>
              <a:rPr lang="en-US"/>
              <a:t>3rd level text</a:t>
            </a:r>
          </a:p>
        </p:txBody>
      </p:sp>
      <p:sp>
        <p:nvSpPr>
          <p:cNvPr id="15" name="Text Placeholder 5">
            <a:extLst>
              <a:ext uri="{FF2B5EF4-FFF2-40B4-BE49-F238E27FC236}">
                <a16:creationId xmlns:a16="http://schemas.microsoft.com/office/drawing/2014/main" id="{300D1863-6D9F-D386-3272-7AE775F597AD}"/>
              </a:ext>
            </a:extLst>
          </p:cNvPr>
          <p:cNvSpPr>
            <a:spLocks noGrp="1"/>
          </p:cNvSpPr>
          <p:nvPr>
            <p:ph type="body" sz="quarter" idx="15" hasCustomPrompt="1"/>
          </p:nvPr>
        </p:nvSpPr>
        <p:spPr>
          <a:xfrm>
            <a:off x="457200" y="2939080"/>
            <a:ext cx="2971800" cy="1308100"/>
          </a:xfrm>
        </p:spPr>
        <p:txBody>
          <a:bodyPr>
            <a:noAutofit/>
          </a:bodyPr>
          <a:lstStyle>
            <a:lvl1pPr marL="0" indent="0">
              <a:buNone/>
              <a:defRPr sz="1800" b="1">
                <a:solidFill>
                  <a:schemeClr val="accent2"/>
                </a:solidFill>
              </a:defRPr>
            </a:lvl1pPr>
          </a:lstStyle>
          <a:p>
            <a:pPr lvl="0"/>
            <a:r>
              <a:rPr lang="en-US"/>
              <a:t>Subtitle here</a:t>
            </a:r>
          </a:p>
        </p:txBody>
      </p:sp>
      <p:cxnSp>
        <p:nvCxnSpPr>
          <p:cNvPr id="16" name="Straight Connector 15">
            <a:extLst>
              <a:ext uri="{FF2B5EF4-FFF2-40B4-BE49-F238E27FC236}">
                <a16:creationId xmlns:a16="http://schemas.microsoft.com/office/drawing/2014/main" id="{AA5D8537-3CEF-DF78-41F1-0F6312E9645F}"/>
              </a:ext>
            </a:extLst>
          </p:cNvPr>
          <p:cNvCxnSpPr>
            <a:cxnSpLocks/>
          </p:cNvCxnSpPr>
          <p:nvPr/>
        </p:nvCxnSpPr>
        <p:spPr>
          <a:xfrm>
            <a:off x="452438" y="4338770"/>
            <a:ext cx="29718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7BFE904F-D475-7593-E45F-BF79A922E831}"/>
              </a:ext>
            </a:extLst>
          </p:cNvPr>
          <p:cNvCxnSpPr>
            <a:cxnSpLocks/>
          </p:cNvCxnSpPr>
          <p:nvPr/>
        </p:nvCxnSpPr>
        <p:spPr>
          <a:xfrm>
            <a:off x="3962400" y="4338770"/>
            <a:ext cx="77724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sp>
        <p:nvSpPr>
          <p:cNvPr id="18" name="Content Placeholder 2">
            <a:extLst>
              <a:ext uri="{FF2B5EF4-FFF2-40B4-BE49-F238E27FC236}">
                <a16:creationId xmlns:a16="http://schemas.microsoft.com/office/drawing/2014/main" id="{C42A06B7-2FE2-2908-5164-0845DA34203C}"/>
              </a:ext>
            </a:extLst>
          </p:cNvPr>
          <p:cNvSpPr>
            <a:spLocks noGrp="1"/>
          </p:cNvSpPr>
          <p:nvPr>
            <p:ph idx="16" hasCustomPrompt="1"/>
          </p:nvPr>
        </p:nvSpPr>
        <p:spPr>
          <a:xfrm>
            <a:off x="3962400" y="4430359"/>
            <a:ext cx="7772400" cy="1308100"/>
          </a:xfrm>
        </p:spPr>
        <p:txBody>
          <a:bodyPr>
            <a:noAutofit/>
          </a:bodyPr>
          <a:lstStyle/>
          <a:p>
            <a:pPr lvl="0"/>
            <a:r>
              <a:rPr lang="en-US"/>
              <a:t>Click to add content</a:t>
            </a:r>
          </a:p>
          <a:p>
            <a:pPr lvl="1"/>
            <a:r>
              <a:rPr lang="en-US"/>
              <a:t>2nd level text</a:t>
            </a:r>
          </a:p>
          <a:p>
            <a:pPr lvl="2"/>
            <a:r>
              <a:rPr lang="en-US"/>
              <a:t>3rd level text</a:t>
            </a:r>
          </a:p>
        </p:txBody>
      </p:sp>
      <p:sp>
        <p:nvSpPr>
          <p:cNvPr id="19" name="Text Placeholder 5">
            <a:extLst>
              <a:ext uri="{FF2B5EF4-FFF2-40B4-BE49-F238E27FC236}">
                <a16:creationId xmlns:a16="http://schemas.microsoft.com/office/drawing/2014/main" id="{6F293747-E822-8B9A-B250-BD09178A5F10}"/>
              </a:ext>
            </a:extLst>
          </p:cNvPr>
          <p:cNvSpPr>
            <a:spLocks noGrp="1"/>
          </p:cNvSpPr>
          <p:nvPr>
            <p:ph type="body" sz="quarter" idx="17" hasCustomPrompt="1"/>
          </p:nvPr>
        </p:nvSpPr>
        <p:spPr>
          <a:xfrm>
            <a:off x="457200" y="4430359"/>
            <a:ext cx="2971800" cy="1308100"/>
          </a:xfrm>
        </p:spPr>
        <p:txBody>
          <a:bodyPr>
            <a:noAutofit/>
          </a:bodyPr>
          <a:lstStyle>
            <a:lvl1pPr marL="0" indent="0">
              <a:buNone/>
              <a:defRPr sz="1800" b="1">
                <a:solidFill>
                  <a:schemeClr val="accent2"/>
                </a:solidFill>
              </a:defRPr>
            </a:lvl1pPr>
          </a:lstStyle>
          <a:p>
            <a:pPr lvl="0"/>
            <a:r>
              <a:rPr lang="en-US"/>
              <a:t>Subtitle here</a:t>
            </a:r>
          </a:p>
        </p:txBody>
      </p:sp>
      <p:cxnSp>
        <p:nvCxnSpPr>
          <p:cNvPr id="5" name="Straight Connector 4">
            <a:extLst>
              <a:ext uri="{FF2B5EF4-FFF2-40B4-BE49-F238E27FC236}">
                <a16:creationId xmlns:a16="http://schemas.microsoft.com/office/drawing/2014/main" id="{429A3035-2EDB-6331-792C-C204BF38F6AC}"/>
              </a:ext>
            </a:extLst>
          </p:cNvPr>
          <p:cNvCxnSpPr>
            <a:cxnSpLocks/>
          </p:cNvCxnSpPr>
          <p:nvPr/>
        </p:nvCxnSpPr>
        <p:spPr>
          <a:xfrm>
            <a:off x="452438" y="1342781"/>
            <a:ext cx="29718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46E72534-59BF-D450-E5D9-32D085C7E6D9}"/>
              </a:ext>
            </a:extLst>
          </p:cNvPr>
          <p:cNvCxnSpPr>
            <a:cxnSpLocks/>
          </p:cNvCxnSpPr>
          <p:nvPr/>
        </p:nvCxnSpPr>
        <p:spPr>
          <a:xfrm>
            <a:off x="3962400" y="1342781"/>
            <a:ext cx="77724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4817745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AEB62-7BE1-5D8C-1B24-A6872199ABCA}"/>
              </a:ext>
            </a:extLst>
          </p:cNvPr>
          <p:cNvSpPr>
            <a:spLocks noGrp="1"/>
          </p:cNvSpPr>
          <p:nvPr>
            <p:ph type="title" hasCustomPrompt="1"/>
          </p:nvPr>
        </p:nvSpPr>
        <p:spPr/>
        <p:txBody>
          <a:bodyPr/>
          <a:lstStyle/>
          <a:p>
            <a:r>
              <a:rPr lang="en-US"/>
              <a:t>Click to add title</a:t>
            </a:r>
          </a:p>
        </p:txBody>
      </p:sp>
      <p:sp>
        <p:nvSpPr>
          <p:cNvPr id="3" name="Content Placeholder 2">
            <a:extLst>
              <a:ext uri="{FF2B5EF4-FFF2-40B4-BE49-F238E27FC236}">
                <a16:creationId xmlns:a16="http://schemas.microsoft.com/office/drawing/2014/main" id="{F3764D86-105F-2A88-55B5-2DAECBD3E8E3}"/>
              </a:ext>
            </a:extLst>
          </p:cNvPr>
          <p:cNvSpPr>
            <a:spLocks noGrp="1"/>
          </p:cNvSpPr>
          <p:nvPr>
            <p:ph sz="half" idx="1" hasCustomPrompt="1"/>
          </p:nvPr>
        </p:nvSpPr>
        <p:spPr>
          <a:xfrm>
            <a:off x="457200" y="1444751"/>
            <a:ext cx="5212080" cy="4572000"/>
          </a:xfrm>
        </p:spPr>
        <p:txBody>
          <a:bodyPr/>
          <a:lstStyle/>
          <a:p>
            <a:pPr lvl="0"/>
            <a:r>
              <a:rPr lang="en-US"/>
              <a:t>Click to add content</a:t>
            </a:r>
          </a:p>
          <a:p>
            <a:pPr lvl="1"/>
            <a:r>
              <a:rPr lang="en-US"/>
              <a:t>2nd level text</a:t>
            </a:r>
          </a:p>
          <a:p>
            <a:pPr lvl="2"/>
            <a:r>
              <a:rPr lang="en-US"/>
              <a:t>3rd level text</a:t>
            </a:r>
          </a:p>
          <a:p>
            <a:pPr lvl="3"/>
            <a:r>
              <a:rPr lang="en-US"/>
              <a:t>4th level text</a:t>
            </a:r>
          </a:p>
          <a:p>
            <a:pPr lvl="4"/>
            <a:r>
              <a:rPr lang="en-US"/>
              <a:t>5th level text</a:t>
            </a:r>
          </a:p>
        </p:txBody>
      </p:sp>
      <p:sp>
        <p:nvSpPr>
          <p:cNvPr id="4" name="Content Placeholder 3">
            <a:extLst>
              <a:ext uri="{FF2B5EF4-FFF2-40B4-BE49-F238E27FC236}">
                <a16:creationId xmlns:a16="http://schemas.microsoft.com/office/drawing/2014/main" id="{14AB8798-DFE7-49BE-4E9F-920D1EB6D54B}"/>
              </a:ext>
            </a:extLst>
          </p:cNvPr>
          <p:cNvSpPr>
            <a:spLocks noGrp="1"/>
          </p:cNvSpPr>
          <p:nvPr>
            <p:ph sz="half" idx="2" hasCustomPrompt="1"/>
          </p:nvPr>
        </p:nvSpPr>
        <p:spPr>
          <a:xfrm>
            <a:off x="6522720" y="1444750"/>
            <a:ext cx="5212080" cy="4571999"/>
          </a:xfrm>
        </p:spPr>
        <p:txBody>
          <a:bodyPr/>
          <a:lstStyle/>
          <a:p>
            <a:pPr lvl="0"/>
            <a:r>
              <a:rPr lang="en-US"/>
              <a:t>Click to add content</a:t>
            </a:r>
          </a:p>
          <a:p>
            <a:pPr lvl="1"/>
            <a:r>
              <a:rPr lang="en-US"/>
              <a:t>2nd level text</a:t>
            </a:r>
          </a:p>
          <a:p>
            <a:pPr lvl="2"/>
            <a:r>
              <a:rPr lang="en-US"/>
              <a:t>3rd level text</a:t>
            </a:r>
          </a:p>
          <a:p>
            <a:pPr lvl="3"/>
            <a:r>
              <a:rPr lang="en-US"/>
              <a:t>4th level text</a:t>
            </a:r>
          </a:p>
          <a:p>
            <a:pPr lvl="4"/>
            <a:r>
              <a:rPr lang="en-US"/>
              <a:t>5th level text</a:t>
            </a:r>
          </a:p>
        </p:txBody>
      </p:sp>
      <p:sp>
        <p:nvSpPr>
          <p:cNvPr id="5" name="Date Placeholder 4">
            <a:extLst>
              <a:ext uri="{FF2B5EF4-FFF2-40B4-BE49-F238E27FC236}">
                <a16:creationId xmlns:a16="http://schemas.microsoft.com/office/drawing/2014/main" id="{F095D326-A1CD-53C0-6E4B-3792BB1FD4A9}"/>
              </a:ext>
            </a:extLst>
          </p:cNvPr>
          <p:cNvSpPr>
            <a:spLocks noGrp="1"/>
          </p:cNvSpPr>
          <p:nvPr>
            <p:ph type="dt" sz="half" idx="10"/>
          </p:nvPr>
        </p:nvSpPr>
        <p:spPr/>
        <p:txBody>
          <a:bodyPr/>
          <a:lstStyle/>
          <a:p>
            <a:fld id="{0975437E-1DBA-4B9C-9581-0BBB1993339C}" type="datetime1">
              <a:rPr lang="en-US" smtClean="0"/>
              <a:t>2/11/2026</a:t>
            </a:fld>
            <a:endParaRPr lang="en-US"/>
          </a:p>
        </p:txBody>
      </p:sp>
      <p:sp>
        <p:nvSpPr>
          <p:cNvPr id="9" name="Footer Placeholder 8">
            <a:extLst>
              <a:ext uri="{FF2B5EF4-FFF2-40B4-BE49-F238E27FC236}">
                <a16:creationId xmlns:a16="http://schemas.microsoft.com/office/drawing/2014/main" id="{52D2E00C-B7D1-9930-4311-FC69249A0E4C}"/>
              </a:ext>
            </a:extLst>
          </p:cNvPr>
          <p:cNvSpPr>
            <a:spLocks noGrp="1"/>
          </p:cNvSpPr>
          <p:nvPr>
            <p:ph type="ftr" sz="quarter" idx="11"/>
          </p:nvPr>
        </p:nvSpPr>
        <p:spPr/>
        <p:txBody>
          <a:bodyPr/>
          <a:lstStyle/>
          <a:p>
            <a:r>
              <a:rPr lang="en-US"/>
              <a:t>© 2025–2027 Cognizant | Private</a:t>
            </a:r>
          </a:p>
        </p:txBody>
      </p:sp>
      <p:sp>
        <p:nvSpPr>
          <p:cNvPr id="10" name="Slide Number Placeholder 9">
            <a:extLst>
              <a:ext uri="{FF2B5EF4-FFF2-40B4-BE49-F238E27FC236}">
                <a16:creationId xmlns:a16="http://schemas.microsoft.com/office/drawing/2014/main" id="{2270ADC6-D307-E812-97FA-15F07F1166A3}"/>
              </a:ext>
            </a:extLst>
          </p:cNvPr>
          <p:cNvSpPr>
            <a:spLocks noGrp="1"/>
          </p:cNvSpPr>
          <p:nvPr>
            <p:ph type="sldNum" sz="quarter" idx="12"/>
          </p:nvPr>
        </p:nvSpPr>
        <p:spPr/>
        <p:txBody>
          <a:bodyPr/>
          <a:lstStyle/>
          <a:p>
            <a:fld id="{38826FC0-333C-E549-9FA3-0EE43DF298A3}" type="slidenum">
              <a:rPr lang="en-US" smtClean="0"/>
              <a:pPr/>
              <a:t>‹#›</a:t>
            </a:fld>
            <a:endParaRPr lang="en-US"/>
          </a:p>
        </p:txBody>
      </p:sp>
      <p:cxnSp>
        <p:nvCxnSpPr>
          <p:cNvPr id="6" name="Straight Connector 5">
            <a:extLst>
              <a:ext uri="{FF2B5EF4-FFF2-40B4-BE49-F238E27FC236}">
                <a16:creationId xmlns:a16="http://schemas.microsoft.com/office/drawing/2014/main" id="{124E5F2F-71BE-F7DA-234E-403E9123E2E3}"/>
              </a:ext>
            </a:extLst>
          </p:cNvPr>
          <p:cNvCxnSpPr>
            <a:cxnSpLocks/>
          </p:cNvCxnSpPr>
          <p:nvPr/>
        </p:nvCxnSpPr>
        <p:spPr>
          <a:xfrm>
            <a:off x="6096000" y="1444750"/>
            <a:ext cx="0" cy="4571997"/>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2624248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46507-4F3C-6F06-CC64-DCB416815963}"/>
              </a:ext>
            </a:extLst>
          </p:cNvPr>
          <p:cNvSpPr>
            <a:spLocks noGrp="1"/>
          </p:cNvSpPr>
          <p:nvPr>
            <p:ph type="title" hasCustomPrompt="1"/>
          </p:nvPr>
        </p:nvSpPr>
        <p:spPr>
          <a:xfrm>
            <a:off x="457200" y="457200"/>
            <a:ext cx="11277600" cy="329184"/>
          </a:xfrm>
        </p:spPr>
        <p:txBody>
          <a:bodyPr anchor="t"/>
          <a:lstStyle>
            <a:lvl1pPr>
              <a:defRPr sz="2400"/>
            </a:lvl1pPr>
          </a:lstStyle>
          <a:p>
            <a:r>
              <a:rPr lang="en-US"/>
              <a:t>Click to add title</a:t>
            </a:r>
          </a:p>
        </p:txBody>
      </p:sp>
      <p:sp>
        <p:nvSpPr>
          <p:cNvPr id="3" name="Content Placeholder 2">
            <a:extLst>
              <a:ext uri="{FF2B5EF4-FFF2-40B4-BE49-F238E27FC236}">
                <a16:creationId xmlns:a16="http://schemas.microsoft.com/office/drawing/2014/main" id="{9521B89B-1396-CE54-BDAC-657C3A1FCF13}"/>
              </a:ext>
            </a:extLst>
          </p:cNvPr>
          <p:cNvSpPr>
            <a:spLocks noGrp="1"/>
          </p:cNvSpPr>
          <p:nvPr>
            <p:ph idx="1" hasCustomPrompt="1"/>
          </p:nvPr>
        </p:nvSpPr>
        <p:spPr>
          <a:xfrm>
            <a:off x="6096000" y="1447799"/>
            <a:ext cx="5638800" cy="4663440"/>
          </a:xfrm>
        </p:spPr>
        <p:txBody>
          <a:bodyPr>
            <a:noAutofit/>
          </a:bodyPr>
          <a:lstStyle>
            <a:lvl1pPr>
              <a:defRPr sz="1600"/>
            </a:lvl1pPr>
            <a:lvl2pPr>
              <a:defRPr sz="1400"/>
            </a:lvl2pPr>
            <a:lvl3pPr>
              <a:defRPr sz="1200"/>
            </a:lvl3pPr>
            <a:lvl4pPr>
              <a:defRPr sz="1100"/>
            </a:lvl4pPr>
            <a:lvl5pPr>
              <a:defRPr sz="1100"/>
            </a:lvl5pPr>
            <a:lvl6pPr>
              <a:defRPr sz="2000"/>
            </a:lvl6pPr>
            <a:lvl7pPr>
              <a:defRPr sz="2000"/>
            </a:lvl7pPr>
            <a:lvl8pPr>
              <a:defRPr sz="2000"/>
            </a:lvl8pPr>
            <a:lvl9pPr>
              <a:defRPr sz="2000"/>
            </a:lvl9pPr>
          </a:lstStyle>
          <a:p>
            <a:pPr lvl="0"/>
            <a:r>
              <a:rPr lang="en-US"/>
              <a:t>Click to add content</a:t>
            </a:r>
          </a:p>
          <a:p>
            <a:pPr lvl="1"/>
            <a:r>
              <a:rPr lang="en-US"/>
              <a:t>2nd level text</a:t>
            </a:r>
          </a:p>
          <a:p>
            <a:pPr lvl="2"/>
            <a:r>
              <a:rPr lang="en-US"/>
              <a:t>3rd level text</a:t>
            </a:r>
          </a:p>
          <a:p>
            <a:pPr lvl="3"/>
            <a:r>
              <a:rPr lang="en-US"/>
              <a:t>4th level text</a:t>
            </a:r>
          </a:p>
          <a:p>
            <a:pPr lvl="4"/>
            <a:r>
              <a:rPr lang="en-US"/>
              <a:t>5th level text</a:t>
            </a:r>
          </a:p>
        </p:txBody>
      </p:sp>
      <p:sp>
        <p:nvSpPr>
          <p:cNvPr id="4" name="Text Placeholder 3">
            <a:extLst>
              <a:ext uri="{FF2B5EF4-FFF2-40B4-BE49-F238E27FC236}">
                <a16:creationId xmlns:a16="http://schemas.microsoft.com/office/drawing/2014/main" id="{68C39DE7-C187-B4C9-7F93-CF29330E94C1}"/>
              </a:ext>
            </a:extLst>
          </p:cNvPr>
          <p:cNvSpPr>
            <a:spLocks noGrp="1"/>
          </p:cNvSpPr>
          <p:nvPr>
            <p:ph type="body" sz="half" idx="2" hasCustomPrompt="1"/>
          </p:nvPr>
        </p:nvSpPr>
        <p:spPr>
          <a:xfrm>
            <a:off x="457199" y="1447799"/>
            <a:ext cx="4754880" cy="4663440"/>
          </a:xfrm>
        </p:spPr>
        <p:txBody>
          <a:bodyPr/>
          <a:lstStyle>
            <a:lvl1pPr marL="0" indent="0">
              <a:buNone/>
              <a:defRPr sz="1600" b="1">
                <a:solidFill>
                  <a:schemeClr val="accent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caption</a:t>
            </a:r>
          </a:p>
        </p:txBody>
      </p:sp>
      <p:sp>
        <p:nvSpPr>
          <p:cNvPr id="5" name="Date Placeholder 4">
            <a:extLst>
              <a:ext uri="{FF2B5EF4-FFF2-40B4-BE49-F238E27FC236}">
                <a16:creationId xmlns:a16="http://schemas.microsoft.com/office/drawing/2014/main" id="{35724D44-8249-FD9B-C453-3AE49B5F4FF2}"/>
              </a:ext>
            </a:extLst>
          </p:cNvPr>
          <p:cNvSpPr>
            <a:spLocks noGrp="1"/>
          </p:cNvSpPr>
          <p:nvPr>
            <p:ph type="dt" sz="half" idx="10"/>
          </p:nvPr>
        </p:nvSpPr>
        <p:spPr/>
        <p:txBody>
          <a:bodyPr/>
          <a:lstStyle/>
          <a:p>
            <a:fld id="{F634C7C7-C4EF-4670-B999-297CDE7276C2}" type="datetime1">
              <a:rPr lang="en-US" smtClean="0"/>
              <a:t>2/11/2026</a:t>
            </a:fld>
            <a:endParaRPr lang="en-US"/>
          </a:p>
        </p:txBody>
      </p:sp>
      <p:sp>
        <p:nvSpPr>
          <p:cNvPr id="9" name="Footer Placeholder 8">
            <a:extLst>
              <a:ext uri="{FF2B5EF4-FFF2-40B4-BE49-F238E27FC236}">
                <a16:creationId xmlns:a16="http://schemas.microsoft.com/office/drawing/2014/main" id="{FC414F21-A578-2B13-3FC0-80CE780DACE8}"/>
              </a:ext>
            </a:extLst>
          </p:cNvPr>
          <p:cNvSpPr>
            <a:spLocks noGrp="1"/>
          </p:cNvSpPr>
          <p:nvPr>
            <p:ph type="ftr" sz="quarter" idx="11"/>
          </p:nvPr>
        </p:nvSpPr>
        <p:spPr/>
        <p:txBody>
          <a:bodyPr/>
          <a:lstStyle/>
          <a:p>
            <a:r>
              <a:rPr lang="en-US"/>
              <a:t>© 2025–2027 Cognizant | Private</a:t>
            </a:r>
          </a:p>
        </p:txBody>
      </p:sp>
      <p:sp>
        <p:nvSpPr>
          <p:cNvPr id="10" name="Slide Number Placeholder 9">
            <a:extLst>
              <a:ext uri="{FF2B5EF4-FFF2-40B4-BE49-F238E27FC236}">
                <a16:creationId xmlns:a16="http://schemas.microsoft.com/office/drawing/2014/main" id="{0594F499-4E58-F60A-D1FE-CA8DBFA3324D}"/>
              </a:ext>
            </a:extLst>
          </p:cNvPr>
          <p:cNvSpPr>
            <a:spLocks noGrp="1"/>
          </p:cNvSpPr>
          <p:nvPr>
            <p:ph type="sldNum" sz="quarter" idx="12"/>
          </p:nvPr>
        </p:nvSpPr>
        <p:spPr/>
        <p:txBody>
          <a:bodyPr/>
          <a:lstStyle/>
          <a:p>
            <a:fld id="{38826FC0-333C-E549-9FA3-0EE43DF298A3}" type="slidenum">
              <a:rPr lang="en-US" smtClean="0"/>
              <a:pPr/>
              <a:t>‹#›</a:t>
            </a:fld>
            <a:endParaRPr lang="en-US"/>
          </a:p>
        </p:txBody>
      </p:sp>
    </p:spTree>
    <p:extLst>
      <p:ext uri="{BB962C8B-B14F-4D97-AF65-F5344CB8AC3E}">
        <p14:creationId xmlns:p14="http://schemas.microsoft.com/office/powerpoint/2010/main" val="300133061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8CFF2-1ECE-33A6-68A7-0317E0C84DFC}"/>
              </a:ext>
            </a:extLst>
          </p:cNvPr>
          <p:cNvSpPr>
            <a:spLocks noGrp="1"/>
          </p:cNvSpPr>
          <p:nvPr>
            <p:ph type="title" hasCustomPrompt="1"/>
          </p:nvPr>
        </p:nvSpPr>
        <p:spPr>
          <a:xfrm>
            <a:off x="457200" y="457200"/>
            <a:ext cx="11277600" cy="332399"/>
          </a:xfrm>
        </p:spPr>
        <p:txBody>
          <a:bodyPr anchor="t"/>
          <a:lstStyle>
            <a:lvl1pPr>
              <a:defRPr sz="2400"/>
            </a:lvl1pPr>
          </a:lstStyle>
          <a:p>
            <a:r>
              <a:rPr lang="en-US"/>
              <a:t>Click to add title</a:t>
            </a:r>
          </a:p>
        </p:txBody>
      </p:sp>
      <p:sp>
        <p:nvSpPr>
          <p:cNvPr id="3" name="Picture Placeholder 2">
            <a:extLst>
              <a:ext uri="{FF2B5EF4-FFF2-40B4-BE49-F238E27FC236}">
                <a16:creationId xmlns:a16="http://schemas.microsoft.com/office/drawing/2014/main" id="{B2C56658-0960-E18E-D91E-AA04D27572E7}"/>
              </a:ext>
            </a:extLst>
          </p:cNvPr>
          <p:cNvSpPr>
            <a:spLocks noGrp="1"/>
          </p:cNvSpPr>
          <p:nvPr>
            <p:ph type="pic" idx="1" hasCustomPrompt="1"/>
          </p:nvPr>
        </p:nvSpPr>
        <p:spPr>
          <a:xfrm>
            <a:off x="6096000" y="1447799"/>
            <a:ext cx="5638800" cy="4663439"/>
          </a:xfrm>
          <a:solidFill>
            <a:srgbClr val="ECECEB"/>
          </a:solidFill>
        </p:spPr>
        <p:txBody>
          <a:bodyPr bIns="640080" anchor="ctr">
            <a:normAutofit/>
          </a:bodyPr>
          <a:lstStyle>
            <a:lvl1pPr marL="0" indent="0" algn="ctr">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drag, or paste to add picture</a:t>
            </a:r>
          </a:p>
        </p:txBody>
      </p:sp>
      <p:sp>
        <p:nvSpPr>
          <p:cNvPr id="4" name="Text Placeholder 3">
            <a:extLst>
              <a:ext uri="{FF2B5EF4-FFF2-40B4-BE49-F238E27FC236}">
                <a16:creationId xmlns:a16="http://schemas.microsoft.com/office/drawing/2014/main" id="{8801F393-8308-0D1E-52A2-FC57E4512CCF}"/>
              </a:ext>
            </a:extLst>
          </p:cNvPr>
          <p:cNvSpPr>
            <a:spLocks noGrp="1"/>
          </p:cNvSpPr>
          <p:nvPr>
            <p:ph type="body" sz="half" idx="2" hasCustomPrompt="1"/>
          </p:nvPr>
        </p:nvSpPr>
        <p:spPr>
          <a:xfrm>
            <a:off x="457199" y="1447799"/>
            <a:ext cx="4754880" cy="4663440"/>
          </a:xfrm>
        </p:spPr>
        <p:txBody>
          <a:bodyPr/>
          <a:lstStyle>
            <a:lvl1pPr marL="0" indent="0">
              <a:buNone/>
              <a:defRPr sz="1600" b="1">
                <a:solidFill>
                  <a:schemeClr val="accent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caption</a:t>
            </a:r>
          </a:p>
        </p:txBody>
      </p:sp>
      <p:sp>
        <p:nvSpPr>
          <p:cNvPr id="5" name="Date Placeholder 4">
            <a:extLst>
              <a:ext uri="{FF2B5EF4-FFF2-40B4-BE49-F238E27FC236}">
                <a16:creationId xmlns:a16="http://schemas.microsoft.com/office/drawing/2014/main" id="{380241F3-9135-92CE-6A1A-5BE0AECC9970}"/>
              </a:ext>
            </a:extLst>
          </p:cNvPr>
          <p:cNvSpPr>
            <a:spLocks noGrp="1"/>
          </p:cNvSpPr>
          <p:nvPr>
            <p:ph type="dt" sz="half" idx="10"/>
          </p:nvPr>
        </p:nvSpPr>
        <p:spPr/>
        <p:txBody>
          <a:bodyPr/>
          <a:lstStyle/>
          <a:p>
            <a:fld id="{08E9509E-2D00-4425-8617-63AD21C2168D}" type="datetime1">
              <a:rPr lang="en-US" smtClean="0"/>
              <a:t>2/11/2026</a:t>
            </a:fld>
            <a:endParaRPr lang="en-US"/>
          </a:p>
        </p:txBody>
      </p:sp>
      <p:sp>
        <p:nvSpPr>
          <p:cNvPr id="9" name="Footer Placeholder 8">
            <a:extLst>
              <a:ext uri="{FF2B5EF4-FFF2-40B4-BE49-F238E27FC236}">
                <a16:creationId xmlns:a16="http://schemas.microsoft.com/office/drawing/2014/main" id="{188FFC8B-A41D-691D-C8C9-0C363B1FD284}"/>
              </a:ext>
            </a:extLst>
          </p:cNvPr>
          <p:cNvSpPr>
            <a:spLocks noGrp="1"/>
          </p:cNvSpPr>
          <p:nvPr>
            <p:ph type="ftr" sz="quarter" idx="11"/>
          </p:nvPr>
        </p:nvSpPr>
        <p:spPr/>
        <p:txBody>
          <a:bodyPr/>
          <a:lstStyle/>
          <a:p>
            <a:r>
              <a:rPr lang="en-US"/>
              <a:t>© 2025–2027 Cognizant | Private</a:t>
            </a:r>
          </a:p>
        </p:txBody>
      </p:sp>
      <p:sp>
        <p:nvSpPr>
          <p:cNvPr id="10" name="Slide Number Placeholder 9">
            <a:extLst>
              <a:ext uri="{FF2B5EF4-FFF2-40B4-BE49-F238E27FC236}">
                <a16:creationId xmlns:a16="http://schemas.microsoft.com/office/drawing/2014/main" id="{B0EC0125-3406-DCE1-A443-16278DF39252}"/>
              </a:ext>
            </a:extLst>
          </p:cNvPr>
          <p:cNvSpPr>
            <a:spLocks noGrp="1"/>
          </p:cNvSpPr>
          <p:nvPr>
            <p:ph type="sldNum" sz="quarter" idx="12"/>
          </p:nvPr>
        </p:nvSpPr>
        <p:spPr/>
        <p:txBody>
          <a:bodyPr/>
          <a:lstStyle/>
          <a:p>
            <a:fld id="{38826FC0-333C-E549-9FA3-0EE43DF298A3}" type="slidenum">
              <a:rPr lang="en-US" smtClean="0"/>
              <a:pPr/>
              <a:t>‹#›</a:t>
            </a:fld>
            <a:endParaRPr lang="en-US"/>
          </a:p>
        </p:txBody>
      </p:sp>
    </p:spTree>
    <p:extLst>
      <p:ext uri="{BB962C8B-B14F-4D97-AF65-F5344CB8AC3E}">
        <p14:creationId xmlns:p14="http://schemas.microsoft.com/office/powerpoint/2010/main" val="352505285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Statement - light">
    <p:bg>
      <p:bgRef idx="1001">
        <a:schemeClr val="bg2"/>
      </p:bgRef>
    </p:bg>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98BC2B5B-70BA-CE41-9C8E-4A1C418D7D8E}"/>
              </a:ext>
            </a:extLst>
          </p:cNvPr>
          <p:cNvSpPr>
            <a:spLocks noGrp="1"/>
          </p:cNvSpPr>
          <p:nvPr>
            <p:ph type="body" sz="quarter" idx="13" hasCustomPrompt="1"/>
          </p:nvPr>
        </p:nvSpPr>
        <p:spPr>
          <a:xfrm>
            <a:off x="1005840" y="3429000"/>
            <a:ext cx="8849360" cy="1500188"/>
          </a:xfrm>
          <a:prstGeom prst="rect">
            <a:avLst/>
          </a:prstGeom>
        </p:spPr>
        <p:txBody>
          <a:bodyPr>
            <a:noAutofit/>
          </a:bodyPr>
          <a:lstStyle>
            <a:lvl1pPr marL="0" indent="0">
              <a:buNone/>
              <a:defRPr>
                <a:solidFill>
                  <a:schemeClr val="accent2"/>
                </a:solidFill>
              </a:defRPr>
            </a:lvl1pPr>
            <a:lvl2pPr marL="457200" indent="0">
              <a:buNone/>
              <a:defRPr>
                <a:solidFill>
                  <a:schemeClr val="accent5"/>
                </a:solidFill>
              </a:defRPr>
            </a:lvl2pPr>
            <a:lvl3pPr marL="914400" indent="0">
              <a:buNone/>
              <a:defRPr>
                <a:solidFill>
                  <a:schemeClr val="accent3"/>
                </a:solidFill>
              </a:defRPr>
            </a:lvl3pPr>
            <a:lvl4pPr marL="1371600" indent="0">
              <a:buNone/>
              <a:defRPr>
                <a:solidFill>
                  <a:schemeClr val="accent3"/>
                </a:solidFill>
              </a:defRPr>
            </a:lvl4pPr>
            <a:lvl5pPr marL="1828800" indent="0">
              <a:buNone/>
              <a:defRPr>
                <a:solidFill>
                  <a:schemeClr val="accent3"/>
                </a:solidFill>
              </a:defRPr>
            </a:lvl5pPr>
          </a:lstStyle>
          <a:p>
            <a:pPr lvl="0"/>
            <a:r>
              <a:rPr lang="en-US"/>
              <a:t>Attributor name is 16pt Arial</a:t>
            </a:r>
          </a:p>
        </p:txBody>
      </p:sp>
      <p:sp>
        <p:nvSpPr>
          <p:cNvPr id="13" name="Title 1">
            <a:extLst>
              <a:ext uri="{FF2B5EF4-FFF2-40B4-BE49-F238E27FC236}">
                <a16:creationId xmlns:a16="http://schemas.microsoft.com/office/drawing/2014/main" id="{0A13EBB4-2E96-D446-A07D-04B750732870}"/>
              </a:ext>
            </a:extLst>
          </p:cNvPr>
          <p:cNvSpPr>
            <a:spLocks noGrp="1"/>
          </p:cNvSpPr>
          <p:nvPr>
            <p:ph type="ctrTitle" hasCustomPrompt="1"/>
          </p:nvPr>
        </p:nvSpPr>
        <p:spPr>
          <a:xfrm>
            <a:off x="1005840" y="1943100"/>
            <a:ext cx="8849360" cy="997196"/>
          </a:xfrm>
        </p:spPr>
        <p:txBody>
          <a:bodyPr anchor="b" anchorCtr="0"/>
          <a:lstStyle>
            <a:lvl1pPr algn="l" rtl="0" eaLnBrk="1" latinLnBrk="0" hangingPunct="1">
              <a:defRPr lang="en-US" sz="3600" smtClean="0">
                <a:effectLst/>
              </a:defRPr>
            </a:lvl1pPr>
          </a:lstStyle>
          <a:p>
            <a:pPr rtl="0" eaLnBrk="1" latinLnBrk="0" hangingPunct="1"/>
            <a:r>
              <a:rPr lang="en-US"/>
              <a:t>Click to edit statement or quote </a:t>
            </a:r>
            <a:br>
              <a:rPr lang="en-US"/>
            </a:br>
            <a:r>
              <a:rPr lang="en-US"/>
              <a:t>in Arial 36pt bold</a:t>
            </a:r>
          </a:p>
        </p:txBody>
      </p:sp>
      <p:sp>
        <p:nvSpPr>
          <p:cNvPr id="4" name="Date Placeholder 3">
            <a:extLst>
              <a:ext uri="{FF2B5EF4-FFF2-40B4-BE49-F238E27FC236}">
                <a16:creationId xmlns:a16="http://schemas.microsoft.com/office/drawing/2014/main" id="{A90C7F1F-725F-1A52-1D97-F08B00EAAD97}"/>
              </a:ext>
            </a:extLst>
          </p:cNvPr>
          <p:cNvSpPr>
            <a:spLocks noGrp="1"/>
          </p:cNvSpPr>
          <p:nvPr>
            <p:ph type="dt" sz="half" idx="14"/>
          </p:nvPr>
        </p:nvSpPr>
        <p:spPr/>
        <p:txBody>
          <a:bodyPr/>
          <a:lstStyle/>
          <a:p>
            <a:fld id="{B301B72F-569F-4EC1-BC0D-A48112D7E658}" type="datetime1">
              <a:rPr lang="en-US" smtClean="0"/>
              <a:t>2/11/2026</a:t>
            </a:fld>
            <a:endParaRPr lang="en-US"/>
          </a:p>
        </p:txBody>
      </p:sp>
      <p:sp>
        <p:nvSpPr>
          <p:cNvPr id="7" name="Footer Placeholder 6">
            <a:extLst>
              <a:ext uri="{FF2B5EF4-FFF2-40B4-BE49-F238E27FC236}">
                <a16:creationId xmlns:a16="http://schemas.microsoft.com/office/drawing/2014/main" id="{D50B4EFF-B670-387B-EBF2-318801CE65AB}"/>
              </a:ext>
            </a:extLst>
          </p:cNvPr>
          <p:cNvSpPr>
            <a:spLocks noGrp="1"/>
          </p:cNvSpPr>
          <p:nvPr>
            <p:ph type="ftr" sz="quarter" idx="15"/>
          </p:nvPr>
        </p:nvSpPr>
        <p:spPr/>
        <p:txBody>
          <a:bodyPr/>
          <a:lstStyle/>
          <a:p>
            <a:r>
              <a:rPr lang="en-US"/>
              <a:t>© 2025–2027 Cognizant | Private</a:t>
            </a:r>
          </a:p>
        </p:txBody>
      </p:sp>
      <p:sp>
        <p:nvSpPr>
          <p:cNvPr id="8" name="Slide Number Placeholder 7">
            <a:extLst>
              <a:ext uri="{FF2B5EF4-FFF2-40B4-BE49-F238E27FC236}">
                <a16:creationId xmlns:a16="http://schemas.microsoft.com/office/drawing/2014/main" id="{B54DEEBD-7FD8-B1BF-8875-FF2A60284D39}"/>
              </a:ext>
            </a:extLst>
          </p:cNvPr>
          <p:cNvSpPr>
            <a:spLocks noGrp="1"/>
          </p:cNvSpPr>
          <p:nvPr>
            <p:ph type="sldNum" sz="quarter" idx="16"/>
          </p:nvPr>
        </p:nvSpPr>
        <p:spPr/>
        <p:txBody>
          <a:bodyPr/>
          <a:lstStyle/>
          <a:p>
            <a:fld id="{38826FC0-333C-E549-9FA3-0EE43DF298A3}" type="slidenum">
              <a:rPr lang="en-US" smtClean="0"/>
              <a:pPr/>
              <a:t>‹#›</a:t>
            </a:fld>
            <a:endParaRPr lang="en-US"/>
          </a:p>
        </p:txBody>
      </p:sp>
    </p:spTree>
    <p:extLst>
      <p:ext uri="{BB962C8B-B14F-4D97-AF65-F5344CB8AC3E}">
        <p14:creationId xmlns:p14="http://schemas.microsoft.com/office/powerpoint/2010/main" val="272647368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624"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ase study - light">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0" y="0"/>
            <a:ext cx="4216400" cy="6858000"/>
          </a:xfrm>
          <a:solidFill>
            <a:srgbClr val="ECECEB"/>
          </a:solidFill>
        </p:spPr>
        <p:txBody>
          <a:bodyPr bIns="914400" anchor="ctr">
            <a:normAutofit/>
          </a:bodyPr>
          <a:lstStyle>
            <a:lvl1pPr marL="0" indent="0" algn="ctr">
              <a:buNone/>
              <a:defRPr sz="1200">
                <a:solidFill>
                  <a:schemeClr val="tx1"/>
                </a:solidFill>
              </a:defRPr>
            </a:lvl1pPr>
          </a:lstStyle>
          <a:p>
            <a:r>
              <a:rPr lang="en-US"/>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201" y="1078468"/>
            <a:ext cx="3200400" cy="369332"/>
          </a:xfrm>
        </p:spPr>
        <p:txBody>
          <a:bodyPr wrap="square" lIns="0" tIns="0" rIns="0" bIns="0" anchor="t" anchorCtr="0">
            <a:spAutoFit/>
          </a:bodyPr>
          <a:lstStyle>
            <a:lvl1pPr>
              <a:lnSpc>
                <a:spcPct val="100000"/>
              </a:lnSpc>
              <a:defRPr sz="2400" b="1">
                <a:solidFill>
                  <a:schemeClr val="bg1"/>
                </a:solidFill>
              </a:defRPr>
            </a:lvl1pPr>
          </a:lstStyle>
          <a:p>
            <a:r>
              <a:rPr lang="en-US"/>
              <a:t>Case study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bg1"/>
                </a:solidFill>
              </a:defRPr>
            </a:lvl1pPr>
          </a:lstStyle>
          <a:p>
            <a:fld id="{E240D85D-6E93-453E-9D10-D2844A4FB22C}" type="datetime1">
              <a:rPr lang="en-US" smtClean="0"/>
              <a:t>2/11/2026</a:t>
            </a:fld>
            <a:endParaRPr lang="en-US"/>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bg1"/>
                </a:solidFill>
              </a:defRPr>
            </a:lvl1pPr>
          </a:lstStyle>
          <a:p>
            <a:r>
              <a:rPr lang="en-US"/>
              <a:t>© 2025–2027 Cognizant | Private</a:t>
            </a:r>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bg1"/>
                </a:solidFill>
              </a:defRPr>
            </a:lvl1pPr>
          </a:lstStyle>
          <a:p>
            <a:fld id="{38826FC0-333C-E549-9FA3-0EE43DF298A3}" type="slidenum">
              <a:rPr lang="en-US" smtClean="0"/>
              <a:pPr/>
              <a:t>‹#›</a:t>
            </a:fld>
            <a:endParaRPr lang="en-US"/>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a:xfrm>
            <a:off x="457200" y="457200"/>
            <a:ext cx="3200401" cy="171778"/>
          </a:xfrm>
        </p:spPr>
        <p:txBody>
          <a:bodyPr wrap="square">
            <a:spAutoFit/>
          </a:bodyPr>
          <a:lstStyle>
            <a:lvl1pPr marL="0" indent="0">
              <a:buNone/>
              <a:defRPr sz="1100">
                <a:solidFill>
                  <a:schemeClr val="bg1"/>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Case study super head</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p:nvPr>
        </p:nvSpPr>
        <p:spPr>
          <a:xfrm>
            <a:off x="5151120" y="1447800"/>
            <a:ext cx="6583680" cy="4754880"/>
          </a:xfrm>
        </p:spPr>
        <p:txBody>
          <a:bodyPr/>
          <a:lstStyle>
            <a:lvl1pPr marL="0" indent="0">
              <a:spcBef>
                <a:spcPts val="1200"/>
              </a:spcBef>
              <a:buNone/>
              <a:defRPr sz="1400"/>
            </a:lvl1pPr>
            <a:lvl2pPr>
              <a:spcBef>
                <a:spcPts val="1200"/>
              </a:spcBef>
              <a:defRPr sz="1200"/>
            </a:lvl2pPr>
            <a:lvl3pPr>
              <a:spcBef>
                <a:spcPts val="1200"/>
              </a:spcBef>
              <a:defRPr sz="1100"/>
            </a:lvl3pPr>
            <a:lvl4pPr>
              <a:spcBef>
                <a:spcPts val="1200"/>
              </a:spcBef>
              <a:defRPr sz="1100"/>
            </a:lvl4pPr>
            <a:lvl5pPr>
              <a:spcBef>
                <a:spcPts val="1200"/>
              </a:spcBef>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Picture Placeholder 6">
            <a:extLst>
              <a:ext uri="{FF2B5EF4-FFF2-40B4-BE49-F238E27FC236}">
                <a16:creationId xmlns:a16="http://schemas.microsoft.com/office/drawing/2014/main" id="{2240FDEC-D5D2-8E2B-9CB8-49F6FABD320A}"/>
              </a:ext>
            </a:extLst>
          </p:cNvPr>
          <p:cNvSpPr>
            <a:spLocks noGrp="1"/>
          </p:cNvSpPr>
          <p:nvPr>
            <p:ph type="pic" sz="quarter" idx="28" hasCustomPrompt="1"/>
          </p:nvPr>
        </p:nvSpPr>
        <p:spPr>
          <a:xfrm>
            <a:off x="9855200" y="457200"/>
            <a:ext cx="1879600" cy="685800"/>
          </a:xfrm>
          <a:noFill/>
        </p:spPr>
        <p:txBody>
          <a:bodyPr bIns="0" anchor="ctr">
            <a:normAutofit/>
          </a:bodyPr>
          <a:lstStyle>
            <a:lvl1pPr marL="0" indent="0" algn="ctr">
              <a:lnSpc>
                <a:spcPct val="100000"/>
              </a:lnSpc>
              <a:buNone/>
              <a:defRPr sz="900">
                <a:solidFill>
                  <a:schemeClr val="tx1"/>
                </a:solidFill>
              </a:defRPr>
            </a:lvl1pPr>
          </a:lstStyle>
          <a:p>
            <a:r>
              <a:rPr lang="en-US"/>
              <a:t>Client logo</a:t>
            </a:r>
            <a:br>
              <a:rPr lang="en-US"/>
            </a:br>
            <a:r>
              <a:rPr lang="en-US"/>
              <a:t>(crop: fit to make sure </a:t>
            </a:r>
            <a:br>
              <a:rPr lang="en-US"/>
            </a:br>
            <a:r>
              <a:rPr lang="en-US"/>
              <a:t>entire logo is visible)</a:t>
            </a:r>
          </a:p>
        </p:txBody>
      </p:sp>
    </p:spTree>
    <p:extLst>
      <p:ext uri="{BB962C8B-B14F-4D97-AF65-F5344CB8AC3E}">
        <p14:creationId xmlns:p14="http://schemas.microsoft.com/office/powerpoint/2010/main" val="2442934130"/>
      </p:ext>
    </p:extLst>
  </p:cSld>
  <p:clrMapOvr>
    <a:overrideClrMapping bg1="lt1" tx1="dk1" bg2="lt2" tx2="dk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ase study light - no image">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E73A3D6-80E4-AC3E-7815-5FDC789342D0}"/>
              </a:ext>
            </a:extLst>
          </p:cNvPr>
          <p:cNvSpPr/>
          <p:nvPr userDrawn="1"/>
        </p:nvSpPr>
        <p:spPr>
          <a:xfrm>
            <a:off x="0" y="0"/>
            <a:ext cx="42164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bwMode="white">
          <a:xfrm>
            <a:off x="457201" y="1078468"/>
            <a:ext cx="3200400" cy="369332"/>
          </a:xfrm>
        </p:spPr>
        <p:txBody>
          <a:bodyPr wrap="square" lIns="0" tIns="0" rIns="0" bIns="0" anchor="t" anchorCtr="0">
            <a:spAutoFit/>
          </a:bodyPr>
          <a:lstStyle>
            <a:lvl1pPr>
              <a:lnSpc>
                <a:spcPct val="100000"/>
              </a:lnSpc>
              <a:defRPr sz="2400" b="1">
                <a:solidFill>
                  <a:schemeClr val="bg1"/>
                </a:solidFill>
              </a:defRPr>
            </a:lvl1pPr>
          </a:lstStyle>
          <a:p>
            <a:r>
              <a:rPr lang="en-US"/>
              <a:t>Case study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bwMode="white"/>
        <p:txBody>
          <a:bodyPr/>
          <a:lstStyle>
            <a:lvl1pPr>
              <a:defRPr>
                <a:solidFill>
                  <a:schemeClr val="bg1"/>
                </a:solidFill>
              </a:defRPr>
            </a:lvl1pPr>
          </a:lstStyle>
          <a:p>
            <a:fld id="{3D4BFC8A-E4DD-4119-B3BA-BC9D4E473C99}" type="datetime1">
              <a:rPr lang="en-US" smtClean="0"/>
              <a:t>2/11/2026</a:t>
            </a:fld>
            <a:endParaRPr lang="en-US"/>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bwMode="white"/>
        <p:txBody>
          <a:bodyPr/>
          <a:lstStyle>
            <a:lvl1pPr>
              <a:defRPr>
                <a:solidFill>
                  <a:schemeClr val="bg1"/>
                </a:solidFill>
              </a:defRPr>
            </a:lvl1pPr>
          </a:lstStyle>
          <a:p>
            <a:r>
              <a:rPr lang="en-US"/>
              <a:t>© 2025–2027 Cognizant | Private</a:t>
            </a:r>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bwMode="white"/>
        <p:txBody>
          <a:bodyPr/>
          <a:lstStyle>
            <a:lvl1pPr>
              <a:defRPr>
                <a:solidFill>
                  <a:schemeClr val="bg1"/>
                </a:solidFill>
              </a:defRPr>
            </a:lvl1pPr>
          </a:lstStyle>
          <a:p>
            <a:fld id="{38826FC0-333C-E549-9FA3-0EE43DF298A3}" type="slidenum">
              <a:rPr lang="en-US" smtClean="0"/>
              <a:pPr/>
              <a:t>‹#›</a:t>
            </a:fld>
            <a:endParaRPr lang="en-US"/>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bwMode="white">
          <a:xfrm>
            <a:off x="457200" y="457200"/>
            <a:ext cx="3200401" cy="171778"/>
          </a:xfrm>
        </p:spPr>
        <p:txBody>
          <a:bodyPr wrap="square">
            <a:spAutoFit/>
          </a:bodyPr>
          <a:lstStyle>
            <a:lvl1pPr marL="0" indent="0">
              <a:buNone/>
              <a:defRPr sz="1100">
                <a:solidFill>
                  <a:schemeClr val="bg1"/>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Case study super head</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p:nvPr>
        </p:nvSpPr>
        <p:spPr>
          <a:xfrm>
            <a:off x="5151120" y="1447800"/>
            <a:ext cx="6583680" cy="4754880"/>
          </a:xfrm>
        </p:spPr>
        <p:txBody>
          <a:bodyPr/>
          <a:lstStyle>
            <a:lvl1pPr marL="0" indent="0">
              <a:spcBef>
                <a:spcPts val="1200"/>
              </a:spcBef>
              <a:buNone/>
              <a:defRPr sz="1400"/>
            </a:lvl1pPr>
            <a:lvl2pPr>
              <a:spcBef>
                <a:spcPts val="1200"/>
              </a:spcBef>
              <a:defRPr sz="1200"/>
            </a:lvl2pPr>
            <a:lvl3pPr>
              <a:spcBef>
                <a:spcPts val="1200"/>
              </a:spcBef>
              <a:defRPr sz="1100"/>
            </a:lvl3pPr>
            <a:lvl4pPr>
              <a:spcBef>
                <a:spcPts val="1200"/>
              </a:spcBef>
              <a:defRPr sz="1100"/>
            </a:lvl4pPr>
            <a:lvl5pPr>
              <a:spcBef>
                <a:spcPts val="1200"/>
              </a:spcBef>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Picture Placeholder 6">
            <a:extLst>
              <a:ext uri="{FF2B5EF4-FFF2-40B4-BE49-F238E27FC236}">
                <a16:creationId xmlns:a16="http://schemas.microsoft.com/office/drawing/2014/main" id="{2240FDEC-D5D2-8E2B-9CB8-49F6FABD320A}"/>
              </a:ext>
            </a:extLst>
          </p:cNvPr>
          <p:cNvSpPr>
            <a:spLocks noGrp="1"/>
          </p:cNvSpPr>
          <p:nvPr>
            <p:ph type="pic" sz="quarter" idx="28" hasCustomPrompt="1"/>
          </p:nvPr>
        </p:nvSpPr>
        <p:spPr>
          <a:xfrm>
            <a:off x="9855200" y="457200"/>
            <a:ext cx="1879600" cy="685800"/>
          </a:xfrm>
          <a:noFill/>
        </p:spPr>
        <p:txBody>
          <a:bodyPr bIns="0" anchor="ctr">
            <a:normAutofit/>
          </a:bodyPr>
          <a:lstStyle>
            <a:lvl1pPr marL="0" indent="0" algn="ctr">
              <a:lnSpc>
                <a:spcPct val="100000"/>
              </a:lnSpc>
              <a:buNone/>
              <a:defRPr sz="900">
                <a:solidFill>
                  <a:schemeClr val="tx1"/>
                </a:solidFill>
              </a:defRPr>
            </a:lvl1pPr>
          </a:lstStyle>
          <a:p>
            <a:r>
              <a:rPr lang="en-US"/>
              <a:t>Client logo</a:t>
            </a:r>
            <a:br>
              <a:rPr lang="en-US"/>
            </a:br>
            <a:r>
              <a:rPr lang="en-US"/>
              <a:t>(crop: fit to make sure </a:t>
            </a:r>
            <a:br>
              <a:rPr lang="en-US"/>
            </a:br>
            <a:r>
              <a:rPr lang="en-US"/>
              <a:t>entire logo is visible)</a:t>
            </a:r>
          </a:p>
        </p:txBody>
      </p:sp>
    </p:spTree>
    <p:extLst>
      <p:ext uri="{BB962C8B-B14F-4D97-AF65-F5344CB8AC3E}">
        <p14:creationId xmlns:p14="http://schemas.microsoft.com/office/powerpoint/2010/main" val="1625816533"/>
      </p:ext>
    </p:extLst>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DARK LAYOUTS">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775811" y="1385364"/>
            <a:ext cx="10640378" cy="4087273"/>
          </a:xfrm>
          <a:prstGeom prst="rect">
            <a:avLst/>
          </a:prstGeom>
          <a:noFill/>
        </p:spPr>
        <p:txBody>
          <a:bodyPr wrap="squar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a:ln>
                  <a:noFill/>
                </a:ln>
                <a:solidFill>
                  <a:srgbClr val="FFFFFF"/>
                </a:solidFill>
                <a:effectLst/>
                <a:uLnTx/>
                <a:uFillTx/>
              </a:rPr>
              <a:t>DARK LAYOUTS</a:t>
            </a:r>
            <a:endParaRPr kumimoji="0" lang="en-US" sz="7200" b="0" i="1" u="none" strike="noStrike" kern="0" cap="none" spc="0" normalizeH="0" baseline="0" noProof="0">
              <a:ln>
                <a:noFill/>
              </a:ln>
              <a:solidFill>
                <a:srgbClr val="FFFFFF"/>
              </a:solidFill>
              <a:effectLst/>
              <a:uLnTx/>
              <a:uFillTx/>
            </a:endParaRPr>
          </a:p>
        </p:txBody>
      </p:sp>
    </p:spTree>
    <p:extLst>
      <p:ext uri="{BB962C8B-B14F-4D97-AF65-F5344CB8AC3E}">
        <p14:creationId xmlns:p14="http://schemas.microsoft.com/office/powerpoint/2010/main" val="2891603830"/>
      </p:ext>
    </p:extLst>
  </p:cSld>
  <p:clrMapOvr>
    <a:overrideClrMapping bg1="dk1" tx1="lt1" bg2="dk2" tx2="lt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type="obj" preserve="1">
  <p:cSld name="Title and Content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p:txBody>
          <a:bodyPr/>
          <a:lstStyle/>
          <a:p>
            <a:r>
              <a:rPr lang="en-US"/>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p:txBody>
          <a:bodyPr/>
          <a:lstStyle/>
          <a:p>
            <a:pPr lvl="0"/>
            <a:r>
              <a:rPr lang="en-US"/>
              <a:t>Click to add content</a:t>
            </a:r>
          </a:p>
          <a:p>
            <a:pPr lvl="1"/>
            <a:r>
              <a:rPr lang="en-US"/>
              <a:t>2nd level</a:t>
            </a:r>
          </a:p>
          <a:p>
            <a:pPr lvl="2"/>
            <a:r>
              <a:rPr lang="en-US"/>
              <a:t>3rd level text</a:t>
            </a:r>
          </a:p>
          <a:p>
            <a:pPr lvl="3"/>
            <a:r>
              <a:rPr lang="en-US"/>
              <a:t>4th level text</a:t>
            </a:r>
          </a:p>
          <a:p>
            <a:pPr lvl="4"/>
            <a:r>
              <a:rPr lang="en-US"/>
              <a:t>5th level text</a:t>
            </a:r>
          </a:p>
        </p:txBody>
      </p:sp>
      <p:sp>
        <p:nvSpPr>
          <p:cNvPr id="9" name="Date Placeholder 8">
            <a:extLst>
              <a:ext uri="{FF2B5EF4-FFF2-40B4-BE49-F238E27FC236}">
                <a16:creationId xmlns:a16="http://schemas.microsoft.com/office/drawing/2014/main" id="{F383D916-FBF7-8EA7-4311-2FD3E10E8254}"/>
              </a:ext>
            </a:extLst>
          </p:cNvPr>
          <p:cNvSpPr>
            <a:spLocks noGrp="1"/>
          </p:cNvSpPr>
          <p:nvPr>
            <p:ph type="dt" sz="half" idx="10"/>
          </p:nvPr>
        </p:nvSpPr>
        <p:spPr/>
        <p:txBody>
          <a:bodyPr/>
          <a:lstStyle/>
          <a:p>
            <a:fld id="{A8FE65DC-9B0C-48A5-898F-3399994D7A14}" type="datetime1">
              <a:rPr lang="en-US" smtClean="0"/>
              <a:t>2/11/2026</a:t>
            </a:fld>
            <a:endParaRPr lang="en-US"/>
          </a:p>
        </p:txBody>
      </p:sp>
      <p:sp>
        <p:nvSpPr>
          <p:cNvPr id="10" name="Footer Placeholder 9">
            <a:extLst>
              <a:ext uri="{FF2B5EF4-FFF2-40B4-BE49-F238E27FC236}">
                <a16:creationId xmlns:a16="http://schemas.microsoft.com/office/drawing/2014/main" id="{69D40ACC-00F3-03AD-3DB1-6487497FA161}"/>
              </a:ext>
            </a:extLst>
          </p:cNvPr>
          <p:cNvSpPr>
            <a:spLocks noGrp="1"/>
          </p:cNvSpPr>
          <p:nvPr>
            <p:ph type="ftr" sz="quarter" idx="11"/>
          </p:nvPr>
        </p:nvSpPr>
        <p:spPr/>
        <p:txBody>
          <a:bodyPr/>
          <a:lstStyle/>
          <a:p>
            <a:r>
              <a:rPr lang="en-US"/>
              <a:t>© 2025–2027 Cognizant | Private</a:t>
            </a:r>
          </a:p>
        </p:txBody>
      </p:sp>
      <p:sp>
        <p:nvSpPr>
          <p:cNvPr id="11" name="Slide Number Placeholder 10">
            <a:extLst>
              <a:ext uri="{FF2B5EF4-FFF2-40B4-BE49-F238E27FC236}">
                <a16:creationId xmlns:a16="http://schemas.microsoft.com/office/drawing/2014/main" id="{1DA0B9D4-7BD8-9FB8-A351-972423D1D772}"/>
              </a:ext>
            </a:extLst>
          </p:cNvPr>
          <p:cNvSpPr>
            <a:spLocks noGrp="1"/>
          </p:cNvSpPr>
          <p:nvPr>
            <p:ph type="sldNum" sz="quarter" idx="12"/>
          </p:nvPr>
        </p:nvSpPr>
        <p:spPr/>
        <p:txBody>
          <a:bodyPr/>
          <a:lstStyle/>
          <a:p>
            <a:fld id="{38826FC0-333C-E549-9FA3-0EE43DF298A3}" type="slidenum">
              <a:rPr lang="en-US" smtClean="0"/>
              <a:pPr/>
              <a:t>‹#›</a:t>
            </a:fld>
            <a:endParaRPr lang="en-US"/>
          </a:p>
        </p:txBody>
      </p:sp>
      <p:pic>
        <p:nvPicPr>
          <p:cNvPr id="4" name="Cognizant Logo_rgb_rev_2023" descr="Cognizant logo reversed, SVG format">
            <a:extLst>
              <a:ext uri="{FF2B5EF4-FFF2-40B4-BE49-F238E27FC236}">
                <a16:creationId xmlns:a16="http://schemas.microsoft.com/office/drawing/2014/main" id="{591ACBB7-11CF-0324-65ED-7CE580E3A1A8}"/>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111587575"/>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Super head, sub head, footnote - Super head, sub head, footnote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457200" y="1447800"/>
            <a:ext cx="7518400" cy="4297680"/>
          </a:xfrm>
        </p:spPr>
        <p:txBody>
          <a:bodyPr/>
          <a:lstStyle/>
          <a:p>
            <a:pPr lvl="0"/>
            <a:r>
              <a:rPr lang="en-US"/>
              <a:t>Click to add content</a:t>
            </a:r>
          </a:p>
          <a:p>
            <a:pPr lvl="1"/>
            <a:r>
              <a:rPr lang="en-US"/>
              <a:t>2nd level text</a:t>
            </a:r>
          </a:p>
          <a:p>
            <a:pPr lvl="2"/>
            <a:r>
              <a:rPr lang="en-US"/>
              <a:t>3rd level text</a:t>
            </a:r>
          </a:p>
          <a:p>
            <a:pPr lvl="3"/>
            <a:r>
              <a:rPr lang="en-US"/>
              <a:t>4th level text</a:t>
            </a:r>
          </a:p>
          <a:p>
            <a:pPr lvl="4"/>
            <a:r>
              <a:rPr lang="en-US"/>
              <a:t>5th level text</a:t>
            </a:r>
          </a:p>
        </p:txBody>
      </p:sp>
      <p:sp>
        <p:nvSpPr>
          <p:cNvPr id="4" name="Text Placeholder 7">
            <a:extLst>
              <a:ext uri="{FF2B5EF4-FFF2-40B4-BE49-F238E27FC236}">
                <a16:creationId xmlns:a16="http://schemas.microsoft.com/office/drawing/2014/main" id="{EDCB0FDA-E923-182E-F7E1-D663EE4D60C4}"/>
              </a:ext>
            </a:extLst>
          </p:cNvPr>
          <p:cNvSpPr>
            <a:spLocks noGrp="1"/>
          </p:cNvSpPr>
          <p:nvPr>
            <p:ph type="body" sz="quarter" idx="14" hasCustomPrompt="1"/>
          </p:nvPr>
        </p:nvSpPr>
        <p:spPr>
          <a:xfrm>
            <a:off x="457200" y="228600"/>
            <a:ext cx="11277600" cy="163956"/>
          </a:xfrm>
        </p:spPr>
        <p:txBody>
          <a:bodyPr anchor="b">
            <a:spAutoFit/>
          </a:bodyPr>
          <a:lstStyle>
            <a:lvl1pPr marL="0" indent="0">
              <a:buNone/>
              <a:defRPr sz="1050">
                <a:solidFill>
                  <a:schemeClr val="accent3"/>
                </a:solidFill>
              </a:defRPr>
            </a:lvl1pPr>
          </a:lstStyle>
          <a:p>
            <a:pPr lvl="0"/>
            <a:r>
              <a:rPr lang="en-US"/>
              <a:t>Super head</a:t>
            </a:r>
          </a:p>
        </p:txBody>
      </p:sp>
      <p:sp>
        <p:nvSpPr>
          <p:cNvPr id="8" name="Text Placeholder 7">
            <a:extLst>
              <a:ext uri="{FF2B5EF4-FFF2-40B4-BE49-F238E27FC236}">
                <a16:creationId xmlns:a16="http://schemas.microsoft.com/office/drawing/2014/main" id="{8D4F1D73-B5B0-2DD9-9E22-084F619A1164}"/>
              </a:ext>
            </a:extLst>
          </p:cNvPr>
          <p:cNvSpPr>
            <a:spLocks noGrp="1"/>
          </p:cNvSpPr>
          <p:nvPr>
            <p:ph type="body" sz="quarter" idx="15" hasCustomPrompt="1"/>
          </p:nvPr>
        </p:nvSpPr>
        <p:spPr>
          <a:xfrm>
            <a:off x="457200" y="822960"/>
            <a:ext cx="11277600" cy="281039"/>
          </a:xfrm>
        </p:spPr>
        <p:txBody>
          <a:bodyPr anchor="t">
            <a:spAutoFit/>
          </a:bodyPr>
          <a:lstStyle>
            <a:lvl1pPr marL="0" indent="0">
              <a:lnSpc>
                <a:spcPct val="100000"/>
              </a:lnSpc>
              <a:buNone/>
              <a:defRPr sz="1800">
                <a:solidFill>
                  <a:schemeClr val="accent3"/>
                </a:solidFill>
              </a:defRPr>
            </a:lvl1pPr>
          </a:lstStyle>
          <a:p>
            <a:pPr lvl="0"/>
            <a:r>
              <a:rPr lang="en-US"/>
              <a:t>Subhead</a:t>
            </a:r>
          </a:p>
        </p:txBody>
      </p:sp>
      <p:sp>
        <p:nvSpPr>
          <p:cNvPr id="9" name="Text Placeholder 7">
            <a:extLst>
              <a:ext uri="{FF2B5EF4-FFF2-40B4-BE49-F238E27FC236}">
                <a16:creationId xmlns:a16="http://schemas.microsoft.com/office/drawing/2014/main" id="{8B225166-D739-CEC1-F817-8B08A1CA46F7}"/>
              </a:ext>
            </a:extLst>
          </p:cNvPr>
          <p:cNvSpPr>
            <a:spLocks noGrp="1"/>
          </p:cNvSpPr>
          <p:nvPr>
            <p:ph type="body" sz="quarter" idx="16" hasCustomPrompt="1"/>
          </p:nvPr>
        </p:nvSpPr>
        <p:spPr>
          <a:xfrm>
            <a:off x="457200" y="5947090"/>
            <a:ext cx="7518400" cy="124906"/>
          </a:xfrm>
        </p:spPr>
        <p:txBody>
          <a:bodyPr wrap="square" anchor="t" anchorCtr="0">
            <a:spAutoFit/>
          </a:bodyPr>
          <a:lstStyle>
            <a:lvl1pPr marL="0" indent="0">
              <a:buNone/>
              <a:defRPr sz="800">
                <a:solidFill>
                  <a:schemeClr val="tx1"/>
                </a:solidFill>
              </a:defRPr>
            </a:lvl1pPr>
          </a:lstStyle>
          <a:p>
            <a:pPr lvl="0"/>
            <a:r>
              <a:rPr lang="en-US"/>
              <a:t>Insert source or footnote here</a:t>
            </a:r>
          </a:p>
        </p:txBody>
      </p:sp>
      <p:sp>
        <p:nvSpPr>
          <p:cNvPr id="10" name="Date Placeholder 9">
            <a:extLst>
              <a:ext uri="{FF2B5EF4-FFF2-40B4-BE49-F238E27FC236}">
                <a16:creationId xmlns:a16="http://schemas.microsoft.com/office/drawing/2014/main" id="{BB09AAF3-3252-489D-5FB0-6293AC9FF0F1}"/>
              </a:ext>
            </a:extLst>
          </p:cNvPr>
          <p:cNvSpPr>
            <a:spLocks noGrp="1"/>
          </p:cNvSpPr>
          <p:nvPr>
            <p:ph type="dt" sz="half" idx="17"/>
          </p:nvPr>
        </p:nvSpPr>
        <p:spPr/>
        <p:txBody>
          <a:bodyPr/>
          <a:lstStyle/>
          <a:p>
            <a:fld id="{4D400A4B-814A-44AC-8B06-B181334875EB}" type="datetime1">
              <a:rPr lang="en-US" smtClean="0"/>
              <a:t>2/11/2026</a:t>
            </a:fld>
            <a:endParaRPr lang="en-US"/>
          </a:p>
        </p:txBody>
      </p:sp>
      <p:sp>
        <p:nvSpPr>
          <p:cNvPr id="11" name="Footer Placeholder 10">
            <a:extLst>
              <a:ext uri="{FF2B5EF4-FFF2-40B4-BE49-F238E27FC236}">
                <a16:creationId xmlns:a16="http://schemas.microsoft.com/office/drawing/2014/main" id="{0D47B63B-3488-B9A8-9702-4FB8F539BC94}"/>
              </a:ext>
            </a:extLst>
          </p:cNvPr>
          <p:cNvSpPr>
            <a:spLocks noGrp="1"/>
          </p:cNvSpPr>
          <p:nvPr>
            <p:ph type="ftr" sz="quarter" idx="18"/>
          </p:nvPr>
        </p:nvSpPr>
        <p:spPr/>
        <p:txBody>
          <a:bodyPr/>
          <a:lstStyle/>
          <a:p>
            <a:r>
              <a:rPr lang="en-US"/>
              <a:t>© 2025–2027 Cognizant | Private</a:t>
            </a:r>
          </a:p>
        </p:txBody>
      </p:sp>
      <p:sp>
        <p:nvSpPr>
          <p:cNvPr id="12" name="Slide Number Placeholder 11">
            <a:extLst>
              <a:ext uri="{FF2B5EF4-FFF2-40B4-BE49-F238E27FC236}">
                <a16:creationId xmlns:a16="http://schemas.microsoft.com/office/drawing/2014/main" id="{1BA67573-B992-F2E1-F4A6-9434D3134383}"/>
              </a:ext>
            </a:extLst>
          </p:cNvPr>
          <p:cNvSpPr>
            <a:spLocks noGrp="1"/>
          </p:cNvSpPr>
          <p:nvPr>
            <p:ph type="sldNum" sz="quarter" idx="19"/>
          </p:nvPr>
        </p:nvSpPr>
        <p:spPr/>
        <p:txBody>
          <a:bodyPr/>
          <a:lstStyle/>
          <a:p>
            <a:fld id="{38826FC0-333C-E549-9FA3-0EE43DF298A3}" type="slidenum">
              <a:rPr lang="en-US" smtClean="0"/>
              <a:pPr/>
              <a:t>‹#›</a:t>
            </a:fld>
            <a:endParaRPr lang="en-US"/>
          </a:p>
        </p:txBody>
      </p:sp>
      <p:pic>
        <p:nvPicPr>
          <p:cNvPr id="6" name="Cognizant Logo_rgb_rev_2023" descr="Cognizant logo reversed, SVG format">
            <a:extLst>
              <a:ext uri="{FF2B5EF4-FFF2-40B4-BE49-F238E27FC236}">
                <a16:creationId xmlns:a16="http://schemas.microsoft.com/office/drawing/2014/main" id="{C58C5DC1-02D1-ACC1-37E9-20232B40787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620446942"/>
      </p:ext>
    </p:extLst>
  </p:cSld>
  <p:clrMapOvr>
    <a:overrideClrMapping bg1="dk1" tx1="lt1" bg2="dk2" tx2="lt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type="titleOnly" preserve="1">
  <p:cSld name="Title only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A3A05-DC05-1CC5-ED65-5734138EE80C}"/>
              </a:ext>
            </a:extLst>
          </p:cNvPr>
          <p:cNvSpPr>
            <a:spLocks noGrp="1"/>
          </p:cNvSpPr>
          <p:nvPr>
            <p:ph type="title" hasCustomPrompt="1"/>
          </p:nvPr>
        </p:nvSpPr>
        <p:spPr/>
        <p:txBody>
          <a:bodyPr/>
          <a:lstStyle/>
          <a:p>
            <a:r>
              <a:rPr lang="en-US"/>
              <a:t>Click to add title</a:t>
            </a:r>
          </a:p>
        </p:txBody>
      </p:sp>
      <p:sp>
        <p:nvSpPr>
          <p:cNvPr id="8" name="Date Placeholder 7">
            <a:extLst>
              <a:ext uri="{FF2B5EF4-FFF2-40B4-BE49-F238E27FC236}">
                <a16:creationId xmlns:a16="http://schemas.microsoft.com/office/drawing/2014/main" id="{D1C004D1-9C96-9E3A-B3CF-E648F1817884}"/>
              </a:ext>
            </a:extLst>
          </p:cNvPr>
          <p:cNvSpPr>
            <a:spLocks noGrp="1"/>
          </p:cNvSpPr>
          <p:nvPr>
            <p:ph type="dt" sz="half" idx="10"/>
          </p:nvPr>
        </p:nvSpPr>
        <p:spPr/>
        <p:txBody>
          <a:bodyPr/>
          <a:lstStyle/>
          <a:p>
            <a:fld id="{34B751B7-EDD5-4C32-B7E9-CF83F055A7D0}" type="datetime1">
              <a:rPr lang="en-US" smtClean="0"/>
              <a:t>2/11/2026</a:t>
            </a:fld>
            <a:endParaRPr lang="en-US"/>
          </a:p>
        </p:txBody>
      </p:sp>
      <p:sp>
        <p:nvSpPr>
          <p:cNvPr id="9" name="Footer Placeholder 8">
            <a:extLst>
              <a:ext uri="{FF2B5EF4-FFF2-40B4-BE49-F238E27FC236}">
                <a16:creationId xmlns:a16="http://schemas.microsoft.com/office/drawing/2014/main" id="{C8F63855-627B-94BE-7770-B3F2F8F1DAD6}"/>
              </a:ext>
            </a:extLst>
          </p:cNvPr>
          <p:cNvSpPr>
            <a:spLocks noGrp="1"/>
          </p:cNvSpPr>
          <p:nvPr>
            <p:ph type="ftr" sz="quarter" idx="11"/>
          </p:nvPr>
        </p:nvSpPr>
        <p:spPr/>
        <p:txBody>
          <a:bodyPr/>
          <a:lstStyle/>
          <a:p>
            <a:r>
              <a:rPr lang="en-US"/>
              <a:t>© 2025–2027 Cognizant | Private</a:t>
            </a:r>
          </a:p>
        </p:txBody>
      </p:sp>
      <p:sp>
        <p:nvSpPr>
          <p:cNvPr id="10" name="Slide Number Placeholder 9">
            <a:extLst>
              <a:ext uri="{FF2B5EF4-FFF2-40B4-BE49-F238E27FC236}">
                <a16:creationId xmlns:a16="http://schemas.microsoft.com/office/drawing/2014/main" id="{64918DA7-E1E1-1CFE-6E02-09FE2AA2F07F}"/>
              </a:ext>
            </a:extLst>
          </p:cNvPr>
          <p:cNvSpPr>
            <a:spLocks noGrp="1"/>
          </p:cNvSpPr>
          <p:nvPr>
            <p:ph type="sldNum" sz="quarter" idx="12"/>
          </p:nvPr>
        </p:nvSpPr>
        <p:spPr/>
        <p:txBody>
          <a:bodyPr/>
          <a:lstStyle/>
          <a:p>
            <a:fld id="{38826FC0-333C-E549-9FA3-0EE43DF298A3}" type="slidenum">
              <a:rPr lang="en-US" smtClean="0"/>
              <a:pPr/>
              <a:t>‹#›</a:t>
            </a:fld>
            <a:endParaRPr lang="en-US"/>
          </a:p>
        </p:txBody>
      </p:sp>
      <p:pic>
        <p:nvPicPr>
          <p:cNvPr id="3" name="Cognizant Logo_rgb_rev_2023" descr="Cognizant logo reversed, SVG format">
            <a:extLst>
              <a:ext uri="{FF2B5EF4-FFF2-40B4-BE49-F238E27FC236}">
                <a16:creationId xmlns:a16="http://schemas.microsoft.com/office/drawing/2014/main" id="{39ECF048-F463-0BC0-00A8-80B618B315FC}"/>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90993053"/>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p:cSld name="Blank - dark">
    <p:bg>
      <p:bgRef idx="1001">
        <a:schemeClr val="bg1"/>
      </p:bgRef>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A86AB16-C89B-C286-D054-A2D5DB5C460C}"/>
              </a:ext>
            </a:extLst>
          </p:cNvPr>
          <p:cNvSpPr>
            <a:spLocks noGrp="1"/>
          </p:cNvSpPr>
          <p:nvPr>
            <p:ph type="title" hasCustomPrompt="1"/>
          </p:nvPr>
        </p:nvSpPr>
        <p:spPr>
          <a:xfrm>
            <a:off x="457200" y="-357975"/>
            <a:ext cx="11277600" cy="193899"/>
          </a:xfrm>
        </p:spPr>
        <p:txBody>
          <a:bodyPr/>
          <a:lstStyle>
            <a:lvl1pPr>
              <a:defRPr sz="1400">
                <a:solidFill>
                  <a:schemeClr val="bg1"/>
                </a:solidFill>
              </a:defRPr>
            </a:lvl1pPr>
          </a:lstStyle>
          <a:p>
            <a:r>
              <a:rPr lang="en-US"/>
              <a:t>Click to add title (for accessibility purposes)</a:t>
            </a:r>
          </a:p>
        </p:txBody>
      </p:sp>
      <p:sp>
        <p:nvSpPr>
          <p:cNvPr id="2" name="Date Placeholder 1">
            <a:extLst>
              <a:ext uri="{FF2B5EF4-FFF2-40B4-BE49-F238E27FC236}">
                <a16:creationId xmlns:a16="http://schemas.microsoft.com/office/drawing/2014/main" id="{782BD780-BD7C-D16D-9867-3767997FAF91}"/>
              </a:ext>
            </a:extLst>
          </p:cNvPr>
          <p:cNvSpPr>
            <a:spLocks noGrp="1"/>
          </p:cNvSpPr>
          <p:nvPr>
            <p:ph type="dt" sz="half" idx="10"/>
          </p:nvPr>
        </p:nvSpPr>
        <p:spPr/>
        <p:txBody>
          <a:bodyPr/>
          <a:lstStyle/>
          <a:p>
            <a:fld id="{B8D9EEA2-7C16-4EBF-A4ED-6EE3F89E8D21}" type="datetime1">
              <a:rPr lang="en-US" smtClean="0"/>
              <a:t>2/11/2026</a:t>
            </a:fld>
            <a:endParaRPr lang="en-US"/>
          </a:p>
        </p:txBody>
      </p:sp>
      <p:sp>
        <p:nvSpPr>
          <p:cNvPr id="7" name="Footer Placeholder 6">
            <a:extLst>
              <a:ext uri="{FF2B5EF4-FFF2-40B4-BE49-F238E27FC236}">
                <a16:creationId xmlns:a16="http://schemas.microsoft.com/office/drawing/2014/main" id="{A5ABA333-FF45-AB19-E8F1-74BC796D7D7D}"/>
              </a:ext>
            </a:extLst>
          </p:cNvPr>
          <p:cNvSpPr>
            <a:spLocks noGrp="1"/>
          </p:cNvSpPr>
          <p:nvPr>
            <p:ph type="ftr" sz="quarter" idx="11"/>
          </p:nvPr>
        </p:nvSpPr>
        <p:spPr/>
        <p:txBody>
          <a:bodyPr/>
          <a:lstStyle/>
          <a:p>
            <a:r>
              <a:rPr lang="en-US"/>
              <a:t>© 2025–2027 Cognizant | Private</a:t>
            </a:r>
          </a:p>
        </p:txBody>
      </p:sp>
      <p:sp>
        <p:nvSpPr>
          <p:cNvPr id="8" name="Slide Number Placeholder 7">
            <a:extLst>
              <a:ext uri="{FF2B5EF4-FFF2-40B4-BE49-F238E27FC236}">
                <a16:creationId xmlns:a16="http://schemas.microsoft.com/office/drawing/2014/main" id="{D83C6AAA-8E03-CCE1-302E-C26D372E0547}"/>
              </a:ext>
            </a:extLst>
          </p:cNvPr>
          <p:cNvSpPr>
            <a:spLocks noGrp="1"/>
          </p:cNvSpPr>
          <p:nvPr>
            <p:ph type="sldNum" sz="quarter" idx="12"/>
          </p:nvPr>
        </p:nvSpPr>
        <p:spPr/>
        <p:txBody>
          <a:bodyPr/>
          <a:lstStyle/>
          <a:p>
            <a:fld id="{38826FC0-333C-E549-9FA3-0EE43DF298A3}" type="slidenum">
              <a:rPr lang="en-US" smtClean="0"/>
              <a:pPr/>
              <a:t>‹#›</a:t>
            </a:fld>
            <a:endParaRPr lang="en-US"/>
          </a:p>
        </p:txBody>
      </p:sp>
      <p:pic>
        <p:nvPicPr>
          <p:cNvPr id="4" name="Cognizant Logo_rgb_rev_2023" descr="Cognizant logo reversed, SVG format">
            <a:extLst>
              <a:ext uri="{FF2B5EF4-FFF2-40B4-BE49-F238E27FC236}">
                <a16:creationId xmlns:a16="http://schemas.microsoft.com/office/drawing/2014/main" id="{F805300B-96D9-F036-71EF-3F86B3B72D1B}"/>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3794437884"/>
      </p:ext>
    </p:extLst>
  </p:cSld>
  <p:clrMapOvr>
    <a:overrideClrMapping bg1="dk1" tx1="lt1" bg2="dk2" tx2="lt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Two column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40CFA-C95C-83CB-71E9-4274D942BC47}"/>
              </a:ext>
            </a:extLst>
          </p:cNvPr>
          <p:cNvSpPr>
            <a:spLocks noGrp="1"/>
          </p:cNvSpPr>
          <p:nvPr>
            <p:ph type="title" hasCustomPrompt="1"/>
          </p:nvPr>
        </p:nvSpPr>
        <p:spPr>
          <a:xfrm>
            <a:off x="457200" y="457200"/>
            <a:ext cx="11277600" cy="332399"/>
          </a:xfrm>
        </p:spPr>
        <p:txBody>
          <a:bodyPr/>
          <a:lstStyle/>
          <a:p>
            <a:r>
              <a:rPr lang="en-US"/>
              <a:t>Click to add title</a:t>
            </a:r>
          </a:p>
        </p:txBody>
      </p:sp>
      <p:sp>
        <p:nvSpPr>
          <p:cNvPr id="3" name="Text Placeholder 2">
            <a:extLst>
              <a:ext uri="{FF2B5EF4-FFF2-40B4-BE49-F238E27FC236}">
                <a16:creationId xmlns:a16="http://schemas.microsoft.com/office/drawing/2014/main" id="{2FBB040B-AA5C-6A8F-D56C-52A1535E2C6D}"/>
              </a:ext>
            </a:extLst>
          </p:cNvPr>
          <p:cNvSpPr>
            <a:spLocks noGrp="1"/>
          </p:cNvSpPr>
          <p:nvPr>
            <p:ph type="body" idx="1" hasCustomPrompt="1"/>
          </p:nvPr>
        </p:nvSpPr>
        <p:spPr>
          <a:xfrm>
            <a:off x="457200" y="1447800"/>
            <a:ext cx="5212076" cy="281103"/>
          </a:xfrm>
        </p:spPr>
        <p:txBody>
          <a:bodyPr wrap="square"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Subtitle</a:t>
            </a:r>
          </a:p>
        </p:txBody>
      </p:sp>
      <p:sp>
        <p:nvSpPr>
          <p:cNvPr id="4" name="Content Placeholder 3">
            <a:extLst>
              <a:ext uri="{FF2B5EF4-FFF2-40B4-BE49-F238E27FC236}">
                <a16:creationId xmlns:a16="http://schemas.microsoft.com/office/drawing/2014/main" id="{D0973171-3D9B-E0BE-A9C6-BFF552EC6163}"/>
              </a:ext>
            </a:extLst>
          </p:cNvPr>
          <p:cNvSpPr>
            <a:spLocks noGrp="1"/>
          </p:cNvSpPr>
          <p:nvPr>
            <p:ph sz="half" idx="2" hasCustomPrompt="1"/>
          </p:nvPr>
        </p:nvSpPr>
        <p:spPr>
          <a:xfrm>
            <a:off x="457199" y="1943099"/>
            <a:ext cx="5212080" cy="3840480"/>
          </a:xfrm>
        </p:spPr>
        <p:txBody>
          <a:bodyPr/>
          <a:lstStyle/>
          <a:p>
            <a:pPr lvl="0"/>
            <a:r>
              <a:rPr lang="en-US"/>
              <a:t>Click to add content</a:t>
            </a:r>
          </a:p>
          <a:p>
            <a:pPr lvl="1"/>
            <a:r>
              <a:rPr lang="en-US"/>
              <a:t>2nd level text</a:t>
            </a:r>
          </a:p>
          <a:p>
            <a:pPr lvl="2"/>
            <a:r>
              <a:rPr lang="en-US"/>
              <a:t>3rd  level text</a:t>
            </a:r>
          </a:p>
          <a:p>
            <a:pPr lvl="3"/>
            <a:r>
              <a:rPr lang="en-US"/>
              <a:t>4th level text</a:t>
            </a:r>
          </a:p>
          <a:p>
            <a:pPr lvl="4"/>
            <a:r>
              <a:rPr lang="en-US"/>
              <a:t>5th level text</a:t>
            </a:r>
          </a:p>
        </p:txBody>
      </p:sp>
      <p:sp>
        <p:nvSpPr>
          <p:cNvPr id="5" name="Text Placeholder 4">
            <a:extLst>
              <a:ext uri="{FF2B5EF4-FFF2-40B4-BE49-F238E27FC236}">
                <a16:creationId xmlns:a16="http://schemas.microsoft.com/office/drawing/2014/main" id="{73D4243E-50F7-E6A4-A28E-F299D4BD0477}"/>
              </a:ext>
            </a:extLst>
          </p:cNvPr>
          <p:cNvSpPr>
            <a:spLocks noGrp="1"/>
          </p:cNvSpPr>
          <p:nvPr>
            <p:ph type="body" sz="quarter" idx="3" hasCustomPrompt="1"/>
          </p:nvPr>
        </p:nvSpPr>
        <p:spPr>
          <a:xfrm>
            <a:off x="6522720" y="1447800"/>
            <a:ext cx="5183188" cy="281103"/>
          </a:xfrm>
        </p:spPr>
        <p:txBody>
          <a:bodyPr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Subtitle</a:t>
            </a:r>
          </a:p>
        </p:txBody>
      </p:sp>
      <p:sp>
        <p:nvSpPr>
          <p:cNvPr id="6" name="Content Placeholder 5">
            <a:extLst>
              <a:ext uri="{FF2B5EF4-FFF2-40B4-BE49-F238E27FC236}">
                <a16:creationId xmlns:a16="http://schemas.microsoft.com/office/drawing/2014/main" id="{E9290F11-9C52-DB05-1E6C-9491409F37B3}"/>
              </a:ext>
            </a:extLst>
          </p:cNvPr>
          <p:cNvSpPr>
            <a:spLocks noGrp="1"/>
          </p:cNvSpPr>
          <p:nvPr>
            <p:ph sz="quarter" idx="4" hasCustomPrompt="1"/>
          </p:nvPr>
        </p:nvSpPr>
        <p:spPr>
          <a:xfrm>
            <a:off x="6522720" y="1943099"/>
            <a:ext cx="5212080" cy="3840480"/>
          </a:xfrm>
        </p:spPr>
        <p:txBody>
          <a:bodyPr/>
          <a:lstStyle/>
          <a:p>
            <a:pPr lvl="0"/>
            <a:r>
              <a:rPr lang="en-US"/>
              <a:t>Click to add content</a:t>
            </a:r>
          </a:p>
          <a:p>
            <a:pPr lvl="1"/>
            <a:r>
              <a:rPr lang="en-US"/>
              <a:t>2nd level text</a:t>
            </a:r>
          </a:p>
          <a:p>
            <a:pPr lvl="2"/>
            <a:r>
              <a:rPr lang="en-US"/>
              <a:t>3rd level text</a:t>
            </a:r>
          </a:p>
          <a:p>
            <a:pPr lvl="3"/>
            <a:r>
              <a:rPr lang="en-US"/>
              <a:t>4th level</a:t>
            </a:r>
          </a:p>
          <a:p>
            <a:pPr lvl="4"/>
            <a:r>
              <a:rPr lang="en-US"/>
              <a:t>Fifth level</a:t>
            </a:r>
          </a:p>
        </p:txBody>
      </p:sp>
      <p:cxnSp>
        <p:nvCxnSpPr>
          <p:cNvPr id="11" name="Straight Connector 10">
            <a:extLst>
              <a:ext uri="{FF2B5EF4-FFF2-40B4-BE49-F238E27FC236}">
                <a16:creationId xmlns:a16="http://schemas.microsoft.com/office/drawing/2014/main" id="{CAC5B4FD-126E-C923-20FE-0F5752D73F74}"/>
              </a:ext>
            </a:extLst>
          </p:cNvPr>
          <p:cNvCxnSpPr>
            <a:cxnSpLocks/>
          </p:cNvCxnSpPr>
          <p:nvPr/>
        </p:nvCxnSpPr>
        <p:spPr>
          <a:xfrm>
            <a:off x="6096000" y="1444752"/>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2" name="Date Placeholder 11">
            <a:extLst>
              <a:ext uri="{FF2B5EF4-FFF2-40B4-BE49-F238E27FC236}">
                <a16:creationId xmlns:a16="http://schemas.microsoft.com/office/drawing/2014/main" id="{3935A7ED-6F86-9D0C-DCB0-7B1E2AC5270D}"/>
              </a:ext>
            </a:extLst>
          </p:cNvPr>
          <p:cNvSpPr>
            <a:spLocks noGrp="1"/>
          </p:cNvSpPr>
          <p:nvPr>
            <p:ph type="dt" sz="half" idx="10"/>
          </p:nvPr>
        </p:nvSpPr>
        <p:spPr/>
        <p:txBody>
          <a:bodyPr/>
          <a:lstStyle/>
          <a:p>
            <a:fld id="{91C17549-EEBF-4F3F-AEC3-BD6253AA8F59}" type="datetime1">
              <a:rPr lang="en-US" smtClean="0"/>
              <a:t>2/11/2026</a:t>
            </a:fld>
            <a:endParaRPr lang="en-US"/>
          </a:p>
        </p:txBody>
      </p:sp>
      <p:sp>
        <p:nvSpPr>
          <p:cNvPr id="13" name="Footer Placeholder 12">
            <a:extLst>
              <a:ext uri="{FF2B5EF4-FFF2-40B4-BE49-F238E27FC236}">
                <a16:creationId xmlns:a16="http://schemas.microsoft.com/office/drawing/2014/main" id="{3B6D255F-8835-8DBB-9F90-569D07917B7B}"/>
              </a:ext>
            </a:extLst>
          </p:cNvPr>
          <p:cNvSpPr>
            <a:spLocks noGrp="1"/>
          </p:cNvSpPr>
          <p:nvPr>
            <p:ph type="ftr" sz="quarter" idx="11"/>
          </p:nvPr>
        </p:nvSpPr>
        <p:spPr/>
        <p:txBody>
          <a:bodyPr/>
          <a:lstStyle/>
          <a:p>
            <a:r>
              <a:rPr lang="en-US"/>
              <a:t>© 2025–2027 Cognizant | Private</a:t>
            </a:r>
          </a:p>
        </p:txBody>
      </p:sp>
      <p:sp>
        <p:nvSpPr>
          <p:cNvPr id="14" name="Slide Number Placeholder 13">
            <a:extLst>
              <a:ext uri="{FF2B5EF4-FFF2-40B4-BE49-F238E27FC236}">
                <a16:creationId xmlns:a16="http://schemas.microsoft.com/office/drawing/2014/main" id="{22927497-DF06-5FD3-E29B-027FB589C8A5}"/>
              </a:ext>
            </a:extLst>
          </p:cNvPr>
          <p:cNvSpPr>
            <a:spLocks noGrp="1"/>
          </p:cNvSpPr>
          <p:nvPr>
            <p:ph type="sldNum" sz="quarter" idx="12"/>
          </p:nvPr>
        </p:nvSpPr>
        <p:spPr/>
        <p:txBody>
          <a:bodyPr/>
          <a:lstStyle/>
          <a:p>
            <a:fld id="{38826FC0-333C-E549-9FA3-0EE43DF298A3}" type="slidenum">
              <a:rPr lang="en-US" smtClean="0"/>
              <a:pPr/>
              <a:t>‹#›</a:t>
            </a:fld>
            <a:endParaRPr lang="en-US"/>
          </a:p>
        </p:txBody>
      </p:sp>
      <p:pic>
        <p:nvPicPr>
          <p:cNvPr id="7" name="Cognizant Logo_rgb_rev_2023" descr="Cognizant logo reversed, SVG format">
            <a:extLst>
              <a:ext uri="{FF2B5EF4-FFF2-40B4-BE49-F238E27FC236}">
                <a16:creationId xmlns:a16="http://schemas.microsoft.com/office/drawing/2014/main" id="{1DE60F7F-2598-AFEF-3685-42666554AD0A}"/>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092546887"/>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Three column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40CFA-C95C-83CB-71E9-4274D942BC47}"/>
              </a:ext>
            </a:extLst>
          </p:cNvPr>
          <p:cNvSpPr>
            <a:spLocks noGrp="1"/>
          </p:cNvSpPr>
          <p:nvPr>
            <p:ph type="title" hasCustomPrompt="1"/>
          </p:nvPr>
        </p:nvSpPr>
        <p:spPr>
          <a:xfrm>
            <a:off x="457200" y="457200"/>
            <a:ext cx="11277600" cy="332399"/>
          </a:xfrm>
        </p:spPr>
        <p:txBody>
          <a:bodyPr/>
          <a:lstStyle/>
          <a:p>
            <a:r>
              <a:rPr lang="en-US"/>
              <a:t>Click to add title</a:t>
            </a:r>
          </a:p>
        </p:txBody>
      </p:sp>
      <p:sp>
        <p:nvSpPr>
          <p:cNvPr id="3" name="Text Placeholder 2">
            <a:extLst>
              <a:ext uri="{FF2B5EF4-FFF2-40B4-BE49-F238E27FC236}">
                <a16:creationId xmlns:a16="http://schemas.microsoft.com/office/drawing/2014/main" id="{2FBB040B-AA5C-6A8F-D56C-52A1535E2C6D}"/>
              </a:ext>
            </a:extLst>
          </p:cNvPr>
          <p:cNvSpPr>
            <a:spLocks noGrp="1"/>
          </p:cNvSpPr>
          <p:nvPr>
            <p:ph type="body" idx="1" hasCustomPrompt="1"/>
          </p:nvPr>
        </p:nvSpPr>
        <p:spPr>
          <a:xfrm>
            <a:off x="457200" y="1444752"/>
            <a:ext cx="3474720" cy="281103"/>
          </a:xfrm>
        </p:spPr>
        <p:txBody>
          <a:bodyPr wrap="square"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Subtitle</a:t>
            </a:r>
          </a:p>
        </p:txBody>
      </p:sp>
      <p:sp>
        <p:nvSpPr>
          <p:cNvPr id="4" name="Content Placeholder 3">
            <a:extLst>
              <a:ext uri="{FF2B5EF4-FFF2-40B4-BE49-F238E27FC236}">
                <a16:creationId xmlns:a16="http://schemas.microsoft.com/office/drawing/2014/main" id="{D0973171-3D9B-E0BE-A9C6-BFF552EC6163}"/>
              </a:ext>
            </a:extLst>
          </p:cNvPr>
          <p:cNvSpPr>
            <a:spLocks noGrp="1"/>
          </p:cNvSpPr>
          <p:nvPr>
            <p:ph sz="half" idx="2" hasCustomPrompt="1"/>
          </p:nvPr>
        </p:nvSpPr>
        <p:spPr>
          <a:xfrm>
            <a:off x="457199" y="1943099"/>
            <a:ext cx="3474720" cy="3840480"/>
          </a:xfrm>
        </p:spPr>
        <p:txBody>
          <a:bodyPr/>
          <a:lstStyle/>
          <a:p>
            <a:pPr lvl="0"/>
            <a:r>
              <a:rPr lang="en-US"/>
              <a:t>Click to add content</a:t>
            </a:r>
          </a:p>
          <a:p>
            <a:pPr lvl="1"/>
            <a:r>
              <a:rPr lang="en-US"/>
              <a:t>2nd level text</a:t>
            </a:r>
          </a:p>
          <a:p>
            <a:pPr lvl="2"/>
            <a:r>
              <a:rPr lang="en-US"/>
              <a:t>3rd level text</a:t>
            </a:r>
          </a:p>
          <a:p>
            <a:pPr lvl="3"/>
            <a:r>
              <a:rPr lang="en-US"/>
              <a:t>4th level text</a:t>
            </a:r>
          </a:p>
          <a:p>
            <a:pPr lvl="4"/>
            <a:r>
              <a:rPr lang="en-US"/>
              <a:t>5th level text</a:t>
            </a:r>
          </a:p>
        </p:txBody>
      </p:sp>
      <p:sp>
        <p:nvSpPr>
          <p:cNvPr id="5" name="Text Placeholder 4">
            <a:extLst>
              <a:ext uri="{FF2B5EF4-FFF2-40B4-BE49-F238E27FC236}">
                <a16:creationId xmlns:a16="http://schemas.microsoft.com/office/drawing/2014/main" id="{73D4243E-50F7-E6A4-A28E-F299D4BD0477}"/>
              </a:ext>
            </a:extLst>
          </p:cNvPr>
          <p:cNvSpPr>
            <a:spLocks noGrp="1"/>
          </p:cNvSpPr>
          <p:nvPr>
            <p:ph type="body" sz="quarter" idx="3" hasCustomPrompt="1"/>
          </p:nvPr>
        </p:nvSpPr>
        <p:spPr>
          <a:xfrm>
            <a:off x="4358640" y="1444752"/>
            <a:ext cx="3474720" cy="281103"/>
          </a:xfrm>
        </p:spPr>
        <p:txBody>
          <a:bodyPr wrap="square"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Subtitle</a:t>
            </a:r>
          </a:p>
        </p:txBody>
      </p:sp>
      <p:sp>
        <p:nvSpPr>
          <p:cNvPr id="6" name="Content Placeholder 5">
            <a:extLst>
              <a:ext uri="{FF2B5EF4-FFF2-40B4-BE49-F238E27FC236}">
                <a16:creationId xmlns:a16="http://schemas.microsoft.com/office/drawing/2014/main" id="{E9290F11-9C52-DB05-1E6C-9491409F37B3}"/>
              </a:ext>
            </a:extLst>
          </p:cNvPr>
          <p:cNvSpPr>
            <a:spLocks noGrp="1"/>
          </p:cNvSpPr>
          <p:nvPr>
            <p:ph sz="quarter" idx="4" hasCustomPrompt="1"/>
          </p:nvPr>
        </p:nvSpPr>
        <p:spPr>
          <a:xfrm>
            <a:off x="4358640" y="1943099"/>
            <a:ext cx="3474720" cy="3840480"/>
          </a:xfrm>
        </p:spPr>
        <p:txBody>
          <a:bodyPr/>
          <a:lstStyle/>
          <a:p>
            <a:pPr lvl="0"/>
            <a:r>
              <a:rPr lang="en-US"/>
              <a:t>Click to add content</a:t>
            </a:r>
          </a:p>
          <a:p>
            <a:pPr lvl="1"/>
            <a:r>
              <a:rPr lang="en-US"/>
              <a:t>2nd level text</a:t>
            </a:r>
          </a:p>
          <a:p>
            <a:pPr lvl="2"/>
            <a:r>
              <a:rPr lang="en-US"/>
              <a:t>3rd level text</a:t>
            </a:r>
          </a:p>
          <a:p>
            <a:pPr lvl="3"/>
            <a:r>
              <a:rPr lang="en-US"/>
              <a:t>4th level text</a:t>
            </a:r>
          </a:p>
          <a:p>
            <a:pPr lvl="4"/>
            <a:r>
              <a:rPr lang="en-US"/>
              <a:t>5th level text</a:t>
            </a:r>
          </a:p>
        </p:txBody>
      </p:sp>
      <p:sp>
        <p:nvSpPr>
          <p:cNvPr id="11" name="Text Placeholder 4">
            <a:extLst>
              <a:ext uri="{FF2B5EF4-FFF2-40B4-BE49-F238E27FC236}">
                <a16:creationId xmlns:a16="http://schemas.microsoft.com/office/drawing/2014/main" id="{86FD443D-34B0-9A83-29DB-8F197FDBF4CC}"/>
              </a:ext>
            </a:extLst>
          </p:cNvPr>
          <p:cNvSpPr>
            <a:spLocks noGrp="1"/>
          </p:cNvSpPr>
          <p:nvPr>
            <p:ph type="body" sz="quarter" idx="14" hasCustomPrompt="1"/>
          </p:nvPr>
        </p:nvSpPr>
        <p:spPr>
          <a:xfrm>
            <a:off x="8260080" y="1444752"/>
            <a:ext cx="3474720" cy="281103"/>
          </a:xfrm>
        </p:spPr>
        <p:txBody>
          <a:bodyPr wrap="square"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Subtitle</a:t>
            </a:r>
          </a:p>
        </p:txBody>
      </p:sp>
      <p:sp>
        <p:nvSpPr>
          <p:cNvPr id="12" name="Content Placeholder 5">
            <a:extLst>
              <a:ext uri="{FF2B5EF4-FFF2-40B4-BE49-F238E27FC236}">
                <a16:creationId xmlns:a16="http://schemas.microsoft.com/office/drawing/2014/main" id="{149D936A-CA93-6EC3-649C-C64805636A41}"/>
              </a:ext>
            </a:extLst>
          </p:cNvPr>
          <p:cNvSpPr>
            <a:spLocks noGrp="1"/>
          </p:cNvSpPr>
          <p:nvPr>
            <p:ph sz="quarter" idx="15" hasCustomPrompt="1"/>
          </p:nvPr>
        </p:nvSpPr>
        <p:spPr>
          <a:xfrm>
            <a:off x="8260080" y="1943099"/>
            <a:ext cx="3474720" cy="3840480"/>
          </a:xfrm>
        </p:spPr>
        <p:txBody>
          <a:bodyPr/>
          <a:lstStyle/>
          <a:p>
            <a:pPr lvl="0"/>
            <a:r>
              <a:rPr lang="en-US"/>
              <a:t>Click to add content</a:t>
            </a:r>
          </a:p>
          <a:p>
            <a:pPr lvl="1"/>
            <a:r>
              <a:rPr lang="en-US"/>
              <a:t>2nd level text</a:t>
            </a:r>
          </a:p>
          <a:p>
            <a:pPr lvl="2"/>
            <a:r>
              <a:rPr lang="en-US"/>
              <a:t>3rd level text</a:t>
            </a:r>
          </a:p>
          <a:p>
            <a:pPr lvl="3"/>
            <a:r>
              <a:rPr lang="en-US"/>
              <a:t>4th level text</a:t>
            </a:r>
          </a:p>
          <a:p>
            <a:pPr lvl="4"/>
            <a:r>
              <a:rPr lang="en-US"/>
              <a:t>5th level text</a:t>
            </a:r>
          </a:p>
        </p:txBody>
      </p:sp>
      <p:cxnSp>
        <p:nvCxnSpPr>
          <p:cNvPr id="13" name="Straight Connector 12">
            <a:extLst>
              <a:ext uri="{FF2B5EF4-FFF2-40B4-BE49-F238E27FC236}">
                <a16:creationId xmlns:a16="http://schemas.microsoft.com/office/drawing/2014/main" id="{68E36702-0CEF-D114-17AE-83A7C377C9A7}"/>
              </a:ext>
            </a:extLst>
          </p:cNvPr>
          <p:cNvCxnSpPr>
            <a:cxnSpLocks/>
          </p:cNvCxnSpPr>
          <p:nvPr/>
        </p:nvCxnSpPr>
        <p:spPr>
          <a:xfrm>
            <a:off x="4145280" y="1438275"/>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B5AB7EC-316C-897C-CA19-9CEC9B880398}"/>
              </a:ext>
            </a:extLst>
          </p:cNvPr>
          <p:cNvCxnSpPr>
            <a:cxnSpLocks/>
          </p:cNvCxnSpPr>
          <p:nvPr/>
        </p:nvCxnSpPr>
        <p:spPr>
          <a:xfrm>
            <a:off x="8046720" y="1438275"/>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6" name="Date Placeholder 15">
            <a:extLst>
              <a:ext uri="{FF2B5EF4-FFF2-40B4-BE49-F238E27FC236}">
                <a16:creationId xmlns:a16="http://schemas.microsoft.com/office/drawing/2014/main" id="{F5B8B50B-AB16-A20B-185B-36DFF37B0A24}"/>
              </a:ext>
            </a:extLst>
          </p:cNvPr>
          <p:cNvSpPr>
            <a:spLocks noGrp="1"/>
          </p:cNvSpPr>
          <p:nvPr>
            <p:ph type="dt" sz="half" idx="16"/>
          </p:nvPr>
        </p:nvSpPr>
        <p:spPr/>
        <p:txBody>
          <a:bodyPr/>
          <a:lstStyle/>
          <a:p>
            <a:fld id="{80A36B52-8436-4389-9B2A-8C0F3227369F}" type="datetime1">
              <a:rPr lang="en-US" smtClean="0"/>
              <a:t>2/11/2026</a:t>
            </a:fld>
            <a:endParaRPr lang="en-US"/>
          </a:p>
        </p:txBody>
      </p:sp>
      <p:sp>
        <p:nvSpPr>
          <p:cNvPr id="17" name="Footer Placeholder 16">
            <a:extLst>
              <a:ext uri="{FF2B5EF4-FFF2-40B4-BE49-F238E27FC236}">
                <a16:creationId xmlns:a16="http://schemas.microsoft.com/office/drawing/2014/main" id="{05375221-EE8E-370B-A5A8-1CA07AEA3C8F}"/>
              </a:ext>
            </a:extLst>
          </p:cNvPr>
          <p:cNvSpPr>
            <a:spLocks noGrp="1"/>
          </p:cNvSpPr>
          <p:nvPr>
            <p:ph type="ftr" sz="quarter" idx="17"/>
          </p:nvPr>
        </p:nvSpPr>
        <p:spPr/>
        <p:txBody>
          <a:bodyPr/>
          <a:lstStyle/>
          <a:p>
            <a:r>
              <a:rPr lang="en-US"/>
              <a:t>© 2025–2027 Cognizant | Private</a:t>
            </a:r>
          </a:p>
        </p:txBody>
      </p:sp>
      <p:sp>
        <p:nvSpPr>
          <p:cNvPr id="18" name="Slide Number Placeholder 17">
            <a:extLst>
              <a:ext uri="{FF2B5EF4-FFF2-40B4-BE49-F238E27FC236}">
                <a16:creationId xmlns:a16="http://schemas.microsoft.com/office/drawing/2014/main" id="{6267E76B-A742-758B-F8B4-A2ECF5BC1DDB}"/>
              </a:ext>
            </a:extLst>
          </p:cNvPr>
          <p:cNvSpPr>
            <a:spLocks noGrp="1"/>
          </p:cNvSpPr>
          <p:nvPr>
            <p:ph type="sldNum" sz="quarter" idx="18"/>
          </p:nvPr>
        </p:nvSpPr>
        <p:spPr/>
        <p:txBody>
          <a:bodyPr/>
          <a:lstStyle/>
          <a:p>
            <a:fld id="{38826FC0-333C-E549-9FA3-0EE43DF298A3}" type="slidenum">
              <a:rPr lang="en-US" smtClean="0"/>
              <a:pPr/>
              <a:t>‹#›</a:t>
            </a:fld>
            <a:endParaRPr lang="en-US"/>
          </a:p>
        </p:txBody>
      </p:sp>
      <p:pic>
        <p:nvPicPr>
          <p:cNvPr id="7" name="Cognizant Logo_rgb_rev_2023" descr="Cognizant logo reversed, SVG format">
            <a:extLst>
              <a:ext uri="{FF2B5EF4-FFF2-40B4-BE49-F238E27FC236}">
                <a16:creationId xmlns:a16="http://schemas.microsoft.com/office/drawing/2014/main" id="{4D269101-9011-77BF-B029-F362C603BBB2}"/>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205733390"/>
      </p:ext>
    </p:extLst>
  </p:cSld>
  <p:clrMapOvr>
    <a:overrideClrMapping bg1="dk1" tx1="lt1" bg2="dk2" tx2="lt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p:cSld name="Comparison horizontal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3962400" y="1447800"/>
            <a:ext cx="7772400" cy="1308100"/>
          </a:xfrm>
        </p:spPr>
        <p:txBody>
          <a:bodyPr>
            <a:noAutofit/>
          </a:bodyPr>
          <a:lstStyle/>
          <a:p>
            <a:pPr lvl="0"/>
            <a:r>
              <a:rPr lang="en-US"/>
              <a:t>Click to add content</a:t>
            </a:r>
          </a:p>
          <a:p>
            <a:pPr lvl="1"/>
            <a:r>
              <a:rPr lang="en-US"/>
              <a:t>2nd level text</a:t>
            </a:r>
          </a:p>
          <a:p>
            <a:pPr lvl="2"/>
            <a:r>
              <a:rPr lang="en-US"/>
              <a:t>3rd level text</a:t>
            </a:r>
          </a:p>
        </p:txBody>
      </p:sp>
      <p:sp>
        <p:nvSpPr>
          <p:cNvPr id="9" name="Date Placeholder 8">
            <a:extLst>
              <a:ext uri="{FF2B5EF4-FFF2-40B4-BE49-F238E27FC236}">
                <a16:creationId xmlns:a16="http://schemas.microsoft.com/office/drawing/2014/main" id="{3DA6F676-1432-9BD5-293D-3B121AF2F0B9}"/>
              </a:ext>
            </a:extLst>
          </p:cNvPr>
          <p:cNvSpPr>
            <a:spLocks noGrp="1"/>
          </p:cNvSpPr>
          <p:nvPr>
            <p:ph type="dt" sz="half" idx="10"/>
          </p:nvPr>
        </p:nvSpPr>
        <p:spPr/>
        <p:txBody>
          <a:bodyPr/>
          <a:lstStyle/>
          <a:p>
            <a:fld id="{88600C33-2456-4AF5-B85D-EE39F485AD31}" type="datetime1">
              <a:rPr lang="en-US" smtClean="0"/>
              <a:t>2/11/2026</a:t>
            </a:fld>
            <a:endParaRPr lang="en-US"/>
          </a:p>
        </p:txBody>
      </p:sp>
      <p:sp>
        <p:nvSpPr>
          <p:cNvPr id="10" name="Footer Placeholder 9">
            <a:extLst>
              <a:ext uri="{FF2B5EF4-FFF2-40B4-BE49-F238E27FC236}">
                <a16:creationId xmlns:a16="http://schemas.microsoft.com/office/drawing/2014/main" id="{B0C8C277-B1F1-8DA5-6AF5-ACB3ECF2B2EC}"/>
              </a:ext>
            </a:extLst>
          </p:cNvPr>
          <p:cNvSpPr>
            <a:spLocks noGrp="1"/>
          </p:cNvSpPr>
          <p:nvPr>
            <p:ph type="ftr" sz="quarter" idx="11"/>
          </p:nvPr>
        </p:nvSpPr>
        <p:spPr/>
        <p:txBody>
          <a:bodyPr/>
          <a:lstStyle/>
          <a:p>
            <a:r>
              <a:rPr lang="en-US"/>
              <a:t>© 2025–2027 Cognizant | Private</a:t>
            </a:r>
          </a:p>
        </p:txBody>
      </p:sp>
      <p:sp>
        <p:nvSpPr>
          <p:cNvPr id="11" name="Slide Number Placeholder 10">
            <a:extLst>
              <a:ext uri="{FF2B5EF4-FFF2-40B4-BE49-F238E27FC236}">
                <a16:creationId xmlns:a16="http://schemas.microsoft.com/office/drawing/2014/main" id="{80F779E1-4E24-F611-3CF0-B2C64B13509B}"/>
              </a:ext>
            </a:extLst>
          </p:cNvPr>
          <p:cNvSpPr>
            <a:spLocks noGrp="1"/>
          </p:cNvSpPr>
          <p:nvPr>
            <p:ph type="sldNum" sz="quarter" idx="12"/>
          </p:nvPr>
        </p:nvSpPr>
        <p:spPr/>
        <p:txBody>
          <a:bodyPr/>
          <a:lstStyle/>
          <a:p>
            <a:fld id="{38826FC0-333C-E549-9FA3-0EE43DF298A3}" type="slidenum">
              <a:rPr lang="en-US" smtClean="0"/>
              <a:pPr/>
              <a:t>‹#›</a:t>
            </a:fld>
            <a:endParaRPr lang="en-US"/>
          </a:p>
        </p:txBody>
      </p:sp>
      <p:sp>
        <p:nvSpPr>
          <p:cNvPr id="6" name="Text Placeholder 5">
            <a:extLst>
              <a:ext uri="{FF2B5EF4-FFF2-40B4-BE49-F238E27FC236}">
                <a16:creationId xmlns:a16="http://schemas.microsoft.com/office/drawing/2014/main" id="{E5983A4D-2A2C-B635-2F97-8FF9365D1E60}"/>
              </a:ext>
            </a:extLst>
          </p:cNvPr>
          <p:cNvSpPr>
            <a:spLocks noGrp="1"/>
          </p:cNvSpPr>
          <p:nvPr>
            <p:ph type="body" sz="quarter" idx="13" hasCustomPrompt="1"/>
          </p:nvPr>
        </p:nvSpPr>
        <p:spPr>
          <a:xfrm>
            <a:off x="457200" y="1447800"/>
            <a:ext cx="2971800" cy="1308100"/>
          </a:xfrm>
        </p:spPr>
        <p:txBody>
          <a:bodyPr>
            <a:noAutofit/>
          </a:bodyPr>
          <a:lstStyle>
            <a:lvl1pPr marL="0" indent="0">
              <a:buNone/>
              <a:defRPr sz="1800" b="1">
                <a:solidFill>
                  <a:schemeClr val="accent3"/>
                </a:solidFill>
              </a:defRPr>
            </a:lvl1pPr>
          </a:lstStyle>
          <a:p>
            <a:pPr lvl="0"/>
            <a:r>
              <a:rPr lang="en-US"/>
              <a:t>Subtitle here</a:t>
            </a:r>
          </a:p>
        </p:txBody>
      </p:sp>
      <p:cxnSp>
        <p:nvCxnSpPr>
          <p:cNvPr id="7" name="Straight Connector 6">
            <a:extLst>
              <a:ext uri="{FF2B5EF4-FFF2-40B4-BE49-F238E27FC236}">
                <a16:creationId xmlns:a16="http://schemas.microsoft.com/office/drawing/2014/main" id="{D44ACB01-6B78-648D-EBF4-7043D32A4DCC}"/>
              </a:ext>
            </a:extLst>
          </p:cNvPr>
          <p:cNvCxnSpPr>
            <a:cxnSpLocks/>
          </p:cNvCxnSpPr>
          <p:nvPr/>
        </p:nvCxnSpPr>
        <p:spPr>
          <a:xfrm>
            <a:off x="452438" y="2847490"/>
            <a:ext cx="29718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B55E037-1D4C-9E0D-9DB6-DCBB7033AC21}"/>
              </a:ext>
            </a:extLst>
          </p:cNvPr>
          <p:cNvCxnSpPr>
            <a:cxnSpLocks/>
          </p:cNvCxnSpPr>
          <p:nvPr/>
        </p:nvCxnSpPr>
        <p:spPr>
          <a:xfrm>
            <a:off x="3962400" y="2847490"/>
            <a:ext cx="77724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sp>
        <p:nvSpPr>
          <p:cNvPr id="14" name="Content Placeholder 2">
            <a:extLst>
              <a:ext uri="{FF2B5EF4-FFF2-40B4-BE49-F238E27FC236}">
                <a16:creationId xmlns:a16="http://schemas.microsoft.com/office/drawing/2014/main" id="{4B4CBE33-0E3B-B5D6-D276-A5FBB088DD56}"/>
              </a:ext>
            </a:extLst>
          </p:cNvPr>
          <p:cNvSpPr>
            <a:spLocks noGrp="1"/>
          </p:cNvSpPr>
          <p:nvPr>
            <p:ph idx="14" hasCustomPrompt="1"/>
          </p:nvPr>
        </p:nvSpPr>
        <p:spPr>
          <a:xfrm>
            <a:off x="3962400" y="2939080"/>
            <a:ext cx="7772400" cy="1308100"/>
          </a:xfrm>
        </p:spPr>
        <p:txBody>
          <a:bodyPr>
            <a:noAutofit/>
          </a:bodyPr>
          <a:lstStyle/>
          <a:p>
            <a:pPr lvl="0"/>
            <a:r>
              <a:rPr lang="en-US"/>
              <a:t>Click to add content</a:t>
            </a:r>
          </a:p>
          <a:p>
            <a:pPr lvl="1"/>
            <a:r>
              <a:rPr lang="en-US"/>
              <a:t>2nd level text</a:t>
            </a:r>
          </a:p>
          <a:p>
            <a:pPr lvl="2"/>
            <a:r>
              <a:rPr lang="en-US"/>
              <a:t>3rd level text</a:t>
            </a:r>
          </a:p>
        </p:txBody>
      </p:sp>
      <p:sp>
        <p:nvSpPr>
          <p:cNvPr id="15" name="Text Placeholder 5">
            <a:extLst>
              <a:ext uri="{FF2B5EF4-FFF2-40B4-BE49-F238E27FC236}">
                <a16:creationId xmlns:a16="http://schemas.microsoft.com/office/drawing/2014/main" id="{300D1863-6D9F-D386-3272-7AE775F597AD}"/>
              </a:ext>
            </a:extLst>
          </p:cNvPr>
          <p:cNvSpPr>
            <a:spLocks noGrp="1"/>
          </p:cNvSpPr>
          <p:nvPr>
            <p:ph type="body" sz="quarter" idx="15" hasCustomPrompt="1"/>
          </p:nvPr>
        </p:nvSpPr>
        <p:spPr>
          <a:xfrm>
            <a:off x="457200" y="2939080"/>
            <a:ext cx="2971800" cy="1308100"/>
          </a:xfrm>
        </p:spPr>
        <p:txBody>
          <a:bodyPr>
            <a:noAutofit/>
          </a:bodyPr>
          <a:lstStyle>
            <a:lvl1pPr marL="0" indent="0">
              <a:buNone/>
              <a:defRPr sz="1800" b="1">
                <a:solidFill>
                  <a:schemeClr val="accent3"/>
                </a:solidFill>
              </a:defRPr>
            </a:lvl1pPr>
          </a:lstStyle>
          <a:p>
            <a:pPr lvl="0"/>
            <a:r>
              <a:rPr lang="en-US"/>
              <a:t>Subtitle here</a:t>
            </a:r>
          </a:p>
        </p:txBody>
      </p:sp>
      <p:cxnSp>
        <p:nvCxnSpPr>
          <p:cNvPr id="16" name="Straight Connector 15">
            <a:extLst>
              <a:ext uri="{FF2B5EF4-FFF2-40B4-BE49-F238E27FC236}">
                <a16:creationId xmlns:a16="http://schemas.microsoft.com/office/drawing/2014/main" id="{AA5D8537-3CEF-DF78-41F1-0F6312E9645F}"/>
              </a:ext>
            </a:extLst>
          </p:cNvPr>
          <p:cNvCxnSpPr>
            <a:cxnSpLocks/>
          </p:cNvCxnSpPr>
          <p:nvPr/>
        </p:nvCxnSpPr>
        <p:spPr>
          <a:xfrm>
            <a:off x="452438" y="4338770"/>
            <a:ext cx="29718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7BFE904F-D475-7593-E45F-BF79A922E831}"/>
              </a:ext>
            </a:extLst>
          </p:cNvPr>
          <p:cNvCxnSpPr>
            <a:cxnSpLocks/>
          </p:cNvCxnSpPr>
          <p:nvPr/>
        </p:nvCxnSpPr>
        <p:spPr>
          <a:xfrm>
            <a:off x="3962400" y="4338770"/>
            <a:ext cx="77724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sp>
        <p:nvSpPr>
          <p:cNvPr id="18" name="Content Placeholder 2">
            <a:extLst>
              <a:ext uri="{FF2B5EF4-FFF2-40B4-BE49-F238E27FC236}">
                <a16:creationId xmlns:a16="http://schemas.microsoft.com/office/drawing/2014/main" id="{C42A06B7-2FE2-2908-5164-0845DA34203C}"/>
              </a:ext>
            </a:extLst>
          </p:cNvPr>
          <p:cNvSpPr>
            <a:spLocks noGrp="1"/>
          </p:cNvSpPr>
          <p:nvPr>
            <p:ph idx="16" hasCustomPrompt="1"/>
          </p:nvPr>
        </p:nvSpPr>
        <p:spPr>
          <a:xfrm>
            <a:off x="3962400" y="4430359"/>
            <a:ext cx="7772400" cy="1308100"/>
          </a:xfrm>
        </p:spPr>
        <p:txBody>
          <a:bodyPr>
            <a:noAutofit/>
          </a:bodyPr>
          <a:lstStyle/>
          <a:p>
            <a:pPr lvl="0"/>
            <a:r>
              <a:rPr lang="en-US"/>
              <a:t>Click to add content</a:t>
            </a:r>
          </a:p>
          <a:p>
            <a:pPr lvl="1"/>
            <a:r>
              <a:rPr lang="en-US"/>
              <a:t>2nd level text</a:t>
            </a:r>
          </a:p>
          <a:p>
            <a:pPr lvl="2"/>
            <a:r>
              <a:rPr lang="en-US"/>
              <a:t>3rd level text</a:t>
            </a:r>
          </a:p>
        </p:txBody>
      </p:sp>
      <p:sp>
        <p:nvSpPr>
          <p:cNvPr id="19" name="Text Placeholder 5">
            <a:extLst>
              <a:ext uri="{FF2B5EF4-FFF2-40B4-BE49-F238E27FC236}">
                <a16:creationId xmlns:a16="http://schemas.microsoft.com/office/drawing/2014/main" id="{6F293747-E822-8B9A-B250-BD09178A5F10}"/>
              </a:ext>
            </a:extLst>
          </p:cNvPr>
          <p:cNvSpPr>
            <a:spLocks noGrp="1"/>
          </p:cNvSpPr>
          <p:nvPr>
            <p:ph type="body" sz="quarter" idx="17" hasCustomPrompt="1"/>
          </p:nvPr>
        </p:nvSpPr>
        <p:spPr>
          <a:xfrm>
            <a:off x="457200" y="4430359"/>
            <a:ext cx="2971800" cy="1308100"/>
          </a:xfrm>
        </p:spPr>
        <p:txBody>
          <a:bodyPr>
            <a:noAutofit/>
          </a:bodyPr>
          <a:lstStyle>
            <a:lvl1pPr marL="0" indent="0">
              <a:buNone/>
              <a:defRPr sz="1800" b="1">
                <a:solidFill>
                  <a:schemeClr val="accent3"/>
                </a:solidFill>
              </a:defRPr>
            </a:lvl1pPr>
          </a:lstStyle>
          <a:p>
            <a:pPr lvl="0"/>
            <a:r>
              <a:rPr lang="en-US"/>
              <a:t>Subtitle here</a:t>
            </a:r>
          </a:p>
        </p:txBody>
      </p:sp>
      <p:sp>
        <p:nvSpPr>
          <p:cNvPr id="4" name="Text Placeholder 7">
            <a:extLst>
              <a:ext uri="{FF2B5EF4-FFF2-40B4-BE49-F238E27FC236}">
                <a16:creationId xmlns:a16="http://schemas.microsoft.com/office/drawing/2014/main" id="{72C70445-48B0-9FD3-49CD-384BFCCB6776}"/>
              </a:ext>
            </a:extLst>
          </p:cNvPr>
          <p:cNvSpPr>
            <a:spLocks noGrp="1"/>
          </p:cNvSpPr>
          <p:nvPr>
            <p:ph type="body" sz="quarter" idx="18" hasCustomPrompt="1"/>
          </p:nvPr>
        </p:nvSpPr>
        <p:spPr>
          <a:xfrm>
            <a:off x="457200" y="5947090"/>
            <a:ext cx="11277600" cy="124906"/>
          </a:xfrm>
        </p:spPr>
        <p:txBody>
          <a:bodyPr anchor="b">
            <a:spAutoFit/>
          </a:bodyPr>
          <a:lstStyle>
            <a:lvl1pPr marL="0" indent="0">
              <a:buNone/>
              <a:defRPr sz="800">
                <a:solidFill>
                  <a:schemeClr val="tx1"/>
                </a:solidFill>
              </a:defRPr>
            </a:lvl1pPr>
          </a:lstStyle>
          <a:p>
            <a:pPr lvl="0"/>
            <a:r>
              <a:rPr lang="en-US"/>
              <a:t>Insert source or footnote here</a:t>
            </a:r>
          </a:p>
        </p:txBody>
      </p:sp>
      <p:cxnSp>
        <p:nvCxnSpPr>
          <p:cNvPr id="8" name="Straight Connector 7">
            <a:extLst>
              <a:ext uri="{FF2B5EF4-FFF2-40B4-BE49-F238E27FC236}">
                <a16:creationId xmlns:a16="http://schemas.microsoft.com/office/drawing/2014/main" id="{35EE48CC-AC3C-AD12-0F6B-6F8CB2E6EC5E}"/>
              </a:ext>
            </a:extLst>
          </p:cNvPr>
          <p:cNvCxnSpPr>
            <a:cxnSpLocks/>
          </p:cNvCxnSpPr>
          <p:nvPr/>
        </p:nvCxnSpPr>
        <p:spPr>
          <a:xfrm>
            <a:off x="452438" y="1342781"/>
            <a:ext cx="29718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C28B6686-C28E-A83C-319D-33930A551B41}"/>
              </a:ext>
            </a:extLst>
          </p:cNvPr>
          <p:cNvCxnSpPr>
            <a:cxnSpLocks/>
          </p:cNvCxnSpPr>
          <p:nvPr/>
        </p:nvCxnSpPr>
        <p:spPr>
          <a:xfrm>
            <a:off x="3962400" y="1342781"/>
            <a:ext cx="77724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pic>
        <p:nvPicPr>
          <p:cNvPr id="20" name="Cognizant Logo_rgb_rev_2023" descr="Cognizant logo reversed, SVG format">
            <a:extLst>
              <a:ext uri="{FF2B5EF4-FFF2-40B4-BE49-F238E27FC236}">
                <a16:creationId xmlns:a16="http://schemas.microsoft.com/office/drawing/2014/main" id="{8EF2B9B7-A970-B060-F759-FFA1C8972DF0}"/>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122974737"/>
      </p:ext>
    </p:extLst>
  </p:cSld>
  <p:clrMapOvr>
    <a:overrideClrMapping bg1="dk1" tx1="lt1" bg2="dk2" tx2="lt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twoObj" preserve="1">
  <p:cSld name="Two Content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AEB62-7BE1-5D8C-1B24-A6872199ABCA}"/>
              </a:ext>
            </a:extLst>
          </p:cNvPr>
          <p:cNvSpPr>
            <a:spLocks noGrp="1"/>
          </p:cNvSpPr>
          <p:nvPr>
            <p:ph type="title" hasCustomPrompt="1"/>
          </p:nvPr>
        </p:nvSpPr>
        <p:spPr/>
        <p:txBody>
          <a:bodyPr/>
          <a:lstStyle/>
          <a:p>
            <a:r>
              <a:rPr lang="en-US"/>
              <a:t>Click to add title</a:t>
            </a:r>
          </a:p>
        </p:txBody>
      </p:sp>
      <p:sp>
        <p:nvSpPr>
          <p:cNvPr id="3" name="Content Placeholder 2">
            <a:extLst>
              <a:ext uri="{FF2B5EF4-FFF2-40B4-BE49-F238E27FC236}">
                <a16:creationId xmlns:a16="http://schemas.microsoft.com/office/drawing/2014/main" id="{F3764D86-105F-2A88-55B5-2DAECBD3E8E3}"/>
              </a:ext>
            </a:extLst>
          </p:cNvPr>
          <p:cNvSpPr>
            <a:spLocks noGrp="1"/>
          </p:cNvSpPr>
          <p:nvPr>
            <p:ph sz="half" idx="1" hasCustomPrompt="1"/>
          </p:nvPr>
        </p:nvSpPr>
        <p:spPr>
          <a:xfrm>
            <a:off x="457200" y="1444751"/>
            <a:ext cx="5212080" cy="4572000"/>
          </a:xfrm>
        </p:spPr>
        <p:txBody>
          <a:bodyPr/>
          <a:lstStyle/>
          <a:p>
            <a:pPr lvl="0"/>
            <a:r>
              <a:rPr lang="en-US"/>
              <a:t>Click to add content</a:t>
            </a:r>
          </a:p>
          <a:p>
            <a:pPr lvl="1"/>
            <a:r>
              <a:rPr lang="en-US"/>
              <a:t>2nd level text</a:t>
            </a:r>
          </a:p>
          <a:p>
            <a:pPr lvl="2"/>
            <a:r>
              <a:rPr lang="en-US"/>
              <a:t>3rd level text</a:t>
            </a:r>
          </a:p>
          <a:p>
            <a:pPr lvl="3"/>
            <a:r>
              <a:rPr lang="en-US"/>
              <a:t>4th level text</a:t>
            </a:r>
          </a:p>
          <a:p>
            <a:pPr lvl="4"/>
            <a:r>
              <a:rPr lang="en-US"/>
              <a:t>5th level text</a:t>
            </a:r>
          </a:p>
        </p:txBody>
      </p:sp>
      <p:sp>
        <p:nvSpPr>
          <p:cNvPr id="4" name="Content Placeholder 3">
            <a:extLst>
              <a:ext uri="{FF2B5EF4-FFF2-40B4-BE49-F238E27FC236}">
                <a16:creationId xmlns:a16="http://schemas.microsoft.com/office/drawing/2014/main" id="{14AB8798-DFE7-49BE-4E9F-920D1EB6D54B}"/>
              </a:ext>
            </a:extLst>
          </p:cNvPr>
          <p:cNvSpPr>
            <a:spLocks noGrp="1"/>
          </p:cNvSpPr>
          <p:nvPr>
            <p:ph sz="half" idx="2" hasCustomPrompt="1"/>
          </p:nvPr>
        </p:nvSpPr>
        <p:spPr>
          <a:xfrm>
            <a:off x="6522720" y="1444751"/>
            <a:ext cx="5212080" cy="4572000"/>
          </a:xfrm>
        </p:spPr>
        <p:txBody>
          <a:bodyPr/>
          <a:lstStyle/>
          <a:p>
            <a:pPr lvl="0"/>
            <a:r>
              <a:rPr lang="en-US"/>
              <a:t>Click to add content</a:t>
            </a:r>
          </a:p>
          <a:p>
            <a:pPr lvl="1"/>
            <a:r>
              <a:rPr lang="en-US"/>
              <a:t>2nd level text</a:t>
            </a:r>
          </a:p>
          <a:p>
            <a:pPr lvl="2"/>
            <a:r>
              <a:rPr lang="en-US"/>
              <a:t>3rd level text</a:t>
            </a:r>
          </a:p>
          <a:p>
            <a:pPr lvl="3"/>
            <a:r>
              <a:rPr lang="en-US"/>
              <a:t>4th level text</a:t>
            </a:r>
          </a:p>
          <a:p>
            <a:pPr lvl="4"/>
            <a:r>
              <a:rPr lang="en-US"/>
              <a:t>5th level text</a:t>
            </a:r>
          </a:p>
        </p:txBody>
      </p:sp>
      <p:sp>
        <p:nvSpPr>
          <p:cNvPr id="5" name="Date Placeholder 4">
            <a:extLst>
              <a:ext uri="{FF2B5EF4-FFF2-40B4-BE49-F238E27FC236}">
                <a16:creationId xmlns:a16="http://schemas.microsoft.com/office/drawing/2014/main" id="{F095D326-A1CD-53C0-6E4B-3792BB1FD4A9}"/>
              </a:ext>
            </a:extLst>
          </p:cNvPr>
          <p:cNvSpPr>
            <a:spLocks noGrp="1"/>
          </p:cNvSpPr>
          <p:nvPr>
            <p:ph type="dt" sz="half" idx="10"/>
          </p:nvPr>
        </p:nvSpPr>
        <p:spPr/>
        <p:txBody>
          <a:bodyPr/>
          <a:lstStyle/>
          <a:p>
            <a:fld id="{757E0E9A-856D-4146-8D92-37E8551F25FC}" type="datetime1">
              <a:rPr lang="en-US" smtClean="0"/>
              <a:t>2/11/2026</a:t>
            </a:fld>
            <a:endParaRPr lang="en-US"/>
          </a:p>
        </p:txBody>
      </p:sp>
      <p:sp>
        <p:nvSpPr>
          <p:cNvPr id="9" name="Footer Placeholder 8">
            <a:extLst>
              <a:ext uri="{FF2B5EF4-FFF2-40B4-BE49-F238E27FC236}">
                <a16:creationId xmlns:a16="http://schemas.microsoft.com/office/drawing/2014/main" id="{52D2E00C-B7D1-9930-4311-FC69249A0E4C}"/>
              </a:ext>
            </a:extLst>
          </p:cNvPr>
          <p:cNvSpPr>
            <a:spLocks noGrp="1"/>
          </p:cNvSpPr>
          <p:nvPr>
            <p:ph type="ftr" sz="quarter" idx="11"/>
          </p:nvPr>
        </p:nvSpPr>
        <p:spPr/>
        <p:txBody>
          <a:bodyPr/>
          <a:lstStyle/>
          <a:p>
            <a:r>
              <a:rPr lang="en-US"/>
              <a:t>© 2025–2027 Cognizant | Private</a:t>
            </a:r>
          </a:p>
        </p:txBody>
      </p:sp>
      <p:sp>
        <p:nvSpPr>
          <p:cNvPr id="10" name="Slide Number Placeholder 9">
            <a:extLst>
              <a:ext uri="{FF2B5EF4-FFF2-40B4-BE49-F238E27FC236}">
                <a16:creationId xmlns:a16="http://schemas.microsoft.com/office/drawing/2014/main" id="{2270ADC6-D307-E812-97FA-15F07F1166A3}"/>
              </a:ext>
            </a:extLst>
          </p:cNvPr>
          <p:cNvSpPr>
            <a:spLocks noGrp="1"/>
          </p:cNvSpPr>
          <p:nvPr>
            <p:ph type="sldNum" sz="quarter" idx="12"/>
          </p:nvPr>
        </p:nvSpPr>
        <p:spPr/>
        <p:txBody>
          <a:bodyPr/>
          <a:lstStyle/>
          <a:p>
            <a:fld id="{38826FC0-333C-E549-9FA3-0EE43DF298A3}" type="slidenum">
              <a:rPr lang="en-US" smtClean="0"/>
              <a:pPr/>
              <a:t>‹#›</a:t>
            </a:fld>
            <a:endParaRPr lang="en-US"/>
          </a:p>
        </p:txBody>
      </p:sp>
      <p:cxnSp>
        <p:nvCxnSpPr>
          <p:cNvPr id="7" name="Straight Connector 6">
            <a:extLst>
              <a:ext uri="{FF2B5EF4-FFF2-40B4-BE49-F238E27FC236}">
                <a16:creationId xmlns:a16="http://schemas.microsoft.com/office/drawing/2014/main" id="{E37B872B-0E81-EACD-CA82-14E1DB182F48}"/>
              </a:ext>
            </a:extLst>
          </p:cNvPr>
          <p:cNvCxnSpPr>
            <a:cxnSpLocks/>
          </p:cNvCxnSpPr>
          <p:nvPr/>
        </p:nvCxnSpPr>
        <p:spPr>
          <a:xfrm>
            <a:off x="6096000" y="1444752"/>
            <a:ext cx="0" cy="45720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pic>
        <p:nvPicPr>
          <p:cNvPr id="8" name="Cognizant Logo_rgb_rev_2023" descr="Cognizant logo reversed, SVG format">
            <a:extLst>
              <a:ext uri="{FF2B5EF4-FFF2-40B4-BE49-F238E27FC236}">
                <a16:creationId xmlns:a16="http://schemas.microsoft.com/office/drawing/2014/main" id="{FC29E878-865C-DE37-D860-F62A7822B476}"/>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036684699"/>
      </p:ext>
    </p:extLst>
  </p:cSld>
  <p:clrMapOvr>
    <a:overrideClrMapping bg1="dk1" tx1="lt1" bg2="dk2" tx2="lt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46507-4F3C-6F06-CC64-DCB416815963}"/>
              </a:ext>
            </a:extLst>
          </p:cNvPr>
          <p:cNvSpPr>
            <a:spLocks noGrp="1"/>
          </p:cNvSpPr>
          <p:nvPr>
            <p:ph type="title" hasCustomPrompt="1"/>
          </p:nvPr>
        </p:nvSpPr>
        <p:spPr>
          <a:xfrm>
            <a:off x="457200" y="457200"/>
            <a:ext cx="11277600" cy="332399"/>
          </a:xfrm>
        </p:spPr>
        <p:txBody>
          <a:bodyPr anchor="t"/>
          <a:lstStyle>
            <a:lvl1pPr>
              <a:defRPr sz="2400"/>
            </a:lvl1pPr>
          </a:lstStyle>
          <a:p>
            <a:r>
              <a:rPr lang="en-US"/>
              <a:t>Click to add title</a:t>
            </a:r>
          </a:p>
        </p:txBody>
      </p:sp>
      <p:sp>
        <p:nvSpPr>
          <p:cNvPr id="3" name="Content Placeholder 2">
            <a:extLst>
              <a:ext uri="{FF2B5EF4-FFF2-40B4-BE49-F238E27FC236}">
                <a16:creationId xmlns:a16="http://schemas.microsoft.com/office/drawing/2014/main" id="{9521B89B-1396-CE54-BDAC-657C3A1FCF13}"/>
              </a:ext>
            </a:extLst>
          </p:cNvPr>
          <p:cNvSpPr>
            <a:spLocks noGrp="1"/>
          </p:cNvSpPr>
          <p:nvPr>
            <p:ph idx="1" hasCustomPrompt="1"/>
          </p:nvPr>
        </p:nvSpPr>
        <p:spPr>
          <a:xfrm>
            <a:off x="6096000" y="1447799"/>
            <a:ext cx="5638800" cy="4663440"/>
          </a:xfrm>
        </p:spPr>
        <p:txBody>
          <a:bodyPr>
            <a:noAutofit/>
          </a:bodyPr>
          <a:lstStyle>
            <a:lvl1pPr marL="0" indent="0">
              <a:buNone/>
              <a:defRPr sz="1600"/>
            </a:lvl1pPr>
            <a:lvl2pPr>
              <a:defRPr sz="1400"/>
            </a:lvl2pPr>
            <a:lvl3pPr>
              <a:defRPr sz="1200"/>
            </a:lvl3pPr>
            <a:lvl4pPr>
              <a:defRPr sz="1100"/>
            </a:lvl4pPr>
            <a:lvl5pPr>
              <a:defRPr sz="1100"/>
            </a:lvl5pPr>
            <a:lvl6pPr>
              <a:defRPr sz="2000"/>
            </a:lvl6pPr>
            <a:lvl7pPr>
              <a:defRPr sz="2000"/>
            </a:lvl7pPr>
            <a:lvl8pPr>
              <a:defRPr sz="2000"/>
            </a:lvl8pPr>
            <a:lvl9pPr>
              <a:defRPr sz="2000"/>
            </a:lvl9pPr>
          </a:lstStyle>
          <a:p>
            <a:pPr marL="182880" marR="0" lvl="0" indent="-182880" algn="l" defTabSz="914400" rtl="0" eaLnBrk="1" fontAlgn="auto" latinLnBrk="0" hangingPunct="1">
              <a:lnSpc>
                <a:spcPct val="110000"/>
              </a:lnSpc>
              <a:spcBef>
                <a:spcPts val="600"/>
              </a:spcBef>
              <a:spcAft>
                <a:spcPts val="0"/>
              </a:spcAft>
              <a:buClr>
                <a:schemeClr val="tx1"/>
              </a:buClr>
              <a:buSzTx/>
              <a:buFont typeface="Arial" panose="020B0604020202020204" pitchFamily="34" charset="0"/>
              <a:buChar char="•"/>
              <a:tabLst/>
              <a:defRPr/>
            </a:pPr>
            <a:r>
              <a:rPr lang="en-US"/>
              <a:t>Click to add content</a:t>
            </a:r>
          </a:p>
          <a:p>
            <a:pPr lvl="1"/>
            <a:r>
              <a:rPr lang="en-US"/>
              <a:t>2nd level text</a:t>
            </a:r>
          </a:p>
          <a:p>
            <a:pPr lvl="2"/>
            <a:r>
              <a:rPr lang="en-US"/>
              <a:t>3rd level text</a:t>
            </a:r>
          </a:p>
          <a:p>
            <a:pPr lvl="3"/>
            <a:r>
              <a:rPr lang="en-US"/>
              <a:t>4th level text</a:t>
            </a:r>
          </a:p>
          <a:p>
            <a:pPr lvl="4"/>
            <a:r>
              <a:rPr lang="en-US"/>
              <a:t>5th level text</a:t>
            </a:r>
          </a:p>
        </p:txBody>
      </p:sp>
      <p:sp>
        <p:nvSpPr>
          <p:cNvPr id="4" name="Text Placeholder 3">
            <a:extLst>
              <a:ext uri="{FF2B5EF4-FFF2-40B4-BE49-F238E27FC236}">
                <a16:creationId xmlns:a16="http://schemas.microsoft.com/office/drawing/2014/main" id="{68C39DE7-C187-B4C9-7F93-CF29330E94C1}"/>
              </a:ext>
            </a:extLst>
          </p:cNvPr>
          <p:cNvSpPr>
            <a:spLocks noGrp="1"/>
          </p:cNvSpPr>
          <p:nvPr>
            <p:ph type="body" sz="half" idx="2" hasCustomPrompt="1"/>
          </p:nvPr>
        </p:nvSpPr>
        <p:spPr>
          <a:xfrm>
            <a:off x="457199" y="1447799"/>
            <a:ext cx="4754880" cy="4663440"/>
          </a:xfrm>
        </p:spPr>
        <p:txBody>
          <a:bodyPr/>
          <a:lstStyle>
            <a:lvl1pPr marL="0" indent="0">
              <a:buNone/>
              <a:defRPr sz="1600" b="1">
                <a:solidFill>
                  <a:schemeClr val="accent3"/>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caption</a:t>
            </a:r>
          </a:p>
        </p:txBody>
      </p:sp>
      <p:sp>
        <p:nvSpPr>
          <p:cNvPr id="5" name="Date Placeholder 4">
            <a:extLst>
              <a:ext uri="{FF2B5EF4-FFF2-40B4-BE49-F238E27FC236}">
                <a16:creationId xmlns:a16="http://schemas.microsoft.com/office/drawing/2014/main" id="{35724D44-8249-FD9B-C453-3AE49B5F4FF2}"/>
              </a:ext>
            </a:extLst>
          </p:cNvPr>
          <p:cNvSpPr>
            <a:spLocks noGrp="1"/>
          </p:cNvSpPr>
          <p:nvPr>
            <p:ph type="dt" sz="half" idx="10"/>
          </p:nvPr>
        </p:nvSpPr>
        <p:spPr/>
        <p:txBody>
          <a:bodyPr/>
          <a:lstStyle/>
          <a:p>
            <a:fld id="{C113BBD8-F83C-431F-B9CD-851F5EF17787}" type="datetime1">
              <a:rPr lang="en-US" smtClean="0"/>
              <a:t>2/11/2026</a:t>
            </a:fld>
            <a:endParaRPr lang="en-US"/>
          </a:p>
        </p:txBody>
      </p:sp>
      <p:sp>
        <p:nvSpPr>
          <p:cNvPr id="9" name="Footer Placeholder 8">
            <a:extLst>
              <a:ext uri="{FF2B5EF4-FFF2-40B4-BE49-F238E27FC236}">
                <a16:creationId xmlns:a16="http://schemas.microsoft.com/office/drawing/2014/main" id="{FC414F21-A578-2B13-3FC0-80CE780DACE8}"/>
              </a:ext>
            </a:extLst>
          </p:cNvPr>
          <p:cNvSpPr>
            <a:spLocks noGrp="1"/>
          </p:cNvSpPr>
          <p:nvPr>
            <p:ph type="ftr" sz="quarter" idx="11"/>
          </p:nvPr>
        </p:nvSpPr>
        <p:spPr/>
        <p:txBody>
          <a:bodyPr/>
          <a:lstStyle/>
          <a:p>
            <a:r>
              <a:rPr lang="en-US"/>
              <a:t>© 2025–2027 Cognizant | Private</a:t>
            </a:r>
          </a:p>
        </p:txBody>
      </p:sp>
      <p:sp>
        <p:nvSpPr>
          <p:cNvPr id="10" name="Slide Number Placeholder 9">
            <a:extLst>
              <a:ext uri="{FF2B5EF4-FFF2-40B4-BE49-F238E27FC236}">
                <a16:creationId xmlns:a16="http://schemas.microsoft.com/office/drawing/2014/main" id="{0594F499-4E58-F60A-D1FE-CA8DBFA3324D}"/>
              </a:ext>
            </a:extLst>
          </p:cNvPr>
          <p:cNvSpPr>
            <a:spLocks noGrp="1"/>
          </p:cNvSpPr>
          <p:nvPr>
            <p:ph type="sldNum" sz="quarter" idx="12"/>
          </p:nvPr>
        </p:nvSpPr>
        <p:spPr/>
        <p:txBody>
          <a:bodyPr/>
          <a:lstStyle/>
          <a:p>
            <a:fld id="{38826FC0-333C-E549-9FA3-0EE43DF298A3}" type="slidenum">
              <a:rPr lang="en-US" smtClean="0"/>
              <a:pPr/>
              <a:t>‹#›</a:t>
            </a:fld>
            <a:endParaRPr lang="en-US"/>
          </a:p>
        </p:txBody>
      </p:sp>
      <p:pic>
        <p:nvPicPr>
          <p:cNvPr id="7" name="Cognizant Logo_rgb_rev_2023" descr="Cognizant logo reversed, SVG format">
            <a:extLst>
              <a:ext uri="{FF2B5EF4-FFF2-40B4-BE49-F238E27FC236}">
                <a16:creationId xmlns:a16="http://schemas.microsoft.com/office/drawing/2014/main" id="{C4BD05FC-72E2-D49F-5723-85E3F31D26FF}"/>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4028391651"/>
      </p:ext>
    </p:extLst>
  </p:cSld>
  <p:clrMapOvr>
    <a:overrideClrMapping bg1="dk1" tx1="lt1" bg2="dk2" tx2="lt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8CFF2-1ECE-33A6-68A7-0317E0C84DFC}"/>
              </a:ext>
            </a:extLst>
          </p:cNvPr>
          <p:cNvSpPr>
            <a:spLocks noGrp="1"/>
          </p:cNvSpPr>
          <p:nvPr>
            <p:ph type="title" hasCustomPrompt="1"/>
          </p:nvPr>
        </p:nvSpPr>
        <p:spPr>
          <a:xfrm>
            <a:off x="457200" y="457200"/>
            <a:ext cx="11277600" cy="332399"/>
          </a:xfrm>
        </p:spPr>
        <p:txBody>
          <a:bodyPr anchor="t"/>
          <a:lstStyle>
            <a:lvl1pPr>
              <a:defRPr sz="2400"/>
            </a:lvl1pPr>
          </a:lstStyle>
          <a:p>
            <a:r>
              <a:rPr lang="en-US"/>
              <a:t>Click to add title</a:t>
            </a:r>
          </a:p>
        </p:txBody>
      </p:sp>
      <p:sp>
        <p:nvSpPr>
          <p:cNvPr id="3" name="Picture Placeholder 2">
            <a:extLst>
              <a:ext uri="{FF2B5EF4-FFF2-40B4-BE49-F238E27FC236}">
                <a16:creationId xmlns:a16="http://schemas.microsoft.com/office/drawing/2014/main" id="{B2C56658-0960-E18E-D91E-AA04D27572E7}"/>
              </a:ext>
            </a:extLst>
          </p:cNvPr>
          <p:cNvSpPr>
            <a:spLocks noGrp="1"/>
          </p:cNvSpPr>
          <p:nvPr>
            <p:ph type="pic" idx="1" hasCustomPrompt="1"/>
          </p:nvPr>
        </p:nvSpPr>
        <p:spPr>
          <a:xfrm>
            <a:off x="6096000" y="1447799"/>
            <a:ext cx="5638800" cy="4663439"/>
          </a:xfrm>
          <a:solidFill>
            <a:srgbClr val="ECECEB"/>
          </a:solidFill>
        </p:spPr>
        <p:txBody>
          <a:bodyPr bIns="640080" anchor="ctr">
            <a:normAutofit/>
          </a:bodyPr>
          <a:lstStyle>
            <a:lvl1pPr marL="0" indent="0" algn="ctr">
              <a:buNone/>
              <a:defRPr sz="1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drag, or paste to add picture</a:t>
            </a:r>
          </a:p>
        </p:txBody>
      </p:sp>
      <p:sp>
        <p:nvSpPr>
          <p:cNvPr id="4" name="Text Placeholder 3">
            <a:extLst>
              <a:ext uri="{FF2B5EF4-FFF2-40B4-BE49-F238E27FC236}">
                <a16:creationId xmlns:a16="http://schemas.microsoft.com/office/drawing/2014/main" id="{8801F393-8308-0D1E-52A2-FC57E4512CCF}"/>
              </a:ext>
            </a:extLst>
          </p:cNvPr>
          <p:cNvSpPr>
            <a:spLocks noGrp="1"/>
          </p:cNvSpPr>
          <p:nvPr>
            <p:ph type="body" sz="half" idx="2" hasCustomPrompt="1"/>
          </p:nvPr>
        </p:nvSpPr>
        <p:spPr>
          <a:xfrm>
            <a:off x="457199" y="1447799"/>
            <a:ext cx="4754880" cy="4663440"/>
          </a:xfrm>
        </p:spPr>
        <p:txBody>
          <a:bodyPr/>
          <a:lstStyle>
            <a:lvl1pPr marL="0" indent="0">
              <a:buNone/>
              <a:defRPr sz="1600" b="1">
                <a:solidFill>
                  <a:schemeClr val="accent3"/>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caption</a:t>
            </a:r>
          </a:p>
        </p:txBody>
      </p:sp>
      <p:sp>
        <p:nvSpPr>
          <p:cNvPr id="5" name="Date Placeholder 4">
            <a:extLst>
              <a:ext uri="{FF2B5EF4-FFF2-40B4-BE49-F238E27FC236}">
                <a16:creationId xmlns:a16="http://schemas.microsoft.com/office/drawing/2014/main" id="{380241F3-9135-92CE-6A1A-5BE0AECC9970}"/>
              </a:ext>
            </a:extLst>
          </p:cNvPr>
          <p:cNvSpPr>
            <a:spLocks noGrp="1"/>
          </p:cNvSpPr>
          <p:nvPr>
            <p:ph type="dt" sz="half" idx="10"/>
          </p:nvPr>
        </p:nvSpPr>
        <p:spPr/>
        <p:txBody>
          <a:bodyPr/>
          <a:lstStyle/>
          <a:p>
            <a:fld id="{15EE1895-83F9-4535-8AB0-D77A601E1BB9}" type="datetime1">
              <a:rPr lang="en-US" smtClean="0"/>
              <a:t>2/11/2026</a:t>
            </a:fld>
            <a:endParaRPr lang="en-US"/>
          </a:p>
        </p:txBody>
      </p:sp>
      <p:sp>
        <p:nvSpPr>
          <p:cNvPr id="9" name="Footer Placeholder 8">
            <a:extLst>
              <a:ext uri="{FF2B5EF4-FFF2-40B4-BE49-F238E27FC236}">
                <a16:creationId xmlns:a16="http://schemas.microsoft.com/office/drawing/2014/main" id="{188FFC8B-A41D-691D-C8C9-0C363B1FD284}"/>
              </a:ext>
            </a:extLst>
          </p:cNvPr>
          <p:cNvSpPr>
            <a:spLocks noGrp="1"/>
          </p:cNvSpPr>
          <p:nvPr>
            <p:ph type="ftr" sz="quarter" idx="11"/>
          </p:nvPr>
        </p:nvSpPr>
        <p:spPr/>
        <p:txBody>
          <a:bodyPr/>
          <a:lstStyle/>
          <a:p>
            <a:r>
              <a:rPr lang="en-US"/>
              <a:t>© 2025–2027 Cognizant | Private</a:t>
            </a:r>
          </a:p>
        </p:txBody>
      </p:sp>
      <p:sp>
        <p:nvSpPr>
          <p:cNvPr id="10" name="Slide Number Placeholder 9">
            <a:extLst>
              <a:ext uri="{FF2B5EF4-FFF2-40B4-BE49-F238E27FC236}">
                <a16:creationId xmlns:a16="http://schemas.microsoft.com/office/drawing/2014/main" id="{B0EC0125-3406-DCE1-A443-16278DF39252}"/>
              </a:ext>
            </a:extLst>
          </p:cNvPr>
          <p:cNvSpPr>
            <a:spLocks noGrp="1"/>
          </p:cNvSpPr>
          <p:nvPr>
            <p:ph type="sldNum" sz="quarter" idx="12"/>
          </p:nvPr>
        </p:nvSpPr>
        <p:spPr/>
        <p:txBody>
          <a:bodyPr/>
          <a:lstStyle/>
          <a:p>
            <a:fld id="{38826FC0-333C-E549-9FA3-0EE43DF298A3}" type="slidenum">
              <a:rPr lang="en-US" smtClean="0"/>
              <a:pPr/>
              <a:t>‹#›</a:t>
            </a:fld>
            <a:endParaRPr lang="en-US"/>
          </a:p>
        </p:txBody>
      </p:sp>
      <p:pic>
        <p:nvPicPr>
          <p:cNvPr id="7" name="Cognizant Logo_rgb_rev_2023" descr="Cognizant logo reversed, SVG format">
            <a:extLst>
              <a:ext uri="{FF2B5EF4-FFF2-40B4-BE49-F238E27FC236}">
                <a16:creationId xmlns:a16="http://schemas.microsoft.com/office/drawing/2014/main" id="{0967F69A-1700-3CED-CEEE-EDC58785000F}"/>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887558208"/>
      </p:ext>
    </p:extLst>
  </p:cSld>
  <p:clrMapOvr>
    <a:overrideClrMapping bg1="dk1" tx1="lt1" bg2="dk2" tx2="lt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p:cSld name="Statement - dark">
    <p:bg>
      <p:bgPr>
        <a:solidFill>
          <a:schemeClr val="bg1"/>
        </a:solidFill>
        <a:effectLst/>
      </p:bgPr>
    </p:bg>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98BC2B5B-70BA-CE41-9C8E-4A1C418D7D8E}"/>
              </a:ext>
            </a:extLst>
          </p:cNvPr>
          <p:cNvSpPr>
            <a:spLocks noGrp="1"/>
          </p:cNvSpPr>
          <p:nvPr>
            <p:ph type="body" sz="quarter" idx="13" hasCustomPrompt="1"/>
          </p:nvPr>
        </p:nvSpPr>
        <p:spPr>
          <a:xfrm>
            <a:off x="1005840" y="3429000"/>
            <a:ext cx="8849360" cy="1500188"/>
          </a:xfrm>
          <a:prstGeom prst="rect">
            <a:avLst/>
          </a:prstGeom>
        </p:spPr>
        <p:txBody>
          <a:bodyPr>
            <a:noAutofit/>
          </a:bodyPr>
          <a:lstStyle>
            <a:lvl1pPr marL="0" indent="0">
              <a:buNone/>
              <a:defRPr>
                <a:solidFill>
                  <a:schemeClr val="accent3"/>
                </a:solidFill>
              </a:defRPr>
            </a:lvl1pPr>
            <a:lvl2pPr marL="457200" indent="0">
              <a:buNone/>
              <a:defRPr>
                <a:solidFill>
                  <a:schemeClr val="accent5"/>
                </a:solidFill>
              </a:defRPr>
            </a:lvl2pPr>
            <a:lvl3pPr marL="914400" indent="0">
              <a:buNone/>
              <a:defRPr>
                <a:solidFill>
                  <a:schemeClr val="accent3"/>
                </a:solidFill>
              </a:defRPr>
            </a:lvl3pPr>
            <a:lvl4pPr marL="1371600" indent="0">
              <a:buNone/>
              <a:defRPr>
                <a:solidFill>
                  <a:schemeClr val="accent3"/>
                </a:solidFill>
              </a:defRPr>
            </a:lvl4pPr>
            <a:lvl5pPr marL="1828800" indent="0">
              <a:buNone/>
              <a:defRPr>
                <a:solidFill>
                  <a:schemeClr val="accent3"/>
                </a:solidFill>
              </a:defRPr>
            </a:lvl5pPr>
          </a:lstStyle>
          <a:p>
            <a:pPr lvl="0"/>
            <a:r>
              <a:rPr lang="en-US"/>
              <a:t>Attributor name is 16pt Arial</a:t>
            </a:r>
          </a:p>
        </p:txBody>
      </p:sp>
      <p:sp>
        <p:nvSpPr>
          <p:cNvPr id="13" name="Title 1">
            <a:extLst>
              <a:ext uri="{FF2B5EF4-FFF2-40B4-BE49-F238E27FC236}">
                <a16:creationId xmlns:a16="http://schemas.microsoft.com/office/drawing/2014/main" id="{0A13EBB4-2E96-D446-A07D-04B750732870}"/>
              </a:ext>
            </a:extLst>
          </p:cNvPr>
          <p:cNvSpPr>
            <a:spLocks noGrp="1"/>
          </p:cNvSpPr>
          <p:nvPr>
            <p:ph type="ctrTitle" hasCustomPrompt="1"/>
          </p:nvPr>
        </p:nvSpPr>
        <p:spPr>
          <a:xfrm>
            <a:off x="1005840" y="1943100"/>
            <a:ext cx="8849360" cy="997196"/>
          </a:xfrm>
        </p:spPr>
        <p:txBody>
          <a:bodyPr anchor="b" anchorCtr="0"/>
          <a:lstStyle>
            <a:lvl1pPr algn="l" rtl="0" eaLnBrk="1" latinLnBrk="0" hangingPunct="1">
              <a:defRPr lang="en-US" sz="3600" smtClean="0">
                <a:effectLst/>
              </a:defRPr>
            </a:lvl1pPr>
          </a:lstStyle>
          <a:p>
            <a:pPr rtl="0" eaLnBrk="1" latinLnBrk="0" hangingPunct="1"/>
            <a:r>
              <a:rPr lang="en-US"/>
              <a:t>Click to edit statement or quote </a:t>
            </a:r>
            <a:br>
              <a:rPr lang="en-US"/>
            </a:br>
            <a:r>
              <a:rPr lang="en-US"/>
              <a:t>in Arial 36pt bold</a:t>
            </a:r>
          </a:p>
        </p:txBody>
      </p:sp>
      <p:sp>
        <p:nvSpPr>
          <p:cNvPr id="11" name="Date Placeholder 10">
            <a:extLst>
              <a:ext uri="{FF2B5EF4-FFF2-40B4-BE49-F238E27FC236}">
                <a16:creationId xmlns:a16="http://schemas.microsoft.com/office/drawing/2014/main" id="{37922929-B64F-A5FD-E813-DE4E4B47609B}"/>
              </a:ext>
            </a:extLst>
          </p:cNvPr>
          <p:cNvSpPr>
            <a:spLocks noGrp="1"/>
          </p:cNvSpPr>
          <p:nvPr>
            <p:ph type="dt" sz="half" idx="14"/>
          </p:nvPr>
        </p:nvSpPr>
        <p:spPr/>
        <p:txBody>
          <a:bodyPr/>
          <a:lstStyle/>
          <a:p>
            <a:fld id="{B1D548D1-88F1-4583-9328-BC85F87DFD98}" type="datetime1">
              <a:rPr lang="en-US" smtClean="0"/>
              <a:t>2/11/2026</a:t>
            </a:fld>
            <a:endParaRPr lang="en-US"/>
          </a:p>
        </p:txBody>
      </p:sp>
      <p:sp>
        <p:nvSpPr>
          <p:cNvPr id="12" name="Footer Placeholder 11">
            <a:extLst>
              <a:ext uri="{FF2B5EF4-FFF2-40B4-BE49-F238E27FC236}">
                <a16:creationId xmlns:a16="http://schemas.microsoft.com/office/drawing/2014/main" id="{A6D064D0-10B1-84E9-43BC-A587DFCF2552}"/>
              </a:ext>
            </a:extLst>
          </p:cNvPr>
          <p:cNvSpPr>
            <a:spLocks noGrp="1"/>
          </p:cNvSpPr>
          <p:nvPr>
            <p:ph type="ftr" sz="quarter" idx="15"/>
          </p:nvPr>
        </p:nvSpPr>
        <p:spPr/>
        <p:txBody>
          <a:bodyPr/>
          <a:lstStyle/>
          <a:p>
            <a:r>
              <a:rPr lang="en-US"/>
              <a:t>© 2025–2027 Cognizant | Private</a:t>
            </a:r>
          </a:p>
        </p:txBody>
      </p:sp>
      <p:sp>
        <p:nvSpPr>
          <p:cNvPr id="14" name="Slide Number Placeholder 13">
            <a:extLst>
              <a:ext uri="{FF2B5EF4-FFF2-40B4-BE49-F238E27FC236}">
                <a16:creationId xmlns:a16="http://schemas.microsoft.com/office/drawing/2014/main" id="{157F07D9-AB26-FAA7-F6B2-13FC833B9175}"/>
              </a:ext>
            </a:extLst>
          </p:cNvPr>
          <p:cNvSpPr>
            <a:spLocks noGrp="1"/>
          </p:cNvSpPr>
          <p:nvPr>
            <p:ph type="sldNum" sz="quarter" idx="16"/>
          </p:nvPr>
        </p:nvSpPr>
        <p:spPr/>
        <p:txBody>
          <a:bodyPr/>
          <a:lstStyle/>
          <a:p>
            <a:fld id="{38826FC0-333C-E549-9FA3-0EE43DF298A3}" type="slidenum">
              <a:rPr lang="en-US" smtClean="0"/>
              <a:pPr/>
              <a:t>‹#›</a:t>
            </a:fld>
            <a:endParaRPr lang="en-US"/>
          </a:p>
        </p:txBody>
      </p:sp>
      <p:pic>
        <p:nvPicPr>
          <p:cNvPr id="2" name="Cognizant Logo_rgb_rev_2023" descr="Cognizant logo reversed, SVG format">
            <a:extLst>
              <a:ext uri="{FF2B5EF4-FFF2-40B4-BE49-F238E27FC236}">
                <a16:creationId xmlns:a16="http://schemas.microsoft.com/office/drawing/2014/main" id="{3F28610E-22AA-1C1B-C7F0-DD2EE706F71B}"/>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12893017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24" userDrawn="1">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IMAGERY">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1128298" y="2407183"/>
            <a:ext cx="9935412" cy="2043636"/>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a:ln>
                  <a:noFill/>
                </a:ln>
                <a:solidFill>
                  <a:srgbClr val="FFFFFF"/>
                </a:solidFill>
                <a:effectLst/>
                <a:uLnTx/>
                <a:uFillTx/>
              </a:rPr>
              <a:t>IMAGERY</a:t>
            </a:r>
            <a:endParaRPr kumimoji="0" lang="en-US" sz="7200" b="0" i="1" u="none" strike="noStrike" kern="0" cap="none" spc="0" normalizeH="0" baseline="0" noProof="0">
              <a:ln>
                <a:noFill/>
              </a:ln>
              <a:solidFill>
                <a:srgbClr val="FFFFFF"/>
              </a:solidFill>
              <a:effectLst/>
              <a:uLnTx/>
              <a:uFillTx/>
            </a:endParaRPr>
          </a:p>
        </p:txBody>
      </p:sp>
    </p:spTree>
    <p:extLst>
      <p:ext uri="{BB962C8B-B14F-4D97-AF65-F5344CB8AC3E}">
        <p14:creationId xmlns:p14="http://schemas.microsoft.com/office/powerpoint/2010/main" val="833642144"/>
      </p:ext>
    </p:extLst>
  </p:cSld>
  <p:clrMapOvr>
    <a:overrideClrMapping bg1="dk1" tx1="lt1" bg2="dk2" tx2="lt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p:cSld name="Full bleed image">
    <p:spTree>
      <p:nvGrpSpPr>
        <p:cNvPr id="1" name=""/>
        <p:cNvGrpSpPr/>
        <p:nvPr/>
      </p:nvGrpSpPr>
      <p:grpSpPr>
        <a:xfrm>
          <a:off x="0" y="0"/>
          <a:ext cx="0" cy="0"/>
          <a:chOff x="0" y="0"/>
          <a:chExt cx="0" cy="0"/>
        </a:xfrm>
      </p:grpSpPr>
      <p:sp>
        <p:nvSpPr>
          <p:cNvPr id="2" name="Picture Placeholder 6">
            <a:extLst>
              <a:ext uri="{FF2B5EF4-FFF2-40B4-BE49-F238E27FC236}">
                <a16:creationId xmlns:a16="http://schemas.microsoft.com/office/drawing/2014/main" id="{88C8F82A-3BDD-4832-FBE3-E4EA9DC8D02A}"/>
              </a:ext>
            </a:extLst>
          </p:cNvPr>
          <p:cNvSpPr>
            <a:spLocks noGrp="1"/>
          </p:cNvSpPr>
          <p:nvPr>
            <p:ph type="pic" sz="quarter" idx="10" hasCustomPrompt="1"/>
          </p:nvPr>
        </p:nvSpPr>
        <p:spPr>
          <a:xfrm>
            <a:off x="0" y="0"/>
            <a:ext cx="12192000" cy="6858000"/>
          </a:xfrm>
          <a:solidFill>
            <a:srgbClr val="ECECEB"/>
          </a:solidFill>
        </p:spPr>
        <p:txBody>
          <a:bodyPr bIns="914400" anchor="ctr">
            <a:normAutofit/>
          </a:bodyPr>
          <a:lstStyle>
            <a:lvl1pPr marL="0" indent="0" algn="ctr">
              <a:buNone/>
              <a:defRPr sz="1200"/>
            </a:lvl1pPr>
          </a:lstStyle>
          <a:p>
            <a:r>
              <a:rPr lang="en-US"/>
              <a:t>Click icon, drag, or paste to add picture</a:t>
            </a:r>
          </a:p>
        </p:txBody>
      </p:sp>
      <p:sp>
        <p:nvSpPr>
          <p:cNvPr id="3" name="Title 2">
            <a:extLst>
              <a:ext uri="{FF2B5EF4-FFF2-40B4-BE49-F238E27FC236}">
                <a16:creationId xmlns:a16="http://schemas.microsoft.com/office/drawing/2014/main" id="{53B7DBAB-080F-4B67-994D-0695A8EEE08C}"/>
              </a:ext>
            </a:extLst>
          </p:cNvPr>
          <p:cNvSpPr>
            <a:spLocks noGrp="1"/>
          </p:cNvSpPr>
          <p:nvPr>
            <p:ph type="title" hasCustomPrompt="1"/>
          </p:nvPr>
        </p:nvSpPr>
        <p:spPr>
          <a:xfrm>
            <a:off x="457200" y="-357975"/>
            <a:ext cx="11277600" cy="193899"/>
          </a:xfrm>
        </p:spPr>
        <p:txBody>
          <a:bodyPr anchor="b" anchorCtr="0"/>
          <a:lstStyle>
            <a:lvl1pPr>
              <a:defRPr sz="1400"/>
            </a:lvl1pPr>
          </a:lstStyle>
          <a:p>
            <a:r>
              <a:rPr lang="en-US"/>
              <a:t>Click to add title (for accessibility purposes)</a:t>
            </a:r>
          </a:p>
        </p:txBody>
      </p:sp>
      <p:sp>
        <p:nvSpPr>
          <p:cNvPr id="4" name="Date Placeholder 3">
            <a:extLst>
              <a:ext uri="{FF2B5EF4-FFF2-40B4-BE49-F238E27FC236}">
                <a16:creationId xmlns:a16="http://schemas.microsoft.com/office/drawing/2014/main" id="{5BFB887B-6507-E9E7-6352-B825F1F0F5F9}"/>
              </a:ext>
            </a:extLst>
          </p:cNvPr>
          <p:cNvSpPr>
            <a:spLocks noGrp="1"/>
          </p:cNvSpPr>
          <p:nvPr>
            <p:ph type="dt" sz="half" idx="11"/>
          </p:nvPr>
        </p:nvSpPr>
        <p:spPr/>
        <p:txBody>
          <a:bodyPr/>
          <a:lstStyle>
            <a:lvl1pPr>
              <a:defRPr>
                <a:solidFill>
                  <a:schemeClr val="bg1"/>
                </a:solidFill>
              </a:defRPr>
            </a:lvl1pPr>
          </a:lstStyle>
          <a:p>
            <a:fld id="{2AB97785-BC91-433E-AAFD-12DF553140BB}" type="datetime1">
              <a:rPr lang="en-US" smtClean="0"/>
              <a:t>2/11/2026</a:t>
            </a:fld>
            <a:endParaRPr lang="en-US"/>
          </a:p>
        </p:txBody>
      </p:sp>
      <p:sp>
        <p:nvSpPr>
          <p:cNvPr id="5" name="Footer Placeholder 4">
            <a:extLst>
              <a:ext uri="{FF2B5EF4-FFF2-40B4-BE49-F238E27FC236}">
                <a16:creationId xmlns:a16="http://schemas.microsoft.com/office/drawing/2014/main" id="{6B5E64F9-7C61-C44F-A370-C65AE1081941}"/>
              </a:ext>
            </a:extLst>
          </p:cNvPr>
          <p:cNvSpPr>
            <a:spLocks noGrp="1"/>
          </p:cNvSpPr>
          <p:nvPr>
            <p:ph type="ftr" sz="quarter" idx="12"/>
          </p:nvPr>
        </p:nvSpPr>
        <p:spPr/>
        <p:txBody>
          <a:bodyPr/>
          <a:lstStyle>
            <a:lvl1pPr>
              <a:defRPr>
                <a:solidFill>
                  <a:schemeClr val="bg1"/>
                </a:solidFill>
              </a:defRPr>
            </a:lvl1pPr>
          </a:lstStyle>
          <a:p>
            <a:r>
              <a:rPr lang="en-US"/>
              <a:t>© 2025–2027 Cognizant | Private</a:t>
            </a:r>
          </a:p>
        </p:txBody>
      </p:sp>
      <p:sp>
        <p:nvSpPr>
          <p:cNvPr id="6" name="Slide Number Placeholder 5">
            <a:extLst>
              <a:ext uri="{FF2B5EF4-FFF2-40B4-BE49-F238E27FC236}">
                <a16:creationId xmlns:a16="http://schemas.microsoft.com/office/drawing/2014/main" id="{ED7E8873-455E-923B-1219-1607269A283F}"/>
              </a:ext>
            </a:extLst>
          </p:cNvPr>
          <p:cNvSpPr>
            <a:spLocks noGrp="1"/>
          </p:cNvSpPr>
          <p:nvPr>
            <p:ph type="sldNum" sz="quarter" idx="13"/>
          </p:nvPr>
        </p:nvSpPr>
        <p:spPr/>
        <p:txBody>
          <a:bodyPr/>
          <a:lstStyle>
            <a:lvl1pPr>
              <a:defRPr>
                <a:solidFill>
                  <a:schemeClr val="bg1"/>
                </a:solidFill>
              </a:defRPr>
            </a:lvl1pPr>
          </a:lstStyle>
          <a:p>
            <a:fld id="{38826FC0-333C-E549-9FA3-0EE43DF298A3}" type="slidenum">
              <a:rPr lang="en-US" smtClean="0"/>
              <a:pPr/>
              <a:t>‹#›</a:t>
            </a:fld>
            <a:endParaRPr lang="en-US"/>
          </a:p>
        </p:txBody>
      </p:sp>
    </p:spTree>
    <p:extLst>
      <p:ext uri="{BB962C8B-B14F-4D97-AF65-F5344CB8AC3E}">
        <p14:creationId xmlns:p14="http://schemas.microsoft.com/office/powerpoint/2010/main" val="155258495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p:cSld name="Two full bleed images">
    <p:spTree>
      <p:nvGrpSpPr>
        <p:cNvPr id="1" name=""/>
        <p:cNvGrpSpPr/>
        <p:nvPr/>
      </p:nvGrpSpPr>
      <p:grpSpPr>
        <a:xfrm>
          <a:off x="0" y="0"/>
          <a:ext cx="0" cy="0"/>
          <a:chOff x="0" y="0"/>
          <a:chExt cx="0" cy="0"/>
        </a:xfrm>
      </p:grpSpPr>
      <p:sp>
        <p:nvSpPr>
          <p:cNvPr id="2" name="Picture Placeholder 6">
            <a:extLst>
              <a:ext uri="{FF2B5EF4-FFF2-40B4-BE49-F238E27FC236}">
                <a16:creationId xmlns:a16="http://schemas.microsoft.com/office/drawing/2014/main" id="{ADE4608A-2C9D-8AC0-0EE2-0A3DE403F95E}"/>
              </a:ext>
            </a:extLst>
          </p:cNvPr>
          <p:cNvSpPr>
            <a:spLocks noGrp="1"/>
          </p:cNvSpPr>
          <p:nvPr>
            <p:ph type="pic" sz="quarter" idx="10" hasCustomPrompt="1"/>
          </p:nvPr>
        </p:nvSpPr>
        <p:spPr>
          <a:xfrm>
            <a:off x="0" y="0"/>
            <a:ext cx="6080760" cy="6858000"/>
          </a:xfrm>
          <a:solidFill>
            <a:srgbClr val="ECECEB"/>
          </a:solidFill>
        </p:spPr>
        <p:txBody>
          <a:bodyPr bIns="914400" anchor="ctr">
            <a:normAutofit/>
          </a:bodyPr>
          <a:lstStyle>
            <a:lvl1pPr marL="0" indent="0" algn="ctr">
              <a:buNone/>
              <a:defRPr sz="1200"/>
            </a:lvl1pPr>
          </a:lstStyle>
          <a:p>
            <a:r>
              <a:rPr lang="en-US"/>
              <a:t>Click icon, drag, or paste to add picture</a:t>
            </a:r>
          </a:p>
        </p:txBody>
      </p:sp>
      <p:sp>
        <p:nvSpPr>
          <p:cNvPr id="4" name="Picture Placeholder 6">
            <a:extLst>
              <a:ext uri="{FF2B5EF4-FFF2-40B4-BE49-F238E27FC236}">
                <a16:creationId xmlns:a16="http://schemas.microsoft.com/office/drawing/2014/main" id="{18BDCDEC-14FD-8C34-93CD-BF169FDDE985}"/>
              </a:ext>
            </a:extLst>
          </p:cNvPr>
          <p:cNvSpPr>
            <a:spLocks noGrp="1"/>
          </p:cNvSpPr>
          <p:nvPr>
            <p:ph type="pic" sz="quarter" idx="11" hasCustomPrompt="1"/>
          </p:nvPr>
        </p:nvSpPr>
        <p:spPr>
          <a:xfrm>
            <a:off x="6111240" y="0"/>
            <a:ext cx="6080760" cy="6858000"/>
          </a:xfrm>
          <a:solidFill>
            <a:srgbClr val="ECECEB"/>
          </a:solidFill>
        </p:spPr>
        <p:txBody>
          <a:bodyPr bIns="914400" anchor="ctr">
            <a:normAutofit/>
          </a:bodyPr>
          <a:lstStyle>
            <a:lvl1pPr marL="0" indent="0" algn="ctr">
              <a:buNone/>
              <a:defRPr sz="1200"/>
            </a:lvl1pPr>
          </a:lstStyle>
          <a:p>
            <a:r>
              <a:rPr lang="en-US"/>
              <a:t>Click icon, drag, or paste to add picture</a:t>
            </a:r>
          </a:p>
        </p:txBody>
      </p:sp>
      <p:sp>
        <p:nvSpPr>
          <p:cNvPr id="3" name="Title 2">
            <a:extLst>
              <a:ext uri="{FF2B5EF4-FFF2-40B4-BE49-F238E27FC236}">
                <a16:creationId xmlns:a16="http://schemas.microsoft.com/office/drawing/2014/main" id="{9E428EDA-797C-145E-CD31-0E63FC891181}"/>
              </a:ext>
            </a:extLst>
          </p:cNvPr>
          <p:cNvSpPr>
            <a:spLocks noGrp="1"/>
          </p:cNvSpPr>
          <p:nvPr>
            <p:ph type="title" hasCustomPrompt="1"/>
          </p:nvPr>
        </p:nvSpPr>
        <p:spPr>
          <a:xfrm>
            <a:off x="457200" y="-357975"/>
            <a:ext cx="11277600" cy="193899"/>
          </a:xfrm>
        </p:spPr>
        <p:txBody>
          <a:bodyPr anchor="b" anchorCtr="0"/>
          <a:lstStyle>
            <a:lvl1pPr>
              <a:defRPr sz="1400"/>
            </a:lvl1pPr>
          </a:lstStyle>
          <a:p>
            <a:r>
              <a:rPr lang="en-US"/>
              <a:t>Click to add title (for accessibility purposes)</a:t>
            </a:r>
          </a:p>
        </p:txBody>
      </p:sp>
    </p:spTree>
    <p:extLst>
      <p:ext uri="{BB962C8B-B14F-4D97-AF65-F5344CB8AC3E}">
        <p14:creationId xmlns:p14="http://schemas.microsoft.com/office/powerpoint/2010/main" val="15064838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Half image - light">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9D0BA1AC-2FDD-B8DE-0D23-59B3662CDD8C}"/>
              </a:ext>
            </a:extLst>
          </p:cNvPr>
          <p:cNvSpPr>
            <a:spLocks noGrp="1"/>
          </p:cNvSpPr>
          <p:nvPr>
            <p:ph type="pic" sz="quarter" idx="22" hasCustomPrompt="1"/>
          </p:nvPr>
        </p:nvSpPr>
        <p:spPr>
          <a:xfrm>
            <a:off x="6111240" y="0"/>
            <a:ext cx="6080760" cy="6858000"/>
          </a:xfrm>
          <a:solidFill>
            <a:srgbClr val="ECECEB"/>
          </a:solidFill>
        </p:spPr>
        <p:txBody>
          <a:bodyPr bIns="914400" anchor="ctr">
            <a:normAutofit/>
          </a:bodyPr>
          <a:lstStyle>
            <a:lvl1pPr marL="0" indent="0" algn="ctr">
              <a:buNone/>
              <a:defRPr sz="1200"/>
            </a:lvl1pPr>
          </a:lstStyle>
          <a:p>
            <a:r>
              <a:rPr lang="en-US"/>
              <a:t>Click icon, drag, or paste to add picture</a:t>
            </a:r>
          </a:p>
        </p:txBody>
      </p:sp>
      <p:sp>
        <p:nvSpPr>
          <p:cNvPr id="2" name="Content Placeholder 4">
            <a:extLst>
              <a:ext uri="{FF2B5EF4-FFF2-40B4-BE49-F238E27FC236}">
                <a16:creationId xmlns:a16="http://schemas.microsoft.com/office/drawing/2014/main" id="{1D050447-227B-4CC5-3DE0-91C29FFDFDDB}"/>
              </a:ext>
            </a:extLst>
          </p:cNvPr>
          <p:cNvSpPr>
            <a:spLocks noGrp="1"/>
          </p:cNvSpPr>
          <p:nvPr>
            <p:ph sz="quarter" idx="21" hasCustomPrompt="1"/>
          </p:nvPr>
        </p:nvSpPr>
        <p:spPr>
          <a:xfrm>
            <a:off x="457200" y="1524003"/>
            <a:ext cx="4652128" cy="4191000"/>
          </a:xfrm>
        </p:spPr>
        <p:txBody>
          <a:bodyPr/>
          <a:lstStyle/>
          <a:p>
            <a:pPr lvl="0"/>
            <a:r>
              <a:rPr lang="en-US"/>
              <a:t>Click to add content</a:t>
            </a:r>
          </a:p>
          <a:p>
            <a:pPr lvl="1"/>
            <a:r>
              <a:rPr lang="en-US"/>
              <a:t>2nd level text</a:t>
            </a:r>
          </a:p>
          <a:p>
            <a:pPr lvl="2"/>
            <a:r>
              <a:rPr lang="en-US"/>
              <a:t>3rd level text</a:t>
            </a:r>
          </a:p>
          <a:p>
            <a:pPr lvl="3"/>
            <a:r>
              <a:rPr lang="en-US"/>
              <a:t>4th level text</a:t>
            </a:r>
          </a:p>
          <a:p>
            <a:pPr lvl="4"/>
            <a:r>
              <a:rPr lang="en-US"/>
              <a:t>5th level text</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p:nvPr>
        </p:nvSpPr>
        <p:spPr>
          <a:xfrm>
            <a:off x="457199" y="457200"/>
            <a:ext cx="4652347" cy="369332"/>
          </a:xfrm>
        </p:spPr>
        <p:txBody>
          <a:bodyPr wrap="square" lIns="0" tIns="0" rIns="0" bIns="0" anchor="t" anchorCtr="0">
            <a:spAutoFit/>
          </a:bodyPr>
          <a:lstStyle>
            <a:lvl1pPr>
              <a:lnSpc>
                <a:spcPct val="100000"/>
              </a:lnSpc>
              <a:defRPr sz="2400" b="1">
                <a:solidFill>
                  <a:schemeClr val="tx1"/>
                </a:solidFill>
              </a:defRPr>
            </a:lvl1pPr>
          </a:lstStyle>
          <a:p>
            <a:r>
              <a:rPr lang="en-US"/>
              <a:t>Click to edit Master title style</a:t>
            </a:r>
          </a:p>
        </p:txBody>
      </p:sp>
      <p:sp>
        <p:nvSpPr>
          <p:cNvPr id="8" name="Date Placeholder 7">
            <a:extLst>
              <a:ext uri="{FF2B5EF4-FFF2-40B4-BE49-F238E27FC236}">
                <a16:creationId xmlns:a16="http://schemas.microsoft.com/office/drawing/2014/main" id="{358392FA-D6DF-FCAF-E803-8555424D300A}"/>
              </a:ext>
            </a:extLst>
          </p:cNvPr>
          <p:cNvSpPr>
            <a:spLocks noGrp="1"/>
          </p:cNvSpPr>
          <p:nvPr>
            <p:ph type="dt" sz="half" idx="23"/>
          </p:nvPr>
        </p:nvSpPr>
        <p:spPr/>
        <p:txBody>
          <a:bodyPr/>
          <a:lstStyle/>
          <a:p>
            <a:fld id="{1BB5808C-19DB-4C41-84E0-48A1BD83855E}" type="datetime1">
              <a:rPr lang="en-US" smtClean="0"/>
              <a:t>2/11/2026</a:t>
            </a:fld>
            <a:endParaRPr lang="en-US"/>
          </a:p>
        </p:txBody>
      </p:sp>
      <p:sp>
        <p:nvSpPr>
          <p:cNvPr id="9" name="Footer Placeholder 8">
            <a:extLst>
              <a:ext uri="{FF2B5EF4-FFF2-40B4-BE49-F238E27FC236}">
                <a16:creationId xmlns:a16="http://schemas.microsoft.com/office/drawing/2014/main" id="{D04C9833-094E-DA04-2919-A461A1E31A6C}"/>
              </a:ext>
            </a:extLst>
          </p:cNvPr>
          <p:cNvSpPr>
            <a:spLocks noGrp="1"/>
          </p:cNvSpPr>
          <p:nvPr>
            <p:ph type="ftr" sz="quarter" idx="24"/>
          </p:nvPr>
        </p:nvSpPr>
        <p:spPr/>
        <p:txBody>
          <a:bodyPr/>
          <a:lstStyle/>
          <a:p>
            <a:r>
              <a:rPr lang="en-US"/>
              <a:t>© 2025–2027 Cognizant | Private</a:t>
            </a:r>
          </a:p>
        </p:txBody>
      </p:sp>
      <p:sp>
        <p:nvSpPr>
          <p:cNvPr id="10" name="Slide Number Placeholder 9">
            <a:extLst>
              <a:ext uri="{FF2B5EF4-FFF2-40B4-BE49-F238E27FC236}">
                <a16:creationId xmlns:a16="http://schemas.microsoft.com/office/drawing/2014/main" id="{D7BCA492-737B-E26F-1FCC-903C7DCADCEA}"/>
              </a:ext>
            </a:extLst>
          </p:cNvPr>
          <p:cNvSpPr>
            <a:spLocks noGrp="1"/>
          </p:cNvSpPr>
          <p:nvPr>
            <p:ph type="sldNum" sz="quarter" idx="25"/>
          </p:nvPr>
        </p:nvSpPr>
        <p:spPr/>
        <p:txBody>
          <a:bodyPr/>
          <a:lstStyle/>
          <a:p>
            <a:fld id="{38826FC0-333C-E549-9FA3-0EE43DF298A3}" type="slidenum">
              <a:rPr lang="en-US" smtClean="0"/>
              <a:pPr/>
              <a:t>‹#›</a:t>
            </a:fld>
            <a:endParaRPr lang="en-US"/>
          </a:p>
        </p:txBody>
      </p:sp>
    </p:spTree>
    <p:extLst>
      <p:ext uri="{BB962C8B-B14F-4D97-AF65-F5344CB8AC3E}">
        <p14:creationId xmlns:p14="http://schemas.microsoft.com/office/powerpoint/2010/main" val="2174820804"/>
      </p:ext>
    </p:extLst>
  </p:cSld>
  <p:clrMapOvr>
    <a:overrideClrMapping bg1="lt1" tx1="dk1" bg2="lt2" tx2="dk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p:cSld name="Half image - dark">
    <p:bg>
      <p:bgRef idx="1001">
        <a:schemeClr val="bg1"/>
      </p:bgRef>
    </p:bg>
    <p:spTree>
      <p:nvGrpSpPr>
        <p:cNvPr id="1" name=""/>
        <p:cNvGrpSpPr/>
        <p:nvPr/>
      </p:nvGrpSpPr>
      <p:grpSpPr>
        <a:xfrm>
          <a:off x="0" y="0"/>
          <a:ext cx="0" cy="0"/>
          <a:chOff x="0" y="0"/>
          <a:chExt cx="0" cy="0"/>
        </a:xfrm>
      </p:grpSpPr>
      <p:sp>
        <p:nvSpPr>
          <p:cNvPr id="2" name="Content Placeholder 4">
            <a:extLst>
              <a:ext uri="{FF2B5EF4-FFF2-40B4-BE49-F238E27FC236}">
                <a16:creationId xmlns:a16="http://schemas.microsoft.com/office/drawing/2014/main" id="{1D050447-227B-4CC5-3DE0-91C29FFDFDDB}"/>
              </a:ext>
            </a:extLst>
          </p:cNvPr>
          <p:cNvSpPr>
            <a:spLocks noGrp="1"/>
          </p:cNvSpPr>
          <p:nvPr>
            <p:ph sz="quarter" idx="21" hasCustomPrompt="1"/>
          </p:nvPr>
        </p:nvSpPr>
        <p:spPr>
          <a:xfrm>
            <a:off x="457200" y="1524003"/>
            <a:ext cx="4652128" cy="4191000"/>
          </a:xfrm>
        </p:spPr>
        <p:txBody>
          <a:bodyPr/>
          <a:lstStyle/>
          <a:p>
            <a:pPr lvl="0"/>
            <a:r>
              <a:rPr lang="en-US"/>
              <a:t>Click to add content</a:t>
            </a:r>
          </a:p>
          <a:p>
            <a:pPr lvl="1"/>
            <a:r>
              <a:rPr lang="en-US"/>
              <a:t>2nd level text</a:t>
            </a:r>
          </a:p>
          <a:p>
            <a:pPr lvl="2"/>
            <a:r>
              <a:rPr lang="en-US"/>
              <a:t>3rd level text</a:t>
            </a:r>
          </a:p>
          <a:p>
            <a:pPr lvl="3"/>
            <a:r>
              <a:rPr lang="en-US"/>
              <a:t>4th level text</a:t>
            </a:r>
          </a:p>
          <a:p>
            <a:pPr lvl="4"/>
            <a:r>
              <a:rPr lang="en-US"/>
              <a:t>5th level text</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p:nvPr>
        </p:nvSpPr>
        <p:spPr>
          <a:xfrm>
            <a:off x="457199" y="457200"/>
            <a:ext cx="4652347" cy="369332"/>
          </a:xfrm>
        </p:spPr>
        <p:txBody>
          <a:bodyPr wrap="square" lIns="0" tIns="0" rIns="0" bIns="0" anchor="t" anchorCtr="0">
            <a:spAutoFit/>
          </a:bodyPr>
          <a:lstStyle>
            <a:lvl1pPr>
              <a:lnSpc>
                <a:spcPct val="100000"/>
              </a:lnSpc>
              <a:defRPr sz="2400" b="1">
                <a:solidFill>
                  <a:schemeClr val="tx1"/>
                </a:solidFill>
              </a:defRPr>
            </a:lvl1pPr>
          </a:lstStyle>
          <a:p>
            <a:r>
              <a:rPr lang="en-US"/>
              <a:t>Click to edit Master title style</a:t>
            </a:r>
          </a:p>
        </p:txBody>
      </p:sp>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6111240" y="0"/>
            <a:ext cx="6080760" cy="6858000"/>
          </a:xfrm>
          <a:solidFill>
            <a:srgbClr val="ECECEB"/>
          </a:solidFill>
        </p:spPr>
        <p:txBody>
          <a:bodyPr bIns="914400" anchor="ctr">
            <a:normAutofit/>
          </a:bodyPr>
          <a:lstStyle>
            <a:lvl1pPr marL="0" indent="0" algn="ctr">
              <a:buNone/>
              <a:defRPr sz="1200">
                <a:solidFill>
                  <a:schemeClr val="bg1"/>
                </a:solidFill>
              </a:defRPr>
            </a:lvl1pPr>
          </a:lstStyle>
          <a:p>
            <a:r>
              <a:rPr lang="en-US"/>
              <a:t>Click icon, drag, or paste to add picture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p>
            <a:fld id="{4FA18C8D-234A-4CF1-A186-3B9D9D2193F7}" type="datetime1">
              <a:rPr lang="en-US" smtClean="0"/>
              <a:t>2/11/2026</a:t>
            </a:fld>
            <a:endParaRPr lang="en-US"/>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p>
            <a:r>
              <a:rPr lang="en-US"/>
              <a:t>© 2025–2027 Cognizant | Private</a:t>
            </a:r>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p>
            <a:fld id="{38826FC0-333C-E549-9FA3-0EE43DF298A3}" type="slidenum">
              <a:rPr lang="en-US" smtClean="0"/>
              <a:pPr/>
              <a:t>‹#›</a:t>
            </a:fld>
            <a:endParaRPr lang="en-US"/>
          </a:p>
        </p:txBody>
      </p:sp>
    </p:spTree>
    <p:extLst>
      <p:ext uri="{BB962C8B-B14F-4D97-AF65-F5344CB8AC3E}">
        <p14:creationId xmlns:p14="http://schemas.microsoft.com/office/powerpoint/2010/main" val="3708625479"/>
      </p:ext>
    </p:extLst>
  </p:cSld>
  <p:clrMapOvr>
    <a:overrideClrMapping bg1="dk1" tx1="lt1" bg2="dk2" tx2="lt2" accent1="accent1" accent2="accent2" accent3="accent3" accent4="accent4" accent5="accent5" accent6="accent6" hlink="hlink" folHlink="folHlink"/>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Half image big statement - light">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9D0BA1AC-2FDD-B8DE-0D23-59B3662CDD8C}"/>
              </a:ext>
            </a:extLst>
          </p:cNvPr>
          <p:cNvSpPr>
            <a:spLocks noGrp="1"/>
          </p:cNvSpPr>
          <p:nvPr>
            <p:ph type="pic" sz="quarter" idx="22" hasCustomPrompt="1"/>
          </p:nvPr>
        </p:nvSpPr>
        <p:spPr>
          <a:xfrm>
            <a:off x="6111240" y="0"/>
            <a:ext cx="6080760" cy="6858000"/>
          </a:xfrm>
          <a:solidFill>
            <a:srgbClr val="ECECEB"/>
          </a:solidFill>
        </p:spPr>
        <p:txBody>
          <a:bodyPr bIns="914400" anchor="ctr">
            <a:normAutofit/>
          </a:bodyPr>
          <a:lstStyle>
            <a:lvl1pPr marL="0" indent="0" algn="ctr">
              <a:buNone/>
              <a:defRPr sz="1200"/>
            </a:lvl1pPr>
          </a:lstStyle>
          <a:p>
            <a:r>
              <a:rPr lang="en-US"/>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199" y="2853458"/>
            <a:ext cx="4652347" cy="1151084"/>
          </a:xfrm>
        </p:spPr>
        <p:txBody>
          <a:bodyPr wrap="square" lIns="0" tIns="0" rIns="0" bIns="0" anchor="ctr" anchorCtr="0">
            <a:spAutoFit/>
          </a:bodyPr>
          <a:lstStyle>
            <a:lvl1pPr>
              <a:lnSpc>
                <a:spcPct val="85000"/>
              </a:lnSpc>
              <a:defRPr sz="4400" b="1">
                <a:solidFill>
                  <a:schemeClr val="tx1"/>
                </a:solidFill>
              </a:defRPr>
            </a:lvl1pPr>
          </a:lstStyle>
          <a:p>
            <a:r>
              <a:rPr lang="en-US"/>
              <a:t>Click to add </a:t>
            </a:r>
            <a:br>
              <a:rPr lang="en-US"/>
            </a:br>
            <a:r>
              <a:rPr lang="en-US"/>
              <a:t>big statement</a:t>
            </a:r>
          </a:p>
        </p:txBody>
      </p:sp>
      <p:sp>
        <p:nvSpPr>
          <p:cNvPr id="8" name="Date Placeholder 7">
            <a:extLst>
              <a:ext uri="{FF2B5EF4-FFF2-40B4-BE49-F238E27FC236}">
                <a16:creationId xmlns:a16="http://schemas.microsoft.com/office/drawing/2014/main" id="{358392FA-D6DF-FCAF-E803-8555424D300A}"/>
              </a:ext>
            </a:extLst>
          </p:cNvPr>
          <p:cNvSpPr>
            <a:spLocks noGrp="1"/>
          </p:cNvSpPr>
          <p:nvPr>
            <p:ph type="dt" sz="half" idx="23"/>
          </p:nvPr>
        </p:nvSpPr>
        <p:spPr/>
        <p:txBody>
          <a:bodyPr/>
          <a:lstStyle/>
          <a:p>
            <a:fld id="{1A524937-147D-4B8D-B911-4B6401599AE1}" type="datetime1">
              <a:rPr lang="en-US" smtClean="0"/>
              <a:t>2/11/2026</a:t>
            </a:fld>
            <a:endParaRPr lang="en-US"/>
          </a:p>
        </p:txBody>
      </p:sp>
      <p:sp>
        <p:nvSpPr>
          <p:cNvPr id="9" name="Footer Placeholder 8">
            <a:extLst>
              <a:ext uri="{FF2B5EF4-FFF2-40B4-BE49-F238E27FC236}">
                <a16:creationId xmlns:a16="http://schemas.microsoft.com/office/drawing/2014/main" id="{D04C9833-094E-DA04-2919-A461A1E31A6C}"/>
              </a:ext>
            </a:extLst>
          </p:cNvPr>
          <p:cNvSpPr>
            <a:spLocks noGrp="1"/>
          </p:cNvSpPr>
          <p:nvPr>
            <p:ph type="ftr" sz="quarter" idx="24"/>
          </p:nvPr>
        </p:nvSpPr>
        <p:spPr/>
        <p:txBody>
          <a:bodyPr/>
          <a:lstStyle/>
          <a:p>
            <a:r>
              <a:rPr lang="en-US"/>
              <a:t>© 2025–2027 Cognizant | Private</a:t>
            </a:r>
          </a:p>
        </p:txBody>
      </p:sp>
      <p:sp>
        <p:nvSpPr>
          <p:cNvPr id="10" name="Slide Number Placeholder 9">
            <a:extLst>
              <a:ext uri="{FF2B5EF4-FFF2-40B4-BE49-F238E27FC236}">
                <a16:creationId xmlns:a16="http://schemas.microsoft.com/office/drawing/2014/main" id="{D7BCA492-737B-E26F-1FCC-903C7DCADCEA}"/>
              </a:ext>
            </a:extLst>
          </p:cNvPr>
          <p:cNvSpPr>
            <a:spLocks noGrp="1"/>
          </p:cNvSpPr>
          <p:nvPr>
            <p:ph type="sldNum" sz="quarter" idx="25"/>
          </p:nvPr>
        </p:nvSpPr>
        <p:spPr/>
        <p:txBody>
          <a:bodyPr/>
          <a:lstStyle/>
          <a:p>
            <a:fld id="{38826FC0-333C-E549-9FA3-0EE43DF298A3}" type="slidenum">
              <a:rPr lang="en-US" smtClean="0"/>
              <a:pPr/>
              <a:t>‹#›</a:t>
            </a:fld>
            <a:endParaRPr lang="en-US"/>
          </a:p>
        </p:txBody>
      </p:sp>
    </p:spTree>
    <p:extLst>
      <p:ext uri="{BB962C8B-B14F-4D97-AF65-F5344CB8AC3E}">
        <p14:creationId xmlns:p14="http://schemas.microsoft.com/office/powerpoint/2010/main" val="2004170106"/>
      </p:ext>
    </p:extLst>
  </p:cSld>
  <p:clrMapOvr>
    <a:overrideClrMapping bg1="lt1" tx1="dk1" bg2="lt2" tx2="dk2" accent1="accent1" accent2="accent2" accent3="accent3" accent4="accent4" accent5="accent5" accent6="accent6" hlink="hlink" folHlink="folHlink"/>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p:cSld name="Half image big statement - dark">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9D0BA1AC-2FDD-B8DE-0D23-59B3662CDD8C}"/>
              </a:ext>
            </a:extLst>
          </p:cNvPr>
          <p:cNvSpPr>
            <a:spLocks noGrp="1"/>
          </p:cNvSpPr>
          <p:nvPr>
            <p:ph type="pic" sz="quarter" idx="22" hasCustomPrompt="1"/>
          </p:nvPr>
        </p:nvSpPr>
        <p:spPr>
          <a:xfrm>
            <a:off x="6111240" y="0"/>
            <a:ext cx="6080760" cy="6858000"/>
          </a:xfrm>
          <a:solidFill>
            <a:srgbClr val="ECECEB"/>
          </a:solidFill>
        </p:spPr>
        <p:txBody>
          <a:bodyPr bIns="914400" anchor="ctr">
            <a:normAutofit/>
          </a:bodyPr>
          <a:lstStyle>
            <a:lvl1pPr marL="0" indent="0" algn="ctr">
              <a:buNone/>
              <a:defRPr sz="1200">
                <a:solidFill>
                  <a:schemeClr val="bg1"/>
                </a:solidFill>
              </a:defRPr>
            </a:lvl1pPr>
          </a:lstStyle>
          <a:p>
            <a:r>
              <a:rPr lang="en-US"/>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199" y="2853458"/>
            <a:ext cx="4652347" cy="1151084"/>
          </a:xfrm>
        </p:spPr>
        <p:txBody>
          <a:bodyPr wrap="square" lIns="0" tIns="0" rIns="0" bIns="0" anchor="ctr" anchorCtr="0">
            <a:spAutoFit/>
          </a:bodyPr>
          <a:lstStyle>
            <a:lvl1pPr>
              <a:lnSpc>
                <a:spcPct val="85000"/>
              </a:lnSpc>
              <a:defRPr sz="4400" b="1">
                <a:solidFill>
                  <a:schemeClr val="tx1"/>
                </a:solidFill>
              </a:defRPr>
            </a:lvl1pPr>
          </a:lstStyle>
          <a:p>
            <a:r>
              <a:rPr lang="en-US"/>
              <a:t>Click to add </a:t>
            </a:r>
            <a:br>
              <a:rPr lang="en-US"/>
            </a:br>
            <a:r>
              <a:rPr lang="en-US"/>
              <a:t>big statement</a:t>
            </a:r>
          </a:p>
        </p:txBody>
      </p:sp>
      <p:sp>
        <p:nvSpPr>
          <p:cNvPr id="8" name="Date Placeholder 7">
            <a:extLst>
              <a:ext uri="{FF2B5EF4-FFF2-40B4-BE49-F238E27FC236}">
                <a16:creationId xmlns:a16="http://schemas.microsoft.com/office/drawing/2014/main" id="{358392FA-D6DF-FCAF-E803-8555424D300A}"/>
              </a:ext>
            </a:extLst>
          </p:cNvPr>
          <p:cNvSpPr>
            <a:spLocks noGrp="1"/>
          </p:cNvSpPr>
          <p:nvPr>
            <p:ph type="dt" sz="half" idx="23"/>
          </p:nvPr>
        </p:nvSpPr>
        <p:spPr/>
        <p:txBody>
          <a:bodyPr/>
          <a:lstStyle/>
          <a:p>
            <a:fld id="{32FDA553-34D9-4BF0-AE12-2F31CF77CB92}" type="datetime1">
              <a:rPr lang="en-US" smtClean="0"/>
              <a:t>2/11/2026</a:t>
            </a:fld>
            <a:endParaRPr lang="en-US"/>
          </a:p>
        </p:txBody>
      </p:sp>
      <p:sp>
        <p:nvSpPr>
          <p:cNvPr id="9" name="Footer Placeholder 8">
            <a:extLst>
              <a:ext uri="{FF2B5EF4-FFF2-40B4-BE49-F238E27FC236}">
                <a16:creationId xmlns:a16="http://schemas.microsoft.com/office/drawing/2014/main" id="{D04C9833-094E-DA04-2919-A461A1E31A6C}"/>
              </a:ext>
            </a:extLst>
          </p:cNvPr>
          <p:cNvSpPr>
            <a:spLocks noGrp="1"/>
          </p:cNvSpPr>
          <p:nvPr>
            <p:ph type="ftr" sz="quarter" idx="24"/>
          </p:nvPr>
        </p:nvSpPr>
        <p:spPr/>
        <p:txBody>
          <a:bodyPr/>
          <a:lstStyle/>
          <a:p>
            <a:r>
              <a:rPr lang="en-US"/>
              <a:t>© 2025–2027 Cognizant | Private</a:t>
            </a:r>
          </a:p>
        </p:txBody>
      </p:sp>
      <p:sp>
        <p:nvSpPr>
          <p:cNvPr id="10" name="Slide Number Placeholder 9">
            <a:extLst>
              <a:ext uri="{FF2B5EF4-FFF2-40B4-BE49-F238E27FC236}">
                <a16:creationId xmlns:a16="http://schemas.microsoft.com/office/drawing/2014/main" id="{D7BCA492-737B-E26F-1FCC-903C7DCADCEA}"/>
              </a:ext>
            </a:extLst>
          </p:cNvPr>
          <p:cNvSpPr>
            <a:spLocks noGrp="1"/>
          </p:cNvSpPr>
          <p:nvPr>
            <p:ph type="sldNum" sz="quarter" idx="25"/>
          </p:nvPr>
        </p:nvSpPr>
        <p:spPr/>
        <p:txBody>
          <a:bodyPr/>
          <a:lstStyle/>
          <a:p>
            <a:fld id="{38826FC0-333C-E549-9FA3-0EE43DF298A3}" type="slidenum">
              <a:rPr lang="en-US" smtClean="0"/>
              <a:pPr/>
              <a:t>‹#›</a:t>
            </a:fld>
            <a:endParaRPr lang="en-US"/>
          </a:p>
        </p:txBody>
      </p:sp>
    </p:spTree>
    <p:extLst>
      <p:ext uri="{BB962C8B-B14F-4D97-AF65-F5344CB8AC3E}">
        <p14:creationId xmlns:p14="http://schemas.microsoft.com/office/powerpoint/2010/main" val="1880592317"/>
      </p:ext>
    </p:extLst>
  </p:cSld>
  <p:clrMapOvr>
    <a:overrideClrMapping bg1="dk1" tx1="lt1" bg2="dk2" tx2="lt2" accent1="accent1" accent2="accent2" accent3="accent3" accent4="accent4" accent5="accent5" accent6="accent6" hlink="hlink" folHlink="folHlink"/>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Bio - dark">
    <p:bg bwMode="ltGray">
      <p:bgRef idx="1001">
        <a:schemeClr val="bg1"/>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0" y="0"/>
            <a:ext cx="5212080" cy="6858000"/>
          </a:xfrm>
          <a:solidFill>
            <a:srgbClr val="ECECEB"/>
          </a:solidFill>
        </p:spPr>
        <p:txBody>
          <a:bodyPr bIns="914400" anchor="ctr">
            <a:normAutofit/>
          </a:bodyPr>
          <a:lstStyle>
            <a:lvl1pPr marL="0" indent="0" algn="ctr">
              <a:buNone/>
              <a:defRPr sz="1200">
                <a:solidFill>
                  <a:schemeClr val="bg1"/>
                </a:solidFill>
              </a:defRPr>
            </a:lvl1pPr>
          </a:lstStyle>
          <a:p>
            <a:r>
              <a:rPr lang="en-US"/>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bwMode="white">
          <a:xfrm>
            <a:off x="6095999" y="457200"/>
            <a:ext cx="5213169" cy="369332"/>
          </a:xfrm>
        </p:spPr>
        <p:txBody>
          <a:bodyPr wrap="square" lIns="0" tIns="0" rIns="0" bIns="0" anchor="t" anchorCtr="0">
            <a:spAutoFit/>
          </a:bodyPr>
          <a:lstStyle>
            <a:lvl1pPr>
              <a:lnSpc>
                <a:spcPct val="100000"/>
              </a:lnSpc>
              <a:defRPr sz="2400" b="1">
                <a:solidFill>
                  <a:schemeClr val="tx1"/>
                </a:solidFill>
              </a:defRPr>
            </a:lvl1pPr>
          </a:lstStyle>
          <a:p>
            <a:r>
              <a:rPr lang="en-US"/>
              <a:t>Click to edit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bg1"/>
                </a:solidFill>
              </a:defRPr>
            </a:lvl1pPr>
          </a:lstStyle>
          <a:p>
            <a:fld id="{9C8F0F23-A115-4B55-B0DC-1A145A15A985}" type="datetime1">
              <a:rPr lang="en-US" smtClean="0"/>
              <a:t>2/11/2026</a:t>
            </a:fld>
            <a:endParaRPr lang="en-US"/>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bg1"/>
                </a:solidFill>
              </a:defRPr>
            </a:lvl1pPr>
          </a:lstStyle>
          <a:p>
            <a:r>
              <a:rPr lang="en-US"/>
              <a:t>© 2025–2027 Cognizant | Private</a:t>
            </a:r>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bg1"/>
                </a:solidFill>
              </a:defRPr>
            </a:lvl1pPr>
          </a:lstStyle>
          <a:p>
            <a:fld id="{38826FC0-333C-E549-9FA3-0EE43DF298A3}" type="slidenum">
              <a:rPr lang="en-US" smtClean="0"/>
              <a:pPr/>
              <a:t>‹#›</a:t>
            </a:fld>
            <a:endParaRPr lang="en-US"/>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bwMode="white">
          <a:xfrm>
            <a:off x="6096112" y="1000124"/>
            <a:ext cx="5212079" cy="249812"/>
          </a:xfrm>
        </p:spPr>
        <p:txBody>
          <a:bodyPr wrap="square">
            <a:spAutoFit/>
          </a:bodyPr>
          <a:lstStyle>
            <a:lvl1pPr marL="0" indent="0">
              <a:lnSpc>
                <a:spcPct val="100000"/>
              </a:lnSpc>
              <a:buNone/>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Click to edit title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p:nvPr>
        </p:nvSpPr>
        <p:spPr bwMode="white">
          <a:xfrm>
            <a:off x="6096112" y="1645920"/>
            <a:ext cx="5212079" cy="4754880"/>
          </a:xfrm>
        </p:spPr>
        <p:txBody>
          <a:bodyPr/>
          <a:lstStyle>
            <a:lvl1pPr marL="0" indent="0">
              <a:spcBef>
                <a:spcPts val="1200"/>
              </a:spcBef>
              <a:buNone/>
              <a:defRPr sz="1400"/>
            </a:lvl1pPr>
            <a:lvl2pPr>
              <a:spcBef>
                <a:spcPts val="1200"/>
              </a:spcBef>
              <a:defRPr sz="1200"/>
            </a:lvl2pPr>
            <a:lvl3pPr>
              <a:spcBef>
                <a:spcPts val="1200"/>
              </a:spcBef>
              <a:defRPr sz="1100"/>
            </a:lvl3pPr>
            <a:lvl4pPr>
              <a:spcBef>
                <a:spcPts val="1200"/>
              </a:spcBef>
              <a:defRPr sz="1100"/>
            </a:lvl4pPr>
            <a:lvl5pPr>
              <a:spcBef>
                <a:spcPts val="1200"/>
              </a:spcBef>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Cognizant Logo_rgb_rev_2023" descr="Cognizant logo reversed, SVG format">
            <a:extLst>
              <a:ext uri="{FF2B5EF4-FFF2-40B4-BE49-F238E27FC236}">
                <a16:creationId xmlns:a16="http://schemas.microsoft.com/office/drawing/2014/main" id="{2B4BD740-217D-D8B8-0418-4E6D1550639A}"/>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37795905"/>
      </p:ext>
    </p:extLst>
  </p:cSld>
  <p:clrMapOvr>
    <a:overrideClrMapping bg1="dk1" tx1="lt1" bg2="dk2" tx2="lt2" accent1="accent1" accent2="accent2" accent3="accent3" accent4="accent4" accent5="accent5" accent6="accent6" hlink="hlink" folHlink="folHlink"/>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Bio - light">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0" y="0"/>
            <a:ext cx="5212080" cy="6858000"/>
          </a:xfrm>
          <a:solidFill>
            <a:srgbClr val="ECECEB"/>
          </a:solidFill>
        </p:spPr>
        <p:txBody>
          <a:bodyPr bIns="914400" anchor="ctr">
            <a:normAutofit/>
          </a:bodyPr>
          <a:lstStyle>
            <a:lvl1pPr marL="0" indent="0" algn="ctr">
              <a:buNone/>
              <a:defRPr sz="1200">
                <a:solidFill>
                  <a:schemeClr val="tx1"/>
                </a:solidFill>
              </a:defRPr>
            </a:lvl1pPr>
          </a:lstStyle>
          <a:p>
            <a:r>
              <a:rPr lang="en-US"/>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6095999" y="457200"/>
            <a:ext cx="5213169" cy="369332"/>
          </a:xfrm>
        </p:spPr>
        <p:txBody>
          <a:bodyPr wrap="square" lIns="0" tIns="0" rIns="0" bIns="0" anchor="t" anchorCtr="0">
            <a:spAutoFit/>
          </a:bodyPr>
          <a:lstStyle>
            <a:lvl1pPr>
              <a:lnSpc>
                <a:spcPct val="100000"/>
              </a:lnSpc>
              <a:defRPr sz="2400" b="1">
                <a:solidFill>
                  <a:schemeClr val="tx1"/>
                </a:solidFill>
              </a:defRPr>
            </a:lvl1pPr>
          </a:lstStyle>
          <a:p>
            <a:r>
              <a:rPr lang="en-US"/>
              <a:t>Click to edit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tx1"/>
                </a:solidFill>
              </a:defRPr>
            </a:lvl1pPr>
          </a:lstStyle>
          <a:p>
            <a:fld id="{BB37B52D-59B6-4C6B-B2D0-A7DB448212D2}" type="datetime1">
              <a:rPr lang="en-US" smtClean="0"/>
              <a:t>2/11/2026</a:t>
            </a:fld>
            <a:endParaRPr lang="en-US"/>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tx1"/>
                </a:solidFill>
              </a:defRPr>
            </a:lvl1pPr>
          </a:lstStyle>
          <a:p>
            <a:r>
              <a:rPr lang="en-US"/>
              <a:t>© 2025–2027 Cognizant | Private</a:t>
            </a:r>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tx1"/>
                </a:solidFill>
              </a:defRPr>
            </a:lvl1pPr>
          </a:lstStyle>
          <a:p>
            <a:fld id="{38826FC0-333C-E549-9FA3-0EE43DF298A3}" type="slidenum">
              <a:rPr lang="en-US" smtClean="0"/>
              <a:pPr/>
              <a:t>‹#›</a:t>
            </a:fld>
            <a:endParaRPr lang="en-US"/>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a:xfrm>
            <a:off x="6096112" y="1000124"/>
            <a:ext cx="5212079" cy="249812"/>
          </a:xfrm>
        </p:spPr>
        <p:txBody>
          <a:bodyPr wrap="square">
            <a:spAutoFit/>
          </a:bodyPr>
          <a:lstStyle>
            <a:lvl1pPr marL="0" indent="0">
              <a:lnSpc>
                <a:spcPct val="100000"/>
              </a:lnSpc>
              <a:buNone/>
              <a:defRPr>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Click to edit title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p:nvPr>
        </p:nvSpPr>
        <p:spPr>
          <a:xfrm>
            <a:off x="6096112" y="1645920"/>
            <a:ext cx="5212079" cy="4754880"/>
          </a:xfrm>
        </p:spPr>
        <p:txBody>
          <a:bodyPr/>
          <a:lstStyle>
            <a:lvl1pPr marL="0" indent="0">
              <a:spcBef>
                <a:spcPts val="1200"/>
              </a:spcBef>
              <a:buNone/>
              <a:defRPr sz="1400"/>
            </a:lvl1pPr>
            <a:lvl2pPr>
              <a:spcBef>
                <a:spcPts val="1200"/>
              </a:spcBef>
              <a:defRPr sz="1200"/>
            </a:lvl2pPr>
            <a:lvl3pPr>
              <a:spcBef>
                <a:spcPts val="1200"/>
              </a:spcBef>
              <a:defRPr sz="1100"/>
            </a:lvl3pPr>
            <a:lvl4pPr>
              <a:spcBef>
                <a:spcPts val="1200"/>
              </a:spcBef>
              <a:defRPr sz="1100"/>
            </a:lvl4pPr>
            <a:lvl5pPr>
              <a:spcBef>
                <a:spcPts val="1200"/>
              </a:spcBef>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97481656"/>
      </p:ext>
    </p:extLst>
  </p:cSld>
  <p:clrMapOvr>
    <a:overrideClrMapping bg1="lt1" tx1="dk1" bg2="lt2" tx2="dk2" accent1="accent1" accent2="accent2" accent3="accent3" accent4="accent4" accent5="accent5" accent6="accent6" hlink="hlink" folHlink="folHlink"/>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Team introduction - dark">
    <p:bg bwMode="ltGray">
      <p:bgRef idx="1001">
        <a:schemeClr val="bg1"/>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noChangeAspect="1"/>
          </p:cNvSpPr>
          <p:nvPr>
            <p:ph type="pic" sz="quarter" idx="22" hasCustomPrompt="1"/>
          </p:nvPr>
        </p:nvSpPr>
        <p:spPr bwMode="white">
          <a:xfrm>
            <a:off x="1416614" y="2438400"/>
            <a:ext cx="1828800" cy="1828800"/>
          </a:xfrm>
          <a:solidFill>
            <a:srgbClr val="ECECEB"/>
          </a:solidFill>
        </p:spPr>
        <p:txBody>
          <a:bodyPr bIns="914400" anchor="ctr">
            <a:normAutofit/>
          </a:bodyPr>
          <a:lstStyle>
            <a:lvl1pPr marL="0" indent="0" algn="ctr">
              <a:buNone/>
              <a:defRPr sz="1100">
                <a:solidFill>
                  <a:schemeClr val="bg1"/>
                </a:solidFill>
              </a:defRPr>
            </a:lvl1pPr>
          </a:lstStyle>
          <a:p>
            <a:r>
              <a:rPr lang="en-US"/>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bwMode="white">
          <a:xfrm>
            <a:off x="457200" y="457200"/>
            <a:ext cx="11277600" cy="332399"/>
          </a:xfrm>
        </p:spPr>
        <p:txBody>
          <a:bodyPr wrap="square" lIns="0" tIns="0" rIns="0" bIns="0" anchor="t" anchorCtr="0">
            <a:spAutoFit/>
          </a:bodyPr>
          <a:lstStyle>
            <a:lvl1pPr>
              <a:lnSpc>
                <a:spcPct val="100000"/>
              </a:lnSpc>
              <a:defRPr sz="2400" b="1">
                <a:solidFill>
                  <a:schemeClr val="tx1"/>
                </a:solidFill>
              </a:defRPr>
            </a:lvl1pPr>
          </a:lstStyle>
          <a:p>
            <a:r>
              <a:rPr lang="en-US"/>
              <a:t>Click to edit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bwMode="white"/>
        <p:txBody>
          <a:bodyPr/>
          <a:lstStyle>
            <a:lvl1pPr>
              <a:defRPr>
                <a:solidFill>
                  <a:schemeClr val="tx1"/>
                </a:solidFill>
              </a:defRPr>
            </a:lvl1pPr>
          </a:lstStyle>
          <a:p>
            <a:fld id="{57AF3672-9971-4DF1-9084-EED87CB53896}" type="datetime1">
              <a:rPr lang="en-US" smtClean="0"/>
              <a:t>2/11/2026</a:t>
            </a:fld>
            <a:endParaRPr lang="en-US"/>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bwMode="white"/>
        <p:txBody>
          <a:bodyPr/>
          <a:lstStyle>
            <a:lvl1pPr>
              <a:defRPr>
                <a:solidFill>
                  <a:schemeClr val="tx1"/>
                </a:solidFill>
              </a:defRPr>
            </a:lvl1pPr>
          </a:lstStyle>
          <a:p>
            <a:r>
              <a:rPr lang="en-US"/>
              <a:t>© 2025–2027 Cognizant | Private</a:t>
            </a:r>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bwMode="white"/>
        <p:txBody>
          <a:bodyPr/>
          <a:lstStyle>
            <a:lvl1pPr>
              <a:defRPr>
                <a:solidFill>
                  <a:schemeClr val="tx1"/>
                </a:solidFill>
              </a:defRPr>
            </a:lvl1pPr>
          </a:lstStyle>
          <a:p>
            <a:fld id="{38826FC0-333C-E549-9FA3-0EE43DF298A3}" type="slidenum">
              <a:rPr lang="en-US" smtClean="0"/>
              <a:pPr/>
              <a:t>‹#›</a:t>
            </a:fld>
            <a:endParaRPr lang="en-US"/>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bwMode="white">
          <a:xfrm>
            <a:off x="1437641" y="4437090"/>
            <a:ext cx="1828800" cy="187359"/>
          </a:xfrm>
        </p:spPr>
        <p:txBody>
          <a:bodyPr wrap="square">
            <a:spAutoFit/>
          </a:bodyPr>
          <a:lstStyle>
            <a:lvl1pPr marL="0" indent="0">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First name, last name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hasCustomPrompt="1"/>
          </p:nvPr>
        </p:nvSpPr>
        <p:spPr bwMode="white">
          <a:xfrm>
            <a:off x="1437639"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a:t>Role</a:t>
            </a:r>
            <a:br>
              <a:rPr lang="en-US"/>
            </a:br>
            <a:r>
              <a:rPr lang="en-US"/>
              <a:t>Company</a:t>
            </a:r>
          </a:p>
        </p:txBody>
      </p:sp>
      <p:sp>
        <p:nvSpPr>
          <p:cNvPr id="2" name="Picture Placeholder 6">
            <a:extLst>
              <a:ext uri="{FF2B5EF4-FFF2-40B4-BE49-F238E27FC236}">
                <a16:creationId xmlns:a16="http://schemas.microsoft.com/office/drawing/2014/main" id="{AD48ABD9-411C-A5A5-77B2-A15373D08533}"/>
              </a:ext>
            </a:extLst>
          </p:cNvPr>
          <p:cNvSpPr>
            <a:spLocks noGrp="1" noChangeAspect="1"/>
          </p:cNvSpPr>
          <p:nvPr>
            <p:ph type="pic" sz="quarter" idx="28" hasCustomPrompt="1"/>
          </p:nvPr>
        </p:nvSpPr>
        <p:spPr bwMode="white">
          <a:xfrm>
            <a:off x="3926605" y="2438400"/>
            <a:ext cx="1828800" cy="1828800"/>
          </a:xfrm>
          <a:solidFill>
            <a:srgbClr val="ECECEB"/>
          </a:solidFill>
        </p:spPr>
        <p:txBody>
          <a:bodyPr bIns="914400" anchor="ctr">
            <a:normAutofit/>
          </a:bodyPr>
          <a:lstStyle>
            <a:lvl1pPr marL="0" indent="0" algn="ctr">
              <a:buNone/>
              <a:defRPr sz="1100">
                <a:solidFill>
                  <a:schemeClr val="bg1"/>
                </a:solidFill>
              </a:defRPr>
            </a:lvl1pPr>
          </a:lstStyle>
          <a:p>
            <a:r>
              <a:rPr lang="en-US"/>
              <a:t>Click icon, drag, or paste to add picture</a:t>
            </a:r>
          </a:p>
        </p:txBody>
      </p:sp>
      <p:sp>
        <p:nvSpPr>
          <p:cNvPr id="5" name="Text Placeholder 6">
            <a:extLst>
              <a:ext uri="{FF2B5EF4-FFF2-40B4-BE49-F238E27FC236}">
                <a16:creationId xmlns:a16="http://schemas.microsoft.com/office/drawing/2014/main" id="{1747DB1F-929C-459A-4FE5-FADEF2D3FDEB}"/>
              </a:ext>
            </a:extLst>
          </p:cNvPr>
          <p:cNvSpPr>
            <a:spLocks noGrp="1"/>
          </p:cNvSpPr>
          <p:nvPr>
            <p:ph type="body" sz="quarter" idx="29" hasCustomPrompt="1"/>
          </p:nvPr>
        </p:nvSpPr>
        <p:spPr bwMode="white">
          <a:xfrm>
            <a:off x="3926605" y="4437090"/>
            <a:ext cx="1828800" cy="187359"/>
          </a:xfrm>
        </p:spPr>
        <p:txBody>
          <a:bodyPr wrap="square">
            <a:spAutoFit/>
          </a:bodyPr>
          <a:lstStyle>
            <a:lvl1pPr marL="0" indent="0">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First name, last name</a:t>
            </a:r>
          </a:p>
        </p:txBody>
      </p:sp>
      <p:sp>
        <p:nvSpPr>
          <p:cNvPr id="11" name="Picture Placeholder 6">
            <a:extLst>
              <a:ext uri="{FF2B5EF4-FFF2-40B4-BE49-F238E27FC236}">
                <a16:creationId xmlns:a16="http://schemas.microsoft.com/office/drawing/2014/main" id="{FB34C272-EB9E-4D99-17B2-D4754377E7E7}"/>
              </a:ext>
            </a:extLst>
          </p:cNvPr>
          <p:cNvSpPr>
            <a:spLocks noGrp="1" noChangeAspect="1"/>
          </p:cNvSpPr>
          <p:nvPr>
            <p:ph type="pic" sz="quarter" idx="30" hasCustomPrompt="1"/>
          </p:nvPr>
        </p:nvSpPr>
        <p:spPr bwMode="white">
          <a:xfrm>
            <a:off x="6436596" y="2438400"/>
            <a:ext cx="1828800" cy="1828800"/>
          </a:xfrm>
          <a:solidFill>
            <a:srgbClr val="ECECEB"/>
          </a:solidFill>
        </p:spPr>
        <p:txBody>
          <a:bodyPr bIns="914400" anchor="ctr">
            <a:normAutofit/>
          </a:bodyPr>
          <a:lstStyle>
            <a:lvl1pPr marL="0" indent="0" algn="ctr">
              <a:buNone/>
              <a:defRPr sz="1100">
                <a:solidFill>
                  <a:schemeClr val="bg1"/>
                </a:solidFill>
              </a:defRPr>
            </a:lvl1pPr>
          </a:lstStyle>
          <a:p>
            <a:r>
              <a:rPr lang="en-US"/>
              <a:t>Click icon, drag, or paste to add picture</a:t>
            </a:r>
          </a:p>
        </p:txBody>
      </p:sp>
      <p:sp>
        <p:nvSpPr>
          <p:cNvPr id="13" name="Text Placeholder 6">
            <a:extLst>
              <a:ext uri="{FF2B5EF4-FFF2-40B4-BE49-F238E27FC236}">
                <a16:creationId xmlns:a16="http://schemas.microsoft.com/office/drawing/2014/main" id="{B26B660B-B390-9A95-B8D1-DC4964F354BF}"/>
              </a:ext>
            </a:extLst>
          </p:cNvPr>
          <p:cNvSpPr>
            <a:spLocks noGrp="1"/>
          </p:cNvSpPr>
          <p:nvPr>
            <p:ph type="body" sz="quarter" idx="31" hasCustomPrompt="1"/>
          </p:nvPr>
        </p:nvSpPr>
        <p:spPr bwMode="white">
          <a:xfrm>
            <a:off x="6436596" y="4437090"/>
            <a:ext cx="1828800" cy="187359"/>
          </a:xfrm>
        </p:spPr>
        <p:txBody>
          <a:bodyPr wrap="square">
            <a:spAutoFit/>
          </a:bodyPr>
          <a:lstStyle>
            <a:lvl1pPr marL="0" indent="0">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First name, last name</a:t>
            </a:r>
          </a:p>
        </p:txBody>
      </p:sp>
      <p:sp>
        <p:nvSpPr>
          <p:cNvPr id="14" name="Picture Placeholder 6">
            <a:extLst>
              <a:ext uri="{FF2B5EF4-FFF2-40B4-BE49-F238E27FC236}">
                <a16:creationId xmlns:a16="http://schemas.microsoft.com/office/drawing/2014/main" id="{3A5A0582-3273-F488-E828-D319740EFE5A}"/>
              </a:ext>
            </a:extLst>
          </p:cNvPr>
          <p:cNvSpPr>
            <a:spLocks noGrp="1" noChangeAspect="1"/>
          </p:cNvSpPr>
          <p:nvPr>
            <p:ph type="pic" sz="quarter" idx="32" hasCustomPrompt="1"/>
          </p:nvPr>
        </p:nvSpPr>
        <p:spPr bwMode="white">
          <a:xfrm>
            <a:off x="8946586" y="2438400"/>
            <a:ext cx="1828800" cy="1828800"/>
          </a:xfrm>
          <a:solidFill>
            <a:srgbClr val="ECECEB"/>
          </a:solidFill>
        </p:spPr>
        <p:txBody>
          <a:bodyPr bIns="914400" anchor="ctr">
            <a:normAutofit/>
          </a:bodyPr>
          <a:lstStyle>
            <a:lvl1pPr marL="0" indent="0" algn="ctr">
              <a:buNone/>
              <a:defRPr sz="1100">
                <a:solidFill>
                  <a:schemeClr val="bg1"/>
                </a:solidFill>
              </a:defRPr>
            </a:lvl1pPr>
          </a:lstStyle>
          <a:p>
            <a:r>
              <a:rPr lang="en-US"/>
              <a:t>Click icon, drag, or paste to add picture</a:t>
            </a:r>
          </a:p>
        </p:txBody>
      </p:sp>
      <p:sp>
        <p:nvSpPr>
          <p:cNvPr id="15" name="Text Placeholder 6">
            <a:extLst>
              <a:ext uri="{FF2B5EF4-FFF2-40B4-BE49-F238E27FC236}">
                <a16:creationId xmlns:a16="http://schemas.microsoft.com/office/drawing/2014/main" id="{FB4CF7E9-01C0-12B5-2B09-771996358801}"/>
              </a:ext>
            </a:extLst>
          </p:cNvPr>
          <p:cNvSpPr>
            <a:spLocks noGrp="1"/>
          </p:cNvSpPr>
          <p:nvPr>
            <p:ph type="body" sz="quarter" idx="33" hasCustomPrompt="1"/>
          </p:nvPr>
        </p:nvSpPr>
        <p:spPr bwMode="white">
          <a:xfrm>
            <a:off x="8946586" y="4437090"/>
            <a:ext cx="1828800" cy="187359"/>
          </a:xfrm>
        </p:spPr>
        <p:txBody>
          <a:bodyPr wrap="square">
            <a:spAutoFit/>
          </a:bodyPr>
          <a:lstStyle>
            <a:lvl1pPr marL="0" indent="0">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First name, last name</a:t>
            </a:r>
          </a:p>
        </p:txBody>
      </p:sp>
      <p:sp>
        <p:nvSpPr>
          <p:cNvPr id="16" name="Text Placeholder 11">
            <a:extLst>
              <a:ext uri="{FF2B5EF4-FFF2-40B4-BE49-F238E27FC236}">
                <a16:creationId xmlns:a16="http://schemas.microsoft.com/office/drawing/2014/main" id="{5C0DE360-379A-181A-9F66-A4E5E1F82FFB}"/>
              </a:ext>
            </a:extLst>
          </p:cNvPr>
          <p:cNvSpPr>
            <a:spLocks noGrp="1"/>
          </p:cNvSpPr>
          <p:nvPr>
            <p:ph type="body" sz="quarter" idx="34" hasCustomPrompt="1"/>
          </p:nvPr>
        </p:nvSpPr>
        <p:spPr bwMode="white">
          <a:xfrm>
            <a:off x="3926605"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a:t>Role</a:t>
            </a:r>
            <a:br>
              <a:rPr lang="en-US"/>
            </a:br>
            <a:r>
              <a:rPr lang="en-US"/>
              <a:t>Company</a:t>
            </a:r>
          </a:p>
        </p:txBody>
      </p:sp>
      <p:sp>
        <p:nvSpPr>
          <p:cNvPr id="17" name="Text Placeholder 11">
            <a:extLst>
              <a:ext uri="{FF2B5EF4-FFF2-40B4-BE49-F238E27FC236}">
                <a16:creationId xmlns:a16="http://schemas.microsoft.com/office/drawing/2014/main" id="{7B8A09A5-93C8-4A70-0E67-E9F18DFBA7CD}"/>
              </a:ext>
            </a:extLst>
          </p:cNvPr>
          <p:cNvSpPr>
            <a:spLocks noGrp="1"/>
          </p:cNvSpPr>
          <p:nvPr>
            <p:ph type="body" sz="quarter" idx="35" hasCustomPrompt="1"/>
          </p:nvPr>
        </p:nvSpPr>
        <p:spPr bwMode="white">
          <a:xfrm>
            <a:off x="6436596"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a:t>Role</a:t>
            </a:r>
            <a:br>
              <a:rPr lang="en-US"/>
            </a:br>
            <a:r>
              <a:rPr lang="en-US"/>
              <a:t>Company</a:t>
            </a:r>
          </a:p>
        </p:txBody>
      </p:sp>
      <p:sp>
        <p:nvSpPr>
          <p:cNvPr id="18" name="Text Placeholder 11">
            <a:extLst>
              <a:ext uri="{FF2B5EF4-FFF2-40B4-BE49-F238E27FC236}">
                <a16:creationId xmlns:a16="http://schemas.microsoft.com/office/drawing/2014/main" id="{3CBEF3CF-8EAA-624F-DCD1-4164D144A13A}"/>
              </a:ext>
            </a:extLst>
          </p:cNvPr>
          <p:cNvSpPr>
            <a:spLocks noGrp="1"/>
          </p:cNvSpPr>
          <p:nvPr>
            <p:ph type="body" sz="quarter" idx="36" hasCustomPrompt="1"/>
          </p:nvPr>
        </p:nvSpPr>
        <p:spPr bwMode="white">
          <a:xfrm>
            <a:off x="8946586"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a:t>Role</a:t>
            </a:r>
            <a:br>
              <a:rPr lang="en-US"/>
            </a:br>
            <a:r>
              <a:rPr lang="en-US"/>
              <a:t>Company</a:t>
            </a:r>
          </a:p>
        </p:txBody>
      </p:sp>
      <p:pic>
        <p:nvPicPr>
          <p:cNvPr id="3" name="Cognizant Logo_rgb_rev_2023" descr="Cognizant logo reversed, SVG format">
            <a:extLst>
              <a:ext uri="{FF2B5EF4-FFF2-40B4-BE49-F238E27FC236}">
                <a16:creationId xmlns:a16="http://schemas.microsoft.com/office/drawing/2014/main" id="{289D256D-EB50-B40B-6594-8D04791EFFC6}"/>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4042138913"/>
      </p:ext>
    </p:extLst>
  </p:cSld>
  <p:clrMapOvr>
    <a:overrideClrMapping bg1="dk1" tx1="lt1" bg2="dk2" tx2="lt2" accent1="accent1" accent2="accent2" accent3="accent3" accent4="accent4" accent5="accent5" accent6="accent6" hlink="hlink" folHlink="folHlink"/>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Bio alt - dark">
    <p:bg bwMode="ltGray">
      <p:bgRef idx="1001">
        <a:schemeClr val="bg1"/>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noChangeAspect="1"/>
          </p:cNvSpPr>
          <p:nvPr>
            <p:ph type="pic" sz="quarter" idx="22" hasCustomPrompt="1"/>
          </p:nvPr>
        </p:nvSpPr>
        <p:spPr bwMode="white">
          <a:xfrm>
            <a:off x="1416614" y="1619814"/>
            <a:ext cx="2799786" cy="2799786"/>
          </a:xfrm>
          <a:solidFill>
            <a:srgbClr val="ECECEB"/>
          </a:solidFill>
        </p:spPr>
        <p:txBody>
          <a:bodyPr bIns="914400" anchor="ctr">
            <a:normAutofit/>
          </a:bodyPr>
          <a:lstStyle>
            <a:lvl1pPr marL="0" indent="0" algn="ctr">
              <a:buNone/>
              <a:defRPr sz="1100">
                <a:solidFill>
                  <a:schemeClr val="bg1"/>
                </a:solidFill>
              </a:defRPr>
            </a:lvl1pPr>
          </a:lstStyle>
          <a:p>
            <a:r>
              <a:rPr lang="en-US"/>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bwMode="white">
          <a:xfrm>
            <a:off x="457200" y="457200"/>
            <a:ext cx="11277600" cy="332399"/>
          </a:xfrm>
        </p:spPr>
        <p:txBody>
          <a:bodyPr wrap="square" lIns="0" tIns="0" rIns="0" bIns="0" anchor="t" anchorCtr="0">
            <a:spAutoFit/>
          </a:bodyPr>
          <a:lstStyle>
            <a:lvl1pPr>
              <a:lnSpc>
                <a:spcPct val="100000"/>
              </a:lnSpc>
              <a:defRPr sz="2400" b="1">
                <a:solidFill>
                  <a:schemeClr val="tx1"/>
                </a:solidFill>
              </a:defRPr>
            </a:lvl1pPr>
          </a:lstStyle>
          <a:p>
            <a:r>
              <a:rPr lang="en-US"/>
              <a:t>Click to edit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bwMode="white"/>
        <p:txBody>
          <a:bodyPr/>
          <a:lstStyle>
            <a:lvl1pPr>
              <a:defRPr>
                <a:solidFill>
                  <a:schemeClr val="tx1"/>
                </a:solidFill>
              </a:defRPr>
            </a:lvl1pPr>
          </a:lstStyle>
          <a:p>
            <a:fld id="{96977534-0DA3-4097-9D59-53EA5CBCE385}" type="datetime1">
              <a:rPr lang="en-US" smtClean="0"/>
              <a:t>2/11/2026</a:t>
            </a:fld>
            <a:endParaRPr lang="en-US"/>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bwMode="white"/>
        <p:txBody>
          <a:bodyPr/>
          <a:lstStyle>
            <a:lvl1pPr>
              <a:defRPr>
                <a:solidFill>
                  <a:schemeClr val="tx1"/>
                </a:solidFill>
              </a:defRPr>
            </a:lvl1pPr>
          </a:lstStyle>
          <a:p>
            <a:r>
              <a:rPr lang="en-US"/>
              <a:t>© 2025–2027 Cognizant | Private</a:t>
            </a:r>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bwMode="white"/>
        <p:txBody>
          <a:bodyPr/>
          <a:lstStyle>
            <a:lvl1pPr>
              <a:defRPr>
                <a:solidFill>
                  <a:schemeClr val="tx1"/>
                </a:solidFill>
              </a:defRPr>
            </a:lvl1pPr>
          </a:lstStyle>
          <a:p>
            <a:fld id="{38826FC0-333C-E549-9FA3-0EE43DF298A3}" type="slidenum">
              <a:rPr lang="en-US" smtClean="0"/>
              <a:pPr/>
              <a:t>‹#›</a:t>
            </a:fld>
            <a:endParaRPr lang="en-US"/>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bwMode="white">
          <a:xfrm>
            <a:off x="4840598" y="3450611"/>
            <a:ext cx="5014602" cy="249812"/>
          </a:xfrm>
        </p:spPr>
        <p:txBody>
          <a:bodyPr wrap="square">
            <a:spAutoFit/>
          </a:bodyPr>
          <a:lstStyle>
            <a:lvl1pPr marL="0" indent="0">
              <a:buNone/>
              <a:defRPr sz="16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Name here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hasCustomPrompt="1"/>
          </p:nvPr>
        </p:nvSpPr>
        <p:spPr bwMode="white">
          <a:xfrm>
            <a:off x="4840596" y="3033418"/>
            <a:ext cx="6894204" cy="218586"/>
          </a:xfrm>
        </p:spPr>
        <p:txBody>
          <a:bodyPr wrap="square" anchor="b">
            <a:spAutoFit/>
          </a:bodyPr>
          <a:lstStyle>
            <a:lvl1pPr marL="0" indent="0">
              <a:spcBef>
                <a:spcPts val="600"/>
              </a:spcBef>
              <a:buNone/>
              <a:defRPr sz="14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a:t>Bio here</a:t>
            </a:r>
          </a:p>
        </p:txBody>
      </p:sp>
      <p:sp>
        <p:nvSpPr>
          <p:cNvPr id="19" name="Text Placeholder 6">
            <a:extLst>
              <a:ext uri="{FF2B5EF4-FFF2-40B4-BE49-F238E27FC236}">
                <a16:creationId xmlns:a16="http://schemas.microsoft.com/office/drawing/2014/main" id="{42B6C9C1-3E19-05D1-F320-DE21BED97E9F}"/>
              </a:ext>
            </a:extLst>
          </p:cNvPr>
          <p:cNvSpPr>
            <a:spLocks noGrp="1"/>
          </p:cNvSpPr>
          <p:nvPr>
            <p:ph type="body" sz="quarter" idx="28" hasCustomPrompt="1"/>
          </p:nvPr>
        </p:nvSpPr>
        <p:spPr bwMode="white">
          <a:xfrm>
            <a:off x="4840597" y="3868550"/>
            <a:ext cx="5014599" cy="187359"/>
          </a:xfrm>
        </p:spPr>
        <p:txBody>
          <a:bodyPr wrap="square">
            <a:spAutoFit/>
          </a:bodyPr>
          <a:lstStyle>
            <a:lvl1pPr marL="0" indent="0">
              <a:lnSpc>
                <a:spcPct val="100000"/>
              </a:lnSpc>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Title here</a:t>
            </a:r>
          </a:p>
        </p:txBody>
      </p:sp>
      <p:pic>
        <p:nvPicPr>
          <p:cNvPr id="2" name="Cognizant Logo_rgb_rev_2023" descr="Cognizant logo reversed, SVG format">
            <a:extLst>
              <a:ext uri="{FF2B5EF4-FFF2-40B4-BE49-F238E27FC236}">
                <a16:creationId xmlns:a16="http://schemas.microsoft.com/office/drawing/2014/main" id="{BECD7034-456B-359A-4008-D8F48DBDB2E2}"/>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918756601"/>
      </p:ext>
    </p:extLst>
  </p:cSld>
  <p:clrMapOvr>
    <a:overrideClrMapping bg1="dk1" tx1="lt1" bg2="dk2" tx2="lt2" accent1="accent1" accent2="accent2" accent3="accent3" accent4="accent4" accent5="accent5" accent6="accent6" hlink="hlink" folHlink="folHlink"/>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eam introduction - light">
    <p:bg>
      <p:bgRef idx="1001">
        <a:schemeClr val="bg1"/>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noChangeAspect="1"/>
          </p:cNvSpPr>
          <p:nvPr>
            <p:ph type="pic" sz="quarter" idx="22" hasCustomPrompt="1"/>
          </p:nvPr>
        </p:nvSpPr>
        <p:spPr>
          <a:xfrm>
            <a:off x="1416614" y="2438400"/>
            <a:ext cx="1828800" cy="1828800"/>
          </a:xfrm>
          <a:solidFill>
            <a:srgbClr val="ECECEB"/>
          </a:solidFill>
        </p:spPr>
        <p:txBody>
          <a:bodyPr bIns="914400" anchor="ctr">
            <a:normAutofit/>
          </a:bodyPr>
          <a:lstStyle>
            <a:lvl1pPr marL="0" indent="0" algn="ctr">
              <a:buNone/>
              <a:defRPr sz="1100">
                <a:solidFill>
                  <a:schemeClr val="tx1"/>
                </a:solidFill>
              </a:defRPr>
            </a:lvl1pPr>
          </a:lstStyle>
          <a:p>
            <a:r>
              <a:rPr lang="en-US"/>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200" y="457200"/>
            <a:ext cx="11277600" cy="332399"/>
          </a:xfrm>
        </p:spPr>
        <p:txBody>
          <a:bodyPr wrap="square" lIns="0" tIns="0" rIns="0" bIns="0" anchor="t" anchorCtr="0">
            <a:spAutoFit/>
          </a:bodyPr>
          <a:lstStyle>
            <a:lvl1pPr>
              <a:lnSpc>
                <a:spcPct val="100000"/>
              </a:lnSpc>
              <a:defRPr sz="2400" b="1">
                <a:solidFill>
                  <a:schemeClr val="tx1"/>
                </a:solidFill>
              </a:defRPr>
            </a:lvl1pPr>
          </a:lstStyle>
          <a:p>
            <a:r>
              <a:rPr lang="en-US"/>
              <a:t>Click to edit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tx1"/>
                </a:solidFill>
              </a:defRPr>
            </a:lvl1pPr>
          </a:lstStyle>
          <a:p>
            <a:fld id="{DB5201A6-12F9-468B-B44F-50AEC23C7C5D}" type="datetime1">
              <a:rPr lang="en-US" smtClean="0"/>
              <a:t>2/11/2026</a:t>
            </a:fld>
            <a:endParaRPr lang="en-US"/>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tx1"/>
                </a:solidFill>
              </a:defRPr>
            </a:lvl1pPr>
          </a:lstStyle>
          <a:p>
            <a:r>
              <a:rPr lang="en-US"/>
              <a:t>© 2025–2027 Cognizant | Private</a:t>
            </a:r>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tx1"/>
                </a:solidFill>
              </a:defRPr>
            </a:lvl1pPr>
          </a:lstStyle>
          <a:p>
            <a:fld id="{38826FC0-333C-E549-9FA3-0EE43DF298A3}" type="slidenum">
              <a:rPr lang="en-US" smtClean="0"/>
              <a:pPr/>
              <a:t>‹#›</a:t>
            </a:fld>
            <a:endParaRPr lang="en-US"/>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a:xfrm>
            <a:off x="1437641" y="4437090"/>
            <a:ext cx="1828800" cy="187359"/>
          </a:xfrm>
        </p:spPr>
        <p:txBody>
          <a:bodyPr wrap="square">
            <a:spAutoFit/>
          </a:bodyPr>
          <a:lstStyle>
            <a:lvl1pPr marL="0" indent="0">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First name, last name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hasCustomPrompt="1"/>
          </p:nvPr>
        </p:nvSpPr>
        <p:spPr>
          <a:xfrm>
            <a:off x="1437639"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a:t>Role</a:t>
            </a:r>
            <a:br>
              <a:rPr lang="en-US"/>
            </a:br>
            <a:r>
              <a:rPr lang="en-US"/>
              <a:t>Company</a:t>
            </a:r>
          </a:p>
        </p:txBody>
      </p:sp>
      <p:sp>
        <p:nvSpPr>
          <p:cNvPr id="2" name="Picture Placeholder 6">
            <a:extLst>
              <a:ext uri="{FF2B5EF4-FFF2-40B4-BE49-F238E27FC236}">
                <a16:creationId xmlns:a16="http://schemas.microsoft.com/office/drawing/2014/main" id="{AD48ABD9-411C-A5A5-77B2-A15373D08533}"/>
              </a:ext>
            </a:extLst>
          </p:cNvPr>
          <p:cNvSpPr>
            <a:spLocks noGrp="1" noChangeAspect="1"/>
          </p:cNvSpPr>
          <p:nvPr>
            <p:ph type="pic" sz="quarter" idx="28" hasCustomPrompt="1"/>
          </p:nvPr>
        </p:nvSpPr>
        <p:spPr>
          <a:xfrm>
            <a:off x="3926605" y="2438400"/>
            <a:ext cx="1828800" cy="1828800"/>
          </a:xfrm>
          <a:solidFill>
            <a:srgbClr val="ECECEB"/>
          </a:solidFill>
        </p:spPr>
        <p:txBody>
          <a:bodyPr bIns="914400" anchor="ctr">
            <a:normAutofit/>
          </a:bodyPr>
          <a:lstStyle>
            <a:lvl1pPr marL="0" indent="0" algn="ctr">
              <a:buNone/>
              <a:defRPr sz="1100">
                <a:solidFill>
                  <a:schemeClr val="tx1"/>
                </a:solidFill>
              </a:defRPr>
            </a:lvl1pPr>
          </a:lstStyle>
          <a:p>
            <a:r>
              <a:rPr lang="en-US"/>
              <a:t>Click icon, drag, or paste to add picture</a:t>
            </a:r>
          </a:p>
        </p:txBody>
      </p:sp>
      <p:sp>
        <p:nvSpPr>
          <p:cNvPr id="5" name="Text Placeholder 6">
            <a:extLst>
              <a:ext uri="{FF2B5EF4-FFF2-40B4-BE49-F238E27FC236}">
                <a16:creationId xmlns:a16="http://schemas.microsoft.com/office/drawing/2014/main" id="{1747DB1F-929C-459A-4FE5-FADEF2D3FDEB}"/>
              </a:ext>
            </a:extLst>
          </p:cNvPr>
          <p:cNvSpPr>
            <a:spLocks noGrp="1"/>
          </p:cNvSpPr>
          <p:nvPr>
            <p:ph type="body" sz="quarter" idx="29" hasCustomPrompt="1"/>
          </p:nvPr>
        </p:nvSpPr>
        <p:spPr>
          <a:xfrm>
            <a:off x="3926605" y="4437090"/>
            <a:ext cx="1828800" cy="187359"/>
          </a:xfrm>
        </p:spPr>
        <p:txBody>
          <a:bodyPr wrap="square">
            <a:spAutoFit/>
          </a:bodyPr>
          <a:lstStyle>
            <a:lvl1pPr marL="0" indent="0">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First name, last name</a:t>
            </a:r>
          </a:p>
        </p:txBody>
      </p:sp>
      <p:sp>
        <p:nvSpPr>
          <p:cNvPr id="11" name="Picture Placeholder 6">
            <a:extLst>
              <a:ext uri="{FF2B5EF4-FFF2-40B4-BE49-F238E27FC236}">
                <a16:creationId xmlns:a16="http://schemas.microsoft.com/office/drawing/2014/main" id="{FB34C272-EB9E-4D99-17B2-D4754377E7E7}"/>
              </a:ext>
            </a:extLst>
          </p:cNvPr>
          <p:cNvSpPr>
            <a:spLocks noGrp="1" noChangeAspect="1"/>
          </p:cNvSpPr>
          <p:nvPr>
            <p:ph type="pic" sz="quarter" idx="30" hasCustomPrompt="1"/>
          </p:nvPr>
        </p:nvSpPr>
        <p:spPr>
          <a:xfrm>
            <a:off x="6436596" y="2438400"/>
            <a:ext cx="1828800" cy="1828800"/>
          </a:xfrm>
          <a:solidFill>
            <a:srgbClr val="ECECEB"/>
          </a:solidFill>
        </p:spPr>
        <p:txBody>
          <a:bodyPr bIns="914400" anchor="ctr">
            <a:normAutofit/>
          </a:bodyPr>
          <a:lstStyle>
            <a:lvl1pPr marL="0" indent="0" algn="ctr">
              <a:buNone/>
              <a:defRPr sz="1100">
                <a:solidFill>
                  <a:schemeClr val="tx1"/>
                </a:solidFill>
              </a:defRPr>
            </a:lvl1pPr>
          </a:lstStyle>
          <a:p>
            <a:r>
              <a:rPr lang="en-US"/>
              <a:t>Click icon, drag, or paste to add picture</a:t>
            </a:r>
          </a:p>
        </p:txBody>
      </p:sp>
      <p:sp>
        <p:nvSpPr>
          <p:cNvPr id="13" name="Text Placeholder 6">
            <a:extLst>
              <a:ext uri="{FF2B5EF4-FFF2-40B4-BE49-F238E27FC236}">
                <a16:creationId xmlns:a16="http://schemas.microsoft.com/office/drawing/2014/main" id="{B26B660B-B390-9A95-B8D1-DC4964F354BF}"/>
              </a:ext>
            </a:extLst>
          </p:cNvPr>
          <p:cNvSpPr>
            <a:spLocks noGrp="1"/>
          </p:cNvSpPr>
          <p:nvPr>
            <p:ph type="body" sz="quarter" idx="31" hasCustomPrompt="1"/>
          </p:nvPr>
        </p:nvSpPr>
        <p:spPr>
          <a:xfrm>
            <a:off x="6436596" y="4437090"/>
            <a:ext cx="1828800" cy="187359"/>
          </a:xfrm>
        </p:spPr>
        <p:txBody>
          <a:bodyPr wrap="square">
            <a:spAutoFit/>
          </a:bodyPr>
          <a:lstStyle>
            <a:lvl1pPr marL="0" indent="0">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First name, last name</a:t>
            </a:r>
          </a:p>
        </p:txBody>
      </p:sp>
      <p:sp>
        <p:nvSpPr>
          <p:cNvPr id="14" name="Picture Placeholder 6">
            <a:extLst>
              <a:ext uri="{FF2B5EF4-FFF2-40B4-BE49-F238E27FC236}">
                <a16:creationId xmlns:a16="http://schemas.microsoft.com/office/drawing/2014/main" id="{3A5A0582-3273-F488-E828-D319740EFE5A}"/>
              </a:ext>
            </a:extLst>
          </p:cNvPr>
          <p:cNvSpPr>
            <a:spLocks noGrp="1" noChangeAspect="1"/>
          </p:cNvSpPr>
          <p:nvPr>
            <p:ph type="pic" sz="quarter" idx="32" hasCustomPrompt="1"/>
          </p:nvPr>
        </p:nvSpPr>
        <p:spPr>
          <a:xfrm>
            <a:off x="8946586" y="2438400"/>
            <a:ext cx="1828800" cy="1828800"/>
          </a:xfrm>
          <a:solidFill>
            <a:srgbClr val="ECECEB"/>
          </a:solidFill>
        </p:spPr>
        <p:txBody>
          <a:bodyPr bIns="914400" anchor="ctr">
            <a:normAutofit/>
          </a:bodyPr>
          <a:lstStyle>
            <a:lvl1pPr marL="0" indent="0" algn="ctr">
              <a:buNone/>
              <a:defRPr sz="1100">
                <a:solidFill>
                  <a:schemeClr val="tx1"/>
                </a:solidFill>
              </a:defRPr>
            </a:lvl1pPr>
          </a:lstStyle>
          <a:p>
            <a:r>
              <a:rPr lang="en-US"/>
              <a:t>Click icon, drag, or paste to add picture</a:t>
            </a:r>
          </a:p>
        </p:txBody>
      </p:sp>
      <p:sp>
        <p:nvSpPr>
          <p:cNvPr id="15" name="Text Placeholder 6">
            <a:extLst>
              <a:ext uri="{FF2B5EF4-FFF2-40B4-BE49-F238E27FC236}">
                <a16:creationId xmlns:a16="http://schemas.microsoft.com/office/drawing/2014/main" id="{FB4CF7E9-01C0-12B5-2B09-771996358801}"/>
              </a:ext>
            </a:extLst>
          </p:cNvPr>
          <p:cNvSpPr>
            <a:spLocks noGrp="1"/>
          </p:cNvSpPr>
          <p:nvPr>
            <p:ph type="body" sz="quarter" idx="33" hasCustomPrompt="1"/>
          </p:nvPr>
        </p:nvSpPr>
        <p:spPr>
          <a:xfrm>
            <a:off x="8946586" y="4437090"/>
            <a:ext cx="1828800" cy="187359"/>
          </a:xfrm>
        </p:spPr>
        <p:txBody>
          <a:bodyPr wrap="square">
            <a:spAutoFit/>
          </a:bodyPr>
          <a:lstStyle>
            <a:lvl1pPr marL="0" indent="0">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First name, last name</a:t>
            </a:r>
          </a:p>
        </p:txBody>
      </p:sp>
      <p:sp>
        <p:nvSpPr>
          <p:cNvPr id="16" name="Text Placeholder 11">
            <a:extLst>
              <a:ext uri="{FF2B5EF4-FFF2-40B4-BE49-F238E27FC236}">
                <a16:creationId xmlns:a16="http://schemas.microsoft.com/office/drawing/2014/main" id="{5C0DE360-379A-181A-9F66-A4E5E1F82FFB}"/>
              </a:ext>
            </a:extLst>
          </p:cNvPr>
          <p:cNvSpPr>
            <a:spLocks noGrp="1"/>
          </p:cNvSpPr>
          <p:nvPr>
            <p:ph type="body" sz="quarter" idx="34" hasCustomPrompt="1"/>
          </p:nvPr>
        </p:nvSpPr>
        <p:spPr>
          <a:xfrm>
            <a:off x="3926605"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a:t>Role</a:t>
            </a:r>
            <a:br>
              <a:rPr lang="en-US"/>
            </a:br>
            <a:r>
              <a:rPr lang="en-US"/>
              <a:t>Company</a:t>
            </a:r>
          </a:p>
        </p:txBody>
      </p:sp>
      <p:sp>
        <p:nvSpPr>
          <p:cNvPr id="17" name="Text Placeholder 11">
            <a:extLst>
              <a:ext uri="{FF2B5EF4-FFF2-40B4-BE49-F238E27FC236}">
                <a16:creationId xmlns:a16="http://schemas.microsoft.com/office/drawing/2014/main" id="{7B8A09A5-93C8-4A70-0E67-E9F18DFBA7CD}"/>
              </a:ext>
            </a:extLst>
          </p:cNvPr>
          <p:cNvSpPr>
            <a:spLocks noGrp="1"/>
          </p:cNvSpPr>
          <p:nvPr>
            <p:ph type="body" sz="quarter" idx="35" hasCustomPrompt="1"/>
          </p:nvPr>
        </p:nvSpPr>
        <p:spPr>
          <a:xfrm>
            <a:off x="6436596"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a:t>Role</a:t>
            </a:r>
            <a:br>
              <a:rPr lang="en-US"/>
            </a:br>
            <a:r>
              <a:rPr lang="en-US"/>
              <a:t>Company</a:t>
            </a:r>
          </a:p>
        </p:txBody>
      </p:sp>
      <p:sp>
        <p:nvSpPr>
          <p:cNvPr id="18" name="Text Placeholder 11">
            <a:extLst>
              <a:ext uri="{FF2B5EF4-FFF2-40B4-BE49-F238E27FC236}">
                <a16:creationId xmlns:a16="http://schemas.microsoft.com/office/drawing/2014/main" id="{3CBEF3CF-8EAA-624F-DCD1-4164D144A13A}"/>
              </a:ext>
            </a:extLst>
          </p:cNvPr>
          <p:cNvSpPr>
            <a:spLocks noGrp="1"/>
          </p:cNvSpPr>
          <p:nvPr>
            <p:ph type="body" sz="quarter" idx="36" hasCustomPrompt="1"/>
          </p:nvPr>
        </p:nvSpPr>
        <p:spPr>
          <a:xfrm>
            <a:off x="8946586"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a:t>Role</a:t>
            </a:r>
            <a:br>
              <a:rPr lang="en-US"/>
            </a:br>
            <a:r>
              <a:rPr lang="en-US"/>
              <a:t>Company</a:t>
            </a:r>
          </a:p>
        </p:txBody>
      </p:sp>
    </p:spTree>
    <p:extLst>
      <p:ext uri="{BB962C8B-B14F-4D97-AF65-F5344CB8AC3E}">
        <p14:creationId xmlns:p14="http://schemas.microsoft.com/office/powerpoint/2010/main" val="2487450006"/>
      </p:ext>
    </p:extLst>
  </p:cSld>
  <p:clrMapOvr>
    <a:overrideClrMapping bg1="lt1" tx1="dk1" bg2="lt2" tx2="dk2" accent1="accent1" accent2="accent2" accent3="accent3" accent4="accent4" accent5="accent5" accent6="accent6" hlink="hlink" folHlink="folHlink"/>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Bio alt - light">
    <p:bg>
      <p:bgRef idx="1001">
        <a:schemeClr val="bg1"/>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noChangeAspect="1"/>
          </p:cNvSpPr>
          <p:nvPr>
            <p:ph type="pic" sz="quarter" idx="22" hasCustomPrompt="1"/>
          </p:nvPr>
        </p:nvSpPr>
        <p:spPr>
          <a:xfrm>
            <a:off x="1416614" y="1619814"/>
            <a:ext cx="2799786" cy="2799786"/>
          </a:xfrm>
          <a:solidFill>
            <a:srgbClr val="ECECEB"/>
          </a:solidFill>
        </p:spPr>
        <p:txBody>
          <a:bodyPr bIns="914400" anchor="ctr">
            <a:normAutofit/>
          </a:bodyPr>
          <a:lstStyle>
            <a:lvl1pPr marL="0" indent="0" algn="ctr">
              <a:buNone/>
              <a:defRPr sz="1100">
                <a:solidFill>
                  <a:schemeClr val="tx1"/>
                </a:solidFill>
              </a:defRPr>
            </a:lvl1pPr>
          </a:lstStyle>
          <a:p>
            <a:r>
              <a:rPr lang="en-US"/>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200" y="457200"/>
            <a:ext cx="11277600" cy="332399"/>
          </a:xfrm>
        </p:spPr>
        <p:txBody>
          <a:bodyPr wrap="square" lIns="0" tIns="0" rIns="0" bIns="0" anchor="t" anchorCtr="0">
            <a:spAutoFit/>
          </a:bodyPr>
          <a:lstStyle>
            <a:lvl1pPr>
              <a:lnSpc>
                <a:spcPct val="100000"/>
              </a:lnSpc>
              <a:defRPr sz="2400" b="1">
                <a:solidFill>
                  <a:schemeClr val="tx1"/>
                </a:solidFill>
              </a:defRPr>
            </a:lvl1pPr>
          </a:lstStyle>
          <a:p>
            <a:r>
              <a:rPr lang="en-US"/>
              <a:t>Click to edit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tx1"/>
                </a:solidFill>
              </a:defRPr>
            </a:lvl1pPr>
          </a:lstStyle>
          <a:p>
            <a:fld id="{8E8A5000-CFAF-48AA-A1F5-19ACBA8F9248}" type="datetime1">
              <a:rPr lang="en-US" smtClean="0"/>
              <a:t>2/11/2026</a:t>
            </a:fld>
            <a:endParaRPr lang="en-US"/>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tx1"/>
                </a:solidFill>
              </a:defRPr>
            </a:lvl1pPr>
          </a:lstStyle>
          <a:p>
            <a:r>
              <a:rPr lang="en-US"/>
              <a:t>© 2025–2027 Cognizant | Private</a:t>
            </a:r>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tx1"/>
                </a:solidFill>
              </a:defRPr>
            </a:lvl1pPr>
          </a:lstStyle>
          <a:p>
            <a:fld id="{38826FC0-333C-E549-9FA3-0EE43DF298A3}" type="slidenum">
              <a:rPr lang="en-US" smtClean="0"/>
              <a:pPr/>
              <a:t>‹#›</a:t>
            </a:fld>
            <a:endParaRPr lang="en-US"/>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a:xfrm>
            <a:off x="4840598" y="3450611"/>
            <a:ext cx="5014602" cy="249812"/>
          </a:xfrm>
        </p:spPr>
        <p:txBody>
          <a:bodyPr wrap="square">
            <a:spAutoFit/>
          </a:bodyPr>
          <a:lstStyle>
            <a:lvl1pPr marL="0" indent="0">
              <a:buNone/>
              <a:defRPr sz="16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Name here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hasCustomPrompt="1"/>
          </p:nvPr>
        </p:nvSpPr>
        <p:spPr>
          <a:xfrm>
            <a:off x="4840596" y="3033418"/>
            <a:ext cx="6894204" cy="218586"/>
          </a:xfrm>
        </p:spPr>
        <p:txBody>
          <a:bodyPr wrap="square" anchor="b">
            <a:spAutoFit/>
          </a:bodyPr>
          <a:lstStyle>
            <a:lvl1pPr marL="0" indent="0">
              <a:spcBef>
                <a:spcPts val="600"/>
              </a:spcBef>
              <a:buNone/>
              <a:defRPr sz="14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a:t>Bio here</a:t>
            </a:r>
          </a:p>
        </p:txBody>
      </p:sp>
      <p:sp>
        <p:nvSpPr>
          <p:cNvPr id="19" name="Text Placeholder 6">
            <a:extLst>
              <a:ext uri="{FF2B5EF4-FFF2-40B4-BE49-F238E27FC236}">
                <a16:creationId xmlns:a16="http://schemas.microsoft.com/office/drawing/2014/main" id="{42B6C9C1-3E19-05D1-F320-DE21BED97E9F}"/>
              </a:ext>
            </a:extLst>
          </p:cNvPr>
          <p:cNvSpPr>
            <a:spLocks noGrp="1"/>
          </p:cNvSpPr>
          <p:nvPr>
            <p:ph type="body" sz="quarter" idx="28" hasCustomPrompt="1"/>
          </p:nvPr>
        </p:nvSpPr>
        <p:spPr>
          <a:xfrm>
            <a:off x="4840597" y="3868550"/>
            <a:ext cx="5014599" cy="187359"/>
          </a:xfrm>
        </p:spPr>
        <p:txBody>
          <a:bodyPr wrap="square">
            <a:spAutoFit/>
          </a:bodyPr>
          <a:lstStyle>
            <a:lvl1pPr marL="0" indent="0">
              <a:lnSpc>
                <a:spcPct val="100000"/>
              </a:lnSpc>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Title here</a:t>
            </a:r>
          </a:p>
        </p:txBody>
      </p:sp>
    </p:spTree>
    <p:extLst>
      <p:ext uri="{BB962C8B-B14F-4D97-AF65-F5344CB8AC3E}">
        <p14:creationId xmlns:p14="http://schemas.microsoft.com/office/powerpoint/2010/main" val="4009223359"/>
      </p:ext>
    </p:extLst>
  </p:cSld>
  <p:clrMapOvr>
    <a:overrideClrMapping bg1="lt1" tx1="dk1" bg2="lt2" tx2="dk2" accent1="accent1" accent2="accent2" accent3="accent3" accent4="accent4" accent5="accent5" accent6="accent6" hlink="hlink" folHlink="folHlink"/>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Case study">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0" y="0"/>
            <a:ext cx="12192000" cy="6858000"/>
          </a:xfrm>
          <a:solidFill>
            <a:srgbClr val="ECECEB"/>
          </a:solidFill>
        </p:spPr>
        <p:txBody>
          <a:bodyPr bIns="914400" anchor="ctr">
            <a:normAutofit/>
          </a:bodyPr>
          <a:lstStyle>
            <a:lvl1pPr marL="0" indent="0" algn="ctr">
              <a:buNone/>
              <a:defRPr sz="1200">
                <a:solidFill>
                  <a:schemeClr val="tx1"/>
                </a:solidFill>
              </a:defRPr>
            </a:lvl1pPr>
          </a:lstStyle>
          <a:p>
            <a:r>
              <a:rPr lang="en-US"/>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200" y="2685238"/>
            <a:ext cx="7518399" cy="492443"/>
          </a:xfrm>
        </p:spPr>
        <p:txBody>
          <a:bodyPr wrap="square" lIns="0" tIns="0" rIns="0" bIns="0" anchor="ctr" anchorCtr="0">
            <a:spAutoFit/>
          </a:bodyPr>
          <a:lstStyle>
            <a:lvl1pPr>
              <a:lnSpc>
                <a:spcPct val="100000"/>
              </a:lnSpc>
              <a:spcBef>
                <a:spcPts val="1200"/>
              </a:spcBef>
              <a:defRPr sz="3200" b="1">
                <a:solidFill>
                  <a:schemeClr val="bg1"/>
                </a:solidFill>
              </a:defRPr>
            </a:lvl1pPr>
          </a:lstStyle>
          <a:p>
            <a:r>
              <a:rPr lang="en-US"/>
              <a:t>Case study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bg1"/>
                </a:solidFill>
              </a:defRPr>
            </a:lvl1pPr>
          </a:lstStyle>
          <a:p>
            <a:fld id="{D9C2A5B5-C493-46C7-A150-ADCF0F3EA550}" type="datetime1">
              <a:rPr lang="en-US" smtClean="0"/>
              <a:t>2/11/2026</a:t>
            </a:fld>
            <a:endParaRPr lang="en-US"/>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bg1"/>
                </a:solidFill>
              </a:defRPr>
            </a:lvl1pPr>
          </a:lstStyle>
          <a:p>
            <a:r>
              <a:rPr lang="en-US"/>
              <a:t>© 2025–2027 Cognizant | Private</a:t>
            </a:r>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bg1"/>
                </a:solidFill>
              </a:defRPr>
            </a:lvl1pPr>
          </a:lstStyle>
          <a:p>
            <a:fld id="{38826FC0-333C-E549-9FA3-0EE43DF298A3}" type="slidenum">
              <a:rPr lang="en-US" smtClean="0"/>
              <a:pPr/>
              <a:t>‹#›</a:t>
            </a:fld>
            <a:endParaRPr lang="en-US"/>
          </a:p>
        </p:txBody>
      </p:sp>
    </p:spTree>
    <p:extLst>
      <p:ext uri="{BB962C8B-B14F-4D97-AF65-F5344CB8AC3E}">
        <p14:creationId xmlns:p14="http://schemas.microsoft.com/office/powerpoint/2010/main" val="3692020149"/>
      </p:ext>
    </p:extLst>
  </p:cSld>
  <p:clrMapOvr>
    <a:overrideClrMapping bg1="lt1" tx1="dk1" bg2="lt2" tx2="dk2" accent1="accent1" accent2="accent2" accent3="accent3" accent4="accent4" accent5="accent5" accent6="accent6" hlink="hlink" folHlink="folHlink"/>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p:cSld name="PRINT LAYOUTS">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1010479" y="1385366"/>
            <a:ext cx="10171054" cy="4087273"/>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a:ln>
                  <a:noFill/>
                </a:ln>
                <a:solidFill>
                  <a:srgbClr val="FFFFFF"/>
                </a:solidFill>
                <a:effectLst/>
                <a:uLnTx/>
                <a:uFillTx/>
              </a:rPr>
              <a:t>PRINT</a:t>
            </a:r>
            <a:br>
              <a:rPr kumimoji="0" lang="en-US" sz="16600" b="1" i="0" u="none" strike="noStrike" kern="0" cap="none" spc="0" normalizeH="0" baseline="0" noProof="0">
                <a:ln>
                  <a:noFill/>
                </a:ln>
                <a:solidFill>
                  <a:srgbClr val="FFFFFF"/>
                </a:solidFill>
                <a:effectLst/>
                <a:uLnTx/>
                <a:uFillTx/>
              </a:rPr>
            </a:br>
            <a:r>
              <a:rPr kumimoji="0" lang="en-US" sz="16600" b="1" i="0" u="none" strike="noStrike" kern="0" cap="none" spc="0" normalizeH="0" baseline="0" noProof="0">
                <a:ln>
                  <a:noFill/>
                </a:ln>
                <a:solidFill>
                  <a:srgbClr val="FFFFFF"/>
                </a:solidFill>
                <a:effectLst/>
                <a:uLnTx/>
                <a:uFillTx/>
              </a:rPr>
              <a:t>LAYOUTS</a:t>
            </a:r>
            <a:endParaRPr kumimoji="0" lang="en-US" sz="7200" b="0" i="1" u="none" strike="noStrike" kern="0" cap="none" spc="0" normalizeH="0" baseline="0" noProof="0">
              <a:ln>
                <a:noFill/>
              </a:ln>
              <a:solidFill>
                <a:srgbClr val="FFFFFF"/>
              </a:solidFill>
              <a:effectLst/>
              <a:uLnTx/>
              <a:uFillTx/>
            </a:endParaRPr>
          </a:p>
        </p:txBody>
      </p:sp>
    </p:spTree>
    <p:extLst>
      <p:ext uri="{BB962C8B-B14F-4D97-AF65-F5344CB8AC3E}">
        <p14:creationId xmlns:p14="http://schemas.microsoft.com/office/powerpoint/2010/main" val="432408760"/>
      </p:ext>
    </p:extLst>
  </p:cSld>
  <p:clrMapOvr>
    <a:overrideClrMapping bg1="dk1" tx1="lt1" bg2="dk2" tx2="lt2" accent1="accent1" accent2="accent2" accent3="accent3" accent4="accent4" accent5="accent5" accent6="accent6" hlink="hlink" folHlink="folHlink"/>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Print layou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D29CC-5BBF-E264-6E6C-26877D619090}"/>
              </a:ext>
            </a:extLst>
          </p:cNvPr>
          <p:cNvSpPr>
            <a:spLocks noGrp="1"/>
          </p:cNvSpPr>
          <p:nvPr>
            <p:ph type="title" hasCustomPrompt="1"/>
          </p:nvPr>
        </p:nvSpPr>
        <p:spPr>
          <a:xfrm>
            <a:off x="457200" y="457200"/>
            <a:ext cx="11277600" cy="332399"/>
          </a:xfrm>
        </p:spPr>
        <p:txBody>
          <a:bodyPr>
            <a:spAutoFit/>
          </a:bodyPr>
          <a:lstStyle>
            <a:lvl1pPr>
              <a:defRPr sz="2400">
                <a:solidFill>
                  <a:schemeClr val="accent1"/>
                </a:solidFill>
              </a:defRPr>
            </a:lvl1pPr>
          </a:lstStyle>
          <a:p>
            <a:r>
              <a:rPr lang="en-US"/>
              <a:t>Click to edit title</a:t>
            </a:r>
          </a:p>
        </p:txBody>
      </p:sp>
      <p:sp>
        <p:nvSpPr>
          <p:cNvPr id="8" name="Content Placeholder 4">
            <a:extLst>
              <a:ext uri="{FF2B5EF4-FFF2-40B4-BE49-F238E27FC236}">
                <a16:creationId xmlns:a16="http://schemas.microsoft.com/office/drawing/2014/main" id="{97C8D286-D420-EE2D-6164-1E5FF70C4225}"/>
              </a:ext>
            </a:extLst>
          </p:cNvPr>
          <p:cNvSpPr>
            <a:spLocks noGrp="1"/>
          </p:cNvSpPr>
          <p:nvPr>
            <p:ph sz="quarter" idx="13" hasCustomPrompt="1"/>
          </p:nvPr>
        </p:nvSpPr>
        <p:spPr>
          <a:xfrm>
            <a:off x="457200" y="1447800"/>
            <a:ext cx="11277600" cy="4716463"/>
          </a:xfrm>
        </p:spPr>
        <p:txBody>
          <a:bodyPr rIns="0" numCol="3" spcCol="365760"/>
          <a:lstStyle>
            <a:lvl1pPr marL="0" indent="0">
              <a:lnSpc>
                <a:spcPct val="110000"/>
              </a:lnSpc>
              <a:spcBef>
                <a:spcPts val="600"/>
              </a:spcBef>
              <a:spcAft>
                <a:spcPts val="0"/>
              </a:spcAft>
              <a:buClrTx/>
              <a:buFont typeface="Arial" panose="020B0604020202020204" pitchFamily="34" charset="0"/>
              <a:buNone/>
              <a:defRPr sz="1000" b="0" cap="none" spc="0" baseline="0">
                <a:solidFill>
                  <a:schemeClr val="tx2"/>
                </a:solidFill>
                <a:latin typeface="+mn-lt"/>
              </a:defRPr>
            </a:lvl1pPr>
            <a:lvl2pPr marL="234950" indent="-112713">
              <a:lnSpc>
                <a:spcPct val="110000"/>
              </a:lnSpc>
              <a:spcBef>
                <a:spcPts val="600"/>
              </a:spcBef>
              <a:spcAft>
                <a:spcPts val="0"/>
              </a:spcAft>
              <a:buClrTx/>
              <a:buSzPct val="100000"/>
              <a:buFont typeface="Arial" panose="020B0604020202020204" pitchFamily="34" charset="0"/>
              <a:buChar char="•"/>
              <a:tabLst/>
              <a:defRPr sz="900">
                <a:solidFill>
                  <a:schemeClr val="tx2"/>
                </a:solidFill>
                <a:latin typeface="+mn-lt"/>
              </a:defRPr>
            </a:lvl2pPr>
            <a:lvl3pPr marL="0" indent="0">
              <a:lnSpc>
                <a:spcPct val="100000"/>
              </a:lnSpc>
              <a:spcBef>
                <a:spcPts val="1200"/>
              </a:spcBef>
              <a:spcAft>
                <a:spcPts val="0"/>
              </a:spcAft>
              <a:buClrTx/>
              <a:buSzPct val="90000"/>
              <a:buFont typeface="Arial" panose="020B0604020202020204" pitchFamily="34" charset="0"/>
              <a:buNone/>
              <a:tabLst/>
              <a:defRPr sz="1000" b="1" cap="none" spc="0" baseline="0">
                <a:solidFill>
                  <a:schemeClr val="accent2"/>
                </a:solidFill>
                <a:latin typeface="+mn-lt"/>
              </a:defRPr>
            </a:lvl3pPr>
            <a:lvl4pPr marL="458788" indent="-109538">
              <a:lnSpc>
                <a:spcPct val="110000"/>
              </a:lnSpc>
              <a:spcAft>
                <a:spcPts val="1200"/>
              </a:spcAft>
              <a:buClrTx/>
              <a:buSzPct val="90000"/>
              <a:buFont typeface="Arial" panose="020B0604020202020204" pitchFamily="34" charset="0"/>
              <a:buChar char="-"/>
              <a:tabLst/>
              <a:defRPr sz="800">
                <a:solidFill>
                  <a:schemeClr val="tx2"/>
                </a:solidFill>
                <a:latin typeface="+mn-lt"/>
              </a:defRPr>
            </a:lvl4pPr>
            <a:lvl5pPr marL="688975" indent="-109538">
              <a:lnSpc>
                <a:spcPct val="120000"/>
              </a:lnSpc>
              <a:spcAft>
                <a:spcPts val="1200"/>
              </a:spcAft>
              <a:buClrTx/>
              <a:buSzPct val="90000"/>
              <a:buFont typeface="Arial" panose="020B0604020202020204" pitchFamily="34" charset="0"/>
              <a:buChar char="-"/>
              <a:tabLst/>
              <a:defRPr sz="600">
                <a:solidFill>
                  <a:schemeClr val="tx2"/>
                </a:solidFill>
              </a:defRPr>
            </a:lvl5pPr>
          </a:lstStyle>
          <a:p>
            <a:pPr lvl="0"/>
            <a:r>
              <a:rPr lang="en-US"/>
              <a:t>Avoid bullets as a general rule</a:t>
            </a:r>
          </a:p>
          <a:p>
            <a:pPr lvl="1"/>
            <a:r>
              <a:rPr lang="en-US"/>
              <a:t>Second level (bullets)</a:t>
            </a:r>
          </a:p>
          <a:p>
            <a:pPr lvl="2"/>
            <a:r>
              <a:rPr lang="en-US"/>
              <a:t>Third level (subhead)</a:t>
            </a:r>
          </a:p>
          <a:p>
            <a:pPr lvl="3"/>
            <a:r>
              <a:rPr lang="en-US"/>
              <a:t>Fourth level</a:t>
            </a:r>
          </a:p>
        </p:txBody>
      </p:sp>
      <p:sp>
        <p:nvSpPr>
          <p:cNvPr id="6" name="Date Placeholder 5">
            <a:extLst>
              <a:ext uri="{FF2B5EF4-FFF2-40B4-BE49-F238E27FC236}">
                <a16:creationId xmlns:a16="http://schemas.microsoft.com/office/drawing/2014/main" id="{72328515-FC2B-A5A7-A51D-AD83EA148662}"/>
              </a:ext>
            </a:extLst>
          </p:cNvPr>
          <p:cNvSpPr>
            <a:spLocks noGrp="1"/>
          </p:cNvSpPr>
          <p:nvPr>
            <p:ph type="dt" sz="half" idx="14"/>
          </p:nvPr>
        </p:nvSpPr>
        <p:spPr/>
        <p:txBody>
          <a:bodyPr/>
          <a:lstStyle/>
          <a:p>
            <a:fld id="{243E7BF8-771B-44E1-8077-3B3D238EA0E8}" type="datetime1">
              <a:rPr lang="en-US" smtClean="0"/>
              <a:t>2/11/2026</a:t>
            </a:fld>
            <a:endParaRPr lang="en-US"/>
          </a:p>
        </p:txBody>
      </p:sp>
      <p:sp>
        <p:nvSpPr>
          <p:cNvPr id="7" name="Footer Placeholder 6">
            <a:extLst>
              <a:ext uri="{FF2B5EF4-FFF2-40B4-BE49-F238E27FC236}">
                <a16:creationId xmlns:a16="http://schemas.microsoft.com/office/drawing/2014/main" id="{8A78C47A-CC18-2B7E-01BA-B71033C96E49}"/>
              </a:ext>
            </a:extLst>
          </p:cNvPr>
          <p:cNvSpPr>
            <a:spLocks noGrp="1"/>
          </p:cNvSpPr>
          <p:nvPr>
            <p:ph type="ftr" sz="quarter" idx="15"/>
          </p:nvPr>
        </p:nvSpPr>
        <p:spPr/>
        <p:txBody>
          <a:bodyPr/>
          <a:lstStyle/>
          <a:p>
            <a:r>
              <a:rPr lang="en-US"/>
              <a:t>© 2025–2027 Cognizant | Private</a:t>
            </a:r>
          </a:p>
        </p:txBody>
      </p:sp>
      <p:sp>
        <p:nvSpPr>
          <p:cNvPr id="9" name="Slide Number Placeholder 8">
            <a:extLst>
              <a:ext uri="{FF2B5EF4-FFF2-40B4-BE49-F238E27FC236}">
                <a16:creationId xmlns:a16="http://schemas.microsoft.com/office/drawing/2014/main" id="{19B43DAB-918E-9FD2-A5E8-F9530136AAE1}"/>
              </a:ext>
            </a:extLst>
          </p:cNvPr>
          <p:cNvSpPr>
            <a:spLocks noGrp="1"/>
          </p:cNvSpPr>
          <p:nvPr>
            <p:ph type="sldNum" sz="quarter" idx="16"/>
          </p:nvPr>
        </p:nvSpPr>
        <p:spPr/>
        <p:txBody>
          <a:bodyPr/>
          <a:lstStyle/>
          <a:p>
            <a:fld id="{38826FC0-333C-E549-9FA3-0EE43DF298A3}" type="slidenum">
              <a:rPr lang="en-US" smtClean="0"/>
              <a:pPr/>
              <a:t>‹#›</a:t>
            </a:fld>
            <a:endParaRPr lang="en-US"/>
          </a:p>
        </p:txBody>
      </p:sp>
    </p:spTree>
    <p:extLst>
      <p:ext uri="{BB962C8B-B14F-4D97-AF65-F5344CB8AC3E}">
        <p14:creationId xmlns:p14="http://schemas.microsoft.com/office/powerpoint/2010/main" val="3073214743"/>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Print layou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D29CC-5BBF-E264-6E6C-26877D619090}"/>
              </a:ext>
            </a:extLst>
          </p:cNvPr>
          <p:cNvSpPr>
            <a:spLocks noGrp="1"/>
          </p:cNvSpPr>
          <p:nvPr>
            <p:ph type="title" hasCustomPrompt="1"/>
          </p:nvPr>
        </p:nvSpPr>
        <p:spPr>
          <a:xfrm>
            <a:off x="457200" y="457200"/>
            <a:ext cx="11277600" cy="332399"/>
          </a:xfrm>
        </p:spPr>
        <p:txBody>
          <a:bodyPr>
            <a:spAutoFit/>
          </a:bodyPr>
          <a:lstStyle>
            <a:lvl1pPr>
              <a:defRPr sz="2400">
                <a:solidFill>
                  <a:schemeClr val="accent1"/>
                </a:solidFill>
              </a:defRPr>
            </a:lvl1pPr>
          </a:lstStyle>
          <a:p>
            <a:r>
              <a:rPr lang="en-US"/>
              <a:t>Click to edit title</a:t>
            </a:r>
          </a:p>
        </p:txBody>
      </p:sp>
      <p:sp>
        <p:nvSpPr>
          <p:cNvPr id="6" name="Content Placeholder 4">
            <a:extLst>
              <a:ext uri="{FF2B5EF4-FFF2-40B4-BE49-F238E27FC236}">
                <a16:creationId xmlns:a16="http://schemas.microsoft.com/office/drawing/2014/main" id="{EFB2AB4E-99EA-866B-42DB-AA6B0640E978}"/>
              </a:ext>
            </a:extLst>
          </p:cNvPr>
          <p:cNvSpPr>
            <a:spLocks noGrp="1"/>
          </p:cNvSpPr>
          <p:nvPr>
            <p:ph sz="quarter" idx="13" hasCustomPrompt="1"/>
          </p:nvPr>
        </p:nvSpPr>
        <p:spPr>
          <a:xfrm>
            <a:off x="457200" y="1447800"/>
            <a:ext cx="7518400" cy="4716463"/>
          </a:xfrm>
        </p:spPr>
        <p:txBody>
          <a:bodyPr rIns="0" numCol="3" spcCol="365760"/>
          <a:lstStyle>
            <a:lvl1pPr marL="0" indent="0">
              <a:lnSpc>
                <a:spcPct val="110000"/>
              </a:lnSpc>
              <a:spcBef>
                <a:spcPts val="600"/>
              </a:spcBef>
              <a:spcAft>
                <a:spcPts val="0"/>
              </a:spcAft>
              <a:buClrTx/>
              <a:buFont typeface="Arial" panose="020B0604020202020204" pitchFamily="34" charset="0"/>
              <a:buNone/>
              <a:defRPr sz="1000" b="0" cap="none" spc="0" baseline="0">
                <a:solidFill>
                  <a:schemeClr val="tx2"/>
                </a:solidFill>
                <a:latin typeface="+mn-lt"/>
              </a:defRPr>
            </a:lvl1pPr>
            <a:lvl2pPr marL="234950" indent="-112713">
              <a:lnSpc>
                <a:spcPct val="110000"/>
              </a:lnSpc>
              <a:spcBef>
                <a:spcPts val="600"/>
              </a:spcBef>
              <a:spcAft>
                <a:spcPts val="0"/>
              </a:spcAft>
              <a:buClrTx/>
              <a:buSzPct val="100000"/>
              <a:buFont typeface="Arial" panose="020B0604020202020204" pitchFamily="34" charset="0"/>
              <a:buChar char="•"/>
              <a:tabLst/>
              <a:defRPr sz="900">
                <a:solidFill>
                  <a:schemeClr val="tx2"/>
                </a:solidFill>
                <a:latin typeface="+mn-lt"/>
              </a:defRPr>
            </a:lvl2pPr>
            <a:lvl3pPr marL="0" indent="0">
              <a:lnSpc>
                <a:spcPct val="100000"/>
              </a:lnSpc>
              <a:spcBef>
                <a:spcPts val="1200"/>
              </a:spcBef>
              <a:spcAft>
                <a:spcPts val="0"/>
              </a:spcAft>
              <a:buClrTx/>
              <a:buSzPct val="90000"/>
              <a:buFont typeface="Arial" panose="020B0604020202020204" pitchFamily="34" charset="0"/>
              <a:buNone/>
              <a:tabLst/>
              <a:defRPr sz="1000" b="1" cap="none" spc="0" baseline="0">
                <a:solidFill>
                  <a:schemeClr val="accent2"/>
                </a:solidFill>
                <a:latin typeface="+mn-lt"/>
              </a:defRPr>
            </a:lvl3pPr>
            <a:lvl4pPr marL="458788" indent="-109538">
              <a:lnSpc>
                <a:spcPct val="110000"/>
              </a:lnSpc>
              <a:spcAft>
                <a:spcPts val="1200"/>
              </a:spcAft>
              <a:buClrTx/>
              <a:buSzPct val="90000"/>
              <a:buFont typeface="Arial" panose="020B0604020202020204" pitchFamily="34" charset="0"/>
              <a:buChar char="-"/>
              <a:tabLst/>
              <a:defRPr sz="800">
                <a:solidFill>
                  <a:schemeClr val="tx2"/>
                </a:solidFill>
                <a:latin typeface="+mn-lt"/>
              </a:defRPr>
            </a:lvl4pPr>
            <a:lvl5pPr marL="688975" indent="-109538">
              <a:lnSpc>
                <a:spcPct val="120000"/>
              </a:lnSpc>
              <a:spcAft>
                <a:spcPts val="1200"/>
              </a:spcAft>
              <a:buClrTx/>
              <a:buSzPct val="90000"/>
              <a:buFont typeface="Arial" panose="020B0604020202020204" pitchFamily="34" charset="0"/>
              <a:buChar char="-"/>
              <a:tabLst/>
              <a:defRPr sz="600">
                <a:solidFill>
                  <a:schemeClr val="tx2"/>
                </a:solidFill>
              </a:defRPr>
            </a:lvl5pPr>
          </a:lstStyle>
          <a:p>
            <a:pPr lvl="0"/>
            <a:r>
              <a:rPr lang="en-US"/>
              <a:t>Avoid bullets as a general rule</a:t>
            </a:r>
          </a:p>
          <a:p>
            <a:pPr lvl="1"/>
            <a:r>
              <a:rPr lang="en-US"/>
              <a:t>Second level (bullets)</a:t>
            </a:r>
          </a:p>
          <a:p>
            <a:pPr lvl="2"/>
            <a:r>
              <a:rPr lang="en-US"/>
              <a:t>Third level (subhead)</a:t>
            </a:r>
          </a:p>
          <a:p>
            <a:pPr lvl="3"/>
            <a:r>
              <a:rPr lang="en-US"/>
              <a:t>Fourth level</a:t>
            </a:r>
          </a:p>
        </p:txBody>
      </p:sp>
      <p:sp>
        <p:nvSpPr>
          <p:cNvPr id="8" name="Date Placeholder 7">
            <a:extLst>
              <a:ext uri="{FF2B5EF4-FFF2-40B4-BE49-F238E27FC236}">
                <a16:creationId xmlns:a16="http://schemas.microsoft.com/office/drawing/2014/main" id="{49FBA165-B4C4-9560-3B73-D4440E1274B4}"/>
              </a:ext>
            </a:extLst>
          </p:cNvPr>
          <p:cNvSpPr>
            <a:spLocks noGrp="1"/>
          </p:cNvSpPr>
          <p:nvPr>
            <p:ph type="dt" sz="half" idx="14"/>
          </p:nvPr>
        </p:nvSpPr>
        <p:spPr/>
        <p:txBody>
          <a:bodyPr/>
          <a:lstStyle/>
          <a:p>
            <a:fld id="{E1B9DF5E-9AD4-4087-B137-32CBE7F264D9}" type="datetime1">
              <a:rPr lang="en-US" smtClean="0"/>
              <a:t>2/11/2026</a:t>
            </a:fld>
            <a:endParaRPr lang="en-US"/>
          </a:p>
        </p:txBody>
      </p:sp>
      <p:sp>
        <p:nvSpPr>
          <p:cNvPr id="9" name="Footer Placeholder 8">
            <a:extLst>
              <a:ext uri="{FF2B5EF4-FFF2-40B4-BE49-F238E27FC236}">
                <a16:creationId xmlns:a16="http://schemas.microsoft.com/office/drawing/2014/main" id="{355393B2-66D7-C532-B4ED-1C7095A892B2}"/>
              </a:ext>
            </a:extLst>
          </p:cNvPr>
          <p:cNvSpPr>
            <a:spLocks noGrp="1"/>
          </p:cNvSpPr>
          <p:nvPr>
            <p:ph type="ftr" sz="quarter" idx="15"/>
          </p:nvPr>
        </p:nvSpPr>
        <p:spPr/>
        <p:txBody>
          <a:bodyPr/>
          <a:lstStyle/>
          <a:p>
            <a:r>
              <a:rPr lang="en-US"/>
              <a:t>© 2025–2027 Cognizant | Private</a:t>
            </a:r>
          </a:p>
        </p:txBody>
      </p:sp>
      <p:sp>
        <p:nvSpPr>
          <p:cNvPr id="10" name="Slide Number Placeholder 9">
            <a:extLst>
              <a:ext uri="{FF2B5EF4-FFF2-40B4-BE49-F238E27FC236}">
                <a16:creationId xmlns:a16="http://schemas.microsoft.com/office/drawing/2014/main" id="{3E96471B-AF2B-8429-A5BE-4098F30AC55D}"/>
              </a:ext>
            </a:extLst>
          </p:cNvPr>
          <p:cNvSpPr>
            <a:spLocks noGrp="1"/>
          </p:cNvSpPr>
          <p:nvPr>
            <p:ph type="sldNum" sz="quarter" idx="16"/>
          </p:nvPr>
        </p:nvSpPr>
        <p:spPr/>
        <p:txBody>
          <a:bodyPr/>
          <a:lstStyle/>
          <a:p>
            <a:fld id="{38826FC0-333C-E549-9FA3-0EE43DF298A3}" type="slidenum">
              <a:rPr lang="en-US" smtClean="0"/>
              <a:pPr/>
              <a:t>‹#›</a:t>
            </a:fld>
            <a:endParaRPr lang="en-US"/>
          </a:p>
        </p:txBody>
      </p:sp>
      <p:sp>
        <p:nvSpPr>
          <p:cNvPr id="11" name="Picture Placeholder 6">
            <a:extLst>
              <a:ext uri="{FF2B5EF4-FFF2-40B4-BE49-F238E27FC236}">
                <a16:creationId xmlns:a16="http://schemas.microsoft.com/office/drawing/2014/main" id="{FF811353-C714-762F-1AAE-32044BE7B552}"/>
              </a:ext>
            </a:extLst>
          </p:cNvPr>
          <p:cNvSpPr>
            <a:spLocks noGrp="1" noChangeAspect="1"/>
          </p:cNvSpPr>
          <p:nvPr>
            <p:ph type="pic" sz="quarter" idx="22" hasCustomPrompt="1"/>
          </p:nvPr>
        </p:nvSpPr>
        <p:spPr>
          <a:xfrm>
            <a:off x="8305800" y="1447800"/>
            <a:ext cx="3429000" cy="4716463"/>
          </a:xfrm>
          <a:solidFill>
            <a:srgbClr val="ECECEB"/>
          </a:solidFill>
        </p:spPr>
        <p:txBody>
          <a:bodyPr bIns="914400" anchor="ctr">
            <a:normAutofit/>
          </a:bodyPr>
          <a:lstStyle>
            <a:lvl1pPr marL="0" indent="0" algn="ctr">
              <a:buNone/>
              <a:defRPr sz="1100">
                <a:solidFill>
                  <a:schemeClr val="tx1"/>
                </a:solidFill>
              </a:defRPr>
            </a:lvl1pPr>
          </a:lstStyle>
          <a:p>
            <a:r>
              <a:rPr lang="en-US"/>
              <a:t>Click icon, drag, or paste to add picture</a:t>
            </a:r>
          </a:p>
        </p:txBody>
      </p:sp>
    </p:spTree>
    <p:extLst>
      <p:ext uri="{BB962C8B-B14F-4D97-AF65-F5344CB8AC3E}">
        <p14:creationId xmlns:p14="http://schemas.microsoft.com/office/powerpoint/2010/main" val="3348821603"/>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Print layou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D29CC-5BBF-E264-6E6C-26877D619090}"/>
              </a:ext>
            </a:extLst>
          </p:cNvPr>
          <p:cNvSpPr>
            <a:spLocks noGrp="1"/>
          </p:cNvSpPr>
          <p:nvPr>
            <p:ph type="title" hasCustomPrompt="1"/>
          </p:nvPr>
        </p:nvSpPr>
        <p:spPr>
          <a:xfrm>
            <a:off x="457200" y="457200"/>
            <a:ext cx="11277600" cy="332399"/>
          </a:xfrm>
        </p:spPr>
        <p:txBody>
          <a:bodyPr>
            <a:spAutoFit/>
          </a:bodyPr>
          <a:lstStyle>
            <a:lvl1pPr>
              <a:defRPr sz="2400">
                <a:solidFill>
                  <a:schemeClr val="accent1"/>
                </a:solidFill>
              </a:defRPr>
            </a:lvl1pPr>
          </a:lstStyle>
          <a:p>
            <a:r>
              <a:rPr lang="en-US"/>
              <a:t>Click to edit title</a:t>
            </a:r>
          </a:p>
        </p:txBody>
      </p:sp>
      <p:sp>
        <p:nvSpPr>
          <p:cNvPr id="9" name="Content Placeholder 11">
            <a:extLst>
              <a:ext uri="{FF2B5EF4-FFF2-40B4-BE49-F238E27FC236}">
                <a16:creationId xmlns:a16="http://schemas.microsoft.com/office/drawing/2014/main" id="{259B0F51-32FC-A168-2D3A-C5941F904A9A}"/>
              </a:ext>
            </a:extLst>
          </p:cNvPr>
          <p:cNvSpPr>
            <a:spLocks noGrp="1"/>
          </p:cNvSpPr>
          <p:nvPr>
            <p:ph sz="quarter" idx="15" hasCustomPrompt="1"/>
          </p:nvPr>
        </p:nvSpPr>
        <p:spPr>
          <a:xfrm>
            <a:off x="8305800" y="1447800"/>
            <a:ext cx="3429000" cy="4716463"/>
          </a:xfrm>
          <a:noFill/>
        </p:spPr>
        <p:txBody>
          <a:bodyPr bIns="1280160" anchor="ctr" anchorCtr="0"/>
          <a:lstStyle>
            <a:lvl1pPr marL="0" indent="0" algn="ctr">
              <a:buNone/>
              <a:defRPr sz="1100">
                <a:solidFill>
                  <a:schemeClr val="tx1"/>
                </a:solidFill>
              </a:defRPr>
            </a:lvl1pPr>
          </a:lstStyle>
          <a:p>
            <a:pPr lvl="0"/>
            <a:r>
              <a:rPr lang="en-US"/>
              <a:t>Click to add content</a:t>
            </a:r>
          </a:p>
        </p:txBody>
      </p:sp>
      <p:sp>
        <p:nvSpPr>
          <p:cNvPr id="6" name="Content Placeholder 4">
            <a:extLst>
              <a:ext uri="{FF2B5EF4-FFF2-40B4-BE49-F238E27FC236}">
                <a16:creationId xmlns:a16="http://schemas.microsoft.com/office/drawing/2014/main" id="{E6871F2F-0300-3464-E2A2-7AF48ACCDA0E}"/>
              </a:ext>
            </a:extLst>
          </p:cNvPr>
          <p:cNvSpPr>
            <a:spLocks noGrp="1"/>
          </p:cNvSpPr>
          <p:nvPr>
            <p:ph sz="quarter" idx="13" hasCustomPrompt="1"/>
          </p:nvPr>
        </p:nvSpPr>
        <p:spPr>
          <a:xfrm>
            <a:off x="457200" y="1447800"/>
            <a:ext cx="7518400" cy="4716463"/>
          </a:xfrm>
        </p:spPr>
        <p:txBody>
          <a:bodyPr rIns="0" numCol="3" spcCol="365760"/>
          <a:lstStyle>
            <a:lvl1pPr marL="0" indent="0">
              <a:lnSpc>
                <a:spcPct val="110000"/>
              </a:lnSpc>
              <a:spcBef>
                <a:spcPts val="600"/>
              </a:spcBef>
              <a:spcAft>
                <a:spcPts val="0"/>
              </a:spcAft>
              <a:buClrTx/>
              <a:buFont typeface="Arial" panose="020B0604020202020204" pitchFamily="34" charset="0"/>
              <a:buNone/>
              <a:defRPr sz="1000" b="0" cap="none" spc="0" baseline="0">
                <a:solidFill>
                  <a:schemeClr val="tx2"/>
                </a:solidFill>
                <a:latin typeface="+mn-lt"/>
              </a:defRPr>
            </a:lvl1pPr>
            <a:lvl2pPr marL="234950" indent="-112713">
              <a:lnSpc>
                <a:spcPct val="110000"/>
              </a:lnSpc>
              <a:spcBef>
                <a:spcPts val="600"/>
              </a:spcBef>
              <a:spcAft>
                <a:spcPts val="0"/>
              </a:spcAft>
              <a:buClrTx/>
              <a:buSzPct val="100000"/>
              <a:buFont typeface="Arial" panose="020B0604020202020204" pitchFamily="34" charset="0"/>
              <a:buChar char="•"/>
              <a:tabLst/>
              <a:defRPr sz="900">
                <a:solidFill>
                  <a:schemeClr val="tx2"/>
                </a:solidFill>
                <a:latin typeface="+mn-lt"/>
              </a:defRPr>
            </a:lvl2pPr>
            <a:lvl3pPr marL="0" indent="0">
              <a:lnSpc>
                <a:spcPct val="100000"/>
              </a:lnSpc>
              <a:spcBef>
                <a:spcPts val="1200"/>
              </a:spcBef>
              <a:spcAft>
                <a:spcPts val="0"/>
              </a:spcAft>
              <a:buClrTx/>
              <a:buSzPct val="90000"/>
              <a:buFont typeface="Arial" panose="020B0604020202020204" pitchFamily="34" charset="0"/>
              <a:buNone/>
              <a:tabLst/>
              <a:defRPr sz="1000" b="1" cap="none" spc="0" baseline="0">
                <a:solidFill>
                  <a:schemeClr val="accent2"/>
                </a:solidFill>
                <a:latin typeface="+mn-lt"/>
              </a:defRPr>
            </a:lvl3pPr>
            <a:lvl4pPr marL="458788" indent="-109538">
              <a:lnSpc>
                <a:spcPct val="110000"/>
              </a:lnSpc>
              <a:spcAft>
                <a:spcPts val="1200"/>
              </a:spcAft>
              <a:buClrTx/>
              <a:buSzPct val="90000"/>
              <a:buFont typeface="Arial" panose="020B0604020202020204" pitchFamily="34" charset="0"/>
              <a:buChar char="-"/>
              <a:tabLst/>
              <a:defRPr sz="800">
                <a:solidFill>
                  <a:schemeClr val="tx2"/>
                </a:solidFill>
                <a:latin typeface="+mn-lt"/>
              </a:defRPr>
            </a:lvl4pPr>
            <a:lvl5pPr marL="688975" indent="-109538">
              <a:lnSpc>
                <a:spcPct val="120000"/>
              </a:lnSpc>
              <a:spcAft>
                <a:spcPts val="1200"/>
              </a:spcAft>
              <a:buClrTx/>
              <a:buSzPct val="90000"/>
              <a:buFont typeface="Arial" panose="020B0604020202020204" pitchFamily="34" charset="0"/>
              <a:buChar char="-"/>
              <a:tabLst/>
              <a:defRPr sz="600">
                <a:solidFill>
                  <a:schemeClr val="tx2"/>
                </a:solidFill>
              </a:defRPr>
            </a:lvl5pPr>
          </a:lstStyle>
          <a:p>
            <a:pPr lvl="0"/>
            <a:r>
              <a:rPr lang="en-US"/>
              <a:t>Avoid bullets as a general rule</a:t>
            </a:r>
          </a:p>
          <a:p>
            <a:pPr lvl="1"/>
            <a:r>
              <a:rPr lang="en-US"/>
              <a:t>Second level (bullets)</a:t>
            </a:r>
          </a:p>
          <a:p>
            <a:pPr lvl="2"/>
            <a:r>
              <a:rPr lang="en-US"/>
              <a:t>Third level (subhead)</a:t>
            </a:r>
          </a:p>
          <a:p>
            <a:pPr lvl="3"/>
            <a:r>
              <a:rPr lang="en-US"/>
              <a:t>Fourth level</a:t>
            </a:r>
          </a:p>
        </p:txBody>
      </p:sp>
      <p:sp>
        <p:nvSpPr>
          <p:cNvPr id="7" name="Date Placeholder 6">
            <a:extLst>
              <a:ext uri="{FF2B5EF4-FFF2-40B4-BE49-F238E27FC236}">
                <a16:creationId xmlns:a16="http://schemas.microsoft.com/office/drawing/2014/main" id="{E7F5A834-2BF7-D718-8760-B751F1362C5B}"/>
              </a:ext>
            </a:extLst>
          </p:cNvPr>
          <p:cNvSpPr>
            <a:spLocks noGrp="1"/>
          </p:cNvSpPr>
          <p:nvPr>
            <p:ph type="dt" sz="half" idx="16"/>
          </p:nvPr>
        </p:nvSpPr>
        <p:spPr/>
        <p:txBody>
          <a:bodyPr/>
          <a:lstStyle/>
          <a:p>
            <a:fld id="{8B3334DE-0309-4316-9524-1C880826860D}" type="datetime1">
              <a:rPr lang="en-US" smtClean="0"/>
              <a:t>2/11/2026</a:t>
            </a:fld>
            <a:endParaRPr lang="en-US"/>
          </a:p>
        </p:txBody>
      </p:sp>
      <p:sp>
        <p:nvSpPr>
          <p:cNvPr id="8" name="Footer Placeholder 7">
            <a:extLst>
              <a:ext uri="{FF2B5EF4-FFF2-40B4-BE49-F238E27FC236}">
                <a16:creationId xmlns:a16="http://schemas.microsoft.com/office/drawing/2014/main" id="{BAD15E00-493E-DA78-52D5-886D4490A1D0}"/>
              </a:ext>
            </a:extLst>
          </p:cNvPr>
          <p:cNvSpPr>
            <a:spLocks noGrp="1"/>
          </p:cNvSpPr>
          <p:nvPr>
            <p:ph type="ftr" sz="quarter" idx="17"/>
          </p:nvPr>
        </p:nvSpPr>
        <p:spPr/>
        <p:txBody>
          <a:bodyPr/>
          <a:lstStyle/>
          <a:p>
            <a:r>
              <a:rPr lang="en-US"/>
              <a:t>© 2025–2027 Cognizant | Private</a:t>
            </a:r>
          </a:p>
        </p:txBody>
      </p:sp>
      <p:sp>
        <p:nvSpPr>
          <p:cNvPr id="10" name="Slide Number Placeholder 9">
            <a:extLst>
              <a:ext uri="{FF2B5EF4-FFF2-40B4-BE49-F238E27FC236}">
                <a16:creationId xmlns:a16="http://schemas.microsoft.com/office/drawing/2014/main" id="{A2550889-1E0E-444C-2EB8-5E1C1E1649C8}"/>
              </a:ext>
            </a:extLst>
          </p:cNvPr>
          <p:cNvSpPr>
            <a:spLocks noGrp="1"/>
          </p:cNvSpPr>
          <p:nvPr>
            <p:ph type="sldNum" sz="quarter" idx="18"/>
          </p:nvPr>
        </p:nvSpPr>
        <p:spPr/>
        <p:txBody>
          <a:bodyPr/>
          <a:lstStyle/>
          <a:p>
            <a:fld id="{38826FC0-333C-E549-9FA3-0EE43DF298A3}" type="slidenum">
              <a:rPr lang="en-US" smtClean="0"/>
              <a:pPr/>
              <a:t>‹#›</a:t>
            </a:fld>
            <a:endParaRPr lang="en-US"/>
          </a:p>
        </p:txBody>
      </p:sp>
    </p:spTree>
    <p:extLst>
      <p:ext uri="{BB962C8B-B14F-4D97-AF65-F5344CB8AC3E}">
        <p14:creationId xmlns:p14="http://schemas.microsoft.com/office/powerpoint/2010/main" val="231153402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Print layou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D29CC-5BBF-E264-6E6C-26877D619090}"/>
              </a:ext>
            </a:extLst>
          </p:cNvPr>
          <p:cNvSpPr>
            <a:spLocks noGrp="1"/>
          </p:cNvSpPr>
          <p:nvPr>
            <p:ph type="title" hasCustomPrompt="1"/>
          </p:nvPr>
        </p:nvSpPr>
        <p:spPr>
          <a:xfrm>
            <a:off x="457200" y="457200"/>
            <a:ext cx="11277600" cy="332399"/>
          </a:xfrm>
        </p:spPr>
        <p:txBody>
          <a:bodyPr>
            <a:spAutoFit/>
          </a:bodyPr>
          <a:lstStyle>
            <a:lvl1pPr>
              <a:defRPr sz="2400">
                <a:solidFill>
                  <a:schemeClr val="accent1"/>
                </a:solidFill>
              </a:defRPr>
            </a:lvl1pPr>
          </a:lstStyle>
          <a:p>
            <a:r>
              <a:rPr lang="en-US"/>
              <a:t>Click to edit title</a:t>
            </a:r>
          </a:p>
        </p:txBody>
      </p:sp>
      <p:sp>
        <p:nvSpPr>
          <p:cNvPr id="7" name="Text Placeholder 9">
            <a:extLst>
              <a:ext uri="{FF2B5EF4-FFF2-40B4-BE49-F238E27FC236}">
                <a16:creationId xmlns:a16="http://schemas.microsoft.com/office/drawing/2014/main" id="{A497A1BE-986B-0BD6-76A5-85ABDFBA41E0}"/>
              </a:ext>
            </a:extLst>
          </p:cNvPr>
          <p:cNvSpPr>
            <a:spLocks noGrp="1"/>
          </p:cNvSpPr>
          <p:nvPr>
            <p:ph type="body" sz="quarter" idx="16" hasCustomPrompt="1"/>
          </p:nvPr>
        </p:nvSpPr>
        <p:spPr>
          <a:xfrm>
            <a:off x="8446381" y="2016681"/>
            <a:ext cx="3291841" cy="337080"/>
          </a:xfrm>
          <a:noFill/>
        </p:spPr>
        <p:txBody>
          <a:bodyPr wrap="square" lIns="0" tIns="0" rIns="0" bIns="0">
            <a:spAutoFit/>
          </a:bodyPr>
          <a:lstStyle>
            <a:lvl1pPr marL="0" indent="0">
              <a:lnSpc>
                <a:spcPct val="110000"/>
              </a:lnSpc>
              <a:spcBef>
                <a:spcPts val="1200"/>
              </a:spcBef>
              <a:buNone/>
              <a:defRPr sz="1100">
                <a:solidFill>
                  <a:schemeClr val="accent1"/>
                </a:solidFill>
              </a:defRPr>
            </a:lvl1pPr>
            <a:lvl2pPr marL="12700" marR="0" indent="0" algn="l" defTabSz="914171" rtl="0" eaLnBrk="1" fontAlgn="auto" latinLnBrk="0" hangingPunct="1">
              <a:lnSpc>
                <a:spcPct val="110000"/>
              </a:lnSpc>
              <a:spcBef>
                <a:spcPts val="1200"/>
              </a:spcBef>
              <a:spcAft>
                <a:spcPts val="1200"/>
              </a:spcAft>
              <a:buClr>
                <a:schemeClr val="accent1"/>
              </a:buClr>
              <a:buSzTx/>
              <a:buFont typeface="Arial" panose="020B0604020202020204" pitchFamily="34" charset="0"/>
              <a:buNone/>
              <a:tabLst/>
              <a:defRPr sz="900" i="1">
                <a:solidFill>
                  <a:schemeClr val="tx2"/>
                </a:solidFill>
              </a:defRPr>
            </a:lvl2pPr>
            <a:lvl3pPr marL="9525" indent="619125">
              <a:buFontTx/>
              <a:buNone/>
              <a:tabLst/>
              <a:defRPr sz="900"/>
            </a:lvl3pPr>
          </a:lstStyle>
          <a:p>
            <a:pPr lvl="0"/>
            <a:r>
              <a:rPr lang="en-US"/>
              <a:t>Click to edit text</a:t>
            </a:r>
          </a:p>
          <a:p>
            <a:pPr marL="12700" marR="0" lvl="1" indent="0" algn="l" defTabSz="914171" rtl="0" eaLnBrk="1" fontAlgn="auto" latinLnBrk="0" hangingPunct="1">
              <a:lnSpc>
                <a:spcPct val="120000"/>
              </a:lnSpc>
              <a:spcBef>
                <a:spcPts val="0"/>
              </a:spcBef>
              <a:spcAft>
                <a:spcPts val="1200"/>
              </a:spcAft>
              <a:buClr>
                <a:schemeClr val="accent1"/>
              </a:buClr>
              <a:buSzTx/>
              <a:buFont typeface="Arial" panose="020B0604020202020204" pitchFamily="34" charset="0"/>
              <a:buNone/>
              <a:tabLst/>
              <a:defRPr/>
            </a:pPr>
            <a:r>
              <a:rPr lang="en-US"/>
              <a:t>Click to edit text</a:t>
            </a:r>
          </a:p>
        </p:txBody>
      </p:sp>
      <p:cxnSp>
        <p:nvCxnSpPr>
          <p:cNvPr id="8" name="Straight Connector 7">
            <a:extLst>
              <a:ext uri="{FF2B5EF4-FFF2-40B4-BE49-F238E27FC236}">
                <a16:creationId xmlns:a16="http://schemas.microsoft.com/office/drawing/2014/main" id="{6CF16D66-A061-BB80-4196-FA88563E9FC5}"/>
              </a:ext>
            </a:extLst>
          </p:cNvPr>
          <p:cNvCxnSpPr>
            <a:cxnSpLocks noChangeAspect="1"/>
          </p:cNvCxnSpPr>
          <p:nvPr userDrawn="1"/>
        </p:nvCxnSpPr>
        <p:spPr>
          <a:xfrm>
            <a:off x="8446383" y="1455541"/>
            <a:ext cx="3154680" cy="0"/>
          </a:xfrm>
          <a:prstGeom prst="line">
            <a:avLst/>
          </a:prstGeom>
          <a:ln w="12700" cap="sq">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12" name="Content Placeholder 4">
            <a:extLst>
              <a:ext uri="{FF2B5EF4-FFF2-40B4-BE49-F238E27FC236}">
                <a16:creationId xmlns:a16="http://schemas.microsoft.com/office/drawing/2014/main" id="{443B4273-80BC-4D4B-45D3-71EA235891DD}"/>
              </a:ext>
            </a:extLst>
          </p:cNvPr>
          <p:cNvSpPr>
            <a:spLocks noGrp="1"/>
          </p:cNvSpPr>
          <p:nvPr>
            <p:ph sz="quarter" idx="13" hasCustomPrompt="1"/>
          </p:nvPr>
        </p:nvSpPr>
        <p:spPr>
          <a:xfrm>
            <a:off x="457200" y="1447800"/>
            <a:ext cx="7518400" cy="4716463"/>
          </a:xfrm>
        </p:spPr>
        <p:txBody>
          <a:bodyPr rIns="0" numCol="3" spcCol="365760"/>
          <a:lstStyle>
            <a:lvl1pPr marL="0" indent="0">
              <a:lnSpc>
                <a:spcPct val="110000"/>
              </a:lnSpc>
              <a:spcBef>
                <a:spcPts val="600"/>
              </a:spcBef>
              <a:spcAft>
                <a:spcPts val="0"/>
              </a:spcAft>
              <a:buClrTx/>
              <a:buFont typeface="Arial" panose="020B0604020202020204" pitchFamily="34" charset="0"/>
              <a:buNone/>
              <a:defRPr sz="1000" b="0" cap="none" spc="0" baseline="0">
                <a:solidFill>
                  <a:schemeClr val="tx2"/>
                </a:solidFill>
                <a:latin typeface="+mj-lt"/>
              </a:defRPr>
            </a:lvl1pPr>
            <a:lvl2pPr marL="234950" indent="-112713">
              <a:lnSpc>
                <a:spcPct val="110000"/>
              </a:lnSpc>
              <a:spcBef>
                <a:spcPts val="600"/>
              </a:spcBef>
              <a:spcAft>
                <a:spcPts val="0"/>
              </a:spcAft>
              <a:buClrTx/>
              <a:buSzPct val="100000"/>
              <a:buFont typeface="Arial" panose="020B0604020202020204" pitchFamily="34" charset="0"/>
              <a:buChar char="•"/>
              <a:tabLst/>
              <a:defRPr sz="900">
                <a:solidFill>
                  <a:schemeClr val="tx2"/>
                </a:solidFill>
              </a:defRPr>
            </a:lvl2pPr>
            <a:lvl3pPr marL="0" indent="0">
              <a:lnSpc>
                <a:spcPct val="100000"/>
              </a:lnSpc>
              <a:spcBef>
                <a:spcPts val="1200"/>
              </a:spcBef>
              <a:spcAft>
                <a:spcPts val="0"/>
              </a:spcAft>
              <a:buClrTx/>
              <a:buSzPct val="90000"/>
              <a:buFont typeface="Arial" panose="020B0604020202020204" pitchFamily="34" charset="0"/>
              <a:buNone/>
              <a:tabLst/>
              <a:defRPr sz="1000" b="1" cap="none" spc="0" baseline="0">
                <a:solidFill>
                  <a:schemeClr val="accent2"/>
                </a:solidFill>
              </a:defRPr>
            </a:lvl3pPr>
            <a:lvl4pPr marL="458788" indent="-109538">
              <a:lnSpc>
                <a:spcPct val="110000"/>
              </a:lnSpc>
              <a:spcAft>
                <a:spcPts val="1200"/>
              </a:spcAft>
              <a:buClrTx/>
              <a:buSzPct val="90000"/>
              <a:buFont typeface="Arial" panose="020B0604020202020204" pitchFamily="34" charset="0"/>
              <a:buChar char="-"/>
              <a:tabLst/>
              <a:defRPr sz="800">
                <a:solidFill>
                  <a:schemeClr val="tx2"/>
                </a:solidFill>
              </a:defRPr>
            </a:lvl4pPr>
            <a:lvl5pPr marL="688975" indent="-109538">
              <a:lnSpc>
                <a:spcPct val="120000"/>
              </a:lnSpc>
              <a:spcAft>
                <a:spcPts val="1200"/>
              </a:spcAft>
              <a:buClrTx/>
              <a:buSzPct val="90000"/>
              <a:buFont typeface="Arial" panose="020B0604020202020204" pitchFamily="34" charset="0"/>
              <a:buChar char="-"/>
              <a:tabLst/>
              <a:defRPr sz="600">
                <a:solidFill>
                  <a:schemeClr val="tx2"/>
                </a:solidFill>
              </a:defRPr>
            </a:lvl5pPr>
          </a:lstStyle>
          <a:p>
            <a:pPr lvl="0"/>
            <a:r>
              <a:rPr lang="en-US"/>
              <a:t>Avoid bullets as a general rule</a:t>
            </a:r>
          </a:p>
          <a:p>
            <a:pPr lvl="1"/>
            <a:r>
              <a:rPr lang="en-US"/>
              <a:t>Second level (bullets)</a:t>
            </a:r>
          </a:p>
          <a:p>
            <a:pPr lvl="2"/>
            <a:r>
              <a:rPr lang="en-US"/>
              <a:t>Third level (subhead)</a:t>
            </a:r>
          </a:p>
          <a:p>
            <a:pPr lvl="3"/>
            <a:r>
              <a:rPr lang="en-US"/>
              <a:t>Fourth level</a:t>
            </a:r>
          </a:p>
        </p:txBody>
      </p:sp>
      <p:sp>
        <p:nvSpPr>
          <p:cNvPr id="6" name="Date Placeholder 5">
            <a:extLst>
              <a:ext uri="{FF2B5EF4-FFF2-40B4-BE49-F238E27FC236}">
                <a16:creationId xmlns:a16="http://schemas.microsoft.com/office/drawing/2014/main" id="{A8D18051-2FD4-FBBA-DF0A-5AA5724D4CED}"/>
              </a:ext>
            </a:extLst>
          </p:cNvPr>
          <p:cNvSpPr>
            <a:spLocks noGrp="1"/>
          </p:cNvSpPr>
          <p:nvPr>
            <p:ph type="dt" sz="half" idx="17"/>
          </p:nvPr>
        </p:nvSpPr>
        <p:spPr/>
        <p:txBody>
          <a:bodyPr/>
          <a:lstStyle/>
          <a:p>
            <a:fld id="{D83E5922-6737-4E14-A9A5-0383F4604B00}" type="datetime1">
              <a:rPr lang="en-US" smtClean="0"/>
              <a:t>2/11/2026</a:t>
            </a:fld>
            <a:endParaRPr lang="en-US"/>
          </a:p>
        </p:txBody>
      </p:sp>
      <p:sp>
        <p:nvSpPr>
          <p:cNvPr id="9" name="Footer Placeholder 8">
            <a:extLst>
              <a:ext uri="{FF2B5EF4-FFF2-40B4-BE49-F238E27FC236}">
                <a16:creationId xmlns:a16="http://schemas.microsoft.com/office/drawing/2014/main" id="{2674FFEF-C1C1-A6A5-579D-03460B4B7B4E}"/>
              </a:ext>
            </a:extLst>
          </p:cNvPr>
          <p:cNvSpPr>
            <a:spLocks noGrp="1"/>
          </p:cNvSpPr>
          <p:nvPr>
            <p:ph type="ftr" sz="quarter" idx="18"/>
          </p:nvPr>
        </p:nvSpPr>
        <p:spPr/>
        <p:txBody>
          <a:bodyPr/>
          <a:lstStyle/>
          <a:p>
            <a:r>
              <a:rPr lang="en-US"/>
              <a:t>© 2025–2027 Cognizant | Private</a:t>
            </a:r>
          </a:p>
        </p:txBody>
      </p:sp>
      <p:sp>
        <p:nvSpPr>
          <p:cNvPr id="11" name="Slide Number Placeholder 10">
            <a:extLst>
              <a:ext uri="{FF2B5EF4-FFF2-40B4-BE49-F238E27FC236}">
                <a16:creationId xmlns:a16="http://schemas.microsoft.com/office/drawing/2014/main" id="{83CD4671-5EA7-FBFD-25EC-C2EB1310BC27}"/>
              </a:ext>
            </a:extLst>
          </p:cNvPr>
          <p:cNvSpPr>
            <a:spLocks noGrp="1"/>
          </p:cNvSpPr>
          <p:nvPr>
            <p:ph type="sldNum" sz="quarter" idx="19"/>
          </p:nvPr>
        </p:nvSpPr>
        <p:spPr/>
        <p:txBody>
          <a:bodyPr/>
          <a:lstStyle/>
          <a:p>
            <a:fld id="{38826FC0-333C-E549-9FA3-0EE43DF298A3}" type="slidenum">
              <a:rPr lang="en-US" smtClean="0"/>
              <a:pPr/>
              <a:t>‹#›</a:t>
            </a:fld>
            <a:endParaRPr lang="en-US"/>
          </a:p>
        </p:txBody>
      </p:sp>
      <p:sp>
        <p:nvSpPr>
          <p:cNvPr id="16" name="Freeform 15">
            <a:extLst>
              <a:ext uri="{FF2B5EF4-FFF2-40B4-BE49-F238E27FC236}">
                <a16:creationId xmlns:a16="http://schemas.microsoft.com/office/drawing/2014/main" id="{B4239B95-1BE5-65A8-8088-4245AFE6DC2A}"/>
              </a:ext>
            </a:extLst>
          </p:cNvPr>
          <p:cNvSpPr>
            <a:spLocks noChangeAspect="1"/>
          </p:cNvSpPr>
          <p:nvPr userDrawn="1"/>
        </p:nvSpPr>
        <p:spPr>
          <a:xfrm>
            <a:off x="8450629" y="1583574"/>
            <a:ext cx="292608" cy="297056"/>
          </a:xfrm>
          <a:custGeom>
            <a:avLst/>
            <a:gdLst>
              <a:gd name="connsiteX0" fmla="*/ 305136 w 336446"/>
              <a:gd name="connsiteY0" fmla="*/ 0 h 341560"/>
              <a:gd name="connsiteX1" fmla="*/ 336446 w 336446"/>
              <a:gd name="connsiteY1" fmla="*/ 49811 h 341560"/>
              <a:gd name="connsiteX2" fmla="*/ 278808 w 336446"/>
              <a:gd name="connsiteY2" fmla="*/ 98554 h 341560"/>
              <a:gd name="connsiteX3" fmla="*/ 258172 w 336446"/>
              <a:gd name="connsiteY3" fmla="*/ 192839 h 341560"/>
              <a:gd name="connsiteX4" fmla="*/ 325061 w 336446"/>
              <a:gd name="connsiteY4" fmla="*/ 192839 h 341560"/>
              <a:gd name="connsiteX5" fmla="*/ 325061 w 336446"/>
              <a:gd name="connsiteY5" fmla="*/ 341560 h 341560"/>
              <a:gd name="connsiteX6" fmla="*/ 187725 w 336446"/>
              <a:gd name="connsiteY6" fmla="*/ 341560 h 341560"/>
              <a:gd name="connsiteX7" fmla="*/ 187725 w 336446"/>
              <a:gd name="connsiteY7" fmla="*/ 224149 h 341560"/>
              <a:gd name="connsiteX8" fmla="*/ 210495 w 336446"/>
              <a:gd name="connsiteY8" fmla="*/ 86101 h 341560"/>
              <a:gd name="connsiteX9" fmla="*/ 305136 w 336446"/>
              <a:gd name="connsiteY9" fmla="*/ 0 h 341560"/>
              <a:gd name="connsiteX10" fmla="*/ 117411 w 336446"/>
              <a:gd name="connsiteY10" fmla="*/ 0 h 341560"/>
              <a:gd name="connsiteX11" fmla="*/ 148721 w 336446"/>
              <a:gd name="connsiteY11" fmla="*/ 49811 h 341560"/>
              <a:gd name="connsiteX12" fmla="*/ 91083 w 336446"/>
              <a:gd name="connsiteY12" fmla="*/ 98554 h 341560"/>
              <a:gd name="connsiteX13" fmla="*/ 70447 w 336446"/>
              <a:gd name="connsiteY13" fmla="*/ 192839 h 341560"/>
              <a:gd name="connsiteX14" fmla="*/ 137336 w 336446"/>
              <a:gd name="connsiteY14" fmla="*/ 192839 h 341560"/>
              <a:gd name="connsiteX15" fmla="*/ 137336 w 336446"/>
              <a:gd name="connsiteY15" fmla="*/ 341560 h 341560"/>
              <a:gd name="connsiteX16" fmla="*/ 0 w 336446"/>
              <a:gd name="connsiteY16" fmla="*/ 341560 h 341560"/>
              <a:gd name="connsiteX17" fmla="*/ 0 w 336446"/>
              <a:gd name="connsiteY17" fmla="*/ 224149 h 341560"/>
              <a:gd name="connsiteX18" fmla="*/ 22770 w 336446"/>
              <a:gd name="connsiteY18" fmla="*/ 86101 h 341560"/>
              <a:gd name="connsiteX19" fmla="*/ 117411 w 336446"/>
              <a:gd name="connsiteY19" fmla="*/ 0 h 341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6446" h="341560">
                <a:moveTo>
                  <a:pt x="305136" y="0"/>
                </a:moveTo>
                <a:lnTo>
                  <a:pt x="336446" y="49811"/>
                </a:lnTo>
                <a:cubicBezTo>
                  <a:pt x="310354" y="60722"/>
                  <a:pt x="291142" y="76969"/>
                  <a:pt x="278808" y="98554"/>
                </a:cubicBezTo>
                <a:cubicBezTo>
                  <a:pt x="266473" y="120139"/>
                  <a:pt x="259595" y="151567"/>
                  <a:pt x="258172" y="192839"/>
                </a:cubicBezTo>
                <a:lnTo>
                  <a:pt x="325061" y="192839"/>
                </a:lnTo>
                <a:lnTo>
                  <a:pt x="325061" y="341560"/>
                </a:lnTo>
                <a:lnTo>
                  <a:pt x="187725" y="341560"/>
                </a:lnTo>
                <a:lnTo>
                  <a:pt x="187725" y="224149"/>
                </a:lnTo>
                <a:cubicBezTo>
                  <a:pt x="187725" y="160581"/>
                  <a:pt x="195315" y="114565"/>
                  <a:pt x="210495" y="86101"/>
                </a:cubicBezTo>
                <a:cubicBezTo>
                  <a:pt x="230420" y="48150"/>
                  <a:pt x="261967" y="19450"/>
                  <a:pt x="305136" y="0"/>
                </a:cubicBezTo>
                <a:close/>
                <a:moveTo>
                  <a:pt x="117411" y="0"/>
                </a:moveTo>
                <a:lnTo>
                  <a:pt x="148721" y="49811"/>
                </a:lnTo>
                <a:cubicBezTo>
                  <a:pt x="122629" y="60722"/>
                  <a:pt x="103417" y="76969"/>
                  <a:pt x="91083" y="98554"/>
                </a:cubicBezTo>
                <a:cubicBezTo>
                  <a:pt x="78748" y="120139"/>
                  <a:pt x="71870" y="151567"/>
                  <a:pt x="70447" y="192839"/>
                </a:cubicBezTo>
                <a:lnTo>
                  <a:pt x="137336" y="192839"/>
                </a:lnTo>
                <a:lnTo>
                  <a:pt x="137336" y="341560"/>
                </a:lnTo>
                <a:lnTo>
                  <a:pt x="0" y="341560"/>
                </a:lnTo>
                <a:lnTo>
                  <a:pt x="0" y="224149"/>
                </a:lnTo>
                <a:cubicBezTo>
                  <a:pt x="0" y="160581"/>
                  <a:pt x="7590" y="114565"/>
                  <a:pt x="22770" y="86101"/>
                </a:cubicBezTo>
                <a:cubicBezTo>
                  <a:pt x="42695" y="48150"/>
                  <a:pt x="74242" y="19450"/>
                  <a:pt x="117411" y="0"/>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42964665"/>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p:cSld name="DO NOT USE">
    <p:bg>
      <p:bgPr>
        <a:solidFill>
          <a:srgbClr val="B81F2D"/>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B13BE4D0-FD2D-17A7-0CB5-5D6CBED1C32D}"/>
              </a:ext>
            </a:extLst>
          </p:cNvPr>
          <p:cNvSpPr txBox="1"/>
          <p:nvPr/>
        </p:nvSpPr>
        <p:spPr>
          <a:xfrm>
            <a:off x="1581464" y="662092"/>
            <a:ext cx="9029075" cy="5533823"/>
          </a:xfrm>
          <a:prstGeom prst="rect">
            <a:avLst/>
          </a:prstGeom>
          <a:noFill/>
        </p:spPr>
        <p:txBody>
          <a:bodyPr wrap="none" lIns="0" tIns="0" rIns="0" bIns="0" rtlCol="0" anchor="ctr">
            <a:spAutoFit/>
          </a:bodyPr>
          <a:lstStyle/>
          <a:p>
            <a:pPr algn="ctr">
              <a:lnSpc>
                <a:spcPct val="80000"/>
              </a:lnSpc>
              <a:spcAft>
                <a:spcPts val="1200"/>
              </a:spcAft>
            </a:pPr>
            <a:r>
              <a:rPr lang="en-US" sz="9600" b="1">
                <a:solidFill>
                  <a:schemeClr val="bg1"/>
                </a:solidFill>
              </a:rPr>
              <a:t>DO NOT USE </a:t>
            </a:r>
            <a:br>
              <a:rPr lang="en-US" sz="9600" b="1">
                <a:solidFill>
                  <a:schemeClr val="bg1"/>
                </a:solidFill>
              </a:rPr>
            </a:br>
            <a:r>
              <a:rPr lang="en-US" sz="9600" b="1">
                <a:solidFill>
                  <a:schemeClr val="bg1"/>
                </a:solidFill>
              </a:rPr>
              <a:t>ANY LAYOUTS </a:t>
            </a:r>
            <a:br>
              <a:rPr lang="en-US" sz="9600" b="1">
                <a:solidFill>
                  <a:schemeClr val="bg1"/>
                </a:solidFill>
              </a:rPr>
            </a:br>
            <a:r>
              <a:rPr lang="en-US" sz="9600" b="1">
                <a:solidFill>
                  <a:schemeClr val="bg1"/>
                </a:solidFill>
              </a:rPr>
              <a:t>BEYOND </a:t>
            </a:r>
            <a:br>
              <a:rPr lang="en-US" sz="9600" b="1">
                <a:solidFill>
                  <a:schemeClr val="bg1"/>
                </a:solidFill>
              </a:rPr>
            </a:br>
            <a:r>
              <a:rPr lang="en-US" sz="9600" b="1">
                <a:solidFill>
                  <a:schemeClr val="bg1"/>
                </a:solidFill>
              </a:rPr>
              <a:t>THIS POINT</a:t>
            </a:r>
          </a:p>
          <a:p>
            <a:pPr algn="ctr">
              <a:lnSpc>
                <a:spcPct val="90000"/>
              </a:lnSpc>
              <a:spcAft>
                <a:spcPts val="2400"/>
              </a:spcAft>
            </a:pPr>
            <a:r>
              <a:rPr lang="en-US" sz="3600" b="0" i="1">
                <a:solidFill>
                  <a:schemeClr val="bg1"/>
                </a:solidFill>
              </a:rPr>
              <a:t>They are not a part of the official template</a:t>
            </a:r>
          </a:p>
        </p:txBody>
      </p:sp>
    </p:spTree>
    <p:extLst>
      <p:ext uri="{BB962C8B-B14F-4D97-AF65-F5344CB8AC3E}">
        <p14:creationId xmlns:p14="http://schemas.microsoft.com/office/powerpoint/2010/main" val="1199188471"/>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7" Type="http://schemas.openxmlformats.org/officeDocument/2006/relationships/slideLayout" Target="../slideLayouts/slideLayout7.xml"/><Relationship Id="rId71" Type="http://schemas.openxmlformats.org/officeDocument/2006/relationships/image" Target="../media/image2.svg"/><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AF230B5-518B-24CC-5360-65ED114C9C97}"/>
              </a:ext>
            </a:extLst>
          </p:cNvPr>
          <p:cNvSpPr>
            <a:spLocks noGrp="1"/>
          </p:cNvSpPr>
          <p:nvPr>
            <p:ph type="title"/>
          </p:nvPr>
        </p:nvSpPr>
        <p:spPr>
          <a:xfrm>
            <a:off x="457200" y="457200"/>
            <a:ext cx="11277600" cy="332399"/>
          </a:xfrm>
          <a:prstGeom prst="rect">
            <a:avLst/>
          </a:prstGeom>
        </p:spPr>
        <p:txBody>
          <a:bodyPr vert="horz" wrap="square" lIns="0" tIns="0" rIns="0" bIns="0" rtlCol="0" anchor="t">
            <a:spAutoFit/>
          </a:bodyPr>
          <a:lstStyle/>
          <a:p>
            <a:r>
              <a:rPr lang="en-US"/>
              <a:t>Click to add title</a:t>
            </a:r>
          </a:p>
        </p:txBody>
      </p:sp>
      <p:sp>
        <p:nvSpPr>
          <p:cNvPr id="3" name="Text Placeholder 2">
            <a:extLst>
              <a:ext uri="{FF2B5EF4-FFF2-40B4-BE49-F238E27FC236}">
                <a16:creationId xmlns:a16="http://schemas.microsoft.com/office/drawing/2014/main" id="{3797B53D-6897-FB10-B4B4-55E663FD6108}"/>
              </a:ext>
            </a:extLst>
          </p:cNvPr>
          <p:cNvSpPr>
            <a:spLocks noGrp="1"/>
          </p:cNvSpPr>
          <p:nvPr>
            <p:ph type="body" idx="1"/>
          </p:nvPr>
        </p:nvSpPr>
        <p:spPr>
          <a:xfrm>
            <a:off x="457200" y="1447800"/>
            <a:ext cx="7518400" cy="4663440"/>
          </a:xfrm>
          <a:prstGeom prst="rect">
            <a:avLst/>
          </a:prstGeom>
        </p:spPr>
        <p:txBody>
          <a:bodyPr vert="horz" lIns="0" tIns="0" rIns="0" bIns="0" rtlCol="0">
            <a:noAutofit/>
          </a:bodyPr>
          <a:lstStyle/>
          <a:p>
            <a:pPr lvl="0"/>
            <a:r>
              <a:rPr lang="en-US"/>
              <a:t>Click to add content</a:t>
            </a:r>
          </a:p>
          <a:p>
            <a:pPr lvl="1"/>
            <a:r>
              <a:rPr lang="en-US"/>
              <a:t>2nd level text</a:t>
            </a:r>
          </a:p>
          <a:p>
            <a:pPr lvl="2"/>
            <a:r>
              <a:rPr lang="en-US"/>
              <a:t>3rd level text</a:t>
            </a:r>
          </a:p>
          <a:p>
            <a:pPr lvl="3"/>
            <a:r>
              <a:rPr lang="en-US"/>
              <a:t>4th level text</a:t>
            </a:r>
          </a:p>
          <a:p>
            <a:pPr lvl="4"/>
            <a:r>
              <a:rPr lang="en-US"/>
              <a:t>5th level text</a:t>
            </a:r>
          </a:p>
          <a:p>
            <a:pPr lvl="5"/>
            <a:r>
              <a:rPr lang="en-US"/>
              <a:t>6th level text</a:t>
            </a:r>
          </a:p>
          <a:p>
            <a:pPr lvl="6"/>
            <a:r>
              <a:rPr lang="en-US"/>
              <a:t>7th level text</a:t>
            </a:r>
          </a:p>
          <a:p>
            <a:pPr lvl="7"/>
            <a:r>
              <a:rPr lang="en-US"/>
              <a:t>8th level text</a:t>
            </a:r>
          </a:p>
          <a:p>
            <a:pPr lvl="8"/>
            <a:r>
              <a:rPr lang="en-US"/>
              <a:t>9th level text</a:t>
            </a:r>
          </a:p>
        </p:txBody>
      </p:sp>
      <p:sp>
        <p:nvSpPr>
          <p:cNvPr id="6" name="Slide Number Placeholder 5">
            <a:extLst>
              <a:ext uri="{FF2B5EF4-FFF2-40B4-BE49-F238E27FC236}">
                <a16:creationId xmlns:a16="http://schemas.microsoft.com/office/drawing/2014/main" id="{F5A3681C-7AE6-4CE0-F456-C8E648A62642}"/>
              </a:ext>
            </a:extLst>
          </p:cNvPr>
          <p:cNvSpPr>
            <a:spLocks noGrp="1"/>
          </p:cNvSpPr>
          <p:nvPr>
            <p:ph type="sldNum" sz="quarter" idx="4"/>
          </p:nvPr>
        </p:nvSpPr>
        <p:spPr>
          <a:xfrm>
            <a:off x="457200" y="6400799"/>
            <a:ext cx="365760" cy="228600"/>
          </a:xfrm>
          <a:prstGeom prst="rect">
            <a:avLst/>
          </a:prstGeom>
        </p:spPr>
        <p:txBody>
          <a:bodyPr vert="horz" lIns="0" tIns="0" rIns="0" bIns="0" rtlCol="0" anchor="ctr"/>
          <a:lstStyle>
            <a:lvl1pPr algn="l">
              <a:defRPr sz="700" b="0">
                <a:solidFill>
                  <a:schemeClr val="tx1"/>
                </a:solidFill>
              </a:defRPr>
            </a:lvl1pPr>
          </a:lstStyle>
          <a:p>
            <a:fld id="{38826FC0-333C-E549-9FA3-0EE43DF298A3}" type="slidenum">
              <a:rPr lang="en-US" smtClean="0"/>
              <a:pPr/>
              <a:t>‹#›</a:t>
            </a:fld>
            <a:endParaRPr lang="en-US"/>
          </a:p>
        </p:txBody>
      </p:sp>
      <p:sp>
        <p:nvSpPr>
          <p:cNvPr id="8" name="Footer Placeholder 7">
            <a:extLst>
              <a:ext uri="{FF2B5EF4-FFF2-40B4-BE49-F238E27FC236}">
                <a16:creationId xmlns:a16="http://schemas.microsoft.com/office/drawing/2014/main" id="{677CCFE7-C984-DC56-6899-8A815F0548C0}"/>
              </a:ext>
              <a:ext uri="{C183D7F6-B498-43B3-948B-1728B52AA6E4}">
                <adec:decorative xmlns:adec="http://schemas.microsoft.com/office/drawing/2017/decorative" val="1"/>
              </a:ext>
            </a:extLst>
          </p:cNvPr>
          <p:cNvSpPr>
            <a:spLocks noGrp="1"/>
          </p:cNvSpPr>
          <p:nvPr>
            <p:ph type="ftr" sz="quarter" idx="3"/>
          </p:nvPr>
        </p:nvSpPr>
        <p:spPr>
          <a:xfrm>
            <a:off x="1005840" y="6400800"/>
            <a:ext cx="1371600" cy="228600"/>
          </a:xfrm>
          <a:prstGeom prst="rect">
            <a:avLst/>
          </a:prstGeom>
        </p:spPr>
        <p:txBody>
          <a:bodyPr vert="horz" lIns="0" tIns="0" rIns="0" bIns="0" rtlCol="0" anchor="ctr"/>
          <a:lstStyle>
            <a:lvl1pPr algn="l">
              <a:defRPr sz="700" b="0">
                <a:solidFill>
                  <a:schemeClr val="tx1"/>
                </a:solidFill>
              </a:defRPr>
            </a:lvl1pPr>
          </a:lstStyle>
          <a:p>
            <a:r>
              <a:rPr lang="en-US"/>
              <a:t>© 2025–2027 Cognizant | Private</a:t>
            </a:r>
          </a:p>
        </p:txBody>
      </p:sp>
      <p:sp>
        <p:nvSpPr>
          <p:cNvPr id="10" name="Date Placeholder 9">
            <a:extLst>
              <a:ext uri="{FF2B5EF4-FFF2-40B4-BE49-F238E27FC236}">
                <a16:creationId xmlns:a16="http://schemas.microsoft.com/office/drawing/2014/main" id="{42283347-4EBC-C7DD-65E3-791D4DBA61D0}"/>
              </a:ext>
            </a:extLst>
          </p:cNvPr>
          <p:cNvSpPr>
            <a:spLocks noGrp="1"/>
          </p:cNvSpPr>
          <p:nvPr>
            <p:ph type="dt" sz="half" idx="2"/>
          </p:nvPr>
        </p:nvSpPr>
        <p:spPr>
          <a:xfrm>
            <a:off x="2651760" y="6400800"/>
            <a:ext cx="1371600" cy="228600"/>
          </a:xfrm>
          <a:prstGeom prst="rect">
            <a:avLst/>
          </a:prstGeom>
        </p:spPr>
        <p:txBody>
          <a:bodyPr vert="horz" lIns="0" tIns="0" rIns="0" bIns="0" rtlCol="0" anchor="ctr"/>
          <a:lstStyle>
            <a:lvl1pPr algn="l">
              <a:defRPr sz="700" b="0">
                <a:solidFill>
                  <a:schemeClr val="tx1"/>
                </a:solidFill>
              </a:defRPr>
            </a:lvl1pPr>
          </a:lstStyle>
          <a:p>
            <a:fld id="{27AD22A3-AE78-4E0B-8A1E-6F5549BCCC30}" type="datetime1">
              <a:rPr lang="en-US" smtClean="0"/>
              <a:t>2/11/2026</a:t>
            </a:fld>
            <a:endParaRPr lang="en-US"/>
          </a:p>
        </p:txBody>
      </p:sp>
      <p:pic>
        <p:nvPicPr>
          <p:cNvPr id="4" name="Cognizant Logo_rgb_pos_2023">
            <a:extLst>
              <a:ext uri="{FF2B5EF4-FFF2-40B4-BE49-F238E27FC236}">
                <a16:creationId xmlns:a16="http://schemas.microsoft.com/office/drawing/2014/main" id="{322DD144-17A4-A3EC-5E8D-205928D3BDB2}"/>
              </a:ext>
              <a:ext uri="{C183D7F6-B498-43B3-948B-1728B52AA6E4}">
                <adec:decorative xmlns:adec="http://schemas.microsoft.com/office/drawing/2017/decorative" val="1"/>
              </a:ext>
            </a:extLst>
          </p:cNvPr>
          <p:cNvPicPr>
            <a:picLocks noChangeAspect="1"/>
          </p:cNvPicPr>
          <p:nvPr/>
        </p:nvPicPr>
        <p:blipFill>
          <a:blip r:embed="rId70">
            <a:extLst>
              <a:ext uri="{96DAC541-7B7A-43D3-8B79-37D633B846F1}">
                <asvg:svgBlip xmlns:asvg="http://schemas.microsoft.com/office/drawing/2016/SVG/main" r:embed="rId71"/>
              </a:ext>
            </a:extLst>
          </a:blip>
          <a:stretch>
            <a:fillRect/>
          </a:stretch>
        </p:blipFill>
        <p:spPr>
          <a:xfrm>
            <a:off x="10591729" y="6454070"/>
            <a:ext cx="1170432" cy="205449"/>
          </a:xfrm>
          <a:prstGeom prst="rect">
            <a:avLst/>
          </a:prstGeom>
        </p:spPr>
      </p:pic>
    </p:spTree>
    <p:extLst>
      <p:ext uri="{BB962C8B-B14F-4D97-AF65-F5344CB8AC3E}">
        <p14:creationId xmlns:p14="http://schemas.microsoft.com/office/powerpoint/2010/main" val="3692451791"/>
      </p:ext>
    </p:extLst>
  </p:cSld>
  <p:clrMap bg1="lt1" tx1="dk1" bg2="lt2" tx2="dk2" accent1="accent1" accent2="accent2" accent3="accent3" accent4="accent4" accent5="accent5" accent6="accent6" hlink="hlink" folHlink="folHlink"/>
  <p:sldLayoutIdLst>
    <p:sldLayoutId id="2147483927" r:id="rId1"/>
    <p:sldLayoutId id="2147483928" r:id="rId2"/>
    <p:sldLayoutId id="2147483929" r:id="rId3"/>
    <p:sldLayoutId id="2147483930" r:id="rId4"/>
    <p:sldLayoutId id="2147483931" r:id="rId5"/>
    <p:sldLayoutId id="2147483932" r:id="rId6"/>
    <p:sldLayoutId id="2147483933" r:id="rId7"/>
    <p:sldLayoutId id="2147483934" r:id="rId8"/>
    <p:sldLayoutId id="2147483935" r:id="rId9"/>
    <p:sldLayoutId id="2147483936" r:id="rId10"/>
    <p:sldLayoutId id="2147483992" r:id="rId11"/>
    <p:sldLayoutId id="2147483993" r:id="rId12"/>
    <p:sldLayoutId id="2147483994" r:id="rId13"/>
    <p:sldLayoutId id="2147484006" r:id="rId14"/>
    <p:sldLayoutId id="2147484007" r:id="rId15"/>
    <p:sldLayoutId id="2147484008" r:id="rId16"/>
    <p:sldLayoutId id="2147483998" r:id="rId17"/>
    <p:sldLayoutId id="2147483999" r:id="rId18"/>
    <p:sldLayoutId id="2147484000" r:id="rId19"/>
    <p:sldLayoutId id="2147484001" r:id="rId20"/>
    <p:sldLayoutId id="2147484002" r:id="rId21"/>
    <p:sldLayoutId id="2147484003" r:id="rId22"/>
    <p:sldLayoutId id="2147483937" r:id="rId23"/>
    <p:sldLayoutId id="2147483938" r:id="rId24"/>
    <p:sldLayoutId id="2147483939" r:id="rId25"/>
    <p:sldLayoutId id="2147483940" r:id="rId26"/>
    <p:sldLayoutId id="2147483941" r:id="rId27"/>
    <p:sldLayoutId id="2147483942" r:id="rId28"/>
    <p:sldLayoutId id="2147483943" r:id="rId29"/>
    <p:sldLayoutId id="2147483944" r:id="rId30"/>
    <p:sldLayoutId id="2147483945" r:id="rId31"/>
    <p:sldLayoutId id="2147483946" r:id="rId32"/>
    <p:sldLayoutId id="2147483947" r:id="rId33"/>
    <p:sldLayoutId id="2147483948" r:id="rId34"/>
    <p:sldLayoutId id="2147483977" r:id="rId35"/>
    <p:sldLayoutId id="2147483978" r:id="rId36"/>
    <p:sldLayoutId id="2147483949" r:id="rId37"/>
    <p:sldLayoutId id="2147483950" r:id="rId38"/>
    <p:sldLayoutId id="2147483951" r:id="rId39"/>
    <p:sldLayoutId id="2147483952" r:id="rId40"/>
    <p:sldLayoutId id="2147483953" r:id="rId41"/>
    <p:sldLayoutId id="2147483954" r:id="rId42"/>
    <p:sldLayoutId id="2147483955" r:id="rId43"/>
    <p:sldLayoutId id="2147483956" r:id="rId44"/>
    <p:sldLayoutId id="2147483957" r:id="rId45"/>
    <p:sldLayoutId id="2147483958" r:id="rId46"/>
    <p:sldLayoutId id="2147483959" r:id="rId47"/>
    <p:sldLayoutId id="2147483960" r:id="rId48"/>
    <p:sldLayoutId id="2147483961" r:id="rId49"/>
    <p:sldLayoutId id="2147483962" r:id="rId50"/>
    <p:sldLayoutId id="2147483963" r:id="rId51"/>
    <p:sldLayoutId id="2147483964" r:id="rId52"/>
    <p:sldLayoutId id="2147483965" r:id="rId53"/>
    <p:sldLayoutId id="2147483966" r:id="rId54"/>
    <p:sldLayoutId id="2147483967" r:id="rId55"/>
    <p:sldLayoutId id="2147484004" r:id="rId56"/>
    <p:sldLayoutId id="2147484005" r:id="rId57"/>
    <p:sldLayoutId id="2147483973" r:id="rId58"/>
    <p:sldLayoutId id="2147483974" r:id="rId59"/>
    <p:sldLayoutId id="2147483975" r:id="rId60"/>
    <p:sldLayoutId id="2147483976" r:id="rId61"/>
    <p:sldLayoutId id="2147483979" r:id="rId62"/>
    <p:sldLayoutId id="2147483987" r:id="rId63"/>
    <p:sldLayoutId id="2147483988" r:id="rId64"/>
    <p:sldLayoutId id="2147483989" r:id="rId65"/>
    <p:sldLayoutId id="2147483990" r:id="rId66"/>
    <p:sldLayoutId id="2147483991" r:id="rId67"/>
    <p:sldLayoutId id="2147483968" r:id="rId68"/>
  </p:sldLayoutIdLst>
  <p:hf hdr="0" dt="0"/>
  <p:txStyles>
    <p:titleStyle>
      <a:lvl1pPr algn="l" defTabSz="914400" rtl="0" eaLnBrk="1" latinLnBrk="0" hangingPunct="1">
        <a:lnSpc>
          <a:spcPct val="90000"/>
        </a:lnSpc>
        <a:spcBef>
          <a:spcPct val="0"/>
        </a:spcBef>
        <a:buNone/>
        <a:defRPr sz="2400" b="1" kern="1200">
          <a:solidFill>
            <a:schemeClr val="tx1"/>
          </a:solidFill>
          <a:latin typeface="+mj-lt"/>
          <a:ea typeface="+mj-ea"/>
          <a:cs typeface="+mj-cs"/>
        </a:defRPr>
      </a:lvl1pPr>
    </p:titleStyle>
    <p:bodyStyle>
      <a:lvl1pPr marL="18288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600" b="0" kern="1200">
          <a:solidFill>
            <a:schemeClr val="tx1"/>
          </a:solidFill>
          <a:latin typeface="+mn-lt"/>
          <a:ea typeface="+mn-ea"/>
          <a:cs typeface="+mn-cs"/>
        </a:defRPr>
      </a:lvl1pPr>
      <a:lvl2pPr marL="393192" indent="-187325"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400" b="0" kern="1200" baseline="0">
          <a:solidFill>
            <a:schemeClr val="tx1"/>
          </a:solidFill>
          <a:latin typeface="+mn-lt"/>
          <a:ea typeface="+mn-ea"/>
          <a:cs typeface="+mn-cs"/>
        </a:defRPr>
      </a:lvl2pPr>
      <a:lvl3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3pPr>
      <a:lvl4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4pPr>
      <a:lvl5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5pPr>
      <a:lvl6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6pPr>
      <a:lvl7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7pPr>
      <a:lvl8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8pPr>
      <a:lvl9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9pPr>
    </p:bodyStyle>
    <p:otherStyle>
      <a:defPPr>
        <a:defRPr lang="en-US"/>
      </a:defPPr>
      <a:lvl1pPr marL="0" algn="l" defTabSz="914400" rtl="0" eaLnBrk="1" latinLnBrk="0" hangingPunct="1">
        <a:defRPr sz="1100" kern="1100">
          <a:solidFill>
            <a:schemeClr val="tx1"/>
          </a:solidFill>
          <a:latin typeface="+mn-lt"/>
          <a:ea typeface="+mn-ea"/>
          <a:cs typeface="+mn-cs"/>
        </a:defRPr>
      </a:lvl1pPr>
      <a:lvl2pPr marL="457200" algn="l" defTabSz="914400" rtl="0" eaLnBrk="1" latinLnBrk="0" hangingPunct="1">
        <a:defRPr sz="1100" kern="1100">
          <a:solidFill>
            <a:schemeClr val="tx1"/>
          </a:solidFill>
          <a:latin typeface="+mn-lt"/>
          <a:ea typeface="+mn-ea"/>
          <a:cs typeface="+mn-cs"/>
        </a:defRPr>
      </a:lvl2pPr>
      <a:lvl3pPr marL="914400" algn="l" defTabSz="914400" rtl="0" eaLnBrk="1" latinLnBrk="0" hangingPunct="1">
        <a:defRPr sz="1100" kern="1100">
          <a:solidFill>
            <a:schemeClr val="tx1"/>
          </a:solidFill>
          <a:latin typeface="+mn-lt"/>
          <a:ea typeface="+mn-ea"/>
          <a:cs typeface="+mn-cs"/>
        </a:defRPr>
      </a:lvl3pPr>
      <a:lvl4pPr marL="1371600" algn="l" defTabSz="914400" rtl="0" eaLnBrk="1" latinLnBrk="0" hangingPunct="1">
        <a:defRPr sz="1100" kern="1100">
          <a:solidFill>
            <a:schemeClr val="tx1"/>
          </a:solidFill>
          <a:latin typeface="+mn-lt"/>
          <a:ea typeface="+mn-ea"/>
          <a:cs typeface="+mn-cs"/>
        </a:defRPr>
      </a:lvl4pPr>
      <a:lvl5pPr marL="1828800" algn="l" defTabSz="914400" rtl="0" eaLnBrk="1" latinLnBrk="0" hangingPunct="1">
        <a:defRPr sz="1100" kern="1100">
          <a:solidFill>
            <a:schemeClr val="tx1"/>
          </a:solidFill>
          <a:latin typeface="+mn-lt"/>
          <a:ea typeface="+mn-ea"/>
          <a:cs typeface="+mn-cs"/>
        </a:defRPr>
      </a:lvl5pPr>
      <a:lvl6pPr marL="2286000" algn="l" defTabSz="914400" rtl="0" eaLnBrk="1" latinLnBrk="0" hangingPunct="1">
        <a:defRPr sz="1100" kern="1100">
          <a:solidFill>
            <a:schemeClr val="tx1"/>
          </a:solidFill>
          <a:latin typeface="+mn-lt"/>
          <a:ea typeface="+mn-ea"/>
          <a:cs typeface="+mn-cs"/>
        </a:defRPr>
      </a:lvl6pPr>
      <a:lvl7pPr marL="2743200" algn="l" defTabSz="914400" rtl="0" eaLnBrk="1" latinLnBrk="0" hangingPunct="1">
        <a:defRPr sz="1100" kern="1100">
          <a:solidFill>
            <a:schemeClr val="tx1"/>
          </a:solidFill>
          <a:latin typeface="+mn-lt"/>
          <a:ea typeface="+mn-ea"/>
          <a:cs typeface="+mn-cs"/>
        </a:defRPr>
      </a:lvl7pPr>
      <a:lvl8pPr marL="3200400" algn="l" defTabSz="914400" rtl="0" eaLnBrk="1" latinLnBrk="0" hangingPunct="1">
        <a:defRPr sz="1100" kern="1100">
          <a:solidFill>
            <a:schemeClr val="tx1"/>
          </a:solidFill>
          <a:latin typeface="+mn-lt"/>
          <a:ea typeface="+mn-ea"/>
          <a:cs typeface="+mn-cs"/>
        </a:defRPr>
      </a:lvl8pPr>
      <a:lvl9pPr marL="3657600" algn="l" defTabSz="914400" rtl="0" eaLnBrk="1" latinLnBrk="0" hangingPunct="1">
        <a:defRPr sz="1100" kern="1100">
          <a:solidFill>
            <a:schemeClr val="tx1"/>
          </a:solidFill>
          <a:latin typeface="+mn-lt"/>
          <a:ea typeface="+mn-ea"/>
          <a:cs typeface="+mn-cs"/>
        </a:defRPr>
      </a:lvl9pPr>
    </p:otherStyle>
  </p:txStyles>
  <p:extLst>
    <p:ext uri="{27BBF7A9-308A-43DC-89C8-2F10F3537804}">
      <p15:sldGuideLst xmlns:p15="http://schemas.microsoft.com/office/powerpoint/2012/main">
        <p15:guide id="19">
          <p15:clr>
            <a:srgbClr val="F26B43"/>
          </p15:clr>
        </p15:guide>
        <p15:guide id="20" pos="7680">
          <p15:clr>
            <a:srgbClr val="F26B43"/>
          </p15:clr>
        </p15:guide>
        <p15:guide id="21" pos="288">
          <p15:clr>
            <a:srgbClr val="F26B43"/>
          </p15:clr>
        </p15:guide>
        <p15:guide id="22" pos="1472">
          <p15:clr>
            <a:srgbClr val="F26B43"/>
          </p15:clr>
        </p15:guide>
        <p15:guide id="23" pos="2656">
          <p15:clr>
            <a:srgbClr val="F26B43"/>
          </p15:clr>
        </p15:guide>
        <p15:guide id="24" pos="3840">
          <p15:clr>
            <a:srgbClr val="F26B43"/>
          </p15:clr>
        </p15:guide>
        <p15:guide id="25" pos="5024">
          <p15:clr>
            <a:srgbClr val="F26B43"/>
          </p15:clr>
        </p15:guide>
        <p15:guide id="26" pos="6208">
          <p15:clr>
            <a:srgbClr val="F26B43"/>
          </p15:clr>
        </p15:guide>
        <p15:guide id="27" pos="7392">
          <p15:clr>
            <a:srgbClr val="F26B43"/>
          </p15:clr>
        </p15:guide>
        <p15:guide id="28" orient="horz">
          <p15:clr>
            <a:srgbClr val="F26B43"/>
          </p15:clr>
        </p15:guide>
        <p15:guide id="29" orient="horz" pos="4320">
          <p15:clr>
            <a:srgbClr val="F26B43"/>
          </p15:clr>
        </p15:guide>
        <p15:guide id="30" orient="horz" pos="288">
          <p15:clr>
            <a:srgbClr val="F26B43"/>
          </p15:clr>
        </p15:guide>
        <p15:guide id="31" orient="horz" pos="912">
          <p15:clr>
            <a:srgbClr val="F26B43"/>
          </p15:clr>
        </p15:guide>
        <p15:guide id="32" orient="horz" pos="1536">
          <p15:clr>
            <a:srgbClr val="F26B43"/>
          </p15:clr>
        </p15:guide>
        <p15:guide id="33" orient="horz" pos="2160">
          <p15:clr>
            <a:srgbClr val="F26B43"/>
          </p15:clr>
        </p15:guide>
        <p15:guide id="34" orient="horz" pos="2784">
          <p15:clr>
            <a:srgbClr val="F26B43"/>
          </p15:clr>
        </p15:guide>
        <p15:guide id="35" orient="horz" pos="3408">
          <p15:clr>
            <a:srgbClr val="F26B43"/>
          </p15:clr>
        </p15:guide>
        <p15:guide id="36" orient="horz" pos="4032">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4.xml"/><Relationship Id="rId5" Type="http://schemas.openxmlformats.org/officeDocument/2006/relationships/image" Target="../media/image26.png"/><Relationship Id="rId4" Type="http://schemas.openxmlformats.org/officeDocument/2006/relationships/image" Target="../media/image2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68C75C-71ED-FF20-51BE-E2A5F6EC62F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9D9EB17-9965-3523-3F99-EF5E53642703}"/>
              </a:ext>
            </a:extLst>
          </p:cNvPr>
          <p:cNvSpPr>
            <a:spLocks noGrp="1"/>
          </p:cNvSpPr>
          <p:nvPr>
            <p:ph type="ctrTitle"/>
          </p:nvPr>
        </p:nvSpPr>
        <p:spPr>
          <a:xfrm>
            <a:off x="594358" y="3429000"/>
            <a:ext cx="4846322" cy="498598"/>
          </a:xfrm>
        </p:spPr>
        <p:txBody>
          <a:bodyPr/>
          <a:lstStyle/>
          <a:p>
            <a:r>
              <a:rPr lang="en-US"/>
              <a:t>Selenium TestNG</a:t>
            </a:r>
          </a:p>
        </p:txBody>
      </p:sp>
      <p:sp>
        <p:nvSpPr>
          <p:cNvPr id="7" name="Text Placeholder 6">
            <a:extLst>
              <a:ext uri="{FF2B5EF4-FFF2-40B4-BE49-F238E27FC236}">
                <a16:creationId xmlns:a16="http://schemas.microsoft.com/office/drawing/2014/main" id="{E8B7C9CE-73D8-B618-3C6A-7BAC4AC03EFE}"/>
              </a:ext>
            </a:extLst>
          </p:cNvPr>
          <p:cNvSpPr>
            <a:spLocks noGrp="1"/>
          </p:cNvSpPr>
          <p:nvPr>
            <p:ph type="body" sz="quarter" idx="13"/>
          </p:nvPr>
        </p:nvSpPr>
        <p:spPr>
          <a:xfrm>
            <a:off x="650238" y="4235999"/>
            <a:ext cx="4023360" cy="234231"/>
          </a:xfrm>
        </p:spPr>
        <p:txBody>
          <a:bodyPr/>
          <a:lstStyle/>
          <a:p>
            <a:r>
              <a:rPr lang="en-US" sz="1500"/>
              <a:t>2025</a:t>
            </a:r>
          </a:p>
        </p:txBody>
      </p:sp>
      <p:sp>
        <p:nvSpPr>
          <p:cNvPr id="2" name="Slide Number Placeholder 1">
            <a:extLst>
              <a:ext uri="{FF2B5EF4-FFF2-40B4-BE49-F238E27FC236}">
                <a16:creationId xmlns:a16="http://schemas.microsoft.com/office/drawing/2014/main" id="{B50EFE23-3685-4631-7E52-9B16716BE8D2}"/>
              </a:ext>
            </a:extLst>
          </p:cNvPr>
          <p:cNvSpPr>
            <a:spLocks noGrp="1"/>
          </p:cNvSpPr>
          <p:nvPr>
            <p:ph type="sldNum" sz="quarter" idx="16"/>
          </p:nvPr>
        </p:nvSpPr>
        <p:spPr/>
        <p:txBody>
          <a:bodyPr/>
          <a:lstStyle/>
          <a:p>
            <a:fld id="{38826FC0-333C-E549-9FA3-0EE43DF298A3}" type="slidenum">
              <a:rPr lang="en-US" smtClean="0"/>
              <a:pPr/>
              <a:t>1</a:t>
            </a:fld>
            <a:endParaRPr lang="en-US"/>
          </a:p>
        </p:txBody>
      </p:sp>
      <p:sp>
        <p:nvSpPr>
          <p:cNvPr id="3" name="Footer Placeholder 2">
            <a:extLst>
              <a:ext uri="{FF2B5EF4-FFF2-40B4-BE49-F238E27FC236}">
                <a16:creationId xmlns:a16="http://schemas.microsoft.com/office/drawing/2014/main" id="{3DB8F2B5-5F1B-4FC5-A9C3-7494EA97D64D}"/>
              </a:ext>
            </a:extLst>
          </p:cNvPr>
          <p:cNvSpPr>
            <a:spLocks noGrp="1"/>
          </p:cNvSpPr>
          <p:nvPr>
            <p:ph type="ftr" sz="quarter" idx="15"/>
          </p:nvPr>
        </p:nvSpPr>
        <p:spPr/>
        <p:txBody>
          <a:bodyPr/>
          <a:lstStyle/>
          <a:p>
            <a:r>
              <a:rPr lang="en-US"/>
              <a:t>© 2025–2027 Cognizant | Private</a:t>
            </a:r>
          </a:p>
        </p:txBody>
      </p:sp>
      <p:sp>
        <p:nvSpPr>
          <p:cNvPr id="4" name="Text Placeholder 6">
            <a:extLst>
              <a:ext uri="{FF2B5EF4-FFF2-40B4-BE49-F238E27FC236}">
                <a16:creationId xmlns:a16="http://schemas.microsoft.com/office/drawing/2014/main" id="{AF39E553-E671-DA9F-82DC-92E03E58BA6B}"/>
              </a:ext>
            </a:extLst>
          </p:cNvPr>
          <p:cNvSpPr txBox="1">
            <a:spLocks/>
          </p:cNvSpPr>
          <p:nvPr/>
        </p:nvSpPr>
        <p:spPr bwMode="white">
          <a:xfrm>
            <a:off x="650238" y="5484001"/>
            <a:ext cx="4023360" cy="187359"/>
          </a:xfrm>
          <a:prstGeom prst="rect">
            <a:avLst/>
          </a:prstGeom>
        </p:spPr>
        <p:txBody>
          <a:bodyPr vert="horz" lIns="0" tIns="0" rIns="0" bIns="0" rtlCol="0">
            <a:spAutoFit/>
          </a:bodyPr>
          <a:lstStyle>
            <a:lvl1pPr marL="0" indent="0" algn="l" defTabSz="914400" rtl="0" eaLnBrk="1" latinLnBrk="0" hangingPunct="1">
              <a:lnSpc>
                <a:spcPct val="110000"/>
              </a:lnSpc>
              <a:spcBef>
                <a:spcPts val="600"/>
              </a:spcBef>
              <a:spcAft>
                <a:spcPts val="0"/>
              </a:spcAft>
              <a:buClr>
                <a:schemeClr val="tx1"/>
              </a:buClr>
              <a:buFont typeface="Arial" panose="020B0604020202020204" pitchFamily="34" charset="0"/>
              <a:buNone/>
              <a:tabLst/>
              <a:defRPr sz="1200" b="0" kern="1200">
                <a:solidFill>
                  <a:schemeClr val="tx1"/>
                </a:solidFill>
                <a:latin typeface="+mn-lt"/>
                <a:ea typeface="+mn-ea"/>
                <a:cs typeface="+mn-cs"/>
              </a:defRPr>
            </a:lvl1pPr>
            <a:lvl2pPr marL="393192" indent="-187325"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400" b="0" kern="1200" baseline="0">
                <a:solidFill>
                  <a:schemeClr val="tx1"/>
                </a:solidFill>
                <a:latin typeface="+mn-lt"/>
                <a:ea typeface="+mn-ea"/>
                <a:cs typeface="+mn-cs"/>
              </a:defRPr>
            </a:lvl2pPr>
            <a:lvl3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3pPr>
            <a:lvl4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4pPr>
            <a:lvl5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5pPr>
            <a:lvl6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6pPr>
            <a:lvl7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7pPr>
            <a:lvl8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8pPr>
            <a:lvl9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9pPr>
          </a:lstStyle>
          <a:p>
            <a:r>
              <a:rPr lang="en-US"/>
              <a:t>Poornima</a:t>
            </a:r>
          </a:p>
        </p:txBody>
      </p:sp>
    </p:spTree>
    <p:extLst>
      <p:ext uri="{BB962C8B-B14F-4D97-AF65-F5344CB8AC3E}">
        <p14:creationId xmlns:p14="http://schemas.microsoft.com/office/powerpoint/2010/main" val="27135348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9A6695-5D7A-6F7C-DC2F-87E2E77DAC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9CDB43-6F08-36B0-0748-F9B35635E94C}"/>
              </a:ext>
            </a:extLst>
          </p:cNvPr>
          <p:cNvSpPr>
            <a:spLocks noGrp="1"/>
          </p:cNvSpPr>
          <p:nvPr>
            <p:ph type="title"/>
          </p:nvPr>
        </p:nvSpPr>
        <p:spPr>
          <a:xfrm>
            <a:off x="457200" y="457200"/>
            <a:ext cx="11277600" cy="332399"/>
          </a:xfrm>
        </p:spPr>
        <p:txBody>
          <a:bodyPr/>
          <a:lstStyle/>
          <a:p>
            <a:r>
              <a:rPr lang="en-IN"/>
              <a:t>Selenium TestNG</a:t>
            </a:r>
          </a:p>
        </p:txBody>
      </p:sp>
      <p:sp>
        <p:nvSpPr>
          <p:cNvPr id="4" name="Footer Placeholder 3">
            <a:extLst>
              <a:ext uri="{FF2B5EF4-FFF2-40B4-BE49-F238E27FC236}">
                <a16:creationId xmlns:a16="http://schemas.microsoft.com/office/drawing/2014/main" id="{FB1A981D-EAB0-5759-9C93-6F0AF80BDE8F}"/>
              </a:ext>
            </a:extLst>
          </p:cNvPr>
          <p:cNvSpPr>
            <a:spLocks noGrp="1"/>
          </p:cNvSpPr>
          <p:nvPr>
            <p:ph type="ftr" sz="quarter" idx="11"/>
          </p:nvPr>
        </p:nvSpPr>
        <p:spPr/>
        <p:txBody>
          <a:bodyPr/>
          <a:lstStyle/>
          <a:p>
            <a:r>
              <a:rPr lang="en-US"/>
              <a:t>© 2025–2027 Cognizant | Private</a:t>
            </a:r>
          </a:p>
        </p:txBody>
      </p:sp>
      <p:sp>
        <p:nvSpPr>
          <p:cNvPr id="5" name="Slide Number Placeholder 4">
            <a:extLst>
              <a:ext uri="{FF2B5EF4-FFF2-40B4-BE49-F238E27FC236}">
                <a16:creationId xmlns:a16="http://schemas.microsoft.com/office/drawing/2014/main" id="{13D01DC3-6F79-D848-8B36-2F7DDBFEDBA4}"/>
              </a:ext>
            </a:extLst>
          </p:cNvPr>
          <p:cNvSpPr>
            <a:spLocks noGrp="1"/>
          </p:cNvSpPr>
          <p:nvPr>
            <p:ph type="sldNum" sz="quarter" idx="12"/>
          </p:nvPr>
        </p:nvSpPr>
        <p:spPr/>
        <p:txBody>
          <a:bodyPr/>
          <a:lstStyle/>
          <a:p>
            <a:fld id="{38826FC0-333C-E549-9FA3-0EE43DF298A3}" type="slidenum">
              <a:rPr lang="en-US" smtClean="0"/>
              <a:pPr/>
              <a:t>2</a:t>
            </a:fld>
            <a:endParaRPr lang="en-US"/>
          </a:p>
        </p:txBody>
      </p:sp>
      <p:sp>
        <p:nvSpPr>
          <p:cNvPr id="6" name="TextBox 5">
            <a:extLst>
              <a:ext uri="{FF2B5EF4-FFF2-40B4-BE49-F238E27FC236}">
                <a16:creationId xmlns:a16="http://schemas.microsoft.com/office/drawing/2014/main" id="{261B0AB4-7F85-FAED-526F-7497FD572140}"/>
              </a:ext>
            </a:extLst>
          </p:cNvPr>
          <p:cNvSpPr txBox="1"/>
          <p:nvPr/>
        </p:nvSpPr>
        <p:spPr>
          <a:xfrm>
            <a:off x="822960" y="1135856"/>
            <a:ext cx="10810240" cy="1292854"/>
          </a:xfrm>
          <a:prstGeom prst="rect">
            <a:avLst/>
          </a:prstGeom>
          <a:noFill/>
        </p:spPr>
        <p:txBody>
          <a:bodyPr wrap="square">
            <a:spAutoFit/>
          </a:bodyPr>
          <a:lstStyle/>
          <a:p>
            <a:pPr>
              <a:lnSpc>
                <a:spcPct val="150000"/>
              </a:lnSpc>
            </a:pPr>
            <a:r>
              <a:rPr lang="en-US" b="1">
                <a:effectLst/>
                <a:latin typeface="Comic Sans MS" panose="030F0702030302020204" pitchFamily="66" charset="0"/>
              </a:rPr>
              <a:t>TestNG</a:t>
            </a:r>
            <a:r>
              <a:rPr lang="en-US">
                <a:latin typeface="Comic Sans MS" panose="030F0702030302020204" pitchFamily="66" charset="0"/>
              </a:rPr>
              <a:t> (Test Next Generation) is a testing framework inspired by JUnit but designed to be more powerful and flexible. When combined with </a:t>
            </a:r>
            <a:r>
              <a:rPr lang="en-US" b="1">
                <a:effectLst/>
                <a:latin typeface="Comic Sans MS" panose="030F0702030302020204" pitchFamily="66" charset="0"/>
              </a:rPr>
              <a:t>Selenium WebDriver</a:t>
            </a:r>
            <a:r>
              <a:rPr lang="en-US">
                <a:latin typeface="Comic Sans MS" panose="030F0702030302020204" pitchFamily="66" charset="0"/>
              </a:rPr>
              <a:t>, it helps structure automation tests, manage execution flow, and generate detailed reports.</a:t>
            </a:r>
            <a:endParaRPr lang="en-IN">
              <a:latin typeface="Comic Sans MS" panose="030F0702030302020204" pitchFamily="66" charset="0"/>
            </a:endParaRPr>
          </a:p>
        </p:txBody>
      </p:sp>
      <p:sp>
        <p:nvSpPr>
          <p:cNvPr id="10" name="TextBox 9">
            <a:extLst>
              <a:ext uri="{FF2B5EF4-FFF2-40B4-BE49-F238E27FC236}">
                <a16:creationId xmlns:a16="http://schemas.microsoft.com/office/drawing/2014/main" id="{FAEE74DA-595D-743F-3127-7629BDA5E8B9}"/>
              </a:ext>
            </a:extLst>
          </p:cNvPr>
          <p:cNvSpPr txBox="1"/>
          <p:nvPr/>
        </p:nvSpPr>
        <p:spPr>
          <a:xfrm>
            <a:off x="822960" y="2522217"/>
            <a:ext cx="10271760" cy="3785075"/>
          </a:xfrm>
          <a:prstGeom prst="rect">
            <a:avLst/>
          </a:prstGeom>
          <a:noFill/>
        </p:spPr>
        <p:txBody>
          <a:bodyPr wrap="square">
            <a:spAutoFit/>
          </a:bodyPr>
          <a:lstStyle/>
          <a:p>
            <a:pPr>
              <a:lnSpc>
                <a:spcPct val="150000"/>
              </a:lnSpc>
              <a:buNone/>
            </a:pPr>
            <a:r>
              <a:rPr lang="en-US" b="1">
                <a:effectLst/>
                <a:latin typeface="Comic Sans MS" panose="030F0702030302020204" pitchFamily="66" charset="0"/>
              </a:rPr>
              <a:t>Key Features of TestNG with Selenium</a:t>
            </a:r>
          </a:p>
          <a:p>
            <a:pPr>
              <a:lnSpc>
                <a:spcPct val="150000"/>
              </a:lnSpc>
              <a:buFont typeface="Arial" panose="020B0604020202020204" pitchFamily="34" charset="0"/>
              <a:buChar char="•"/>
            </a:pPr>
            <a:r>
              <a:rPr lang="en-US" b="1">
                <a:effectLst/>
                <a:latin typeface="Comic Sans MS" panose="030F0702030302020204" pitchFamily="66" charset="0"/>
              </a:rPr>
              <a:t>Annotations</a:t>
            </a:r>
            <a:r>
              <a:rPr lang="en-US">
                <a:effectLst/>
                <a:latin typeface="Comic Sans MS" panose="030F0702030302020204" pitchFamily="66" charset="0"/>
              </a:rPr>
              <a:t> (@Test, @BeforeClass, @AfterMethod, etc.) → Control test setup and teardown.</a:t>
            </a:r>
          </a:p>
          <a:p>
            <a:pPr>
              <a:lnSpc>
                <a:spcPct val="150000"/>
              </a:lnSpc>
              <a:buFont typeface="Arial" panose="020B0604020202020204" pitchFamily="34" charset="0"/>
              <a:buChar char="•"/>
            </a:pPr>
            <a:r>
              <a:rPr lang="en-US" b="1">
                <a:effectLst/>
                <a:latin typeface="Comic Sans MS" panose="030F0702030302020204" pitchFamily="66" charset="0"/>
              </a:rPr>
              <a:t>Grouping &amp; Prioritization</a:t>
            </a:r>
            <a:r>
              <a:rPr lang="en-US">
                <a:effectLst/>
                <a:latin typeface="Comic Sans MS" panose="030F0702030302020204" pitchFamily="66" charset="0"/>
              </a:rPr>
              <a:t> → Run specific sets of tests or control execution order.</a:t>
            </a:r>
          </a:p>
          <a:p>
            <a:pPr>
              <a:lnSpc>
                <a:spcPct val="150000"/>
              </a:lnSpc>
              <a:buFont typeface="Arial" panose="020B0604020202020204" pitchFamily="34" charset="0"/>
              <a:buChar char="•"/>
            </a:pPr>
            <a:r>
              <a:rPr lang="en-US" b="1">
                <a:effectLst/>
                <a:latin typeface="Comic Sans MS" panose="030F0702030302020204" pitchFamily="66" charset="0"/>
              </a:rPr>
              <a:t>Parallel Execution</a:t>
            </a:r>
            <a:r>
              <a:rPr lang="en-US">
                <a:effectLst/>
                <a:latin typeface="Comic Sans MS" panose="030F0702030302020204" pitchFamily="66" charset="0"/>
              </a:rPr>
              <a:t> → Run tests across multiple browsers or environments simultaneously.</a:t>
            </a:r>
          </a:p>
          <a:p>
            <a:pPr>
              <a:lnSpc>
                <a:spcPct val="150000"/>
              </a:lnSpc>
              <a:buFont typeface="Arial" panose="020B0604020202020204" pitchFamily="34" charset="0"/>
              <a:buChar char="•"/>
            </a:pPr>
            <a:r>
              <a:rPr lang="en-US" b="1">
                <a:effectLst/>
                <a:latin typeface="Comic Sans MS" panose="030F0702030302020204" pitchFamily="66" charset="0"/>
              </a:rPr>
              <a:t>Data-driven Testing</a:t>
            </a:r>
            <a:r>
              <a:rPr lang="en-US">
                <a:effectLst/>
                <a:latin typeface="Comic Sans MS" panose="030F0702030302020204" pitchFamily="66" charset="0"/>
              </a:rPr>
              <a:t> → Use @DataProvider or integrate with Apache POI for Excel-based test data.</a:t>
            </a:r>
          </a:p>
          <a:p>
            <a:pPr>
              <a:lnSpc>
                <a:spcPct val="150000"/>
              </a:lnSpc>
              <a:buFont typeface="Arial" panose="020B0604020202020204" pitchFamily="34" charset="0"/>
              <a:buChar char="•"/>
            </a:pPr>
            <a:r>
              <a:rPr lang="en-US" b="1">
                <a:latin typeface="Comic Sans MS" panose="030F0702030302020204" pitchFamily="66" charset="0"/>
              </a:rPr>
              <a:t>Dependencies management </a:t>
            </a:r>
            <a:r>
              <a:rPr lang="en-US">
                <a:latin typeface="Comic Sans MS" panose="030F0702030302020204" pitchFamily="66" charset="0"/>
              </a:rPr>
              <a:t>– Use </a:t>
            </a:r>
            <a:r>
              <a:rPr lang="en-IN" err="1">
                <a:latin typeface="Comic Sans MS" panose="030F0702030302020204" pitchFamily="66" charset="0"/>
              </a:rPr>
              <a:t>dependsOnMethods</a:t>
            </a:r>
            <a:r>
              <a:rPr lang="en-IN">
                <a:latin typeface="Comic Sans MS" panose="030F0702030302020204" pitchFamily="66" charset="0"/>
              </a:rPr>
              <a:t> to manage Test dependencies</a:t>
            </a:r>
          </a:p>
          <a:p>
            <a:pPr>
              <a:lnSpc>
                <a:spcPct val="150000"/>
              </a:lnSpc>
              <a:buFont typeface="Arial" panose="020B0604020202020204" pitchFamily="34" charset="0"/>
              <a:buChar char="•"/>
            </a:pPr>
            <a:r>
              <a:rPr lang="en-US" b="1">
                <a:effectLst/>
                <a:latin typeface="Comic Sans MS" panose="030F0702030302020204" pitchFamily="66" charset="0"/>
              </a:rPr>
              <a:t>Reporting</a:t>
            </a:r>
            <a:r>
              <a:rPr lang="en-US">
                <a:effectLst/>
                <a:latin typeface="Comic Sans MS" panose="030F0702030302020204" pitchFamily="66" charset="0"/>
              </a:rPr>
              <a:t> → Generates HTML/XML reports automatically after execution.</a:t>
            </a:r>
          </a:p>
        </p:txBody>
      </p:sp>
    </p:spTree>
    <p:extLst>
      <p:ext uri="{BB962C8B-B14F-4D97-AF65-F5344CB8AC3E}">
        <p14:creationId xmlns:p14="http://schemas.microsoft.com/office/powerpoint/2010/main" val="26314213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24B78A-86D9-DF1C-FF26-7394B2770E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F248B2-C819-C394-CF39-AE81B4953C20}"/>
              </a:ext>
            </a:extLst>
          </p:cNvPr>
          <p:cNvSpPr>
            <a:spLocks noGrp="1"/>
          </p:cNvSpPr>
          <p:nvPr>
            <p:ph type="title"/>
          </p:nvPr>
        </p:nvSpPr>
        <p:spPr>
          <a:xfrm>
            <a:off x="457200" y="457200"/>
            <a:ext cx="11277600" cy="332399"/>
          </a:xfrm>
        </p:spPr>
        <p:txBody>
          <a:bodyPr/>
          <a:lstStyle/>
          <a:p>
            <a:r>
              <a:rPr lang="en-IN"/>
              <a:t>TestNG priority</a:t>
            </a:r>
          </a:p>
        </p:txBody>
      </p:sp>
      <p:sp>
        <p:nvSpPr>
          <p:cNvPr id="4" name="Footer Placeholder 3">
            <a:extLst>
              <a:ext uri="{FF2B5EF4-FFF2-40B4-BE49-F238E27FC236}">
                <a16:creationId xmlns:a16="http://schemas.microsoft.com/office/drawing/2014/main" id="{8BA75EA5-24F2-7A23-5910-8EDE4589584E}"/>
              </a:ext>
            </a:extLst>
          </p:cNvPr>
          <p:cNvSpPr>
            <a:spLocks noGrp="1"/>
          </p:cNvSpPr>
          <p:nvPr>
            <p:ph type="ftr" sz="quarter" idx="11"/>
          </p:nvPr>
        </p:nvSpPr>
        <p:spPr/>
        <p:txBody>
          <a:bodyPr/>
          <a:lstStyle/>
          <a:p>
            <a:r>
              <a:rPr lang="en-US"/>
              <a:t>© 2025–2027 Cognizant | Private</a:t>
            </a:r>
          </a:p>
        </p:txBody>
      </p:sp>
      <p:sp>
        <p:nvSpPr>
          <p:cNvPr id="5" name="Slide Number Placeholder 4">
            <a:extLst>
              <a:ext uri="{FF2B5EF4-FFF2-40B4-BE49-F238E27FC236}">
                <a16:creationId xmlns:a16="http://schemas.microsoft.com/office/drawing/2014/main" id="{1988024B-5A53-F2C9-1D1C-3695E2B02E12}"/>
              </a:ext>
            </a:extLst>
          </p:cNvPr>
          <p:cNvSpPr>
            <a:spLocks noGrp="1"/>
          </p:cNvSpPr>
          <p:nvPr>
            <p:ph type="sldNum" sz="quarter" idx="12"/>
          </p:nvPr>
        </p:nvSpPr>
        <p:spPr/>
        <p:txBody>
          <a:bodyPr/>
          <a:lstStyle/>
          <a:p>
            <a:fld id="{38826FC0-333C-E549-9FA3-0EE43DF298A3}" type="slidenum">
              <a:rPr lang="en-US" smtClean="0"/>
              <a:pPr/>
              <a:t>3</a:t>
            </a:fld>
            <a:endParaRPr lang="en-US"/>
          </a:p>
        </p:txBody>
      </p:sp>
      <p:sp>
        <p:nvSpPr>
          <p:cNvPr id="9" name="TextBox 8">
            <a:extLst>
              <a:ext uri="{FF2B5EF4-FFF2-40B4-BE49-F238E27FC236}">
                <a16:creationId xmlns:a16="http://schemas.microsoft.com/office/drawing/2014/main" id="{9794FB12-CE87-CF44-27CD-79E3280AEF28}"/>
              </a:ext>
            </a:extLst>
          </p:cNvPr>
          <p:cNvSpPr txBox="1"/>
          <p:nvPr/>
        </p:nvSpPr>
        <p:spPr>
          <a:xfrm>
            <a:off x="568960" y="1055849"/>
            <a:ext cx="11277600" cy="1292854"/>
          </a:xfrm>
          <a:prstGeom prst="rect">
            <a:avLst/>
          </a:prstGeom>
          <a:noFill/>
        </p:spPr>
        <p:txBody>
          <a:bodyPr wrap="square">
            <a:spAutoFit/>
          </a:bodyPr>
          <a:lstStyle/>
          <a:p>
            <a:pPr>
              <a:lnSpc>
                <a:spcPct val="150000"/>
              </a:lnSpc>
            </a:pPr>
            <a:r>
              <a:rPr lang="en-US">
                <a:latin typeface="Comic Sans MS" panose="030F0702030302020204" pitchFamily="66" charset="0"/>
              </a:rPr>
              <a:t>In </a:t>
            </a:r>
            <a:r>
              <a:rPr lang="en-US" b="1">
                <a:effectLst/>
                <a:latin typeface="Comic Sans MS" panose="030F0702030302020204" pitchFamily="66" charset="0"/>
              </a:rPr>
              <a:t>TestNG</a:t>
            </a:r>
            <a:r>
              <a:rPr lang="en-US">
                <a:latin typeface="Comic Sans MS" panose="030F0702030302020204" pitchFamily="66" charset="0"/>
              </a:rPr>
              <a:t>, </a:t>
            </a:r>
            <a:r>
              <a:rPr lang="en-US" i="1">
                <a:effectLst/>
                <a:latin typeface="Comic Sans MS" panose="030F0702030302020204" pitchFamily="66" charset="0"/>
              </a:rPr>
              <a:t>prioritization</a:t>
            </a:r>
            <a:r>
              <a:rPr lang="en-US">
                <a:latin typeface="Comic Sans MS" panose="030F0702030302020204" pitchFamily="66" charset="0"/>
              </a:rPr>
              <a:t> means controlling the order in which your test methods run. By default, TestNG executes tests alphabetically by method name. When you assign a </a:t>
            </a:r>
            <a:r>
              <a:rPr lang="en-US">
                <a:effectLst/>
                <a:latin typeface="Comic Sans MS" panose="030F0702030302020204" pitchFamily="66" charset="0"/>
              </a:rPr>
              <a:t>priority</a:t>
            </a:r>
            <a:r>
              <a:rPr lang="en-US">
                <a:latin typeface="Comic Sans MS" panose="030F0702030302020204" pitchFamily="66" charset="0"/>
              </a:rPr>
              <a:t> attribute to </a:t>
            </a:r>
            <a:r>
              <a:rPr lang="en-US">
                <a:effectLst/>
                <a:latin typeface="Comic Sans MS" panose="030F0702030302020204" pitchFamily="66" charset="0"/>
              </a:rPr>
              <a:t>@Test</a:t>
            </a:r>
            <a:r>
              <a:rPr lang="en-US">
                <a:latin typeface="Comic Sans MS" panose="030F0702030302020204" pitchFamily="66" charset="0"/>
              </a:rPr>
              <a:t>, methods with lower priority numbers run first, giving you precise control over sequencing</a:t>
            </a:r>
            <a:endParaRPr lang="en-IN">
              <a:latin typeface="Comic Sans MS" panose="030F0702030302020204" pitchFamily="66" charset="0"/>
            </a:endParaRPr>
          </a:p>
        </p:txBody>
      </p:sp>
      <p:sp>
        <p:nvSpPr>
          <p:cNvPr id="12" name="TextBox 11">
            <a:extLst>
              <a:ext uri="{FF2B5EF4-FFF2-40B4-BE49-F238E27FC236}">
                <a16:creationId xmlns:a16="http://schemas.microsoft.com/office/drawing/2014/main" id="{78B607CB-A390-95DC-6514-15B380725C27}"/>
              </a:ext>
            </a:extLst>
          </p:cNvPr>
          <p:cNvSpPr txBox="1"/>
          <p:nvPr/>
        </p:nvSpPr>
        <p:spPr>
          <a:xfrm>
            <a:off x="1000760" y="2940073"/>
            <a:ext cx="10414000" cy="2539350"/>
          </a:xfrm>
          <a:prstGeom prst="rect">
            <a:avLst/>
          </a:prstGeom>
          <a:noFill/>
        </p:spPr>
        <p:txBody>
          <a:bodyPr wrap="square">
            <a:spAutoFit/>
          </a:bodyPr>
          <a:lstStyle/>
          <a:p>
            <a:pPr>
              <a:lnSpc>
                <a:spcPct val="150000"/>
              </a:lnSpc>
              <a:buNone/>
            </a:pPr>
            <a:r>
              <a:rPr lang="en-US" b="1">
                <a:effectLst/>
                <a:latin typeface="Comic Sans MS" panose="030F0702030302020204" pitchFamily="66" charset="0"/>
              </a:rPr>
              <a:t>How Prioritization Works</a:t>
            </a:r>
          </a:p>
          <a:p>
            <a:pPr>
              <a:lnSpc>
                <a:spcPct val="150000"/>
              </a:lnSpc>
              <a:buFont typeface="Arial" panose="020B0604020202020204" pitchFamily="34" charset="0"/>
              <a:buChar char="•"/>
            </a:pPr>
            <a:r>
              <a:rPr lang="en-US" b="1">
                <a:effectLst/>
                <a:latin typeface="Comic Sans MS" panose="030F0702030302020204" pitchFamily="66" charset="0"/>
              </a:rPr>
              <a:t>Default behavior:</a:t>
            </a:r>
            <a:r>
              <a:rPr lang="en-US">
                <a:effectLst/>
                <a:latin typeface="Comic Sans MS" panose="030F0702030302020204" pitchFamily="66" charset="0"/>
              </a:rPr>
              <a:t> If no priority is set, TestNG runs tests alphabetically.</a:t>
            </a:r>
          </a:p>
          <a:p>
            <a:pPr>
              <a:lnSpc>
                <a:spcPct val="150000"/>
              </a:lnSpc>
              <a:buFont typeface="Arial" panose="020B0604020202020204" pitchFamily="34" charset="0"/>
              <a:buChar char="•"/>
            </a:pPr>
            <a:r>
              <a:rPr lang="en-US" b="1">
                <a:effectLst/>
                <a:latin typeface="Comic Sans MS" panose="030F0702030302020204" pitchFamily="66" charset="0"/>
              </a:rPr>
              <a:t>Priority attribute:</a:t>
            </a:r>
            <a:r>
              <a:rPr lang="en-US">
                <a:effectLst/>
                <a:latin typeface="Comic Sans MS" panose="030F0702030302020204" pitchFamily="66" charset="0"/>
              </a:rPr>
              <a:t> You can assign @Test(priority = n) where n is an integer.</a:t>
            </a:r>
          </a:p>
          <a:p>
            <a:pPr marL="742950" lvl="1" indent="-285750">
              <a:lnSpc>
                <a:spcPct val="150000"/>
              </a:lnSpc>
              <a:buFont typeface="Arial" panose="020B0604020202020204" pitchFamily="34" charset="0"/>
              <a:buChar char="•"/>
            </a:pPr>
            <a:r>
              <a:rPr lang="en-US">
                <a:effectLst/>
                <a:latin typeface="Comic Sans MS" panose="030F0702030302020204" pitchFamily="66" charset="0"/>
              </a:rPr>
              <a:t>Lower values run first (priority=0 runs before priority=1).</a:t>
            </a:r>
          </a:p>
          <a:p>
            <a:pPr marL="742950" lvl="1" indent="-285750">
              <a:lnSpc>
                <a:spcPct val="150000"/>
              </a:lnSpc>
              <a:buFont typeface="Arial" panose="020B0604020202020204" pitchFamily="34" charset="0"/>
              <a:buChar char="•"/>
            </a:pPr>
            <a:r>
              <a:rPr lang="en-US">
                <a:effectLst/>
                <a:latin typeface="Comic Sans MS" panose="030F0702030302020204" pitchFamily="66" charset="0"/>
              </a:rPr>
              <a:t>Negative values are allowed (they run before 0).</a:t>
            </a:r>
          </a:p>
          <a:p>
            <a:pPr>
              <a:lnSpc>
                <a:spcPct val="150000"/>
              </a:lnSpc>
              <a:buFont typeface="Arial" panose="020B0604020202020204" pitchFamily="34" charset="0"/>
              <a:buChar char="•"/>
            </a:pPr>
            <a:r>
              <a:rPr lang="en-US" b="1">
                <a:effectLst/>
                <a:latin typeface="Comic Sans MS" panose="030F0702030302020204" pitchFamily="66" charset="0"/>
              </a:rPr>
              <a:t>Same priority:</a:t>
            </a:r>
            <a:r>
              <a:rPr lang="en-US">
                <a:effectLst/>
                <a:latin typeface="Comic Sans MS" panose="030F0702030302020204" pitchFamily="66" charset="0"/>
              </a:rPr>
              <a:t> If multiple methods have the same priority, they run alphabetically.</a:t>
            </a:r>
          </a:p>
        </p:txBody>
      </p:sp>
    </p:spTree>
    <p:extLst>
      <p:ext uri="{BB962C8B-B14F-4D97-AF65-F5344CB8AC3E}">
        <p14:creationId xmlns:p14="http://schemas.microsoft.com/office/powerpoint/2010/main" val="2942884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9D0471-E28A-F212-840D-293B18690D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3C3A14-EC47-DDD7-BE4C-5B26005CFEFD}"/>
              </a:ext>
            </a:extLst>
          </p:cNvPr>
          <p:cNvSpPr>
            <a:spLocks noGrp="1"/>
          </p:cNvSpPr>
          <p:nvPr>
            <p:ph type="title"/>
          </p:nvPr>
        </p:nvSpPr>
        <p:spPr>
          <a:xfrm>
            <a:off x="457200" y="457200"/>
            <a:ext cx="11277600" cy="332399"/>
          </a:xfrm>
        </p:spPr>
        <p:txBody>
          <a:bodyPr/>
          <a:lstStyle/>
          <a:p>
            <a:r>
              <a:rPr lang="en-IN"/>
              <a:t>TestNG Annotations</a:t>
            </a:r>
          </a:p>
        </p:txBody>
      </p:sp>
      <p:sp>
        <p:nvSpPr>
          <p:cNvPr id="4" name="Footer Placeholder 3">
            <a:extLst>
              <a:ext uri="{FF2B5EF4-FFF2-40B4-BE49-F238E27FC236}">
                <a16:creationId xmlns:a16="http://schemas.microsoft.com/office/drawing/2014/main" id="{D808E41C-A996-E3C7-6826-87B7856332D8}"/>
              </a:ext>
            </a:extLst>
          </p:cNvPr>
          <p:cNvSpPr>
            <a:spLocks noGrp="1"/>
          </p:cNvSpPr>
          <p:nvPr>
            <p:ph type="ftr" sz="quarter" idx="11"/>
          </p:nvPr>
        </p:nvSpPr>
        <p:spPr/>
        <p:txBody>
          <a:bodyPr/>
          <a:lstStyle/>
          <a:p>
            <a:r>
              <a:rPr lang="en-US"/>
              <a:t>© 2025–2027 Cognizant | Private</a:t>
            </a:r>
          </a:p>
        </p:txBody>
      </p:sp>
      <p:sp>
        <p:nvSpPr>
          <p:cNvPr id="5" name="Slide Number Placeholder 4">
            <a:extLst>
              <a:ext uri="{FF2B5EF4-FFF2-40B4-BE49-F238E27FC236}">
                <a16:creationId xmlns:a16="http://schemas.microsoft.com/office/drawing/2014/main" id="{D764EA73-C905-F04B-2835-7CA9D27458BB}"/>
              </a:ext>
            </a:extLst>
          </p:cNvPr>
          <p:cNvSpPr>
            <a:spLocks noGrp="1"/>
          </p:cNvSpPr>
          <p:nvPr>
            <p:ph type="sldNum" sz="quarter" idx="12"/>
          </p:nvPr>
        </p:nvSpPr>
        <p:spPr/>
        <p:txBody>
          <a:bodyPr/>
          <a:lstStyle/>
          <a:p>
            <a:fld id="{38826FC0-333C-E549-9FA3-0EE43DF298A3}" type="slidenum">
              <a:rPr lang="en-US" smtClean="0"/>
              <a:pPr/>
              <a:t>4</a:t>
            </a:fld>
            <a:endParaRPr lang="en-US"/>
          </a:p>
        </p:txBody>
      </p:sp>
      <p:sp>
        <p:nvSpPr>
          <p:cNvPr id="6" name="TextBox 5">
            <a:extLst>
              <a:ext uri="{FF2B5EF4-FFF2-40B4-BE49-F238E27FC236}">
                <a16:creationId xmlns:a16="http://schemas.microsoft.com/office/drawing/2014/main" id="{730000A5-F221-E548-5124-037E15D5DEEF}"/>
              </a:ext>
            </a:extLst>
          </p:cNvPr>
          <p:cNvSpPr txBox="1"/>
          <p:nvPr/>
        </p:nvSpPr>
        <p:spPr>
          <a:xfrm>
            <a:off x="457200" y="881856"/>
            <a:ext cx="11277600" cy="1292854"/>
          </a:xfrm>
          <a:prstGeom prst="rect">
            <a:avLst/>
          </a:prstGeom>
          <a:noFill/>
        </p:spPr>
        <p:txBody>
          <a:bodyPr wrap="square">
            <a:spAutoFit/>
          </a:bodyPr>
          <a:lstStyle/>
          <a:p>
            <a:pPr>
              <a:lnSpc>
                <a:spcPct val="150000"/>
              </a:lnSpc>
            </a:pPr>
            <a:r>
              <a:rPr lang="en-US">
                <a:latin typeface="Comic Sans MS" panose="030F0702030302020204" pitchFamily="66" charset="0"/>
              </a:rPr>
              <a:t>TestNG annotations are special markers/ metadata tags (like </a:t>
            </a:r>
            <a:r>
              <a:rPr lang="en-US">
                <a:effectLst/>
                <a:latin typeface="Comic Sans MS" panose="030F0702030302020204" pitchFamily="66" charset="0"/>
              </a:rPr>
              <a:t>@Test</a:t>
            </a:r>
            <a:r>
              <a:rPr lang="en-US">
                <a:latin typeface="Comic Sans MS" panose="030F0702030302020204" pitchFamily="66" charset="0"/>
              </a:rPr>
              <a:t>, </a:t>
            </a:r>
            <a:r>
              <a:rPr lang="en-US">
                <a:effectLst/>
                <a:latin typeface="Comic Sans MS" panose="030F0702030302020204" pitchFamily="66" charset="0"/>
              </a:rPr>
              <a:t>@BeforeClass</a:t>
            </a:r>
            <a:r>
              <a:rPr lang="en-US">
                <a:latin typeface="Comic Sans MS" panose="030F0702030302020204" pitchFamily="66" charset="0"/>
              </a:rPr>
              <a:t>, </a:t>
            </a:r>
            <a:r>
              <a:rPr lang="en-US">
                <a:effectLst/>
                <a:latin typeface="Comic Sans MS" panose="030F0702030302020204" pitchFamily="66" charset="0"/>
              </a:rPr>
              <a:t>@AfterMethod</a:t>
            </a:r>
            <a:r>
              <a:rPr lang="en-US">
                <a:latin typeface="Comic Sans MS" panose="030F0702030302020204" pitchFamily="66" charset="0"/>
              </a:rPr>
              <a:t>) that control the execution flow of your Selenium tests. They tell TestNG when to run setup, test, and teardown methods, making automation structured and manageable</a:t>
            </a:r>
            <a:endParaRPr lang="en-IN">
              <a:latin typeface="Comic Sans MS" panose="030F0702030302020204" pitchFamily="66" charset="0"/>
            </a:endParaRPr>
          </a:p>
        </p:txBody>
      </p:sp>
      <p:graphicFrame>
        <p:nvGraphicFramePr>
          <p:cNvPr id="8" name="Table 7">
            <a:extLst>
              <a:ext uri="{FF2B5EF4-FFF2-40B4-BE49-F238E27FC236}">
                <a16:creationId xmlns:a16="http://schemas.microsoft.com/office/drawing/2014/main" id="{5D2EA289-EEF3-2C1A-7C9F-8C1EC9CFDE76}"/>
              </a:ext>
            </a:extLst>
          </p:cNvPr>
          <p:cNvGraphicFramePr>
            <a:graphicFrameLocks noGrp="1"/>
          </p:cNvGraphicFramePr>
          <p:nvPr>
            <p:extLst>
              <p:ext uri="{D42A27DB-BD31-4B8C-83A1-F6EECF244321}">
                <p14:modId xmlns:p14="http://schemas.microsoft.com/office/powerpoint/2010/main" val="2321227359"/>
              </p:ext>
            </p:extLst>
          </p:nvPr>
        </p:nvGraphicFramePr>
        <p:xfrm>
          <a:off x="640080" y="2266967"/>
          <a:ext cx="10728960" cy="3971272"/>
        </p:xfrm>
        <a:graphic>
          <a:graphicData uri="http://schemas.openxmlformats.org/drawingml/2006/table">
            <a:tbl>
              <a:tblPr firstRow="1" firstCol="1">
                <a:tableStyleId>{7DF18680-E054-41AD-8BC1-D1AEF772440D}</a:tableStyleId>
              </a:tblPr>
              <a:tblGrid>
                <a:gridCol w="2570480">
                  <a:extLst>
                    <a:ext uri="{9D8B030D-6E8A-4147-A177-3AD203B41FA5}">
                      <a16:colId xmlns:a16="http://schemas.microsoft.com/office/drawing/2014/main" val="2286618984"/>
                    </a:ext>
                  </a:extLst>
                </a:gridCol>
                <a:gridCol w="4775200">
                  <a:extLst>
                    <a:ext uri="{9D8B030D-6E8A-4147-A177-3AD203B41FA5}">
                      <a16:colId xmlns:a16="http://schemas.microsoft.com/office/drawing/2014/main" val="1397868435"/>
                    </a:ext>
                  </a:extLst>
                </a:gridCol>
                <a:gridCol w="3383280">
                  <a:extLst>
                    <a:ext uri="{9D8B030D-6E8A-4147-A177-3AD203B41FA5}">
                      <a16:colId xmlns:a16="http://schemas.microsoft.com/office/drawing/2014/main" val="1412010355"/>
                    </a:ext>
                  </a:extLst>
                </a:gridCol>
              </a:tblGrid>
              <a:tr h="412600">
                <a:tc>
                  <a:txBody>
                    <a:bodyPr/>
                    <a:lstStyle/>
                    <a:p>
                      <a:pPr>
                        <a:buNone/>
                      </a:pPr>
                      <a:r>
                        <a:rPr lang="en-IN" sz="1800">
                          <a:effectLst/>
                          <a:latin typeface="Comic Sans MS" panose="030F0702030302020204" pitchFamily="66" charset="0"/>
                        </a:rPr>
                        <a:t>Annotation</a:t>
                      </a:r>
                    </a:p>
                  </a:txBody>
                  <a:tcPr anchor="ctr"/>
                </a:tc>
                <a:tc>
                  <a:txBody>
                    <a:bodyPr/>
                    <a:lstStyle/>
                    <a:p>
                      <a:pPr>
                        <a:buNone/>
                      </a:pPr>
                      <a:r>
                        <a:rPr lang="en-IN" sz="1800">
                          <a:effectLst/>
                          <a:latin typeface="Comic Sans MS" panose="030F0702030302020204" pitchFamily="66" charset="0"/>
                        </a:rPr>
                        <a:t>Description</a:t>
                      </a:r>
                    </a:p>
                  </a:txBody>
                  <a:tcPr anchor="ctr"/>
                </a:tc>
                <a:tc>
                  <a:txBody>
                    <a:bodyPr/>
                    <a:lstStyle/>
                    <a:p>
                      <a:pPr>
                        <a:buNone/>
                      </a:pPr>
                      <a:r>
                        <a:rPr lang="en-IN" sz="1800">
                          <a:effectLst/>
                          <a:latin typeface="Comic Sans MS" panose="030F0702030302020204" pitchFamily="66" charset="0"/>
                        </a:rPr>
                        <a:t>Example Usage</a:t>
                      </a:r>
                    </a:p>
                  </a:txBody>
                  <a:tcPr anchor="ctr"/>
                </a:tc>
                <a:extLst>
                  <a:ext uri="{0D108BD9-81ED-4DB2-BD59-A6C34878D82A}">
                    <a16:rowId xmlns:a16="http://schemas.microsoft.com/office/drawing/2014/main" val="2676489774"/>
                  </a:ext>
                </a:extLst>
              </a:tr>
              <a:tr h="395408">
                <a:tc>
                  <a:txBody>
                    <a:bodyPr/>
                    <a:lstStyle/>
                    <a:p>
                      <a:pPr>
                        <a:buNone/>
                      </a:pPr>
                      <a:r>
                        <a:rPr lang="en-IN" sz="1700">
                          <a:effectLst/>
                          <a:latin typeface="Comic Sans MS" panose="030F0702030302020204" pitchFamily="66" charset="0"/>
                        </a:rPr>
                        <a:t>@BeforeSuite</a:t>
                      </a:r>
                    </a:p>
                  </a:txBody>
                  <a:tcPr anchor="ctr"/>
                </a:tc>
                <a:tc>
                  <a:txBody>
                    <a:bodyPr/>
                    <a:lstStyle/>
                    <a:p>
                      <a:pPr>
                        <a:buNone/>
                      </a:pPr>
                      <a:r>
                        <a:rPr lang="en-US" sz="1700">
                          <a:effectLst/>
                          <a:latin typeface="Comic Sans MS" panose="030F0702030302020204" pitchFamily="66" charset="0"/>
                        </a:rPr>
                        <a:t>Runs once before all tests in the suite</a:t>
                      </a:r>
                    </a:p>
                  </a:txBody>
                  <a:tcPr anchor="ctr"/>
                </a:tc>
                <a:tc>
                  <a:txBody>
                    <a:bodyPr/>
                    <a:lstStyle/>
                    <a:p>
                      <a:pPr>
                        <a:buNone/>
                      </a:pPr>
                      <a:r>
                        <a:rPr lang="en-IN" sz="1700">
                          <a:effectLst/>
                          <a:latin typeface="Comic Sans MS" panose="030F0702030302020204" pitchFamily="66" charset="0"/>
                        </a:rPr>
                        <a:t>Initialize global resources</a:t>
                      </a:r>
                    </a:p>
                  </a:txBody>
                  <a:tcPr anchor="ctr"/>
                </a:tc>
                <a:extLst>
                  <a:ext uri="{0D108BD9-81ED-4DB2-BD59-A6C34878D82A}">
                    <a16:rowId xmlns:a16="http://schemas.microsoft.com/office/drawing/2014/main" val="3266861945"/>
                  </a:ext>
                </a:extLst>
              </a:tr>
              <a:tr h="395408">
                <a:tc>
                  <a:txBody>
                    <a:bodyPr/>
                    <a:lstStyle/>
                    <a:p>
                      <a:pPr>
                        <a:buNone/>
                      </a:pPr>
                      <a:r>
                        <a:rPr lang="en-IN" sz="1700">
                          <a:effectLst/>
                          <a:latin typeface="Comic Sans MS" panose="030F0702030302020204" pitchFamily="66" charset="0"/>
                        </a:rPr>
                        <a:t>@AfterSuite</a:t>
                      </a:r>
                    </a:p>
                  </a:txBody>
                  <a:tcPr anchor="ctr"/>
                </a:tc>
                <a:tc>
                  <a:txBody>
                    <a:bodyPr/>
                    <a:lstStyle/>
                    <a:p>
                      <a:pPr>
                        <a:buNone/>
                      </a:pPr>
                      <a:r>
                        <a:rPr lang="en-US" sz="1700">
                          <a:effectLst/>
                          <a:latin typeface="Comic Sans MS" panose="030F0702030302020204" pitchFamily="66" charset="0"/>
                        </a:rPr>
                        <a:t>Runs once after all tests in the suite</a:t>
                      </a:r>
                    </a:p>
                  </a:txBody>
                  <a:tcPr anchor="ctr"/>
                </a:tc>
                <a:tc>
                  <a:txBody>
                    <a:bodyPr/>
                    <a:lstStyle/>
                    <a:p>
                      <a:pPr>
                        <a:buNone/>
                      </a:pPr>
                      <a:r>
                        <a:rPr lang="en-IN" sz="1700">
                          <a:effectLst/>
                          <a:latin typeface="Comic Sans MS" panose="030F0702030302020204" pitchFamily="66" charset="0"/>
                        </a:rPr>
                        <a:t>Close global resources</a:t>
                      </a:r>
                    </a:p>
                  </a:txBody>
                  <a:tcPr anchor="ctr"/>
                </a:tc>
                <a:extLst>
                  <a:ext uri="{0D108BD9-81ED-4DB2-BD59-A6C34878D82A}">
                    <a16:rowId xmlns:a16="http://schemas.microsoft.com/office/drawing/2014/main" val="3647334929"/>
                  </a:ext>
                </a:extLst>
              </a:tr>
              <a:tr h="395408">
                <a:tc>
                  <a:txBody>
                    <a:bodyPr/>
                    <a:lstStyle/>
                    <a:p>
                      <a:pPr>
                        <a:buNone/>
                      </a:pPr>
                      <a:r>
                        <a:rPr lang="en-IN" sz="1700">
                          <a:effectLst/>
                          <a:latin typeface="Comic Sans MS" panose="030F0702030302020204" pitchFamily="66" charset="0"/>
                        </a:rPr>
                        <a:t>@BeforeTest</a:t>
                      </a:r>
                    </a:p>
                  </a:txBody>
                  <a:tcPr anchor="ctr"/>
                </a:tc>
                <a:tc>
                  <a:txBody>
                    <a:bodyPr/>
                    <a:lstStyle/>
                    <a:p>
                      <a:pPr>
                        <a:buNone/>
                      </a:pPr>
                      <a:r>
                        <a:rPr lang="en-US" sz="1700">
                          <a:effectLst/>
                          <a:latin typeface="Comic Sans MS" panose="030F0702030302020204" pitchFamily="66" charset="0"/>
                        </a:rPr>
                        <a:t>Runs before any test method in tag</a:t>
                      </a:r>
                    </a:p>
                  </a:txBody>
                  <a:tcPr anchor="ctr"/>
                </a:tc>
                <a:tc>
                  <a:txBody>
                    <a:bodyPr/>
                    <a:lstStyle/>
                    <a:p>
                      <a:pPr>
                        <a:buNone/>
                      </a:pPr>
                      <a:r>
                        <a:rPr lang="en-IN" sz="1700">
                          <a:effectLst/>
                          <a:latin typeface="Comic Sans MS" panose="030F0702030302020204" pitchFamily="66" charset="0"/>
                        </a:rPr>
                        <a:t>Setup browser</a:t>
                      </a:r>
                    </a:p>
                  </a:txBody>
                  <a:tcPr anchor="ctr"/>
                </a:tc>
                <a:extLst>
                  <a:ext uri="{0D108BD9-81ED-4DB2-BD59-A6C34878D82A}">
                    <a16:rowId xmlns:a16="http://schemas.microsoft.com/office/drawing/2014/main" val="186831923"/>
                  </a:ext>
                </a:extLst>
              </a:tr>
              <a:tr h="395408">
                <a:tc>
                  <a:txBody>
                    <a:bodyPr/>
                    <a:lstStyle/>
                    <a:p>
                      <a:pPr>
                        <a:buNone/>
                      </a:pPr>
                      <a:r>
                        <a:rPr lang="en-IN" sz="1700">
                          <a:effectLst/>
                          <a:latin typeface="Comic Sans MS" panose="030F0702030302020204" pitchFamily="66" charset="0"/>
                        </a:rPr>
                        <a:t>@AfterTest</a:t>
                      </a:r>
                    </a:p>
                  </a:txBody>
                  <a:tcPr anchor="ctr"/>
                </a:tc>
                <a:tc>
                  <a:txBody>
                    <a:bodyPr/>
                    <a:lstStyle/>
                    <a:p>
                      <a:pPr>
                        <a:buNone/>
                      </a:pPr>
                      <a:r>
                        <a:rPr lang="en-US" sz="1700">
                          <a:effectLst/>
                          <a:latin typeface="Comic Sans MS" panose="030F0702030302020204" pitchFamily="66" charset="0"/>
                        </a:rPr>
                        <a:t>Runs after all test methods in tag</a:t>
                      </a:r>
                    </a:p>
                  </a:txBody>
                  <a:tcPr anchor="ctr"/>
                </a:tc>
                <a:tc>
                  <a:txBody>
                    <a:bodyPr/>
                    <a:lstStyle/>
                    <a:p>
                      <a:pPr>
                        <a:buNone/>
                      </a:pPr>
                      <a:r>
                        <a:rPr lang="en-IN" sz="1700">
                          <a:effectLst/>
                          <a:latin typeface="Comic Sans MS" panose="030F0702030302020204" pitchFamily="66" charset="0"/>
                        </a:rPr>
                        <a:t>Close browser</a:t>
                      </a:r>
                    </a:p>
                  </a:txBody>
                  <a:tcPr anchor="ctr"/>
                </a:tc>
                <a:extLst>
                  <a:ext uri="{0D108BD9-81ED-4DB2-BD59-A6C34878D82A}">
                    <a16:rowId xmlns:a16="http://schemas.microsoft.com/office/drawing/2014/main" val="1711619600"/>
                  </a:ext>
                </a:extLst>
              </a:tr>
              <a:tr h="395408">
                <a:tc>
                  <a:txBody>
                    <a:bodyPr/>
                    <a:lstStyle/>
                    <a:p>
                      <a:pPr>
                        <a:buNone/>
                      </a:pPr>
                      <a:r>
                        <a:rPr lang="en-IN" sz="1700">
                          <a:effectLst/>
                          <a:latin typeface="Comic Sans MS" panose="030F0702030302020204" pitchFamily="66" charset="0"/>
                        </a:rPr>
                        <a:t>@BeforeClass</a:t>
                      </a:r>
                    </a:p>
                  </a:txBody>
                  <a:tcPr anchor="ctr"/>
                </a:tc>
                <a:tc>
                  <a:txBody>
                    <a:bodyPr/>
                    <a:lstStyle/>
                    <a:p>
                      <a:pPr>
                        <a:buNone/>
                      </a:pPr>
                      <a:r>
                        <a:rPr lang="en-US" sz="1700">
                          <a:effectLst/>
                          <a:latin typeface="Comic Sans MS" panose="030F0702030302020204" pitchFamily="66" charset="0"/>
                        </a:rPr>
                        <a:t>Runs before the first method in the class</a:t>
                      </a:r>
                    </a:p>
                  </a:txBody>
                  <a:tcPr anchor="ctr"/>
                </a:tc>
                <a:tc>
                  <a:txBody>
                    <a:bodyPr/>
                    <a:lstStyle/>
                    <a:p>
                      <a:pPr>
                        <a:buNone/>
                      </a:pPr>
                      <a:r>
                        <a:rPr lang="en-IN" sz="1700">
                          <a:effectLst/>
                          <a:latin typeface="Comic Sans MS" panose="030F0702030302020204" pitchFamily="66" charset="0"/>
                        </a:rPr>
                        <a:t>Open application</a:t>
                      </a:r>
                    </a:p>
                  </a:txBody>
                  <a:tcPr anchor="ctr"/>
                </a:tc>
                <a:extLst>
                  <a:ext uri="{0D108BD9-81ED-4DB2-BD59-A6C34878D82A}">
                    <a16:rowId xmlns:a16="http://schemas.microsoft.com/office/drawing/2014/main" val="2241314873"/>
                  </a:ext>
                </a:extLst>
              </a:tr>
              <a:tr h="395408">
                <a:tc>
                  <a:txBody>
                    <a:bodyPr/>
                    <a:lstStyle/>
                    <a:p>
                      <a:pPr>
                        <a:buNone/>
                      </a:pPr>
                      <a:r>
                        <a:rPr lang="en-IN" sz="1700">
                          <a:effectLst/>
                          <a:latin typeface="Comic Sans MS" panose="030F0702030302020204" pitchFamily="66" charset="0"/>
                        </a:rPr>
                        <a:t>@AfterClass</a:t>
                      </a:r>
                    </a:p>
                  </a:txBody>
                  <a:tcPr anchor="ctr"/>
                </a:tc>
                <a:tc>
                  <a:txBody>
                    <a:bodyPr/>
                    <a:lstStyle/>
                    <a:p>
                      <a:pPr>
                        <a:buNone/>
                      </a:pPr>
                      <a:r>
                        <a:rPr lang="en-US" sz="1700">
                          <a:effectLst/>
                          <a:latin typeface="Comic Sans MS" panose="030F0702030302020204" pitchFamily="66" charset="0"/>
                        </a:rPr>
                        <a:t>Runs after all methods in the class</a:t>
                      </a:r>
                    </a:p>
                  </a:txBody>
                  <a:tcPr anchor="ctr"/>
                </a:tc>
                <a:tc>
                  <a:txBody>
                    <a:bodyPr/>
                    <a:lstStyle/>
                    <a:p>
                      <a:pPr>
                        <a:buNone/>
                      </a:pPr>
                      <a:r>
                        <a:rPr lang="en-IN" sz="1700">
                          <a:effectLst/>
                          <a:latin typeface="Comic Sans MS" panose="030F0702030302020204" pitchFamily="66" charset="0"/>
                        </a:rPr>
                        <a:t>Logout/close app</a:t>
                      </a:r>
                    </a:p>
                  </a:txBody>
                  <a:tcPr anchor="ctr"/>
                </a:tc>
                <a:extLst>
                  <a:ext uri="{0D108BD9-81ED-4DB2-BD59-A6C34878D82A}">
                    <a16:rowId xmlns:a16="http://schemas.microsoft.com/office/drawing/2014/main" val="3330278824"/>
                  </a:ext>
                </a:extLst>
              </a:tr>
              <a:tr h="395408">
                <a:tc>
                  <a:txBody>
                    <a:bodyPr/>
                    <a:lstStyle/>
                    <a:p>
                      <a:pPr>
                        <a:buNone/>
                      </a:pPr>
                      <a:r>
                        <a:rPr lang="en-IN" sz="1700">
                          <a:effectLst/>
                          <a:latin typeface="Comic Sans MS" panose="030F0702030302020204" pitchFamily="66" charset="0"/>
                        </a:rPr>
                        <a:t>@BeforeMethod</a:t>
                      </a:r>
                    </a:p>
                  </a:txBody>
                  <a:tcPr anchor="ctr"/>
                </a:tc>
                <a:tc>
                  <a:txBody>
                    <a:bodyPr/>
                    <a:lstStyle/>
                    <a:p>
                      <a:pPr>
                        <a:buNone/>
                      </a:pPr>
                      <a:r>
                        <a:rPr lang="en-US" sz="1700">
                          <a:effectLst/>
                          <a:latin typeface="Comic Sans MS" panose="030F0702030302020204" pitchFamily="66" charset="0"/>
                        </a:rPr>
                        <a:t>Runs before each @Test method</a:t>
                      </a:r>
                    </a:p>
                  </a:txBody>
                  <a:tcPr anchor="ctr"/>
                </a:tc>
                <a:tc>
                  <a:txBody>
                    <a:bodyPr/>
                    <a:lstStyle/>
                    <a:p>
                      <a:pPr>
                        <a:buNone/>
                      </a:pPr>
                      <a:r>
                        <a:rPr lang="en-IN" sz="1700">
                          <a:effectLst/>
                          <a:latin typeface="Comic Sans MS" panose="030F0702030302020204" pitchFamily="66" charset="0"/>
                        </a:rPr>
                        <a:t>Navigate to login page</a:t>
                      </a:r>
                    </a:p>
                  </a:txBody>
                  <a:tcPr anchor="ctr"/>
                </a:tc>
                <a:extLst>
                  <a:ext uri="{0D108BD9-81ED-4DB2-BD59-A6C34878D82A}">
                    <a16:rowId xmlns:a16="http://schemas.microsoft.com/office/drawing/2014/main" val="1225343918"/>
                  </a:ext>
                </a:extLst>
              </a:tr>
              <a:tr h="395408">
                <a:tc>
                  <a:txBody>
                    <a:bodyPr/>
                    <a:lstStyle/>
                    <a:p>
                      <a:pPr>
                        <a:buNone/>
                      </a:pPr>
                      <a:r>
                        <a:rPr lang="en-IN" sz="1700">
                          <a:effectLst/>
                          <a:latin typeface="Comic Sans MS" panose="030F0702030302020204" pitchFamily="66" charset="0"/>
                        </a:rPr>
                        <a:t>@AfterMethod</a:t>
                      </a:r>
                    </a:p>
                  </a:txBody>
                  <a:tcPr anchor="ctr"/>
                </a:tc>
                <a:tc>
                  <a:txBody>
                    <a:bodyPr/>
                    <a:lstStyle/>
                    <a:p>
                      <a:pPr>
                        <a:buNone/>
                      </a:pPr>
                      <a:r>
                        <a:rPr lang="en-US" sz="1700">
                          <a:effectLst/>
                          <a:latin typeface="Comic Sans MS" panose="030F0702030302020204" pitchFamily="66" charset="0"/>
                        </a:rPr>
                        <a:t>Runs after each @Test method</a:t>
                      </a:r>
                    </a:p>
                  </a:txBody>
                  <a:tcPr anchor="ctr"/>
                </a:tc>
                <a:tc>
                  <a:txBody>
                    <a:bodyPr/>
                    <a:lstStyle/>
                    <a:p>
                      <a:pPr>
                        <a:buNone/>
                      </a:pPr>
                      <a:r>
                        <a:rPr lang="en-IN" sz="1700">
                          <a:effectLst/>
                          <a:latin typeface="Comic Sans MS" panose="030F0702030302020204" pitchFamily="66" charset="0"/>
                        </a:rPr>
                        <a:t>Clear cookies</a:t>
                      </a:r>
                    </a:p>
                  </a:txBody>
                  <a:tcPr anchor="ctr"/>
                </a:tc>
                <a:extLst>
                  <a:ext uri="{0D108BD9-81ED-4DB2-BD59-A6C34878D82A}">
                    <a16:rowId xmlns:a16="http://schemas.microsoft.com/office/drawing/2014/main" val="2039065927"/>
                  </a:ext>
                </a:extLst>
              </a:tr>
              <a:tr h="395408">
                <a:tc>
                  <a:txBody>
                    <a:bodyPr/>
                    <a:lstStyle/>
                    <a:p>
                      <a:pPr>
                        <a:buNone/>
                      </a:pPr>
                      <a:r>
                        <a:rPr lang="en-IN" sz="1700">
                          <a:effectLst/>
                          <a:latin typeface="Comic Sans MS" panose="030F0702030302020204" pitchFamily="66" charset="0"/>
                        </a:rPr>
                        <a:t>@Test</a:t>
                      </a:r>
                    </a:p>
                  </a:txBody>
                  <a:tcPr anchor="ctr"/>
                </a:tc>
                <a:tc>
                  <a:txBody>
                    <a:bodyPr/>
                    <a:lstStyle/>
                    <a:p>
                      <a:pPr>
                        <a:buNone/>
                      </a:pPr>
                      <a:r>
                        <a:rPr lang="en-US" sz="1700">
                          <a:effectLst/>
                          <a:latin typeface="Comic Sans MS" panose="030F0702030302020204" pitchFamily="66" charset="0"/>
                        </a:rPr>
                        <a:t>Marks a method as a test case</a:t>
                      </a:r>
                    </a:p>
                  </a:txBody>
                  <a:tcPr anchor="ctr"/>
                </a:tc>
                <a:tc>
                  <a:txBody>
                    <a:bodyPr/>
                    <a:lstStyle/>
                    <a:p>
                      <a:pPr>
                        <a:buNone/>
                      </a:pPr>
                      <a:r>
                        <a:rPr lang="en-IN" sz="1700">
                          <a:effectLst/>
                          <a:latin typeface="Comic Sans MS" panose="030F0702030302020204" pitchFamily="66" charset="0"/>
                        </a:rPr>
                        <a:t>Actual test logic</a:t>
                      </a:r>
                    </a:p>
                  </a:txBody>
                  <a:tcPr anchor="ctr"/>
                </a:tc>
                <a:extLst>
                  <a:ext uri="{0D108BD9-81ED-4DB2-BD59-A6C34878D82A}">
                    <a16:rowId xmlns:a16="http://schemas.microsoft.com/office/drawing/2014/main" val="1851248984"/>
                  </a:ext>
                </a:extLst>
              </a:tr>
            </a:tbl>
          </a:graphicData>
        </a:graphic>
      </p:graphicFrame>
    </p:spTree>
    <p:extLst>
      <p:ext uri="{BB962C8B-B14F-4D97-AF65-F5344CB8AC3E}">
        <p14:creationId xmlns:p14="http://schemas.microsoft.com/office/powerpoint/2010/main" val="41410219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C31B26-7A3E-2356-1C17-223BF654C9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44B47B-2D11-912F-A421-1B413652AEAE}"/>
              </a:ext>
            </a:extLst>
          </p:cNvPr>
          <p:cNvSpPr>
            <a:spLocks noGrp="1"/>
          </p:cNvSpPr>
          <p:nvPr>
            <p:ph type="title"/>
          </p:nvPr>
        </p:nvSpPr>
        <p:spPr>
          <a:xfrm>
            <a:off x="457200" y="457200"/>
            <a:ext cx="11277600" cy="332399"/>
          </a:xfrm>
        </p:spPr>
        <p:txBody>
          <a:bodyPr/>
          <a:lstStyle/>
          <a:p>
            <a:r>
              <a:rPr lang="en-IN"/>
              <a:t>TestNG Assertion</a:t>
            </a:r>
          </a:p>
        </p:txBody>
      </p:sp>
      <p:sp>
        <p:nvSpPr>
          <p:cNvPr id="4" name="Footer Placeholder 3">
            <a:extLst>
              <a:ext uri="{FF2B5EF4-FFF2-40B4-BE49-F238E27FC236}">
                <a16:creationId xmlns:a16="http://schemas.microsoft.com/office/drawing/2014/main" id="{6B77AC3D-5FB9-ABFF-6BBF-D54D12C3B0CD}"/>
              </a:ext>
            </a:extLst>
          </p:cNvPr>
          <p:cNvSpPr>
            <a:spLocks noGrp="1"/>
          </p:cNvSpPr>
          <p:nvPr>
            <p:ph type="ftr" sz="quarter" idx="11"/>
          </p:nvPr>
        </p:nvSpPr>
        <p:spPr/>
        <p:txBody>
          <a:bodyPr/>
          <a:lstStyle/>
          <a:p>
            <a:r>
              <a:rPr lang="en-US"/>
              <a:t>© 2025–2027 Cognizant | Private</a:t>
            </a:r>
          </a:p>
        </p:txBody>
      </p:sp>
      <p:sp>
        <p:nvSpPr>
          <p:cNvPr id="5" name="Slide Number Placeholder 4">
            <a:extLst>
              <a:ext uri="{FF2B5EF4-FFF2-40B4-BE49-F238E27FC236}">
                <a16:creationId xmlns:a16="http://schemas.microsoft.com/office/drawing/2014/main" id="{BEE29CEC-9C7A-BE03-C71F-9462D47FB45F}"/>
              </a:ext>
            </a:extLst>
          </p:cNvPr>
          <p:cNvSpPr>
            <a:spLocks noGrp="1"/>
          </p:cNvSpPr>
          <p:nvPr>
            <p:ph type="sldNum" sz="quarter" idx="12"/>
          </p:nvPr>
        </p:nvSpPr>
        <p:spPr/>
        <p:txBody>
          <a:bodyPr/>
          <a:lstStyle/>
          <a:p>
            <a:fld id="{38826FC0-333C-E549-9FA3-0EE43DF298A3}" type="slidenum">
              <a:rPr lang="en-US" smtClean="0"/>
              <a:pPr/>
              <a:t>5</a:t>
            </a:fld>
            <a:endParaRPr lang="en-US"/>
          </a:p>
        </p:txBody>
      </p:sp>
      <p:sp>
        <p:nvSpPr>
          <p:cNvPr id="3" name="Content Placeholder 2">
            <a:extLst>
              <a:ext uri="{FF2B5EF4-FFF2-40B4-BE49-F238E27FC236}">
                <a16:creationId xmlns:a16="http://schemas.microsoft.com/office/drawing/2014/main" id="{CD198DC3-31BC-66F5-DF13-DC6F92987AF2}"/>
              </a:ext>
            </a:extLst>
          </p:cNvPr>
          <p:cNvSpPr>
            <a:spLocks noGrp="1"/>
          </p:cNvSpPr>
          <p:nvPr>
            <p:ph idx="1"/>
          </p:nvPr>
        </p:nvSpPr>
        <p:spPr>
          <a:xfrm>
            <a:off x="822960" y="1303020"/>
            <a:ext cx="10566400" cy="4251960"/>
          </a:xfrm>
        </p:spPr>
        <p:txBody>
          <a:bodyPr anchor="ctr">
            <a:normAutofit/>
          </a:bodyPr>
          <a:lstStyle/>
          <a:p>
            <a:r>
              <a:rPr lang="en-IN" sz="2000">
                <a:latin typeface="Comic Sans MS" panose="030F0702030302020204" pitchFamily="66" charset="0"/>
              </a:rPr>
              <a:t>Assertions in TestNG are mechanisms used within test cases to validate that the actual outcome of a test matches the expected outcome.</a:t>
            </a:r>
          </a:p>
          <a:p>
            <a:r>
              <a:rPr lang="en-IN" sz="2000">
                <a:latin typeface="Comic Sans MS" panose="030F0702030302020204" pitchFamily="66" charset="0"/>
              </a:rPr>
              <a:t> They are crucial for determining whether a test passes or fails.</a:t>
            </a:r>
          </a:p>
          <a:p>
            <a:r>
              <a:rPr lang="en-IN" sz="2000">
                <a:latin typeface="Comic Sans MS" panose="030F0702030302020204" pitchFamily="66" charset="0"/>
              </a:rPr>
              <a:t> TestNG provides a rich set of assertion methods within the </a:t>
            </a:r>
            <a:r>
              <a:rPr lang="en-IN" sz="2000" err="1">
                <a:latin typeface="Comic Sans MS" panose="030F0702030302020204" pitchFamily="66" charset="0"/>
              </a:rPr>
              <a:t>org.testng.Assert</a:t>
            </a:r>
            <a:r>
              <a:rPr lang="en-IN" sz="2000">
                <a:latin typeface="Comic Sans MS" panose="030F0702030302020204" pitchFamily="66" charset="0"/>
              </a:rPr>
              <a:t> class.</a:t>
            </a:r>
          </a:p>
          <a:p>
            <a:pPr marL="0" indent="0">
              <a:buNone/>
            </a:pPr>
            <a:endParaRPr lang="en-IN" sz="2000">
              <a:latin typeface="Comic Sans MS" panose="030F0702030302020204" pitchFamily="66" charset="0"/>
            </a:endParaRPr>
          </a:p>
          <a:p>
            <a:r>
              <a:rPr lang="en-IN" sz="2000">
                <a:latin typeface="Comic Sans MS" panose="030F0702030302020204" pitchFamily="66" charset="0"/>
              </a:rPr>
              <a:t>Purpose:</a:t>
            </a:r>
          </a:p>
          <a:p>
            <a:pPr lvl="1"/>
            <a:r>
              <a:rPr lang="en-IN" sz="2000">
                <a:latin typeface="Comic Sans MS" panose="030F0702030302020204" pitchFamily="66" charset="0"/>
              </a:rPr>
              <a:t>To verify conditions and states within your application under test.</a:t>
            </a:r>
          </a:p>
          <a:p>
            <a:pPr lvl="1"/>
            <a:r>
              <a:rPr lang="en-IN" sz="2000">
                <a:latin typeface="Comic Sans MS" panose="030F0702030302020204" pitchFamily="66" charset="0"/>
              </a:rPr>
              <a:t>To compare actual results with expected results.</a:t>
            </a:r>
          </a:p>
          <a:p>
            <a:pPr lvl="1"/>
            <a:r>
              <a:rPr lang="en-IN" sz="2000">
                <a:latin typeface="Comic Sans MS" panose="030F0702030302020204" pitchFamily="66" charset="0"/>
              </a:rPr>
              <a:t>To determine the pass/fail status of individual test steps and the overall test case.</a:t>
            </a:r>
          </a:p>
        </p:txBody>
      </p:sp>
    </p:spTree>
    <p:extLst>
      <p:ext uri="{BB962C8B-B14F-4D97-AF65-F5344CB8AC3E}">
        <p14:creationId xmlns:p14="http://schemas.microsoft.com/office/powerpoint/2010/main" val="7133926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B2F3B3-2C28-3EEE-20DA-C477EC0205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AFDCEF-0105-BE5D-D387-3C0C674E9533}"/>
              </a:ext>
            </a:extLst>
          </p:cNvPr>
          <p:cNvSpPr>
            <a:spLocks noGrp="1"/>
          </p:cNvSpPr>
          <p:nvPr>
            <p:ph type="title"/>
          </p:nvPr>
        </p:nvSpPr>
        <p:spPr>
          <a:xfrm>
            <a:off x="457200" y="457200"/>
            <a:ext cx="11277600" cy="332399"/>
          </a:xfrm>
        </p:spPr>
        <p:txBody>
          <a:bodyPr/>
          <a:lstStyle/>
          <a:p>
            <a:r>
              <a:rPr lang="en-IN"/>
              <a:t>TestNG – Hard Assertion</a:t>
            </a:r>
          </a:p>
        </p:txBody>
      </p:sp>
      <p:sp>
        <p:nvSpPr>
          <p:cNvPr id="4" name="Footer Placeholder 3">
            <a:extLst>
              <a:ext uri="{FF2B5EF4-FFF2-40B4-BE49-F238E27FC236}">
                <a16:creationId xmlns:a16="http://schemas.microsoft.com/office/drawing/2014/main" id="{DB6B8028-33EE-2952-A39D-920FB46F52E9}"/>
              </a:ext>
            </a:extLst>
          </p:cNvPr>
          <p:cNvSpPr>
            <a:spLocks noGrp="1"/>
          </p:cNvSpPr>
          <p:nvPr>
            <p:ph type="ftr" sz="quarter" idx="11"/>
          </p:nvPr>
        </p:nvSpPr>
        <p:spPr/>
        <p:txBody>
          <a:bodyPr/>
          <a:lstStyle/>
          <a:p>
            <a:r>
              <a:rPr lang="en-US"/>
              <a:t>© 2025–2027 Cognizant | Private</a:t>
            </a:r>
          </a:p>
        </p:txBody>
      </p:sp>
      <p:sp>
        <p:nvSpPr>
          <p:cNvPr id="5" name="Slide Number Placeholder 4">
            <a:extLst>
              <a:ext uri="{FF2B5EF4-FFF2-40B4-BE49-F238E27FC236}">
                <a16:creationId xmlns:a16="http://schemas.microsoft.com/office/drawing/2014/main" id="{A8751690-9FEE-C039-70DE-54B4553AC818}"/>
              </a:ext>
            </a:extLst>
          </p:cNvPr>
          <p:cNvSpPr>
            <a:spLocks noGrp="1"/>
          </p:cNvSpPr>
          <p:nvPr>
            <p:ph type="sldNum" sz="quarter" idx="12"/>
          </p:nvPr>
        </p:nvSpPr>
        <p:spPr/>
        <p:txBody>
          <a:bodyPr/>
          <a:lstStyle/>
          <a:p>
            <a:fld id="{38826FC0-333C-E549-9FA3-0EE43DF298A3}" type="slidenum">
              <a:rPr lang="en-US" smtClean="0"/>
              <a:pPr/>
              <a:t>6</a:t>
            </a:fld>
            <a:endParaRPr lang="en-US"/>
          </a:p>
        </p:txBody>
      </p:sp>
      <p:sp>
        <p:nvSpPr>
          <p:cNvPr id="7" name="Content Placeholder 6">
            <a:extLst>
              <a:ext uri="{FF2B5EF4-FFF2-40B4-BE49-F238E27FC236}">
                <a16:creationId xmlns:a16="http://schemas.microsoft.com/office/drawing/2014/main" id="{87265D98-52A3-8E92-1DCB-1CDC0945D1CF}"/>
              </a:ext>
            </a:extLst>
          </p:cNvPr>
          <p:cNvSpPr>
            <a:spLocks noGrp="1"/>
          </p:cNvSpPr>
          <p:nvPr>
            <p:ph idx="1"/>
          </p:nvPr>
        </p:nvSpPr>
        <p:spPr>
          <a:xfrm>
            <a:off x="538480" y="1207599"/>
            <a:ext cx="10942320" cy="1752600"/>
          </a:xfrm>
        </p:spPr>
        <p:txBody>
          <a:bodyPr/>
          <a:lstStyle/>
          <a:p>
            <a:pPr marL="228600" lvl="1">
              <a:spcBef>
                <a:spcPts val="1000"/>
              </a:spcBef>
            </a:pPr>
            <a:r>
              <a:rPr lang="en-IN" sz="1800">
                <a:solidFill>
                  <a:schemeClr val="tx2"/>
                </a:solidFill>
                <a:latin typeface="Comic Sans MS" panose="030F0702030302020204" pitchFamily="66" charset="0"/>
              </a:rPr>
              <a:t>These are the standard assertions provided by the </a:t>
            </a:r>
            <a:r>
              <a:rPr lang="en-IN" sz="1800" err="1">
                <a:solidFill>
                  <a:schemeClr val="tx2"/>
                </a:solidFill>
                <a:latin typeface="Comic Sans MS" panose="030F0702030302020204" pitchFamily="66" charset="0"/>
              </a:rPr>
              <a:t>org.testng.Assert</a:t>
            </a:r>
            <a:r>
              <a:rPr lang="en-IN" sz="1800">
                <a:solidFill>
                  <a:schemeClr val="tx2"/>
                </a:solidFill>
                <a:latin typeface="Comic Sans MS" panose="030F0702030302020204" pitchFamily="66" charset="0"/>
              </a:rPr>
              <a:t> class.</a:t>
            </a:r>
          </a:p>
          <a:p>
            <a:pPr marL="228600" lvl="1">
              <a:spcBef>
                <a:spcPts val="1000"/>
              </a:spcBef>
            </a:pPr>
            <a:r>
              <a:rPr lang="en-IN" sz="1800">
                <a:solidFill>
                  <a:schemeClr val="tx2"/>
                </a:solidFill>
                <a:latin typeface="Comic Sans MS" panose="030F0702030302020204" pitchFamily="66" charset="0"/>
              </a:rPr>
              <a:t>If a hard assertion fails, it immediately throws an </a:t>
            </a:r>
            <a:r>
              <a:rPr lang="en-IN" sz="1800" err="1">
                <a:solidFill>
                  <a:schemeClr val="tx2"/>
                </a:solidFill>
                <a:latin typeface="Comic Sans MS" panose="030F0702030302020204" pitchFamily="66" charset="0"/>
              </a:rPr>
              <a:t>AssertionError</a:t>
            </a:r>
            <a:r>
              <a:rPr lang="en-IN" sz="1800">
                <a:solidFill>
                  <a:schemeClr val="tx2"/>
                </a:solidFill>
                <a:latin typeface="Comic Sans MS" panose="030F0702030302020204" pitchFamily="66" charset="0"/>
              </a:rPr>
              <a:t> and terminates the execution of the current test method.</a:t>
            </a:r>
          </a:p>
          <a:p>
            <a:r>
              <a:rPr lang="en-IN" sz="1800">
                <a:solidFill>
                  <a:schemeClr val="tx2"/>
                </a:solidFill>
                <a:latin typeface="Comic Sans MS" panose="030F0702030302020204" pitchFamily="66" charset="0"/>
              </a:rPr>
              <a:t>This is useful when a critical condition must be met before proceeding with further steps in a test</a:t>
            </a:r>
            <a:endParaRPr lang="en-IN">
              <a:latin typeface="Comic Sans MS" panose="030F0702030302020204" pitchFamily="66" charset="0"/>
            </a:endParaRPr>
          </a:p>
        </p:txBody>
      </p:sp>
      <p:sp>
        <p:nvSpPr>
          <p:cNvPr id="8" name="Content Placeholder 2">
            <a:extLst>
              <a:ext uri="{FF2B5EF4-FFF2-40B4-BE49-F238E27FC236}">
                <a16:creationId xmlns:a16="http://schemas.microsoft.com/office/drawing/2014/main" id="{A7946C16-94E3-FEFA-78EF-B1A6A5692475}"/>
              </a:ext>
            </a:extLst>
          </p:cNvPr>
          <p:cNvSpPr txBox="1">
            <a:spLocks/>
          </p:cNvSpPr>
          <p:nvPr/>
        </p:nvSpPr>
        <p:spPr>
          <a:xfrm>
            <a:off x="640080" y="2801278"/>
            <a:ext cx="5257801" cy="3599521"/>
          </a:xfrm>
          <a:prstGeom prst="rect">
            <a:avLst/>
          </a:prstGeom>
        </p:spPr>
        <p:txBody>
          <a:bodyPr vert="horz" lIns="0" tIns="0" rIns="0" bIns="0" rtlCol="0" anchor="ctr">
            <a:normAutofit/>
          </a:bodyPr>
          <a:lstStyle>
            <a:lvl1pPr marL="18288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600" b="0" kern="1200">
                <a:solidFill>
                  <a:schemeClr val="tx1"/>
                </a:solidFill>
                <a:latin typeface="+mn-lt"/>
                <a:ea typeface="+mn-ea"/>
                <a:cs typeface="+mn-cs"/>
              </a:defRPr>
            </a:lvl1pPr>
            <a:lvl2pPr marL="393192" indent="-187325"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400" b="0" kern="1200" baseline="0">
                <a:solidFill>
                  <a:schemeClr val="tx1"/>
                </a:solidFill>
                <a:latin typeface="+mn-lt"/>
                <a:ea typeface="+mn-ea"/>
                <a:cs typeface="+mn-cs"/>
              </a:defRPr>
            </a:lvl2pPr>
            <a:lvl3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3pPr>
            <a:lvl4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4pPr>
            <a:lvl5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5pPr>
            <a:lvl6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6pPr>
            <a:lvl7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7pPr>
            <a:lvl8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8pPr>
            <a:lvl9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9pPr>
          </a:lstStyle>
          <a:p>
            <a:r>
              <a:rPr lang="en-IN" sz="1800" err="1">
                <a:latin typeface="Comic Sans MS" panose="030F0702030302020204" pitchFamily="66" charset="0"/>
              </a:rPr>
              <a:t>Assert.assertEquals</a:t>
            </a:r>
            <a:r>
              <a:rPr lang="en-IN" sz="1800">
                <a:latin typeface="Comic Sans MS" panose="030F0702030302020204" pitchFamily="66" charset="0"/>
              </a:rPr>
              <a:t>(actual, expected): Checks if two values are equal.</a:t>
            </a:r>
          </a:p>
          <a:p>
            <a:r>
              <a:rPr lang="en-IN" sz="1800" err="1">
                <a:latin typeface="Comic Sans MS" panose="030F0702030302020204" pitchFamily="66" charset="0"/>
              </a:rPr>
              <a:t>Assert.assertNotEquals</a:t>
            </a:r>
            <a:r>
              <a:rPr lang="en-IN" sz="1800">
                <a:latin typeface="Comic Sans MS" panose="030F0702030302020204" pitchFamily="66" charset="0"/>
              </a:rPr>
              <a:t>(actual, expected): Checks if two values are not equal.</a:t>
            </a:r>
          </a:p>
          <a:p>
            <a:r>
              <a:rPr lang="en-IN" sz="1800" err="1">
                <a:latin typeface="Comic Sans MS" panose="030F0702030302020204" pitchFamily="66" charset="0"/>
              </a:rPr>
              <a:t>Assert.assertTrue</a:t>
            </a:r>
            <a:r>
              <a:rPr lang="en-IN" sz="1800">
                <a:latin typeface="Comic Sans MS" panose="030F0702030302020204" pitchFamily="66" charset="0"/>
              </a:rPr>
              <a:t>(condition): Checks if a condition is true.</a:t>
            </a:r>
          </a:p>
          <a:p>
            <a:r>
              <a:rPr lang="en-IN" sz="1800" err="1">
                <a:latin typeface="Comic Sans MS" panose="030F0702030302020204" pitchFamily="66" charset="0"/>
              </a:rPr>
              <a:t>Assert.assertFalse</a:t>
            </a:r>
            <a:r>
              <a:rPr lang="en-IN" sz="1800">
                <a:latin typeface="Comic Sans MS" panose="030F0702030302020204" pitchFamily="66" charset="0"/>
              </a:rPr>
              <a:t>(condition): Checks if a condition is false.</a:t>
            </a:r>
          </a:p>
          <a:p>
            <a:r>
              <a:rPr lang="en-IN" sz="1800" err="1">
                <a:latin typeface="Comic Sans MS" panose="030F0702030302020204" pitchFamily="66" charset="0"/>
              </a:rPr>
              <a:t>Assert.assertNull</a:t>
            </a:r>
            <a:r>
              <a:rPr lang="en-IN" sz="1800">
                <a:latin typeface="Comic Sans MS" panose="030F0702030302020204" pitchFamily="66" charset="0"/>
              </a:rPr>
              <a:t>(object): Checks if an object is null.</a:t>
            </a:r>
          </a:p>
        </p:txBody>
      </p:sp>
      <p:sp>
        <p:nvSpPr>
          <p:cNvPr id="10" name="TextBox 9">
            <a:extLst>
              <a:ext uri="{FF2B5EF4-FFF2-40B4-BE49-F238E27FC236}">
                <a16:creationId xmlns:a16="http://schemas.microsoft.com/office/drawing/2014/main" id="{4C24A5E0-61E8-8D40-D5F3-625B9F5582F2}"/>
              </a:ext>
            </a:extLst>
          </p:cNvPr>
          <p:cNvSpPr txBox="1"/>
          <p:nvPr/>
        </p:nvSpPr>
        <p:spPr>
          <a:xfrm>
            <a:off x="6187440" y="3378200"/>
            <a:ext cx="5364480" cy="1200329"/>
          </a:xfrm>
          <a:prstGeom prst="rect">
            <a:avLst/>
          </a:prstGeom>
          <a:noFill/>
        </p:spPr>
        <p:txBody>
          <a:bodyPr wrap="square">
            <a:spAutoFit/>
          </a:bodyPr>
          <a:lstStyle/>
          <a:p>
            <a:pPr marL="285750" indent="-285750">
              <a:buFont typeface="Arial" panose="020B0604020202020204" pitchFamily="34" charset="0"/>
              <a:buChar char="•"/>
            </a:pPr>
            <a:r>
              <a:rPr lang="en-IN" sz="1800" err="1">
                <a:latin typeface="Comic Sans MS" panose="030F0702030302020204" pitchFamily="66" charset="0"/>
              </a:rPr>
              <a:t>Assert.assertNotNull</a:t>
            </a:r>
            <a:r>
              <a:rPr lang="en-IN" sz="1800">
                <a:latin typeface="Comic Sans MS" panose="030F0702030302020204" pitchFamily="66" charset="0"/>
              </a:rPr>
              <a:t>(object): Checks if an object is not null</a:t>
            </a:r>
          </a:p>
          <a:p>
            <a:pPr marL="285750" indent="-285750">
              <a:buFont typeface="Arial" panose="020B0604020202020204" pitchFamily="34" charset="0"/>
              <a:buChar char="•"/>
            </a:pPr>
            <a:r>
              <a:rPr lang="en-US" sz="1800" err="1">
                <a:latin typeface="Comic Sans MS" panose="030F0702030302020204" pitchFamily="66" charset="0"/>
              </a:rPr>
              <a:t>Assert.fail</a:t>
            </a:r>
            <a:r>
              <a:rPr lang="en-US" sz="1800">
                <a:latin typeface="Comic Sans MS" panose="030F0702030302020204" pitchFamily="66" charset="0"/>
              </a:rPr>
              <a:t>() → Forces a test to fail intentionally.</a:t>
            </a:r>
            <a:endParaRPr lang="en-IN" sz="1800">
              <a:latin typeface="Comic Sans MS" panose="030F0702030302020204" pitchFamily="66" charset="0"/>
            </a:endParaRPr>
          </a:p>
        </p:txBody>
      </p:sp>
    </p:spTree>
    <p:extLst>
      <p:ext uri="{BB962C8B-B14F-4D97-AF65-F5344CB8AC3E}">
        <p14:creationId xmlns:p14="http://schemas.microsoft.com/office/powerpoint/2010/main" val="1786394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C5190A-E6A1-B297-34FF-4EB2AE16A5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2AD5E6-B189-F561-FCDE-727E33183DFE}"/>
              </a:ext>
            </a:extLst>
          </p:cNvPr>
          <p:cNvSpPr>
            <a:spLocks noGrp="1"/>
          </p:cNvSpPr>
          <p:nvPr>
            <p:ph type="title"/>
          </p:nvPr>
        </p:nvSpPr>
        <p:spPr>
          <a:xfrm>
            <a:off x="457200" y="457200"/>
            <a:ext cx="11277600" cy="332399"/>
          </a:xfrm>
        </p:spPr>
        <p:txBody>
          <a:bodyPr/>
          <a:lstStyle/>
          <a:p>
            <a:r>
              <a:rPr lang="en-IN"/>
              <a:t>TestNG – Soft Assertion</a:t>
            </a:r>
          </a:p>
        </p:txBody>
      </p:sp>
      <p:sp>
        <p:nvSpPr>
          <p:cNvPr id="4" name="Footer Placeholder 3">
            <a:extLst>
              <a:ext uri="{FF2B5EF4-FFF2-40B4-BE49-F238E27FC236}">
                <a16:creationId xmlns:a16="http://schemas.microsoft.com/office/drawing/2014/main" id="{1EC4938E-6503-E94C-2835-7ABC8277CFB3}"/>
              </a:ext>
            </a:extLst>
          </p:cNvPr>
          <p:cNvSpPr>
            <a:spLocks noGrp="1"/>
          </p:cNvSpPr>
          <p:nvPr>
            <p:ph type="ftr" sz="quarter" idx="11"/>
          </p:nvPr>
        </p:nvSpPr>
        <p:spPr/>
        <p:txBody>
          <a:bodyPr/>
          <a:lstStyle/>
          <a:p>
            <a:r>
              <a:rPr lang="en-US"/>
              <a:t>© 2025–2027 Cognizant | Private</a:t>
            </a:r>
          </a:p>
        </p:txBody>
      </p:sp>
      <p:sp>
        <p:nvSpPr>
          <p:cNvPr id="5" name="Slide Number Placeholder 4">
            <a:extLst>
              <a:ext uri="{FF2B5EF4-FFF2-40B4-BE49-F238E27FC236}">
                <a16:creationId xmlns:a16="http://schemas.microsoft.com/office/drawing/2014/main" id="{944ECFA2-9D62-2A89-BAA7-F7BE90E03E16}"/>
              </a:ext>
            </a:extLst>
          </p:cNvPr>
          <p:cNvSpPr>
            <a:spLocks noGrp="1"/>
          </p:cNvSpPr>
          <p:nvPr>
            <p:ph type="sldNum" sz="quarter" idx="12"/>
          </p:nvPr>
        </p:nvSpPr>
        <p:spPr/>
        <p:txBody>
          <a:bodyPr/>
          <a:lstStyle/>
          <a:p>
            <a:fld id="{38826FC0-333C-E549-9FA3-0EE43DF298A3}" type="slidenum">
              <a:rPr lang="en-US" smtClean="0"/>
              <a:pPr/>
              <a:t>7</a:t>
            </a:fld>
            <a:endParaRPr lang="en-US"/>
          </a:p>
        </p:txBody>
      </p:sp>
      <p:sp>
        <p:nvSpPr>
          <p:cNvPr id="6" name="Content Placeholder 5">
            <a:extLst>
              <a:ext uri="{FF2B5EF4-FFF2-40B4-BE49-F238E27FC236}">
                <a16:creationId xmlns:a16="http://schemas.microsoft.com/office/drawing/2014/main" id="{FC71F4A4-D2FF-6294-58F6-C1DD84EC4B07}"/>
              </a:ext>
            </a:extLst>
          </p:cNvPr>
          <p:cNvSpPr>
            <a:spLocks noGrp="1"/>
          </p:cNvSpPr>
          <p:nvPr>
            <p:ph idx="1"/>
          </p:nvPr>
        </p:nvSpPr>
        <p:spPr>
          <a:xfrm>
            <a:off x="538480" y="1219200"/>
            <a:ext cx="10779760" cy="2316480"/>
          </a:xfrm>
        </p:spPr>
        <p:txBody>
          <a:bodyPr/>
          <a:lstStyle/>
          <a:p>
            <a:pPr>
              <a:lnSpc>
                <a:spcPct val="150000"/>
              </a:lnSpc>
            </a:pPr>
            <a:r>
              <a:rPr lang="en-US" sz="1800">
                <a:latin typeface="Comic Sans MS" panose="030F0702030302020204" pitchFamily="66" charset="0"/>
              </a:rPr>
              <a:t>Provided by the </a:t>
            </a:r>
            <a:r>
              <a:rPr lang="en-US" sz="1800" err="1">
                <a:latin typeface="Comic Sans MS" panose="030F0702030302020204" pitchFamily="66" charset="0"/>
              </a:rPr>
              <a:t>org.testng.asserts.SoftAssert</a:t>
            </a:r>
            <a:r>
              <a:rPr lang="en-US" sz="1800">
                <a:latin typeface="Comic Sans MS" panose="030F0702030302020204" pitchFamily="66" charset="0"/>
              </a:rPr>
              <a:t> class.</a:t>
            </a:r>
          </a:p>
          <a:p>
            <a:pPr>
              <a:lnSpc>
                <a:spcPct val="150000"/>
              </a:lnSpc>
            </a:pPr>
            <a:r>
              <a:rPr lang="en-US" sz="1800">
                <a:latin typeface="Comic Sans MS" panose="030F0702030302020204" pitchFamily="66" charset="0"/>
              </a:rPr>
              <a:t>If a soft assertion fails, it records the failure but continues the execution of the test method.</a:t>
            </a:r>
          </a:p>
          <a:p>
            <a:pPr>
              <a:lnSpc>
                <a:spcPct val="150000"/>
              </a:lnSpc>
            </a:pPr>
            <a:r>
              <a:rPr lang="en-US" sz="1800">
                <a:latin typeface="Comic Sans MS" panose="030F0702030302020204" pitchFamily="66" charset="0"/>
              </a:rPr>
              <a:t>All recorded failures are reported at the end of the test method using </a:t>
            </a:r>
            <a:r>
              <a:rPr lang="en-US" sz="1800" err="1">
                <a:latin typeface="Comic Sans MS" panose="030F0702030302020204" pitchFamily="66" charset="0"/>
              </a:rPr>
              <a:t>softAssert.assertAll</a:t>
            </a:r>
            <a:r>
              <a:rPr lang="en-US" sz="1800">
                <a:latin typeface="Comic Sans MS" panose="030F0702030302020204" pitchFamily="66" charset="0"/>
              </a:rPr>
              <a:t>().</a:t>
            </a:r>
          </a:p>
          <a:p>
            <a:pPr>
              <a:lnSpc>
                <a:spcPct val="150000"/>
              </a:lnSpc>
            </a:pPr>
            <a:r>
              <a:rPr lang="en-US" sz="1800">
                <a:latin typeface="Comic Sans MS" panose="030F0702030302020204" pitchFamily="66" charset="0"/>
              </a:rPr>
              <a:t>This is beneficial when you want to validate multiple conditions within a single test and gather all failures before deciding the test's overall status.</a:t>
            </a:r>
          </a:p>
          <a:p>
            <a:pPr>
              <a:lnSpc>
                <a:spcPct val="150000"/>
              </a:lnSpc>
            </a:pPr>
            <a:endParaRPr lang="en-IN" sz="1800">
              <a:latin typeface="Comic Sans MS" panose="030F0702030302020204" pitchFamily="66" charset="0"/>
            </a:endParaRPr>
          </a:p>
        </p:txBody>
      </p:sp>
    </p:spTree>
    <p:extLst>
      <p:ext uri="{BB962C8B-B14F-4D97-AF65-F5344CB8AC3E}">
        <p14:creationId xmlns:p14="http://schemas.microsoft.com/office/powerpoint/2010/main" val="31580224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AA2BF3-1CD1-8C4C-DFD9-F7A14E7073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9B2F21-E4BA-4BB5-27B4-DCFB87966800}"/>
              </a:ext>
            </a:extLst>
          </p:cNvPr>
          <p:cNvSpPr>
            <a:spLocks noGrp="1"/>
          </p:cNvSpPr>
          <p:nvPr>
            <p:ph type="title"/>
          </p:nvPr>
        </p:nvSpPr>
        <p:spPr>
          <a:xfrm>
            <a:off x="457200" y="457200"/>
            <a:ext cx="11277600" cy="332399"/>
          </a:xfrm>
        </p:spPr>
        <p:txBody>
          <a:bodyPr/>
          <a:lstStyle/>
          <a:p>
            <a:r>
              <a:rPr lang="en-IN"/>
              <a:t>TestNG – Dependency Methods</a:t>
            </a:r>
          </a:p>
        </p:txBody>
      </p:sp>
      <p:sp>
        <p:nvSpPr>
          <p:cNvPr id="4" name="Footer Placeholder 3">
            <a:extLst>
              <a:ext uri="{FF2B5EF4-FFF2-40B4-BE49-F238E27FC236}">
                <a16:creationId xmlns:a16="http://schemas.microsoft.com/office/drawing/2014/main" id="{E293EA2C-B493-7C85-AAEA-34F292BDC811}"/>
              </a:ext>
            </a:extLst>
          </p:cNvPr>
          <p:cNvSpPr>
            <a:spLocks noGrp="1"/>
          </p:cNvSpPr>
          <p:nvPr>
            <p:ph type="ftr" sz="quarter" idx="11"/>
          </p:nvPr>
        </p:nvSpPr>
        <p:spPr/>
        <p:txBody>
          <a:bodyPr/>
          <a:lstStyle/>
          <a:p>
            <a:r>
              <a:rPr lang="en-US"/>
              <a:t>© 2025–2027 Cognizant | Private</a:t>
            </a:r>
          </a:p>
        </p:txBody>
      </p:sp>
      <p:sp>
        <p:nvSpPr>
          <p:cNvPr id="5" name="Slide Number Placeholder 4">
            <a:extLst>
              <a:ext uri="{FF2B5EF4-FFF2-40B4-BE49-F238E27FC236}">
                <a16:creationId xmlns:a16="http://schemas.microsoft.com/office/drawing/2014/main" id="{F3782913-47A5-762E-6043-1004407D9B0A}"/>
              </a:ext>
            </a:extLst>
          </p:cNvPr>
          <p:cNvSpPr>
            <a:spLocks noGrp="1"/>
          </p:cNvSpPr>
          <p:nvPr>
            <p:ph type="sldNum" sz="quarter" idx="12"/>
          </p:nvPr>
        </p:nvSpPr>
        <p:spPr/>
        <p:txBody>
          <a:bodyPr/>
          <a:lstStyle/>
          <a:p>
            <a:fld id="{38826FC0-333C-E549-9FA3-0EE43DF298A3}" type="slidenum">
              <a:rPr lang="en-US" smtClean="0"/>
              <a:pPr/>
              <a:t>8</a:t>
            </a:fld>
            <a:endParaRPr lang="en-US"/>
          </a:p>
        </p:txBody>
      </p:sp>
      <p:sp>
        <p:nvSpPr>
          <p:cNvPr id="7" name="Content Placeholder 6">
            <a:extLst>
              <a:ext uri="{FF2B5EF4-FFF2-40B4-BE49-F238E27FC236}">
                <a16:creationId xmlns:a16="http://schemas.microsoft.com/office/drawing/2014/main" id="{0846121F-4813-0365-9E4B-544D5D806371}"/>
              </a:ext>
            </a:extLst>
          </p:cNvPr>
          <p:cNvSpPr>
            <a:spLocks noGrp="1"/>
          </p:cNvSpPr>
          <p:nvPr>
            <p:ph idx="1"/>
          </p:nvPr>
        </p:nvSpPr>
        <p:spPr>
          <a:xfrm>
            <a:off x="457200" y="1097280"/>
            <a:ext cx="10942320" cy="4663440"/>
          </a:xfrm>
        </p:spPr>
        <p:txBody>
          <a:bodyPr/>
          <a:lstStyle/>
          <a:p>
            <a:pPr>
              <a:lnSpc>
                <a:spcPct val="150000"/>
              </a:lnSpc>
            </a:pPr>
            <a:r>
              <a:rPr lang="en-IN" sz="1800">
                <a:latin typeface="Comic Sans MS" panose="030F0702030302020204" pitchFamily="66" charset="0"/>
              </a:rPr>
              <a:t>Dependency is a feature in TestNG that allows a test method to depend on a single or a group of test methods. </a:t>
            </a:r>
          </a:p>
          <a:p>
            <a:pPr>
              <a:lnSpc>
                <a:spcPct val="150000"/>
              </a:lnSpc>
            </a:pPr>
            <a:r>
              <a:rPr lang="en-US" sz="1800">
                <a:latin typeface="Comic Sans MS" panose="030F0702030302020204" pitchFamily="66" charset="0"/>
              </a:rPr>
              <a:t>Dependencies allow you to specify that one test method should only run if another test method succeeds.</a:t>
            </a:r>
            <a:endParaRPr lang="en-IN" sz="1800">
              <a:latin typeface="Comic Sans MS" panose="030F0702030302020204" pitchFamily="66" charset="0"/>
            </a:endParaRPr>
          </a:p>
          <a:p>
            <a:pPr>
              <a:lnSpc>
                <a:spcPct val="150000"/>
              </a:lnSpc>
            </a:pPr>
            <a:r>
              <a:rPr lang="en-IN" sz="1800">
                <a:latin typeface="Comic Sans MS" panose="030F0702030302020204" pitchFamily="66" charset="0"/>
              </a:rPr>
              <a:t>This will help in executing a set of tests to be executed before a test method. </a:t>
            </a:r>
          </a:p>
          <a:p>
            <a:pPr>
              <a:lnSpc>
                <a:spcPct val="150000"/>
              </a:lnSpc>
            </a:pPr>
            <a:r>
              <a:rPr lang="en-IN" sz="1800">
                <a:latin typeface="Comic Sans MS" panose="030F0702030302020204" pitchFamily="66" charset="0"/>
              </a:rPr>
              <a:t>Method dependency only works if the “depend-on-method” is part of the same class or any of the inherited base class (i.e. while extending a class).</a:t>
            </a:r>
          </a:p>
          <a:p>
            <a:pPr>
              <a:lnSpc>
                <a:spcPct val="150000"/>
              </a:lnSpc>
            </a:pPr>
            <a:r>
              <a:rPr lang="en-IN" sz="1800">
                <a:latin typeface="Comic Sans MS" panose="030F0702030302020204" pitchFamily="66" charset="0"/>
              </a:rPr>
              <a:t>Syntax: @Test(priority=5,dependsOnMethods={"method1","method2"})</a:t>
            </a:r>
          </a:p>
          <a:p>
            <a:pPr>
              <a:lnSpc>
                <a:spcPct val="150000"/>
              </a:lnSpc>
            </a:pPr>
            <a:endParaRPr lang="en-IN" sz="1800">
              <a:latin typeface="Comic Sans MS" panose="030F0702030302020204" pitchFamily="66" charset="0"/>
            </a:endParaRPr>
          </a:p>
        </p:txBody>
      </p:sp>
    </p:spTree>
    <p:extLst>
      <p:ext uri="{BB962C8B-B14F-4D97-AF65-F5344CB8AC3E}">
        <p14:creationId xmlns:p14="http://schemas.microsoft.com/office/powerpoint/2010/main" val="23587159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9FE55E-6565-C507-B148-DD1C0F9EC8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56990F-2951-09A8-9062-D478196C6FD4}"/>
              </a:ext>
            </a:extLst>
          </p:cNvPr>
          <p:cNvSpPr>
            <a:spLocks noGrp="1"/>
          </p:cNvSpPr>
          <p:nvPr>
            <p:ph type="title"/>
          </p:nvPr>
        </p:nvSpPr>
        <p:spPr>
          <a:xfrm>
            <a:off x="457200" y="457200"/>
            <a:ext cx="11277600" cy="332399"/>
          </a:xfrm>
        </p:spPr>
        <p:txBody>
          <a:bodyPr/>
          <a:lstStyle/>
          <a:p>
            <a:r>
              <a:rPr lang="en-IN"/>
              <a:t>TestNG – Grouping</a:t>
            </a:r>
          </a:p>
        </p:txBody>
      </p:sp>
      <p:sp>
        <p:nvSpPr>
          <p:cNvPr id="4" name="Footer Placeholder 3">
            <a:extLst>
              <a:ext uri="{FF2B5EF4-FFF2-40B4-BE49-F238E27FC236}">
                <a16:creationId xmlns:a16="http://schemas.microsoft.com/office/drawing/2014/main" id="{9632298A-D613-610F-10AE-52B3DB4A6A19}"/>
              </a:ext>
            </a:extLst>
          </p:cNvPr>
          <p:cNvSpPr>
            <a:spLocks noGrp="1"/>
          </p:cNvSpPr>
          <p:nvPr>
            <p:ph type="ftr" sz="quarter" idx="11"/>
          </p:nvPr>
        </p:nvSpPr>
        <p:spPr/>
        <p:txBody>
          <a:bodyPr/>
          <a:lstStyle/>
          <a:p>
            <a:r>
              <a:rPr lang="en-US"/>
              <a:t>© 2025–2027 Cognizant | Private</a:t>
            </a:r>
          </a:p>
        </p:txBody>
      </p:sp>
      <p:sp>
        <p:nvSpPr>
          <p:cNvPr id="5" name="Slide Number Placeholder 4">
            <a:extLst>
              <a:ext uri="{FF2B5EF4-FFF2-40B4-BE49-F238E27FC236}">
                <a16:creationId xmlns:a16="http://schemas.microsoft.com/office/drawing/2014/main" id="{147816CD-D592-B427-9F6D-921DECD45F1B}"/>
              </a:ext>
            </a:extLst>
          </p:cNvPr>
          <p:cNvSpPr>
            <a:spLocks noGrp="1"/>
          </p:cNvSpPr>
          <p:nvPr>
            <p:ph type="sldNum" sz="quarter" idx="12"/>
          </p:nvPr>
        </p:nvSpPr>
        <p:spPr/>
        <p:txBody>
          <a:bodyPr/>
          <a:lstStyle/>
          <a:p>
            <a:fld id="{38826FC0-333C-E549-9FA3-0EE43DF298A3}" type="slidenum">
              <a:rPr lang="en-US" smtClean="0"/>
              <a:pPr/>
              <a:t>9</a:t>
            </a:fld>
            <a:endParaRPr lang="en-US"/>
          </a:p>
        </p:txBody>
      </p:sp>
      <p:sp>
        <p:nvSpPr>
          <p:cNvPr id="7" name="Content Placeholder 6">
            <a:extLst>
              <a:ext uri="{FF2B5EF4-FFF2-40B4-BE49-F238E27FC236}">
                <a16:creationId xmlns:a16="http://schemas.microsoft.com/office/drawing/2014/main" id="{8AED02DA-4A37-B921-3125-BE9797DA5E28}"/>
              </a:ext>
            </a:extLst>
          </p:cNvPr>
          <p:cNvSpPr>
            <a:spLocks noGrp="1"/>
          </p:cNvSpPr>
          <p:nvPr>
            <p:ph idx="1"/>
          </p:nvPr>
        </p:nvSpPr>
        <p:spPr>
          <a:xfrm>
            <a:off x="457200" y="1164553"/>
            <a:ext cx="11277600" cy="2057400"/>
          </a:xfrm>
        </p:spPr>
        <p:txBody>
          <a:bodyPr/>
          <a:lstStyle/>
          <a:p>
            <a:r>
              <a:rPr lang="en-US" sz="1800">
                <a:latin typeface="Comic Sans MS" panose="030F0702030302020204" pitchFamily="66" charset="0"/>
              </a:rPr>
              <a:t>Grouping allows you to categorize test methods into logical groups using the groups attribute in the @Test annotation.</a:t>
            </a:r>
          </a:p>
          <a:p>
            <a:r>
              <a:rPr lang="en-US" sz="1800">
                <a:latin typeface="Comic Sans MS" panose="030F0702030302020204" pitchFamily="66" charset="0"/>
              </a:rPr>
              <a:t>Helps you run specific sets of tests (like regression, smoke, or sanity) without executing the </a:t>
            </a:r>
          </a:p>
          <a:p>
            <a:pPr marL="0" indent="0">
              <a:buNone/>
            </a:pPr>
            <a:r>
              <a:rPr lang="en-US" sz="1800">
                <a:latin typeface="Comic Sans MS" panose="030F0702030302020204" pitchFamily="66" charset="0"/>
              </a:rPr>
              <a:t>entire suite.</a:t>
            </a:r>
          </a:p>
          <a:p>
            <a:pPr marL="0" indent="0">
              <a:buNone/>
            </a:pPr>
            <a:r>
              <a:rPr lang="en-US" sz="1800" b="1">
                <a:latin typeface="Comic Sans MS" panose="030F0702030302020204" pitchFamily="66" charset="0"/>
              </a:rPr>
              <a:t>Benefit:</a:t>
            </a:r>
            <a:r>
              <a:rPr lang="en-US" sz="1800">
                <a:latin typeface="Comic Sans MS" panose="030F0702030302020204" pitchFamily="66" charset="0"/>
              </a:rPr>
              <a:t> Makes large test suites easier to manage and execute selectively.</a:t>
            </a:r>
            <a:endParaRPr lang="en-IN" sz="1800">
              <a:latin typeface="Comic Sans MS" panose="030F0702030302020204" pitchFamily="66" charset="0"/>
            </a:endParaRPr>
          </a:p>
        </p:txBody>
      </p:sp>
      <p:pic>
        <p:nvPicPr>
          <p:cNvPr id="6" name="Picture 5" descr="A computer screen shot of text&#10;&#10;AI-generated content may be incorrect.">
            <a:extLst>
              <a:ext uri="{FF2B5EF4-FFF2-40B4-BE49-F238E27FC236}">
                <a16:creationId xmlns:a16="http://schemas.microsoft.com/office/drawing/2014/main" id="{09C3BEEF-AD75-1BB5-63E3-CDA01444D59F}"/>
              </a:ext>
            </a:extLst>
          </p:cNvPr>
          <p:cNvPicPr>
            <a:picLocks noChangeAspect="1"/>
          </p:cNvPicPr>
          <p:nvPr/>
        </p:nvPicPr>
        <p:blipFill>
          <a:blip r:embed="rId2"/>
          <a:srcRect r="-205"/>
          <a:stretch>
            <a:fillRect/>
          </a:stretch>
        </p:blipFill>
        <p:spPr>
          <a:xfrm>
            <a:off x="822960" y="3324786"/>
            <a:ext cx="4791575" cy="2870348"/>
          </a:xfrm>
          <a:prstGeom prst="rect">
            <a:avLst/>
          </a:prstGeom>
        </p:spPr>
      </p:pic>
      <p:sp>
        <p:nvSpPr>
          <p:cNvPr id="9" name="TextBox 8">
            <a:extLst>
              <a:ext uri="{FF2B5EF4-FFF2-40B4-BE49-F238E27FC236}">
                <a16:creationId xmlns:a16="http://schemas.microsoft.com/office/drawing/2014/main" id="{54CF43F8-6105-4089-8CFC-49B92CDAD422}"/>
              </a:ext>
            </a:extLst>
          </p:cNvPr>
          <p:cNvSpPr txBox="1"/>
          <p:nvPr/>
        </p:nvSpPr>
        <p:spPr>
          <a:xfrm>
            <a:off x="6512560" y="3244334"/>
            <a:ext cx="3931920" cy="372626"/>
          </a:xfrm>
          <a:prstGeom prst="rect">
            <a:avLst/>
          </a:prstGeom>
          <a:noFill/>
        </p:spPr>
        <p:txBody>
          <a:bodyPr wrap="square">
            <a:spAutoFit/>
          </a:bodyPr>
          <a:lstStyle/>
          <a:p>
            <a:r>
              <a:rPr lang="en-IN">
                <a:latin typeface="Comic Sans MS" panose="030F0702030302020204" pitchFamily="66" charset="0"/>
              </a:rPr>
              <a:t>Running Groups via </a:t>
            </a:r>
            <a:r>
              <a:rPr lang="en-IN">
                <a:effectLst/>
                <a:latin typeface="Comic Sans MS" panose="030F0702030302020204" pitchFamily="66" charset="0"/>
              </a:rPr>
              <a:t>testng.xml</a:t>
            </a:r>
            <a:endParaRPr lang="en-IN">
              <a:latin typeface="Comic Sans MS" panose="030F0702030302020204" pitchFamily="66" charset="0"/>
            </a:endParaRPr>
          </a:p>
        </p:txBody>
      </p:sp>
      <p:pic>
        <p:nvPicPr>
          <p:cNvPr id="11" name="Picture 10" descr="A computer screen shot of text&#10;&#10;AI-generated content may be incorrect.">
            <a:extLst>
              <a:ext uri="{FF2B5EF4-FFF2-40B4-BE49-F238E27FC236}">
                <a16:creationId xmlns:a16="http://schemas.microsoft.com/office/drawing/2014/main" id="{6202A22C-FACE-4CF6-765A-79471BA4B249}"/>
              </a:ext>
            </a:extLst>
          </p:cNvPr>
          <p:cNvPicPr>
            <a:picLocks noChangeAspect="1"/>
          </p:cNvPicPr>
          <p:nvPr/>
        </p:nvPicPr>
        <p:blipFill>
          <a:blip r:embed="rId3"/>
          <a:stretch>
            <a:fillRect/>
          </a:stretch>
        </p:blipFill>
        <p:spPr>
          <a:xfrm>
            <a:off x="7012841" y="3610648"/>
            <a:ext cx="3835597" cy="2527430"/>
          </a:xfrm>
          <a:prstGeom prst="rect">
            <a:avLst/>
          </a:prstGeom>
        </p:spPr>
      </p:pic>
    </p:spTree>
    <p:extLst>
      <p:ext uri="{BB962C8B-B14F-4D97-AF65-F5344CB8AC3E}">
        <p14:creationId xmlns:p14="http://schemas.microsoft.com/office/powerpoint/2010/main" val="14682156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B9DC2A-4A19-EBAA-8884-7A0D1B6A25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1A62F2-E568-FF7A-DC5C-18858ABE1F67}"/>
              </a:ext>
            </a:extLst>
          </p:cNvPr>
          <p:cNvSpPr>
            <a:spLocks noGrp="1"/>
          </p:cNvSpPr>
          <p:nvPr>
            <p:ph type="title"/>
          </p:nvPr>
        </p:nvSpPr>
        <p:spPr>
          <a:xfrm>
            <a:off x="457200" y="457200"/>
            <a:ext cx="11277600" cy="332399"/>
          </a:xfrm>
        </p:spPr>
        <p:txBody>
          <a:bodyPr/>
          <a:lstStyle/>
          <a:p>
            <a:r>
              <a:rPr lang="en-IN"/>
              <a:t>TestNG – Parameterization</a:t>
            </a:r>
          </a:p>
        </p:txBody>
      </p:sp>
      <p:sp>
        <p:nvSpPr>
          <p:cNvPr id="4" name="Footer Placeholder 3">
            <a:extLst>
              <a:ext uri="{FF2B5EF4-FFF2-40B4-BE49-F238E27FC236}">
                <a16:creationId xmlns:a16="http://schemas.microsoft.com/office/drawing/2014/main" id="{30BA0C86-BCE0-E9C0-A0DE-E773C52790F0}"/>
              </a:ext>
            </a:extLst>
          </p:cNvPr>
          <p:cNvSpPr>
            <a:spLocks noGrp="1"/>
          </p:cNvSpPr>
          <p:nvPr>
            <p:ph type="ftr" sz="quarter" idx="11"/>
          </p:nvPr>
        </p:nvSpPr>
        <p:spPr/>
        <p:txBody>
          <a:bodyPr/>
          <a:lstStyle/>
          <a:p>
            <a:r>
              <a:rPr lang="en-US"/>
              <a:t>© 2025–2027 Cognizant | Private</a:t>
            </a:r>
          </a:p>
        </p:txBody>
      </p:sp>
      <p:sp>
        <p:nvSpPr>
          <p:cNvPr id="5" name="Slide Number Placeholder 4">
            <a:extLst>
              <a:ext uri="{FF2B5EF4-FFF2-40B4-BE49-F238E27FC236}">
                <a16:creationId xmlns:a16="http://schemas.microsoft.com/office/drawing/2014/main" id="{D1F42826-4FBE-0C90-0A73-E658434F49E3}"/>
              </a:ext>
            </a:extLst>
          </p:cNvPr>
          <p:cNvSpPr>
            <a:spLocks noGrp="1"/>
          </p:cNvSpPr>
          <p:nvPr>
            <p:ph type="sldNum" sz="quarter" idx="12"/>
          </p:nvPr>
        </p:nvSpPr>
        <p:spPr/>
        <p:txBody>
          <a:bodyPr/>
          <a:lstStyle/>
          <a:p>
            <a:fld id="{38826FC0-333C-E549-9FA3-0EE43DF298A3}" type="slidenum">
              <a:rPr lang="en-US" smtClean="0"/>
              <a:pPr/>
              <a:t>10</a:t>
            </a:fld>
            <a:endParaRPr lang="en-US"/>
          </a:p>
        </p:txBody>
      </p:sp>
      <p:sp>
        <p:nvSpPr>
          <p:cNvPr id="12" name="Rectangle 6">
            <a:extLst>
              <a:ext uri="{FF2B5EF4-FFF2-40B4-BE49-F238E27FC236}">
                <a16:creationId xmlns:a16="http://schemas.microsoft.com/office/drawing/2014/main" id="{0B363674-7487-C3DF-2FC2-064D05569308}"/>
              </a:ext>
            </a:extLst>
          </p:cNvPr>
          <p:cNvSpPr>
            <a:spLocks noGrp="1" noChangeArrowheads="1"/>
          </p:cNvSpPr>
          <p:nvPr>
            <p:ph idx="1"/>
          </p:nvPr>
        </p:nvSpPr>
        <p:spPr bwMode="auto">
          <a:xfrm>
            <a:off x="751840" y="1032669"/>
            <a:ext cx="10434319" cy="17083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Comic Sans MS" panose="030F0702030302020204" pitchFamily="66" charset="0"/>
              </a:rPr>
              <a:t>Definition:</a:t>
            </a:r>
            <a:r>
              <a:rPr kumimoji="0" lang="en-US" altLang="en-US" sz="1800" b="0" i="0" u="none" strike="noStrike" cap="none" normalizeH="0" baseline="0">
                <a:ln>
                  <a:noFill/>
                </a:ln>
                <a:solidFill>
                  <a:schemeClr val="tx1"/>
                </a:solidFill>
                <a:effectLst/>
                <a:latin typeface="Comic Sans MS" panose="030F0702030302020204" pitchFamily="66" charset="0"/>
              </a:rPr>
              <a:t> Parameterization allows you to pass values (like browser type, URLs, credentials) into test methods at runtime instead of hardcoding them.</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Comic Sans MS" panose="030F0702030302020204" pitchFamily="66" charset="0"/>
              </a:rPr>
              <a:t>Purpose:</a:t>
            </a:r>
            <a:r>
              <a:rPr kumimoji="0" lang="en-US" altLang="en-US" sz="1800" b="0" i="0" u="none" strike="noStrike" cap="none" normalizeH="0" baseline="0">
                <a:ln>
                  <a:noFill/>
                </a:ln>
                <a:solidFill>
                  <a:schemeClr val="tx1"/>
                </a:solidFill>
                <a:effectLst/>
                <a:latin typeface="Comic Sans MS" panose="030F0702030302020204" pitchFamily="66" charset="0"/>
              </a:rPr>
              <a:t> Makes tests reusable and configurable without changing code.</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Comic Sans MS" panose="030F0702030302020204" pitchFamily="66" charset="0"/>
              </a:rPr>
              <a:t>Benefit:</a:t>
            </a:r>
            <a:r>
              <a:rPr kumimoji="0" lang="en-US" altLang="en-US" sz="1800" b="0" i="0" u="none" strike="noStrike" cap="none" normalizeH="0" baseline="0">
                <a:ln>
                  <a:noFill/>
                </a:ln>
                <a:solidFill>
                  <a:schemeClr val="tx1"/>
                </a:solidFill>
                <a:effectLst/>
                <a:latin typeface="Comic Sans MS" panose="030F0702030302020204" pitchFamily="66" charset="0"/>
              </a:rPr>
              <a:t> Helps run the same test across multiple environments or datasets.</a:t>
            </a:r>
          </a:p>
        </p:txBody>
      </p:sp>
      <p:sp>
        <p:nvSpPr>
          <p:cNvPr id="14" name="TextBox 13">
            <a:extLst>
              <a:ext uri="{FF2B5EF4-FFF2-40B4-BE49-F238E27FC236}">
                <a16:creationId xmlns:a16="http://schemas.microsoft.com/office/drawing/2014/main" id="{756099C4-9CE5-FE11-C942-278DCC90B0F2}"/>
              </a:ext>
            </a:extLst>
          </p:cNvPr>
          <p:cNvSpPr txBox="1"/>
          <p:nvPr/>
        </p:nvSpPr>
        <p:spPr>
          <a:xfrm>
            <a:off x="751840" y="3397782"/>
            <a:ext cx="5435600" cy="1708353"/>
          </a:xfrm>
          <a:prstGeom prst="rect">
            <a:avLst/>
          </a:prstGeom>
          <a:noFill/>
        </p:spPr>
        <p:txBody>
          <a:bodyPr wrap="square">
            <a:spAutoFit/>
          </a:bodyPr>
          <a:lstStyle/>
          <a:p>
            <a:pPr>
              <a:lnSpc>
                <a:spcPct val="150000"/>
              </a:lnSpc>
              <a:buNone/>
            </a:pPr>
            <a:r>
              <a:rPr lang="en-US" b="1">
                <a:effectLst/>
                <a:latin typeface="Comic Sans MS" panose="030F0702030302020204" pitchFamily="66" charset="0"/>
              </a:rPr>
              <a:t>1. Using @Parameters (from testng.xml)</a:t>
            </a:r>
          </a:p>
          <a:p>
            <a:pPr>
              <a:lnSpc>
                <a:spcPct val="150000"/>
              </a:lnSpc>
              <a:buNone/>
            </a:pPr>
            <a:r>
              <a:rPr lang="en-US">
                <a:effectLst/>
                <a:latin typeface="Comic Sans MS" panose="030F0702030302020204" pitchFamily="66" charset="0"/>
              </a:rPr>
              <a:t>You define parameters in your testng.xml file and inject them into test methods.</a:t>
            </a:r>
          </a:p>
          <a:p>
            <a:pPr>
              <a:lnSpc>
                <a:spcPct val="150000"/>
              </a:lnSpc>
              <a:buNone/>
            </a:pPr>
            <a:r>
              <a:rPr lang="en-US" b="1">
                <a:effectLst/>
                <a:latin typeface="Comic Sans MS" panose="030F0702030302020204" pitchFamily="66" charset="0"/>
              </a:rPr>
              <a:t>testng.xml:</a:t>
            </a:r>
            <a:endParaRPr lang="en-US">
              <a:effectLst/>
              <a:latin typeface="Comic Sans MS" panose="030F0702030302020204" pitchFamily="66" charset="0"/>
            </a:endParaRPr>
          </a:p>
        </p:txBody>
      </p:sp>
      <p:pic>
        <p:nvPicPr>
          <p:cNvPr id="16" name="Picture 15">
            <a:extLst>
              <a:ext uri="{FF2B5EF4-FFF2-40B4-BE49-F238E27FC236}">
                <a16:creationId xmlns:a16="http://schemas.microsoft.com/office/drawing/2014/main" id="{3D54FA2F-FE95-5750-90CD-0EDC20DCFBCF}"/>
              </a:ext>
            </a:extLst>
          </p:cNvPr>
          <p:cNvPicPr>
            <a:picLocks noChangeAspect="1"/>
          </p:cNvPicPr>
          <p:nvPr/>
        </p:nvPicPr>
        <p:blipFill>
          <a:blip r:embed="rId2"/>
          <a:stretch>
            <a:fillRect/>
          </a:stretch>
        </p:blipFill>
        <p:spPr>
          <a:xfrm>
            <a:off x="6429765" y="3289885"/>
            <a:ext cx="4756394" cy="1924149"/>
          </a:xfrm>
          <a:prstGeom prst="rect">
            <a:avLst/>
          </a:prstGeom>
        </p:spPr>
      </p:pic>
    </p:spTree>
    <p:extLst>
      <p:ext uri="{BB962C8B-B14F-4D97-AF65-F5344CB8AC3E}">
        <p14:creationId xmlns:p14="http://schemas.microsoft.com/office/powerpoint/2010/main" val="11336042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0D77E0-126C-6377-86C5-2DAE25DF2D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2C1716-E754-9754-B131-47EE22A14A60}"/>
              </a:ext>
            </a:extLst>
          </p:cNvPr>
          <p:cNvSpPr>
            <a:spLocks noGrp="1"/>
          </p:cNvSpPr>
          <p:nvPr>
            <p:ph type="title"/>
          </p:nvPr>
        </p:nvSpPr>
        <p:spPr>
          <a:xfrm>
            <a:off x="457200" y="457200"/>
            <a:ext cx="11277600" cy="332399"/>
          </a:xfrm>
        </p:spPr>
        <p:txBody>
          <a:bodyPr/>
          <a:lstStyle/>
          <a:p>
            <a:r>
              <a:rPr lang="en-IN"/>
              <a:t>TestNG – Parameterization</a:t>
            </a:r>
          </a:p>
        </p:txBody>
      </p:sp>
      <p:sp>
        <p:nvSpPr>
          <p:cNvPr id="4" name="Footer Placeholder 3">
            <a:extLst>
              <a:ext uri="{FF2B5EF4-FFF2-40B4-BE49-F238E27FC236}">
                <a16:creationId xmlns:a16="http://schemas.microsoft.com/office/drawing/2014/main" id="{425E1EE4-0E7D-CFC1-9DE5-DC1F0CB512EE}"/>
              </a:ext>
            </a:extLst>
          </p:cNvPr>
          <p:cNvSpPr>
            <a:spLocks noGrp="1"/>
          </p:cNvSpPr>
          <p:nvPr>
            <p:ph type="ftr" sz="quarter" idx="11"/>
          </p:nvPr>
        </p:nvSpPr>
        <p:spPr/>
        <p:txBody>
          <a:bodyPr/>
          <a:lstStyle/>
          <a:p>
            <a:r>
              <a:rPr lang="en-US"/>
              <a:t>© 2025–2027 Cognizant | Private</a:t>
            </a:r>
          </a:p>
        </p:txBody>
      </p:sp>
      <p:sp>
        <p:nvSpPr>
          <p:cNvPr id="5" name="Slide Number Placeholder 4">
            <a:extLst>
              <a:ext uri="{FF2B5EF4-FFF2-40B4-BE49-F238E27FC236}">
                <a16:creationId xmlns:a16="http://schemas.microsoft.com/office/drawing/2014/main" id="{F03C1A36-C192-97D0-FE5C-2F5FD59F9BE4}"/>
              </a:ext>
            </a:extLst>
          </p:cNvPr>
          <p:cNvSpPr>
            <a:spLocks noGrp="1"/>
          </p:cNvSpPr>
          <p:nvPr>
            <p:ph type="sldNum" sz="quarter" idx="12"/>
          </p:nvPr>
        </p:nvSpPr>
        <p:spPr/>
        <p:txBody>
          <a:bodyPr/>
          <a:lstStyle/>
          <a:p>
            <a:fld id="{38826FC0-333C-E549-9FA3-0EE43DF298A3}" type="slidenum">
              <a:rPr lang="en-US" smtClean="0"/>
              <a:pPr/>
              <a:t>11</a:t>
            </a:fld>
            <a:endParaRPr lang="en-US"/>
          </a:p>
        </p:txBody>
      </p:sp>
      <p:sp>
        <p:nvSpPr>
          <p:cNvPr id="3" name="Content Placeholder 2">
            <a:extLst>
              <a:ext uri="{FF2B5EF4-FFF2-40B4-BE49-F238E27FC236}">
                <a16:creationId xmlns:a16="http://schemas.microsoft.com/office/drawing/2014/main" id="{DEB2BD47-C049-F3B0-151D-DC6BD1CC38BC}"/>
              </a:ext>
            </a:extLst>
          </p:cNvPr>
          <p:cNvSpPr>
            <a:spLocks noGrp="1"/>
          </p:cNvSpPr>
          <p:nvPr>
            <p:ph idx="1"/>
          </p:nvPr>
        </p:nvSpPr>
        <p:spPr>
          <a:xfrm>
            <a:off x="640080" y="1082853"/>
            <a:ext cx="7518400" cy="332399"/>
          </a:xfrm>
        </p:spPr>
        <p:txBody>
          <a:bodyPr/>
          <a:lstStyle/>
          <a:p>
            <a:pPr marL="0" indent="0">
              <a:buNone/>
            </a:pPr>
            <a:r>
              <a:rPr lang="en-US" sz="1800">
                <a:latin typeface="Comic Sans MS" panose="030F0702030302020204" pitchFamily="66" charset="0"/>
              </a:rPr>
              <a:t>Here, the browser type and URL are passed from testng.xml.</a:t>
            </a:r>
            <a:endParaRPr lang="en-IN" sz="1800">
              <a:latin typeface="Comic Sans MS" panose="030F0702030302020204" pitchFamily="66" charset="0"/>
            </a:endParaRPr>
          </a:p>
        </p:txBody>
      </p:sp>
      <p:sp>
        <p:nvSpPr>
          <p:cNvPr id="7" name="TextBox 6">
            <a:extLst>
              <a:ext uri="{FF2B5EF4-FFF2-40B4-BE49-F238E27FC236}">
                <a16:creationId xmlns:a16="http://schemas.microsoft.com/office/drawing/2014/main" id="{CBAF0827-A539-E132-2BB0-9FE5F8FA04E1}"/>
              </a:ext>
            </a:extLst>
          </p:cNvPr>
          <p:cNvSpPr txBox="1"/>
          <p:nvPr/>
        </p:nvSpPr>
        <p:spPr>
          <a:xfrm>
            <a:off x="2042160" y="1415252"/>
            <a:ext cx="8757920" cy="5324535"/>
          </a:xfrm>
          <a:prstGeom prst="rect">
            <a:avLst/>
          </a:prstGeom>
          <a:noFill/>
        </p:spPr>
        <p:txBody>
          <a:bodyPr wrap="square">
            <a:spAutoFit/>
          </a:bodyPr>
          <a:lstStyle/>
          <a:p>
            <a:pPr>
              <a:buNone/>
            </a:pPr>
            <a:r>
              <a:rPr lang="en-IN" sz="1700">
                <a:effectLst/>
                <a:latin typeface="Courier New" panose="02070309020205020404" pitchFamily="49" charset="0"/>
              </a:rPr>
              <a:t>import </a:t>
            </a:r>
            <a:r>
              <a:rPr lang="en-IN" sz="1700" err="1">
                <a:effectLst/>
                <a:latin typeface="Courier New" panose="02070309020205020404" pitchFamily="49" charset="0"/>
              </a:rPr>
              <a:t>org.openqa.selenium.WebDriver</a:t>
            </a:r>
            <a:r>
              <a:rPr lang="en-IN" sz="1700">
                <a:effectLst/>
                <a:latin typeface="Courier New" panose="02070309020205020404" pitchFamily="49" charset="0"/>
              </a:rPr>
              <a:t>;</a:t>
            </a:r>
          </a:p>
          <a:p>
            <a:pPr>
              <a:buNone/>
            </a:pPr>
            <a:r>
              <a:rPr lang="en-IN" sz="1700">
                <a:effectLst/>
                <a:latin typeface="Courier New" panose="02070309020205020404" pitchFamily="49" charset="0"/>
              </a:rPr>
              <a:t>import </a:t>
            </a:r>
            <a:r>
              <a:rPr lang="en-IN" sz="1700" err="1">
                <a:effectLst/>
                <a:latin typeface="Courier New" panose="02070309020205020404" pitchFamily="49" charset="0"/>
              </a:rPr>
              <a:t>org.openqa.selenium.chrome.ChromeDriver</a:t>
            </a:r>
            <a:r>
              <a:rPr lang="en-IN" sz="1700">
                <a:effectLst/>
                <a:latin typeface="Courier New" panose="02070309020205020404" pitchFamily="49" charset="0"/>
              </a:rPr>
              <a:t>;</a:t>
            </a:r>
          </a:p>
          <a:p>
            <a:pPr>
              <a:buNone/>
            </a:pPr>
            <a:r>
              <a:rPr lang="en-IN" sz="1700">
                <a:effectLst/>
                <a:latin typeface="Courier New" panose="02070309020205020404" pitchFamily="49" charset="0"/>
              </a:rPr>
              <a:t>import </a:t>
            </a:r>
            <a:r>
              <a:rPr lang="en-IN" sz="1700" err="1">
                <a:effectLst/>
                <a:latin typeface="Courier New" panose="02070309020205020404" pitchFamily="49" charset="0"/>
              </a:rPr>
              <a:t>org.openqa.selenium.firefox.FirefoxDriver</a:t>
            </a:r>
            <a:r>
              <a:rPr lang="en-IN" sz="1700">
                <a:effectLst/>
                <a:latin typeface="Courier New" panose="02070309020205020404" pitchFamily="49" charset="0"/>
              </a:rPr>
              <a:t>;</a:t>
            </a:r>
          </a:p>
          <a:p>
            <a:pPr>
              <a:buNone/>
            </a:pPr>
            <a:r>
              <a:rPr lang="en-IN" sz="1700">
                <a:effectLst/>
                <a:latin typeface="Courier New" panose="02070309020205020404" pitchFamily="49" charset="0"/>
              </a:rPr>
              <a:t>import </a:t>
            </a:r>
            <a:r>
              <a:rPr lang="en-IN" sz="1700" err="1">
                <a:effectLst/>
                <a:latin typeface="Courier New" panose="02070309020205020404" pitchFamily="49" charset="0"/>
              </a:rPr>
              <a:t>org.testng.annotations</a:t>
            </a:r>
            <a:r>
              <a:rPr lang="en-IN" sz="1700">
                <a:effectLst/>
                <a:latin typeface="Courier New" panose="02070309020205020404" pitchFamily="49" charset="0"/>
              </a:rPr>
              <a:t>.*;</a:t>
            </a:r>
          </a:p>
          <a:p>
            <a:pPr>
              <a:buNone/>
            </a:pPr>
            <a:endParaRPr lang="en-IN" sz="1700">
              <a:effectLst/>
              <a:latin typeface="Courier New" panose="02070309020205020404" pitchFamily="49" charset="0"/>
            </a:endParaRPr>
          </a:p>
          <a:p>
            <a:pPr>
              <a:buNone/>
            </a:pPr>
            <a:r>
              <a:rPr lang="en-IN" sz="1700">
                <a:effectLst/>
                <a:latin typeface="Courier New" panose="02070309020205020404" pitchFamily="49" charset="0"/>
              </a:rPr>
              <a:t>public class </a:t>
            </a:r>
            <a:r>
              <a:rPr lang="en-IN" sz="1700" err="1">
                <a:effectLst/>
                <a:latin typeface="Courier New" panose="02070309020205020404" pitchFamily="49" charset="0"/>
              </a:rPr>
              <a:t>ParameterDemo</a:t>
            </a:r>
            <a:r>
              <a:rPr lang="en-IN" sz="1700">
                <a:effectLst/>
                <a:latin typeface="Courier New" panose="02070309020205020404" pitchFamily="49" charset="0"/>
              </a:rPr>
              <a:t> {</a:t>
            </a:r>
          </a:p>
          <a:p>
            <a:pPr>
              <a:buNone/>
            </a:pPr>
            <a:r>
              <a:rPr lang="en-IN" sz="1700">
                <a:effectLst/>
                <a:latin typeface="Courier New" panose="02070309020205020404" pitchFamily="49" charset="0"/>
              </a:rPr>
              <a:t>    WebDriver driver;</a:t>
            </a:r>
          </a:p>
          <a:p>
            <a:pPr>
              <a:buNone/>
            </a:pPr>
            <a:endParaRPr lang="en-IN" sz="1700">
              <a:effectLst/>
              <a:latin typeface="Courier New" panose="02070309020205020404" pitchFamily="49" charset="0"/>
            </a:endParaRPr>
          </a:p>
          <a:p>
            <a:pPr>
              <a:buNone/>
            </a:pPr>
            <a:r>
              <a:rPr lang="en-IN" sz="1700">
                <a:effectLst/>
                <a:latin typeface="Courier New" panose="02070309020205020404" pitchFamily="49" charset="0"/>
              </a:rPr>
              <a:t>    @Parameters({"browser", "</a:t>
            </a:r>
            <a:r>
              <a:rPr lang="en-IN" sz="1700" err="1">
                <a:effectLst/>
                <a:latin typeface="Courier New" panose="02070309020205020404" pitchFamily="49" charset="0"/>
              </a:rPr>
              <a:t>url</a:t>
            </a:r>
            <a:r>
              <a:rPr lang="en-IN" sz="1700">
                <a:effectLst/>
                <a:latin typeface="Courier New" panose="02070309020205020404" pitchFamily="49" charset="0"/>
              </a:rPr>
              <a:t>"})</a:t>
            </a:r>
          </a:p>
          <a:p>
            <a:pPr>
              <a:buNone/>
            </a:pPr>
            <a:r>
              <a:rPr lang="en-IN" sz="1700">
                <a:effectLst/>
                <a:latin typeface="Courier New" panose="02070309020205020404" pitchFamily="49" charset="0"/>
              </a:rPr>
              <a:t>    @Test</a:t>
            </a:r>
          </a:p>
          <a:p>
            <a:pPr>
              <a:buNone/>
            </a:pPr>
            <a:r>
              <a:rPr lang="en-IN" sz="1700">
                <a:effectLst/>
                <a:latin typeface="Courier New" panose="02070309020205020404" pitchFamily="49" charset="0"/>
              </a:rPr>
              <a:t>    public void </a:t>
            </a:r>
            <a:r>
              <a:rPr lang="en-IN" sz="1700" err="1">
                <a:effectLst/>
                <a:latin typeface="Courier New" panose="02070309020205020404" pitchFamily="49" charset="0"/>
              </a:rPr>
              <a:t>launchApp</a:t>
            </a:r>
            <a:r>
              <a:rPr lang="en-IN" sz="1700">
                <a:effectLst/>
                <a:latin typeface="Courier New" panose="02070309020205020404" pitchFamily="49" charset="0"/>
              </a:rPr>
              <a:t>(String browser, String </a:t>
            </a:r>
            <a:r>
              <a:rPr lang="en-IN" sz="1700" err="1">
                <a:effectLst/>
                <a:latin typeface="Courier New" panose="02070309020205020404" pitchFamily="49" charset="0"/>
              </a:rPr>
              <a:t>url</a:t>
            </a:r>
            <a:r>
              <a:rPr lang="en-IN" sz="1700">
                <a:effectLst/>
                <a:latin typeface="Courier New" panose="02070309020205020404" pitchFamily="49" charset="0"/>
              </a:rPr>
              <a:t>) {</a:t>
            </a:r>
          </a:p>
          <a:p>
            <a:pPr>
              <a:buNone/>
            </a:pPr>
            <a:r>
              <a:rPr lang="en-IN" sz="1700">
                <a:effectLst/>
                <a:latin typeface="Courier New" panose="02070309020205020404" pitchFamily="49" charset="0"/>
              </a:rPr>
              <a:t>        if(</a:t>
            </a:r>
            <a:r>
              <a:rPr lang="en-IN" sz="1700" err="1">
                <a:effectLst/>
                <a:latin typeface="Courier New" panose="02070309020205020404" pitchFamily="49" charset="0"/>
              </a:rPr>
              <a:t>browser.equalsIgnoreCase</a:t>
            </a:r>
            <a:r>
              <a:rPr lang="en-IN" sz="1700">
                <a:effectLst/>
                <a:latin typeface="Courier New" panose="02070309020205020404" pitchFamily="49" charset="0"/>
              </a:rPr>
              <a:t>("chrome")) {</a:t>
            </a:r>
          </a:p>
          <a:p>
            <a:pPr>
              <a:buNone/>
            </a:pPr>
            <a:r>
              <a:rPr lang="en-IN" sz="1700">
                <a:effectLst/>
                <a:latin typeface="Courier New" panose="02070309020205020404" pitchFamily="49" charset="0"/>
              </a:rPr>
              <a:t>            driver = new </a:t>
            </a:r>
            <a:r>
              <a:rPr lang="en-IN" sz="1700" err="1">
                <a:effectLst/>
                <a:latin typeface="Courier New" panose="02070309020205020404" pitchFamily="49" charset="0"/>
              </a:rPr>
              <a:t>ChromeDriver</a:t>
            </a:r>
            <a:r>
              <a:rPr lang="en-IN" sz="1700">
                <a:effectLst/>
                <a:latin typeface="Courier New" panose="02070309020205020404" pitchFamily="49" charset="0"/>
              </a:rPr>
              <a:t>();</a:t>
            </a:r>
          </a:p>
          <a:p>
            <a:pPr>
              <a:buNone/>
            </a:pPr>
            <a:r>
              <a:rPr lang="en-IN" sz="1700">
                <a:effectLst/>
                <a:latin typeface="Courier New" panose="02070309020205020404" pitchFamily="49" charset="0"/>
              </a:rPr>
              <a:t>        } else if(</a:t>
            </a:r>
            <a:r>
              <a:rPr lang="en-IN" sz="1700" err="1">
                <a:effectLst/>
                <a:latin typeface="Courier New" panose="02070309020205020404" pitchFamily="49" charset="0"/>
              </a:rPr>
              <a:t>browser.equalsIgnoreCase</a:t>
            </a:r>
            <a:r>
              <a:rPr lang="en-IN" sz="1700">
                <a:effectLst/>
                <a:latin typeface="Courier New" panose="02070309020205020404" pitchFamily="49" charset="0"/>
              </a:rPr>
              <a:t>("</a:t>
            </a:r>
            <a:r>
              <a:rPr lang="en-IN" sz="1700" err="1">
                <a:effectLst/>
                <a:latin typeface="Courier New" panose="02070309020205020404" pitchFamily="49" charset="0"/>
              </a:rPr>
              <a:t>firefox</a:t>
            </a:r>
            <a:r>
              <a:rPr lang="en-IN" sz="1700">
                <a:effectLst/>
                <a:latin typeface="Courier New" panose="02070309020205020404" pitchFamily="49" charset="0"/>
              </a:rPr>
              <a:t>")) {</a:t>
            </a:r>
          </a:p>
          <a:p>
            <a:pPr>
              <a:buNone/>
            </a:pPr>
            <a:r>
              <a:rPr lang="en-IN" sz="1700">
                <a:effectLst/>
                <a:latin typeface="Courier New" panose="02070309020205020404" pitchFamily="49" charset="0"/>
              </a:rPr>
              <a:t>            driver = new </a:t>
            </a:r>
            <a:r>
              <a:rPr lang="en-IN" sz="1700" err="1">
                <a:effectLst/>
                <a:latin typeface="Courier New" panose="02070309020205020404" pitchFamily="49" charset="0"/>
              </a:rPr>
              <a:t>FirefoxDriver</a:t>
            </a:r>
            <a:r>
              <a:rPr lang="en-IN" sz="1700">
                <a:effectLst/>
                <a:latin typeface="Courier New" panose="02070309020205020404" pitchFamily="49" charset="0"/>
              </a:rPr>
              <a:t>();</a:t>
            </a:r>
          </a:p>
          <a:p>
            <a:pPr>
              <a:buNone/>
            </a:pPr>
            <a:r>
              <a:rPr lang="en-IN" sz="1700">
                <a:effectLst/>
                <a:latin typeface="Courier New" panose="02070309020205020404" pitchFamily="49" charset="0"/>
              </a:rPr>
              <a:t>        }</a:t>
            </a:r>
          </a:p>
          <a:p>
            <a:pPr>
              <a:buNone/>
            </a:pPr>
            <a:r>
              <a:rPr lang="en-IN" sz="1700">
                <a:effectLst/>
                <a:latin typeface="Courier New" panose="02070309020205020404" pitchFamily="49" charset="0"/>
              </a:rPr>
              <a:t>        </a:t>
            </a:r>
            <a:r>
              <a:rPr lang="en-IN" sz="1700" err="1">
                <a:effectLst/>
                <a:latin typeface="Courier New" panose="02070309020205020404" pitchFamily="49" charset="0"/>
              </a:rPr>
              <a:t>driver.get</a:t>
            </a:r>
            <a:r>
              <a:rPr lang="en-IN" sz="1700">
                <a:effectLst/>
                <a:latin typeface="Courier New" panose="02070309020205020404" pitchFamily="49" charset="0"/>
              </a:rPr>
              <a:t>(</a:t>
            </a:r>
            <a:r>
              <a:rPr lang="en-IN" sz="1700" err="1">
                <a:effectLst/>
                <a:latin typeface="Courier New" panose="02070309020205020404" pitchFamily="49" charset="0"/>
              </a:rPr>
              <a:t>url</a:t>
            </a:r>
            <a:r>
              <a:rPr lang="en-IN" sz="1700">
                <a:effectLst/>
                <a:latin typeface="Courier New" panose="02070309020205020404" pitchFamily="49" charset="0"/>
              </a:rPr>
              <a:t>);</a:t>
            </a:r>
          </a:p>
          <a:p>
            <a:pPr>
              <a:buNone/>
            </a:pPr>
            <a:r>
              <a:rPr lang="en-IN" sz="1700">
                <a:effectLst/>
                <a:latin typeface="Courier New" panose="02070309020205020404" pitchFamily="49" charset="0"/>
              </a:rPr>
              <a:t>        </a:t>
            </a:r>
            <a:r>
              <a:rPr lang="en-IN" sz="1700" err="1">
                <a:effectLst/>
                <a:latin typeface="Courier New" panose="02070309020205020404" pitchFamily="49" charset="0"/>
              </a:rPr>
              <a:t>driver.quit</a:t>
            </a:r>
            <a:r>
              <a:rPr lang="en-IN" sz="1700">
                <a:effectLst/>
                <a:latin typeface="Courier New" panose="02070309020205020404" pitchFamily="49" charset="0"/>
              </a:rPr>
              <a:t>();</a:t>
            </a:r>
          </a:p>
          <a:p>
            <a:pPr>
              <a:buNone/>
            </a:pPr>
            <a:r>
              <a:rPr lang="en-IN" sz="1700">
                <a:effectLst/>
                <a:latin typeface="Courier New" panose="02070309020205020404" pitchFamily="49" charset="0"/>
              </a:rPr>
              <a:t>    }</a:t>
            </a:r>
          </a:p>
          <a:p>
            <a:pPr>
              <a:buNone/>
            </a:pPr>
            <a:r>
              <a:rPr lang="en-IN" sz="1700">
                <a:effectLst/>
                <a:latin typeface="Courier New" panose="02070309020205020404" pitchFamily="49" charset="0"/>
              </a:rPr>
              <a:t>}</a:t>
            </a:r>
          </a:p>
        </p:txBody>
      </p:sp>
    </p:spTree>
    <p:extLst>
      <p:ext uri="{BB962C8B-B14F-4D97-AF65-F5344CB8AC3E}">
        <p14:creationId xmlns:p14="http://schemas.microsoft.com/office/powerpoint/2010/main" val="9761856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8C1C37-0B96-13CC-FD3E-CE44D8CC71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5C7B65-7E5C-8C56-B280-002C5D49CB23}"/>
              </a:ext>
            </a:extLst>
          </p:cNvPr>
          <p:cNvSpPr>
            <a:spLocks noGrp="1"/>
          </p:cNvSpPr>
          <p:nvPr>
            <p:ph type="title"/>
          </p:nvPr>
        </p:nvSpPr>
        <p:spPr>
          <a:xfrm>
            <a:off x="457200" y="457200"/>
            <a:ext cx="11277600" cy="332399"/>
          </a:xfrm>
        </p:spPr>
        <p:txBody>
          <a:bodyPr/>
          <a:lstStyle/>
          <a:p>
            <a:r>
              <a:rPr lang="en-IN"/>
              <a:t>TestNG – Parameterization</a:t>
            </a:r>
          </a:p>
        </p:txBody>
      </p:sp>
      <p:sp>
        <p:nvSpPr>
          <p:cNvPr id="4" name="Footer Placeholder 3">
            <a:extLst>
              <a:ext uri="{FF2B5EF4-FFF2-40B4-BE49-F238E27FC236}">
                <a16:creationId xmlns:a16="http://schemas.microsoft.com/office/drawing/2014/main" id="{5E10A40B-958B-7930-90C1-D738672AD27F}"/>
              </a:ext>
            </a:extLst>
          </p:cNvPr>
          <p:cNvSpPr>
            <a:spLocks noGrp="1"/>
          </p:cNvSpPr>
          <p:nvPr>
            <p:ph type="ftr" sz="quarter" idx="11"/>
          </p:nvPr>
        </p:nvSpPr>
        <p:spPr/>
        <p:txBody>
          <a:bodyPr/>
          <a:lstStyle/>
          <a:p>
            <a:r>
              <a:rPr lang="en-US"/>
              <a:t>© 2025–2027 Cognizant | Private</a:t>
            </a:r>
          </a:p>
        </p:txBody>
      </p:sp>
      <p:sp>
        <p:nvSpPr>
          <p:cNvPr id="5" name="Slide Number Placeholder 4">
            <a:extLst>
              <a:ext uri="{FF2B5EF4-FFF2-40B4-BE49-F238E27FC236}">
                <a16:creationId xmlns:a16="http://schemas.microsoft.com/office/drawing/2014/main" id="{792FCCD5-F549-F77E-B8FB-E0D5F01A34BF}"/>
              </a:ext>
            </a:extLst>
          </p:cNvPr>
          <p:cNvSpPr>
            <a:spLocks noGrp="1"/>
          </p:cNvSpPr>
          <p:nvPr>
            <p:ph type="sldNum" sz="quarter" idx="12"/>
          </p:nvPr>
        </p:nvSpPr>
        <p:spPr/>
        <p:txBody>
          <a:bodyPr/>
          <a:lstStyle/>
          <a:p>
            <a:fld id="{38826FC0-333C-E549-9FA3-0EE43DF298A3}" type="slidenum">
              <a:rPr lang="en-US" smtClean="0"/>
              <a:pPr/>
              <a:t>12</a:t>
            </a:fld>
            <a:endParaRPr lang="en-US"/>
          </a:p>
        </p:txBody>
      </p:sp>
      <p:sp>
        <p:nvSpPr>
          <p:cNvPr id="10" name="TextBox 9">
            <a:extLst>
              <a:ext uri="{FF2B5EF4-FFF2-40B4-BE49-F238E27FC236}">
                <a16:creationId xmlns:a16="http://schemas.microsoft.com/office/drawing/2014/main" id="{078A41F2-535A-0ECC-0771-ED52AE9CC321}"/>
              </a:ext>
            </a:extLst>
          </p:cNvPr>
          <p:cNvSpPr txBox="1"/>
          <p:nvPr/>
        </p:nvSpPr>
        <p:spPr>
          <a:xfrm>
            <a:off x="711200" y="1047095"/>
            <a:ext cx="10525760" cy="877356"/>
          </a:xfrm>
          <a:prstGeom prst="rect">
            <a:avLst/>
          </a:prstGeom>
          <a:noFill/>
        </p:spPr>
        <p:txBody>
          <a:bodyPr wrap="square">
            <a:spAutoFit/>
          </a:bodyPr>
          <a:lstStyle/>
          <a:p>
            <a:pPr>
              <a:lnSpc>
                <a:spcPct val="150000"/>
              </a:lnSpc>
            </a:pPr>
            <a:r>
              <a:rPr lang="en-US">
                <a:latin typeface="Comic Sans MS" panose="030F0702030302020204" pitchFamily="66" charset="0"/>
              </a:rPr>
              <a:t>In </a:t>
            </a:r>
            <a:r>
              <a:rPr lang="en-US" b="1">
                <a:effectLst/>
                <a:latin typeface="Comic Sans MS" panose="030F0702030302020204" pitchFamily="66" charset="0"/>
              </a:rPr>
              <a:t>TestNG</a:t>
            </a:r>
            <a:r>
              <a:rPr lang="en-US">
                <a:latin typeface="Comic Sans MS" panose="030F0702030302020204" pitchFamily="66" charset="0"/>
              </a:rPr>
              <a:t>, parameters can indeed be passed at </a:t>
            </a:r>
            <a:r>
              <a:rPr lang="en-US" b="1">
                <a:effectLst/>
                <a:latin typeface="Comic Sans MS" panose="030F0702030302020204" pitchFamily="66" charset="0"/>
              </a:rPr>
              <a:t>suite level, test level, or class level</a:t>
            </a:r>
            <a:r>
              <a:rPr lang="en-US">
                <a:latin typeface="Comic Sans MS" panose="030F0702030302020204" pitchFamily="66" charset="0"/>
              </a:rPr>
              <a:t>, and the scope determines where they are available.</a:t>
            </a:r>
            <a:endParaRPr lang="en-IN">
              <a:latin typeface="Comic Sans MS" panose="030F0702030302020204" pitchFamily="66" charset="0"/>
            </a:endParaRPr>
          </a:p>
        </p:txBody>
      </p:sp>
      <p:sp>
        <p:nvSpPr>
          <p:cNvPr id="12" name="TextBox 11">
            <a:extLst>
              <a:ext uri="{FF2B5EF4-FFF2-40B4-BE49-F238E27FC236}">
                <a16:creationId xmlns:a16="http://schemas.microsoft.com/office/drawing/2014/main" id="{0AC28502-A740-6F01-CA27-DD150037CD58}"/>
              </a:ext>
            </a:extLst>
          </p:cNvPr>
          <p:cNvSpPr txBox="1"/>
          <p:nvPr/>
        </p:nvSpPr>
        <p:spPr>
          <a:xfrm>
            <a:off x="822960" y="2181947"/>
            <a:ext cx="5273040" cy="1200329"/>
          </a:xfrm>
          <a:prstGeom prst="rect">
            <a:avLst/>
          </a:prstGeom>
          <a:noFill/>
        </p:spPr>
        <p:txBody>
          <a:bodyPr wrap="square">
            <a:spAutoFit/>
          </a:bodyPr>
          <a:lstStyle/>
          <a:p>
            <a:pPr>
              <a:buNone/>
            </a:pPr>
            <a:r>
              <a:rPr lang="en-US" b="1">
                <a:effectLst/>
                <a:latin typeface="Comic Sans MS" panose="030F0702030302020204" pitchFamily="66" charset="0"/>
              </a:rPr>
              <a:t>1. Suite Level Parameters</a:t>
            </a:r>
          </a:p>
          <a:p>
            <a:pPr>
              <a:buFont typeface="Arial" panose="020B0604020202020204" pitchFamily="34" charset="0"/>
              <a:buChar char="•"/>
            </a:pPr>
            <a:r>
              <a:rPr lang="en-US">
                <a:effectLst/>
                <a:latin typeface="Comic Sans MS" panose="030F0702030302020204" pitchFamily="66" charset="0"/>
              </a:rPr>
              <a:t>Defined inside the &lt;suite&gt; tag in testng.xml.</a:t>
            </a:r>
          </a:p>
          <a:p>
            <a:pPr>
              <a:buFont typeface="Arial" panose="020B0604020202020204" pitchFamily="34" charset="0"/>
              <a:buChar char="•"/>
            </a:pPr>
            <a:r>
              <a:rPr lang="en-US">
                <a:effectLst/>
                <a:latin typeface="Comic Sans MS" panose="030F0702030302020204" pitchFamily="66" charset="0"/>
              </a:rPr>
              <a:t>Available to </a:t>
            </a:r>
            <a:r>
              <a:rPr lang="en-US" b="1">
                <a:effectLst/>
                <a:latin typeface="Comic Sans MS" panose="030F0702030302020204" pitchFamily="66" charset="0"/>
              </a:rPr>
              <a:t>all tests and classes</a:t>
            </a:r>
            <a:r>
              <a:rPr lang="en-US">
                <a:effectLst/>
                <a:latin typeface="Comic Sans MS" panose="030F0702030302020204" pitchFamily="66" charset="0"/>
              </a:rPr>
              <a:t> inside that suite.</a:t>
            </a:r>
          </a:p>
        </p:txBody>
      </p:sp>
      <p:sp>
        <p:nvSpPr>
          <p:cNvPr id="14" name="TextBox 13">
            <a:extLst>
              <a:ext uri="{FF2B5EF4-FFF2-40B4-BE49-F238E27FC236}">
                <a16:creationId xmlns:a16="http://schemas.microsoft.com/office/drawing/2014/main" id="{7B359853-817A-1651-3E50-C31D768F9293}"/>
              </a:ext>
            </a:extLst>
          </p:cNvPr>
          <p:cNvSpPr txBox="1"/>
          <p:nvPr/>
        </p:nvSpPr>
        <p:spPr>
          <a:xfrm>
            <a:off x="6096000" y="2049753"/>
            <a:ext cx="6096000" cy="1200329"/>
          </a:xfrm>
          <a:prstGeom prst="rect">
            <a:avLst/>
          </a:prstGeom>
          <a:noFill/>
        </p:spPr>
        <p:txBody>
          <a:bodyPr wrap="square">
            <a:spAutoFit/>
          </a:bodyPr>
          <a:lstStyle/>
          <a:p>
            <a:pPr>
              <a:buNone/>
            </a:pPr>
            <a:r>
              <a:rPr lang="en-US" b="1">
                <a:effectLst/>
                <a:latin typeface="Comic Sans MS" panose="030F0702030302020204" pitchFamily="66" charset="0"/>
              </a:rPr>
              <a:t>2. Test Level Parameters</a:t>
            </a:r>
          </a:p>
          <a:p>
            <a:pPr>
              <a:buFont typeface="Arial" panose="020B0604020202020204" pitchFamily="34" charset="0"/>
              <a:buChar char="•"/>
            </a:pPr>
            <a:r>
              <a:rPr lang="en-US">
                <a:effectLst/>
                <a:latin typeface="Comic Sans MS" panose="030F0702030302020204" pitchFamily="66" charset="0"/>
              </a:rPr>
              <a:t>Defined inside the &lt;test&gt; tag.</a:t>
            </a:r>
          </a:p>
          <a:p>
            <a:pPr>
              <a:buFont typeface="Arial" panose="020B0604020202020204" pitchFamily="34" charset="0"/>
              <a:buChar char="•"/>
            </a:pPr>
            <a:r>
              <a:rPr lang="en-US">
                <a:effectLst/>
                <a:latin typeface="Comic Sans MS" panose="030F0702030302020204" pitchFamily="66" charset="0"/>
              </a:rPr>
              <a:t>Available only to the classes inside that specific &lt;test&gt; block.</a:t>
            </a:r>
          </a:p>
        </p:txBody>
      </p:sp>
      <p:pic>
        <p:nvPicPr>
          <p:cNvPr id="20" name="Picture 19">
            <a:extLst>
              <a:ext uri="{FF2B5EF4-FFF2-40B4-BE49-F238E27FC236}">
                <a16:creationId xmlns:a16="http://schemas.microsoft.com/office/drawing/2014/main" id="{EE015D74-C70E-3A0F-D4D7-F68A0BFEA1A7}"/>
              </a:ext>
            </a:extLst>
          </p:cNvPr>
          <p:cNvPicPr>
            <a:picLocks noChangeAspect="1"/>
          </p:cNvPicPr>
          <p:nvPr/>
        </p:nvPicPr>
        <p:blipFill>
          <a:blip r:embed="rId2"/>
          <a:stretch>
            <a:fillRect/>
          </a:stretch>
        </p:blipFill>
        <p:spPr>
          <a:xfrm>
            <a:off x="6837680" y="3403593"/>
            <a:ext cx="4064000" cy="2753367"/>
          </a:xfrm>
          <a:prstGeom prst="rect">
            <a:avLst/>
          </a:prstGeom>
        </p:spPr>
      </p:pic>
      <p:pic>
        <p:nvPicPr>
          <p:cNvPr id="22" name="Picture 21" descr="A screen shot of a computer program&#10;&#10;AI-generated content may be incorrect.">
            <a:extLst>
              <a:ext uri="{FF2B5EF4-FFF2-40B4-BE49-F238E27FC236}">
                <a16:creationId xmlns:a16="http://schemas.microsoft.com/office/drawing/2014/main" id="{5F5BD57F-D515-1ABB-7ED4-ADEFEBD7A7CD}"/>
              </a:ext>
            </a:extLst>
          </p:cNvPr>
          <p:cNvPicPr>
            <a:picLocks noChangeAspect="1"/>
          </p:cNvPicPr>
          <p:nvPr/>
        </p:nvPicPr>
        <p:blipFill>
          <a:blip r:embed="rId3"/>
          <a:stretch>
            <a:fillRect/>
          </a:stretch>
        </p:blipFill>
        <p:spPr>
          <a:xfrm>
            <a:off x="1005840" y="3382276"/>
            <a:ext cx="4324572" cy="2615172"/>
          </a:xfrm>
          <a:prstGeom prst="rect">
            <a:avLst/>
          </a:prstGeom>
        </p:spPr>
      </p:pic>
    </p:spTree>
    <p:extLst>
      <p:ext uri="{BB962C8B-B14F-4D97-AF65-F5344CB8AC3E}">
        <p14:creationId xmlns:p14="http://schemas.microsoft.com/office/powerpoint/2010/main" val="34715903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59949A-9169-09A2-6D6A-7A2511E1F6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F3678E-885E-4B9E-48F4-815A0F880C92}"/>
              </a:ext>
            </a:extLst>
          </p:cNvPr>
          <p:cNvSpPr>
            <a:spLocks noGrp="1"/>
          </p:cNvSpPr>
          <p:nvPr>
            <p:ph type="title"/>
          </p:nvPr>
        </p:nvSpPr>
        <p:spPr>
          <a:xfrm>
            <a:off x="457200" y="457200"/>
            <a:ext cx="11277600" cy="332399"/>
          </a:xfrm>
        </p:spPr>
        <p:txBody>
          <a:bodyPr/>
          <a:lstStyle/>
          <a:p>
            <a:r>
              <a:rPr lang="en-IN"/>
              <a:t>TestNG – Parameterization</a:t>
            </a:r>
          </a:p>
        </p:txBody>
      </p:sp>
      <p:sp>
        <p:nvSpPr>
          <p:cNvPr id="4" name="Footer Placeholder 3">
            <a:extLst>
              <a:ext uri="{FF2B5EF4-FFF2-40B4-BE49-F238E27FC236}">
                <a16:creationId xmlns:a16="http://schemas.microsoft.com/office/drawing/2014/main" id="{3FB74D95-9CFF-54B2-FA5C-CB050E824750}"/>
              </a:ext>
            </a:extLst>
          </p:cNvPr>
          <p:cNvSpPr>
            <a:spLocks noGrp="1"/>
          </p:cNvSpPr>
          <p:nvPr>
            <p:ph type="ftr" sz="quarter" idx="11"/>
          </p:nvPr>
        </p:nvSpPr>
        <p:spPr/>
        <p:txBody>
          <a:bodyPr/>
          <a:lstStyle/>
          <a:p>
            <a:r>
              <a:rPr lang="en-US"/>
              <a:t>© 2025–2027 Cognizant | Private</a:t>
            </a:r>
          </a:p>
        </p:txBody>
      </p:sp>
      <p:sp>
        <p:nvSpPr>
          <p:cNvPr id="5" name="Slide Number Placeholder 4">
            <a:extLst>
              <a:ext uri="{FF2B5EF4-FFF2-40B4-BE49-F238E27FC236}">
                <a16:creationId xmlns:a16="http://schemas.microsoft.com/office/drawing/2014/main" id="{73EC3A15-F3D4-6FF1-58E3-3306DC1FF175}"/>
              </a:ext>
            </a:extLst>
          </p:cNvPr>
          <p:cNvSpPr>
            <a:spLocks noGrp="1"/>
          </p:cNvSpPr>
          <p:nvPr>
            <p:ph type="sldNum" sz="quarter" idx="12"/>
          </p:nvPr>
        </p:nvSpPr>
        <p:spPr/>
        <p:txBody>
          <a:bodyPr/>
          <a:lstStyle/>
          <a:p>
            <a:fld id="{38826FC0-333C-E549-9FA3-0EE43DF298A3}" type="slidenum">
              <a:rPr lang="en-US" smtClean="0"/>
              <a:pPr/>
              <a:t>13</a:t>
            </a:fld>
            <a:endParaRPr lang="en-US"/>
          </a:p>
        </p:txBody>
      </p:sp>
      <p:sp>
        <p:nvSpPr>
          <p:cNvPr id="16" name="TextBox 15">
            <a:extLst>
              <a:ext uri="{FF2B5EF4-FFF2-40B4-BE49-F238E27FC236}">
                <a16:creationId xmlns:a16="http://schemas.microsoft.com/office/drawing/2014/main" id="{D2CB6605-2C5D-FFDE-5AEF-845DCDE12826}"/>
              </a:ext>
            </a:extLst>
          </p:cNvPr>
          <p:cNvSpPr txBox="1"/>
          <p:nvPr/>
        </p:nvSpPr>
        <p:spPr>
          <a:xfrm>
            <a:off x="822960" y="1228371"/>
            <a:ext cx="9398000" cy="923330"/>
          </a:xfrm>
          <a:prstGeom prst="rect">
            <a:avLst/>
          </a:prstGeom>
          <a:noFill/>
        </p:spPr>
        <p:txBody>
          <a:bodyPr wrap="square">
            <a:spAutoFit/>
          </a:bodyPr>
          <a:lstStyle/>
          <a:p>
            <a:pPr>
              <a:buNone/>
            </a:pPr>
            <a:r>
              <a:rPr lang="en-US" b="1">
                <a:effectLst/>
                <a:latin typeface="Comic Sans MS" panose="030F0702030302020204" pitchFamily="66" charset="0"/>
              </a:rPr>
              <a:t>3. Class Level Parameters</a:t>
            </a:r>
          </a:p>
          <a:p>
            <a:pPr>
              <a:buFont typeface="Arial" panose="020B0604020202020204" pitchFamily="34" charset="0"/>
              <a:buChar char="•"/>
            </a:pPr>
            <a:r>
              <a:rPr lang="en-US">
                <a:effectLst/>
                <a:latin typeface="Comic Sans MS" panose="030F0702030302020204" pitchFamily="66" charset="0"/>
              </a:rPr>
              <a:t>Defined inside the &lt;class&gt; tag.</a:t>
            </a:r>
          </a:p>
          <a:p>
            <a:pPr>
              <a:buFont typeface="Arial" panose="020B0604020202020204" pitchFamily="34" charset="0"/>
              <a:buChar char="•"/>
            </a:pPr>
            <a:r>
              <a:rPr lang="en-US">
                <a:effectLst/>
                <a:latin typeface="Comic Sans MS" panose="030F0702030302020204" pitchFamily="66" charset="0"/>
              </a:rPr>
              <a:t>Available only to that specific class instance.</a:t>
            </a:r>
          </a:p>
        </p:txBody>
      </p:sp>
      <p:pic>
        <p:nvPicPr>
          <p:cNvPr id="18" name="Picture 17" descr="A screen shot of a computer program&#10;&#10;AI-generated content may be incorrect.">
            <a:extLst>
              <a:ext uri="{FF2B5EF4-FFF2-40B4-BE49-F238E27FC236}">
                <a16:creationId xmlns:a16="http://schemas.microsoft.com/office/drawing/2014/main" id="{D93710E7-6C0C-66B1-39D6-A62D890124B0}"/>
              </a:ext>
            </a:extLst>
          </p:cNvPr>
          <p:cNvPicPr>
            <a:picLocks noChangeAspect="1"/>
          </p:cNvPicPr>
          <p:nvPr/>
        </p:nvPicPr>
        <p:blipFill>
          <a:blip r:embed="rId2"/>
          <a:stretch>
            <a:fillRect/>
          </a:stretch>
        </p:blipFill>
        <p:spPr>
          <a:xfrm>
            <a:off x="2890406" y="2703668"/>
            <a:ext cx="4800714" cy="2721772"/>
          </a:xfrm>
          <a:prstGeom prst="rect">
            <a:avLst/>
          </a:prstGeom>
        </p:spPr>
      </p:pic>
    </p:spTree>
    <p:extLst>
      <p:ext uri="{BB962C8B-B14F-4D97-AF65-F5344CB8AC3E}">
        <p14:creationId xmlns:p14="http://schemas.microsoft.com/office/powerpoint/2010/main" val="37274294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193F4-8A8A-52EA-AC11-5E34102700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3EE9A3-76D2-EBE5-21A7-5C087C63418C}"/>
              </a:ext>
            </a:extLst>
          </p:cNvPr>
          <p:cNvSpPr>
            <a:spLocks noGrp="1"/>
          </p:cNvSpPr>
          <p:nvPr>
            <p:ph type="title"/>
          </p:nvPr>
        </p:nvSpPr>
        <p:spPr>
          <a:xfrm>
            <a:off x="457200" y="457200"/>
            <a:ext cx="11277600" cy="332399"/>
          </a:xfrm>
        </p:spPr>
        <p:txBody>
          <a:bodyPr/>
          <a:lstStyle/>
          <a:p>
            <a:r>
              <a:rPr lang="en-IN"/>
              <a:t>TestNG – </a:t>
            </a:r>
            <a:r>
              <a:rPr lang="en-IN" err="1"/>
              <a:t>DataProvider</a:t>
            </a:r>
            <a:endParaRPr lang="en-IN"/>
          </a:p>
        </p:txBody>
      </p:sp>
      <p:sp>
        <p:nvSpPr>
          <p:cNvPr id="4" name="Footer Placeholder 3">
            <a:extLst>
              <a:ext uri="{FF2B5EF4-FFF2-40B4-BE49-F238E27FC236}">
                <a16:creationId xmlns:a16="http://schemas.microsoft.com/office/drawing/2014/main" id="{2131852E-70C5-D59E-2164-3846BAE50414}"/>
              </a:ext>
            </a:extLst>
          </p:cNvPr>
          <p:cNvSpPr>
            <a:spLocks noGrp="1"/>
          </p:cNvSpPr>
          <p:nvPr>
            <p:ph type="ftr" sz="quarter" idx="11"/>
          </p:nvPr>
        </p:nvSpPr>
        <p:spPr/>
        <p:txBody>
          <a:bodyPr/>
          <a:lstStyle/>
          <a:p>
            <a:r>
              <a:rPr lang="en-US"/>
              <a:t>© 2025–2027 Cognizant | Private</a:t>
            </a:r>
          </a:p>
        </p:txBody>
      </p:sp>
      <p:sp>
        <p:nvSpPr>
          <p:cNvPr id="5" name="Slide Number Placeholder 4">
            <a:extLst>
              <a:ext uri="{FF2B5EF4-FFF2-40B4-BE49-F238E27FC236}">
                <a16:creationId xmlns:a16="http://schemas.microsoft.com/office/drawing/2014/main" id="{7889914D-AF91-D999-9B0B-B1F377276F32}"/>
              </a:ext>
            </a:extLst>
          </p:cNvPr>
          <p:cNvSpPr>
            <a:spLocks noGrp="1"/>
          </p:cNvSpPr>
          <p:nvPr>
            <p:ph type="sldNum" sz="quarter" idx="12"/>
          </p:nvPr>
        </p:nvSpPr>
        <p:spPr/>
        <p:txBody>
          <a:bodyPr/>
          <a:lstStyle/>
          <a:p>
            <a:fld id="{38826FC0-333C-E549-9FA3-0EE43DF298A3}" type="slidenum">
              <a:rPr lang="en-US" smtClean="0"/>
              <a:pPr/>
              <a:t>14</a:t>
            </a:fld>
            <a:endParaRPr lang="en-US"/>
          </a:p>
        </p:txBody>
      </p:sp>
      <p:sp>
        <p:nvSpPr>
          <p:cNvPr id="3" name="Rectangle 1">
            <a:extLst>
              <a:ext uri="{FF2B5EF4-FFF2-40B4-BE49-F238E27FC236}">
                <a16:creationId xmlns:a16="http://schemas.microsoft.com/office/drawing/2014/main" id="{5C19EB11-169F-9B90-0439-B943E2592E5C}"/>
              </a:ext>
            </a:extLst>
          </p:cNvPr>
          <p:cNvSpPr>
            <a:spLocks noGrp="1" noChangeArrowheads="1"/>
          </p:cNvSpPr>
          <p:nvPr>
            <p:ph idx="1"/>
          </p:nvPr>
        </p:nvSpPr>
        <p:spPr bwMode="auto">
          <a:xfrm>
            <a:off x="1310640" y="1157504"/>
            <a:ext cx="9255760" cy="17083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Comic Sans MS" panose="030F0702030302020204" pitchFamily="66" charset="0"/>
              </a:rPr>
              <a:t>Definition:</a:t>
            </a:r>
            <a:r>
              <a:rPr kumimoji="0" lang="en-US" altLang="en-US" sz="1800" b="0" i="0" u="none" strike="noStrike" cap="none" normalizeH="0" baseline="0">
                <a:ln>
                  <a:noFill/>
                </a:ln>
                <a:solidFill>
                  <a:schemeClr val="tx1"/>
                </a:solidFill>
                <a:effectLst/>
                <a:latin typeface="Comic Sans MS" panose="030F0702030302020204" pitchFamily="66" charset="0"/>
              </a:rPr>
              <a:t> @DataProvider is an annotation in TestNG used to supply multiple sets of data to a single test method.</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Comic Sans MS" panose="030F0702030302020204" pitchFamily="66" charset="0"/>
              </a:rPr>
              <a:t>Purpose:</a:t>
            </a:r>
            <a:r>
              <a:rPr kumimoji="0" lang="en-US" altLang="en-US" sz="1800" b="0" i="0" u="none" strike="noStrike" cap="none" normalizeH="0" baseline="0">
                <a:ln>
                  <a:noFill/>
                </a:ln>
                <a:solidFill>
                  <a:schemeClr val="tx1"/>
                </a:solidFill>
                <a:effectLst/>
                <a:latin typeface="Comic Sans MS" panose="030F0702030302020204" pitchFamily="66" charset="0"/>
              </a:rPr>
              <a:t> It allows the same test to run multiple times with different input values.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Comic Sans MS" panose="030F0702030302020204" pitchFamily="66" charset="0"/>
              </a:rPr>
              <a:t>Benefit:</a:t>
            </a:r>
            <a:r>
              <a:rPr kumimoji="0" lang="en-US" altLang="en-US" sz="1800" b="0" i="0" u="none" strike="noStrike" cap="none" normalizeH="0" baseline="0">
                <a:ln>
                  <a:noFill/>
                </a:ln>
                <a:solidFill>
                  <a:schemeClr val="tx1"/>
                </a:solidFill>
                <a:effectLst/>
                <a:latin typeface="Comic Sans MS" panose="030F0702030302020204" pitchFamily="66" charset="0"/>
              </a:rPr>
              <a:t> Eliminates hardcoding and makes tests reusable across datasets.</a:t>
            </a:r>
          </a:p>
        </p:txBody>
      </p:sp>
      <p:sp>
        <p:nvSpPr>
          <p:cNvPr id="8" name="TextBox 7">
            <a:extLst>
              <a:ext uri="{FF2B5EF4-FFF2-40B4-BE49-F238E27FC236}">
                <a16:creationId xmlns:a16="http://schemas.microsoft.com/office/drawing/2014/main" id="{26F85ED1-D697-ADA0-F9AE-EC30092A0E5C}"/>
              </a:ext>
            </a:extLst>
          </p:cNvPr>
          <p:cNvSpPr txBox="1"/>
          <p:nvPr/>
        </p:nvSpPr>
        <p:spPr>
          <a:xfrm>
            <a:off x="1310640" y="3233762"/>
            <a:ext cx="8976360" cy="2539350"/>
          </a:xfrm>
          <a:prstGeom prst="rect">
            <a:avLst/>
          </a:prstGeom>
          <a:noFill/>
        </p:spPr>
        <p:txBody>
          <a:bodyPr wrap="square">
            <a:spAutoFit/>
          </a:bodyPr>
          <a:lstStyle/>
          <a:p>
            <a:pPr>
              <a:lnSpc>
                <a:spcPct val="150000"/>
              </a:lnSpc>
            </a:pPr>
            <a:r>
              <a:rPr lang="en-US" b="0" i="0">
                <a:effectLst/>
                <a:latin typeface="Comic Sans MS" panose="030F0702030302020204" pitchFamily="66" charset="0"/>
              </a:rPr>
              <a:t>@DataProvider annotation – </a:t>
            </a:r>
          </a:p>
          <a:p>
            <a:pPr marL="285750" indent="-285750">
              <a:lnSpc>
                <a:spcPct val="150000"/>
              </a:lnSpc>
              <a:buFont typeface="Arial" panose="020B0604020202020204" pitchFamily="34" charset="0"/>
              <a:buChar char="•"/>
            </a:pPr>
            <a:r>
              <a:rPr lang="en-US" b="0" i="0">
                <a:effectLst/>
                <a:latin typeface="Comic Sans MS" panose="030F0702030302020204" pitchFamily="66" charset="0"/>
              </a:rPr>
              <a:t>Marks a method as supplying data for a test method. The annotated method must return an Object[][] where each Object[] can be assigned the parameter list of the test method. </a:t>
            </a:r>
          </a:p>
          <a:p>
            <a:pPr marL="285750" indent="-285750">
              <a:lnSpc>
                <a:spcPct val="150000"/>
              </a:lnSpc>
              <a:buFont typeface="Arial" panose="020B0604020202020204" pitchFamily="34" charset="0"/>
              <a:buChar char="•"/>
            </a:pPr>
            <a:r>
              <a:rPr lang="en-US" b="0" i="0">
                <a:effectLst/>
                <a:latin typeface="Comic Sans MS" panose="030F0702030302020204" pitchFamily="66" charset="0"/>
              </a:rPr>
              <a:t>The @Test method that wants to receive data from this </a:t>
            </a:r>
            <a:r>
              <a:rPr lang="en-US" b="0" i="0" err="1">
                <a:effectLst/>
                <a:latin typeface="Comic Sans MS" panose="030F0702030302020204" pitchFamily="66" charset="0"/>
              </a:rPr>
              <a:t>DataProvider</a:t>
            </a:r>
            <a:r>
              <a:rPr lang="en-US" b="0" i="0">
                <a:effectLst/>
                <a:latin typeface="Comic Sans MS" panose="030F0702030302020204" pitchFamily="66" charset="0"/>
              </a:rPr>
              <a:t> needs to use a </a:t>
            </a:r>
            <a:r>
              <a:rPr lang="en-US" b="0" i="0" err="1">
                <a:effectLst/>
                <a:latin typeface="Comic Sans MS" panose="030F0702030302020204" pitchFamily="66" charset="0"/>
              </a:rPr>
              <a:t>dataProvider</a:t>
            </a:r>
            <a:r>
              <a:rPr lang="en-US" b="0" i="0">
                <a:effectLst/>
                <a:latin typeface="Comic Sans MS" panose="030F0702030302020204" pitchFamily="66" charset="0"/>
              </a:rPr>
              <a:t> name equals to the name of this annotation.</a:t>
            </a:r>
            <a:endParaRPr lang="en-IN">
              <a:latin typeface="Comic Sans MS" panose="030F0702030302020204" pitchFamily="66" charset="0"/>
            </a:endParaRPr>
          </a:p>
        </p:txBody>
      </p:sp>
    </p:spTree>
    <p:extLst>
      <p:ext uri="{BB962C8B-B14F-4D97-AF65-F5344CB8AC3E}">
        <p14:creationId xmlns:p14="http://schemas.microsoft.com/office/powerpoint/2010/main" val="6922666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1DAD2B-E162-21DC-DF2D-54CB12EF43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67F344-222C-6C5A-D2DA-B203E3B503A3}"/>
              </a:ext>
            </a:extLst>
          </p:cNvPr>
          <p:cNvSpPr>
            <a:spLocks noGrp="1"/>
          </p:cNvSpPr>
          <p:nvPr>
            <p:ph type="title"/>
          </p:nvPr>
        </p:nvSpPr>
        <p:spPr>
          <a:xfrm>
            <a:off x="457200" y="457200"/>
            <a:ext cx="11277600" cy="332399"/>
          </a:xfrm>
        </p:spPr>
        <p:txBody>
          <a:bodyPr/>
          <a:lstStyle/>
          <a:p>
            <a:r>
              <a:rPr lang="en-IN"/>
              <a:t>TestNG – </a:t>
            </a:r>
            <a:r>
              <a:rPr lang="en-IN" err="1"/>
              <a:t>DataProvider</a:t>
            </a:r>
            <a:endParaRPr lang="en-IN"/>
          </a:p>
        </p:txBody>
      </p:sp>
      <p:sp>
        <p:nvSpPr>
          <p:cNvPr id="4" name="Footer Placeholder 3">
            <a:extLst>
              <a:ext uri="{FF2B5EF4-FFF2-40B4-BE49-F238E27FC236}">
                <a16:creationId xmlns:a16="http://schemas.microsoft.com/office/drawing/2014/main" id="{750A16BE-700F-D7C4-06F9-362ECDA9148D}"/>
              </a:ext>
            </a:extLst>
          </p:cNvPr>
          <p:cNvSpPr>
            <a:spLocks noGrp="1"/>
          </p:cNvSpPr>
          <p:nvPr>
            <p:ph type="ftr" sz="quarter" idx="11"/>
          </p:nvPr>
        </p:nvSpPr>
        <p:spPr/>
        <p:txBody>
          <a:bodyPr/>
          <a:lstStyle/>
          <a:p>
            <a:r>
              <a:rPr lang="en-US"/>
              <a:t>© 2025–2027 Cognizant | Private</a:t>
            </a:r>
          </a:p>
        </p:txBody>
      </p:sp>
      <p:sp>
        <p:nvSpPr>
          <p:cNvPr id="5" name="Slide Number Placeholder 4">
            <a:extLst>
              <a:ext uri="{FF2B5EF4-FFF2-40B4-BE49-F238E27FC236}">
                <a16:creationId xmlns:a16="http://schemas.microsoft.com/office/drawing/2014/main" id="{3C5ADB28-D1CF-2E13-EF0B-EC9224EEA5D3}"/>
              </a:ext>
            </a:extLst>
          </p:cNvPr>
          <p:cNvSpPr>
            <a:spLocks noGrp="1"/>
          </p:cNvSpPr>
          <p:nvPr>
            <p:ph type="sldNum" sz="quarter" idx="12"/>
          </p:nvPr>
        </p:nvSpPr>
        <p:spPr/>
        <p:txBody>
          <a:bodyPr/>
          <a:lstStyle/>
          <a:p>
            <a:fld id="{38826FC0-333C-E549-9FA3-0EE43DF298A3}" type="slidenum">
              <a:rPr lang="en-US" smtClean="0"/>
              <a:pPr/>
              <a:t>15</a:t>
            </a:fld>
            <a:endParaRPr lang="en-US"/>
          </a:p>
        </p:txBody>
      </p:sp>
      <p:sp>
        <p:nvSpPr>
          <p:cNvPr id="9" name="TextBox 8">
            <a:extLst>
              <a:ext uri="{FF2B5EF4-FFF2-40B4-BE49-F238E27FC236}">
                <a16:creationId xmlns:a16="http://schemas.microsoft.com/office/drawing/2014/main" id="{8EAC3045-70C1-533F-65A9-230F9E909AF2}"/>
              </a:ext>
            </a:extLst>
          </p:cNvPr>
          <p:cNvSpPr txBox="1"/>
          <p:nvPr/>
        </p:nvSpPr>
        <p:spPr>
          <a:xfrm>
            <a:off x="1513840" y="856357"/>
            <a:ext cx="10088880" cy="6001643"/>
          </a:xfrm>
          <a:prstGeom prst="rect">
            <a:avLst/>
          </a:prstGeom>
          <a:noFill/>
        </p:spPr>
        <p:txBody>
          <a:bodyPr wrap="square">
            <a:spAutoFit/>
          </a:bodyPr>
          <a:lstStyle/>
          <a:p>
            <a:pPr>
              <a:buNone/>
            </a:pPr>
            <a:r>
              <a:rPr lang="en-IN" sz="1600">
                <a:effectLst/>
                <a:latin typeface="Courier New" panose="02070309020205020404" pitchFamily="49" charset="0"/>
              </a:rPr>
              <a:t>import </a:t>
            </a:r>
            <a:r>
              <a:rPr lang="en-IN" sz="1600" err="1">
                <a:effectLst/>
                <a:latin typeface="Courier New" panose="02070309020205020404" pitchFamily="49" charset="0"/>
              </a:rPr>
              <a:t>org.testng.annotations</a:t>
            </a:r>
            <a:r>
              <a:rPr lang="en-IN" sz="1600">
                <a:effectLst/>
                <a:latin typeface="Courier New" panose="02070309020205020404" pitchFamily="49" charset="0"/>
              </a:rPr>
              <a:t>.*;</a:t>
            </a:r>
          </a:p>
          <a:p>
            <a:pPr>
              <a:buNone/>
            </a:pPr>
            <a:endParaRPr lang="en-IN" sz="1600">
              <a:effectLst/>
              <a:latin typeface="Courier New" panose="02070309020205020404" pitchFamily="49" charset="0"/>
            </a:endParaRPr>
          </a:p>
          <a:p>
            <a:pPr>
              <a:buNone/>
            </a:pPr>
            <a:r>
              <a:rPr lang="en-IN" sz="1600">
                <a:effectLst/>
                <a:latin typeface="Courier New" panose="02070309020205020404" pitchFamily="49" charset="0"/>
              </a:rPr>
              <a:t>public class </a:t>
            </a:r>
            <a:r>
              <a:rPr lang="en-IN" sz="1600" err="1">
                <a:effectLst/>
                <a:latin typeface="Courier New" panose="02070309020205020404" pitchFamily="49" charset="0"/>
              </a:rPr>
              <a:t>DataProviderDemo</a:t>
            </a:r>
            <a:r>
              <a:rPr lang="en-IN" sz="1600">
                <a:effectLst/>
                <a:latin typeface="Courier New" panose="02070309020205020404" pitchFamily="49" charset="0"/>
              </a:rPr>
              <a:t> {</a:t>
            </a:r>
          </a:p>
          <a:p>
            <a:pPr>
              <a:buNone/>
            </a:pPr>
            <a:endParaRPr lang="en-IN" sz="1600">
              <a:effectLst/>
              <a:latin typeface="Courier New" panose="02070309020205020404" pitchFamily="49" charset="0"/>
            </a:endParaRPr>
          </a:p>
          <a:p>
            <a:pPr>
              <a:buNone/>
            </a:pPr>
            <a:r>
              <a:rPr lang="en-IN" sz="1600">
                <a:effectLst/>
                <a:latin typeface="Courier New" panose="02070309020205020404" pitchFamily="49" charset="0"/>
              </a:rPr>
              <a:t>    </a:t>
            </a:r>
            <a:r>
              <a:rPr lang="en-IN" sz="1600" b="1">
                <a:effectLst/>
                <a:latin typeface="Courier New" panose="02070309020205020404" pitchFamily="49" charset="0"/>
              </a:rPr>
              <a:t>// Define </a:t>
            </a:r>
            <a:r>
              <a:rPr lang="en-IN" sz="1600" b="1" err="1">
                <a:effectLst/>
                <a:latin typeface="Courier New" panose="02070309020205020404" pitchFamily="49" charset="0"/>
              </a:rPr>
              <a:t>DataProvider</a:t>
            </a:r>
            <a:endParaRPr lang="en-IN" sz="1600" b="1">
              <a:effectLst/>
              <a:latin typeface="Courier New" panose="02070309020205020404" pitchFamily="49" charset="0"/>
            </a:endParaRPr>
          </a:p>
          <a:p>
            <a:pPr>
              <a:buNone/>
            </a:pPr>
            <a:r>
              <a:rPr lang="en-IN" sz="1600">
                <a:effectLst/>
                <a:latin typeface="Courier New" panose="02070309020205020404" pitchFamily="49" charset="0"/>
              </a:rPr>
              <a:t>    </a:t>
            </a:r>
            <a:r>
              <a:rPr lang="en-IN" sz="1600" b="1">
                <a:effectLst/>
                <a:latin typeface="Courier New" panose="02070309020205020404" pitchFamily="49" charset="0"/>
              </a:rPr>
              <a:t>@DataProvider(name = "</a:t>
            </a:r>
            <a:r>
              <a:rPr lang="en-IN" sz="1600" b="1" err="1">
                <a:effectLst/>
                <a:latin typeface="Courier New" panose="02070309020205020404" pitchFamily="49" charset="0"/>
              </a:rPr>
              <a:t>loginData</a:t>
            </a:r>
            <a:r>
              <a:rPr lang="en-IN" sz="1600" b="1">
                <a:effectLst/>
                <a:latin typeface="Courier New" panose="02070309020205020404" pitchFamily="49" charset="0"/>
              </a:rPr>
              <a:t>")</a:t>
            </a:r>
          </a:p>
          <a:p>
            <a:pPr>
              <a:buNone/>
            </a:pPr>
            <a:r>
              <a:rPr lang="en-IN" sz="1600">
                <a:effectLst/>
                <a:latin typeface="Courier New" panose="02070309020205020404" pitchFamily="49" charset="0"/>
              </a:rPr>
              <a:t>    public Object[][] </a:t>
            </a:r>
            <a:r>
              <a:rPr lang="en-IN" sz="1600" err="1">
                <a:effectLst/>
                <a:latin typeface="Courier New" panose="02070309020205020404" pitchFamily="49" charset="0"/>
              </a:rPr>
              <a:t>getData</a:t>
            </a:r>
            <a:r>
              <a:rPr lang="en-IN" sz="1600">
                <a:effectLst/>
                <a:latin typeface="Courier New" panose="02070309020205020404" pitchFamily="49" charset="0"/>
              </a:rPr>
              <a:t>() {</a:t>
            </a:r>
          </a:p>
          <a:p>
            <a:pPr>
              <a:buNone/>
            </a:pPr>
            <a:r>
              <a:rPr lang="en-IN" sz="1600">
                <a:effectLst/>
                <a:latin typeface="Courier New" panose="02070309020205020404" pitchFamily="49" charset="0"/>
              </a:rPr>
              <a:t>        return new Object[][] {</a:t>
            </a:r>
          </a:p>
          <a:p>
            <a:pPr>
              <a:buNone/>
            </a:pPr>
            <a:r>
              <a:rPr lang="en-IN" sz="1600">
                <a:effectLst/>
                <a:latin typeface="Courier New" panose="02070309020205020404" pitchFamily="49" charset="0"/>
              </a:rPr>
              <a:t>            {"user1", "pass1"},</a:t>
            </a:r>
          </a:p>
          <a:p>
            <a:pPr>
              <a:buNone/>
            </a:pPr>
            <a:r>
              <a:rPr lang="en-IN" sz="1600">
                <a:effectLst/>
                <a:latin typeface="Courier New" panose="02070309020205020404" pitchFamily="49" charset="0"/>
              </a:rPr>
              <a:t>            {"user2", "pass2"},</a:t>
            </a:r>
          </a:p>
          <a:p>
            <a:pPr>
              <a:buNone/>
            </a:pPr>
            <a:r>
              <a:rPr lang="en-IN" sz="1600">
                <a:effectLst/>
                <a:latin typeface="Courier New" panose="02070309020205020404" pitchFamily="49" charset="0"/>
              </a:rPr>
              <a:t>            {"user3", "pass3"}</a:t>
            </a:r>
          </a:p>
          <a:p>
            <a:pPr>
              <a:buNone/>
            </a:pPr>
            <a:r>
              <a:rPr lang="en-IN" sz="1600">
                <a:effectLst/>
                <a:latin typeface="Courier New" panose="02070309020205020404" pitchFamily="49" charset="0"/>
              </a:rPr>
              <a:t>        };</a:t>
            </a:r>
          </a:p>
          <a:p>
            <a:pPr>
              <a:buNone/>
            </a:pPr>
            <a:r>
              <a:rPr lang="en-IN" sz="1600">
                <a:effectLst/>
                <a:latin typeface="Courier New" panose="02070309020205020404" pitchFamily="49" charset="0"/>
              </a:rPr>
              <a:t>    }</a:t>
            </a:r>
          </a:p>
          <a:p>
            <a:pPr>
              <a:buNone/>
            </a:pPr>
            <a:endParaRPr lang="en-IN" sz="1600">
              <a:effectLst/>
              <a:latin typeface="Courier New" panose="02070309020205020404" pitchFamily="49" charset="0"/>
            </a:endParaRPr>
          </a:p>
          <a:p>
            <a:pPr>
              <a:buNone/>
            </a:pPr>
            <a:r>
              <a:rPr lang="en-IN" sz="1600" b="1">
                <a:effectLst/>
                <a:latin typeface="Courier New" panose="02070309020205020404" pitchFamily="49" charset="0"/>
              </a:rPr>
              <a:t>    // Use </a:t>
            </a:r>
            <a:r>
              <a:rPr lang="en-IN" sz="1600" b="1" err="1">
                <a:effectLst/>
                <a:latin typeface="Courier New" panose="02070309020205020404" pitchFamily="49" charset="0"/>
              </a:rPr>
              <a:t>DataProvider</a:t>
            </a:r>
            <a:r>
              <a:rPr lang="en-IN" sz="1600" b="1">
                <a:effectLst/>
                <a:latin typeface="Courier New" panose="02070309020205020404" pitchFamily="49" charset="0"/>
              </a:rPr>
              <a:t> in Test</a:t>
            </a:r>
          </a:p>
          <a:p>
            <a:pPr>
              <a:buNone/>
            </a:pPr>
            <a:r>
              <a:rPr lang="en-IN" sz="1600">
                <a:effectLst/>
                <a:latin typeface="Courier New" panose="02070309020205020404" pitchFamily="49" charset="0"/>
              </a:rPr>
              <a:t>    </a:t>
            </a:r>
            <a:r>
              <a:rPr lang="en-IN" sz="1600" b="1">
                <a:effectLst/>
                <a:latin typeface="Courier New" panose="02070309020205020404" pitchFamily="49" charset="0"/>
              </a:rPr>
              <a:t>@Test(dataProvider = "</a:t>
            </a:r>
            <a:r>
              <a:rPr lang="en-IN" sz="1600" b="1" err="1">
                <a:effectLst/>
                <a:latin typeface="Courier New" panose="02070309020205020404" pitchFamily="49" charset="0"/>
              </a:rPr>
              <a:t>loginData</a:t>
            </a:r>
            <a:r>
              <a:rPr lang="en-IN" sz="1600" b="1">
                <a:effectLst/>
                <a:latin typeface="Courier New" panose="02070309020205020404" pitchFamily="49" charset="0"/>
              </a:rPr>
              <a:t>")</a:t>
            </a:r>
          </a:p>
          <a:p>
            <a:pPr>
              <a:buNone/>
            </a:pPr>
            <a:r>
              <a:rPr lang="en-IN" sz="1600">
                <a:effectLst/>
                <a:latin typeface="Courier New" panose="02070309020205020404" pitchFamily="49" charset="0"/>
              </a:rPr>
              <a:t>    public void </a:t>
            </a:r>
            <a:r>
              <a:rPr lang="en-IN" sz="1600" err="1">
                <a:effectLst/>
                <a:latin typeface="Courier New" panose="02070309020205020404" pitchFamily="49" charset="0"/>
              </a:rPr>
              <a:t>loginTest</a:t>
            </a:r>
            <a:r>
              <a:rPr lang="en-IN" sz="1600">
                <a:effectLst/>
                <a:latin typeface="Courier New" panose="02070309020205020404" pitchFamily="49" charset="0"/>
              </a:rPr>
              <a:t>(String username, String password) {</a:t>
            </a:r>
          </a:p>
          <a:p>
            <a:pPr>
              <a:buNone/>
            </a:pPr>
            <a:r>
              <a:rPr lang="en-IN" sz="1600">
                <a:effectLst/>
                <a:latin typeface="Courier New" panose="02070309020205020404" pitchFamily="49" charset="0"/>
              </a:rPr>
              <a:t>        </a:t>
            </a:r>
            <a:r>
              <a:rPr lang="en-IN" sz="1600" err="1">
                <a:effectLst/>
                <a:latin typeface="Courier New" panose="02070309020205020404" pitchFamily="49" charset="0"/>
              </a:rPr>
              <a:t>System.out.println</a:t>
            </a:r>
            <a:r>
              <a:rPr lang="en-IN" sz="1600">
                <a:effectLst/>
                <a:latin typeface="Courier New" panose="02070309020205020404" pitchFamily="49" charset="0"/>
              </a:rPr>
              <a:t>("Logging in with: " + username + " / " + password);</a:t>
            </a:r>
          </a:p>
          <a:p>
            <a:pPr>
              <a:buNone/>
            </a:pPr>
            <a:r>
              <a:rPr lang="en-IN" sz="1600">
                <a:effectLst/>
                <a:latin typeface="Courier New" panose="02070309020205020404" pitchFamily="49" charset="0"/>
              </a:rPr>
              <a:t>        // Selenium steps here:</a:t>
            </a:r>
          </a:p>
          <a:p>
            <a:pPr>
              <a:buNone/>
            </a:pPr>
            <a:r>
              <a:rPr lang="en-IN" sz="1600">
                <a:effectLst/>
                <a:latin typeface="Courier New" panose="02070309020205020404" pitchFamily="49" charset="0"/>
              </a:rPr>
              <a:t>        // </a:t>
            </a:r>
            <a:r>
              <a:rPr lang="en-IN" sz="1600" err="1">
                <a:effectLst/>
                <a:latin typeface="Courier New" panose="02070309020205020404" pitchFamily="49" charset="0"/>
              </a:rPr>
              <a:t>driver.findElement</a:t>
            </a:r>
            <a:r>
              <a:rPr lang="en-IN" sz="1600">
                <a:effectLst/>
                <a:latin typeface="Courier New" panose="02070309020205020404" pitchFamily="49" charset="0"/>
              </a:rPr>
              <a:t>(By.id("username")).</a:t>
            </a:r>
            <a:r>
              <a:rPr lang="en-IN" sz="1600" err="1">
                <a:effectLst/>
                <a:latin typeface="Courier New" panose="02070309020205020404" pitchFamily="49" charset="0"/>
              </a:rPr>
              <a:t>sendKeys</a:t>
            </a:r>
            <a:r>
              <a:rPr lang="en-IN" sz="1600">
                <a:effectLst/>
                <a:latin typeface="Courier New" panose="02070309020205020404" pitchFamily="49" charset="0"/>
              </a:rPr>
              <a:t>(username);</a:t>
            </a:r>
          </a:p>
          <a:p>
            <a:pPr>
              <a:buNone/>
            </a:pPr>
            <a:r>
              <a:rPr lang="en-IN" sz="1600">
                <a:effectLst/>
                <a:latin typeface="Courier New" panose="02070309020205020404" pitchFamily="49" charset="0"/>
              </a:rPr>
              <a:t>        // </a:t>
            </a:r>
            <a:r>
              <a:rPr lang="en-IN" sz="1600" err="1">
                <a:effectLst/>
                <a:latin typeface="Courier New" panose="02070309020205020404" pitchFamily="49" charset="0"/>
              </a:rPr>
              <a:t>driver.findElement</a:t>
            </a:r>
            <a:r>
              <a:rPr lang="en-IN" sz="1600">
                <a:effectLst/>
                <a:latin typeface="Courier New" panose="02070309020205020404" pitchFamily="49" charset="0"/>
              </a:rPr>
              <a:t>(By.id("password")).</a:t>
            </a:r>
            <a:r>
              <a:rPr lang="en-IN" sz="1600" err="1">
                <a:effectLst/>
                <a:latin typeface="Courier New" panose="02070309020205020404" pitchFamily="49" charset="0"/>
              </a:rPr>
              <a:t>sendKeys</a:t>
            </a:r>
            <a:r>
              <a:rPr lang="en-IN" sz="1600">
                <a:effectLst/>
                <a:latin typeface="Courier New" panose="02070309020205020404" pitchFamily="49" charset="0"/>
              </a:rPr>
              <a:t>(password);</a:t>
            </a:r>
          </a:p>
          <a:p>
            <a:pPr>
              <a:buNone/>
            </a:pPr>
            <a:r>
              <a:rPr lang="en-IN" sz="1600">
                <a:effectLst/>
                <a:latin typeface="Courier New" panose="02070309020205020404" pitchFamily="49" charset="0"/>
              </a:rPr>
              <a:t>        // </a:t>
            </a:r>
            <a:r>
              <a:rPr lang="en-IN" sz="1600" err="1">
                <a:effectLst/>
                <a:latin typeface="Courier New" panose="02070309020205020404" pitchFamily="49" charset="0"/>
              </a:rPr>
              <a:t>driver.findElement</a:t>
            </a:r>
            <a:r>
              <a:rPr lang="en-IN" sz="1600">
                <a:effectLst/>
                <a:latin typeface="Courier New" panose="02070309020205020404" pitchFamily="49" charset="0"/>
              </a:rPr>
              <a:t>(By.id("</a:t>
            </a:r>
            <a:r>
              <a:rPr lang="en-IN" sz="1600" err="1">
                <a:effectLst/>
                <a:latin typeface="Courier New" panose="02070309020205020404" pitchFamily="49" charset="0"/>
              </a:rPr>
              <a:t>loginBtn</a:t>
            </a:r>
            <a:r>
              <a:rPr lang="en-IN" sz="1600">
                <a:effectLst/>
                <a:latin typeface="Courier New" panose="02070309020205020404" pitchFamily="49" charset="0"/>
              </a:rPr>
              <a:t>")).click();</a:t>
            </a:r>
          </a:p>
          <a:p>
            <a:pPr>
              <a:buNone/>
            </a:pPr>
            <a:r>
              <a:rPr lang="en-IN" sz="1600">
                <a:effectLst/>
                <a:latin typeface="Courier New" panose="02070309020205020404" pitchFamily="49" charset="0"/>
              </a:rPr>
              <a:t>    }</a:t>
            </a:r>
          </a:p>
          <a:p>
            <a:pPr>
              <a:buNone/>
            </a:pPr>
            <a:r>
              <a:rPr lang="en-IN" sz="1600">
                <a:effectLst/>
                <a:latin typeface="Courier New" panose="02070309020205020404" pitchFamily="49" charset="0"/>
              </a:rPr>
              <a:t>}</a:t>
            </a:r>
          </a:p>
        </p:txBody>
      </p:sp>
    </p:spTree>
    <p:extLst>
      <p:ext uri="{BB962C8B-B14F-4D97-AF65-F5344CB8AC3E}">
        <p14:creationId xmlns:p14="http://schemas.microsoft.com/office/powerpoint/2010/main" val="9314492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11E5CA-F465-BB97-1643-C640863566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EEA8F9-20C8-BE97-8656-2C17DE4D1C63}"/>
              </a:ext>
            </a:extLst>
          </p:cNvPr>
          <p:cNvSpPr>
            <a:spLocks noGrp="1"/>
          </p:cNvSpPr>
          <p:nvPr>
            <p:ph type="title"/>
          </p:nvPr>
        </p:nvSpPr>
        <p:spPr>
          <a:xfrm>
            <a:off x="457200" y="457200"/>
            <a:ext cx="11277600" cy="332399"/>
          </a:xfrm>
        </p:spPr>
        <p:txBody>
          <a:bodyPr/>
          <a:lstStyle/>
          <a:p>
            <a:r>
              <a:rPr lang="en-IN"/>
              <a:t>TestNG – Parallel Execution</a:t>
            </a:r>
          </a:p>
        </p:txBody>
      </p:sp>
      <p:sp>
        <p:nvSpPr>
          <p:cNvPr id="4" name="Footer Placeholder 3">
            <a:extLst>
              <a:ext uri="{FF2B5EF4-FFF2-40B4-BE49-F238E27FC236}">
                <a16:creationId xmlns:a16="http://schemas.microsoft.com/office/drawing/2014/main" id="{80E7F0A9-1EB7-1386-A39B-AF2DF0C79830}"/>
              </a:ext>
            </a:extLst>
          </p:cNvPr>
          <p:cNvSpPr>
            <a:spLocks noGrp="1"/>
          </p:cNvSpPr>
          <p:nvPr>
            <p:ph type="ftr" sz="quarter" idx="11"/>
          </p:nvPr>
        </p:nvSpPr>
        <p:spPr/>
        <p:txBody>
          <a:bodyPr/>
          <a:lstStyle/>
          <a:p>
            <a:r>
              <a:rPr lang="en-US"/>
              <a:t>© 2025–2027 Cognizant | Private</a:t>
            </a:r>
          </a:p>
        </p:txBody>
      </p:sp>
      <p:sp>
        <p:nvSpPr>
          <p:cNvPr id="5" name="Slide Number Placeholder 4">
            <a:extLst>
              <a:ext uri="{FF2B5EF4-FFF2-40B4-BE49-F238E27FC236}">
                <a16:creationId xmlns:a16="http://schemas.microsoft.com/office/drawing/2014/main" id="{7797CC60-F979-4E4A-E5DF-45C57B2841ED}"/>
              </a:ext>
            </a:extLst>
          </p:cNvPr>
          <p:cNvSpPr>
            <a:spLocks noGrp="1"/>
          </p:cNvSpPr>
          <p:nvPr>
            <p:ph type="sldNum" sz="quarter" idx="12"/>
          </p:nvPr>
        </p:nvSpPr>
        <p:spPr/>
        <p:txBody>
          <a:bodyPr/>
          <a:lstStyle/>
          <a:p>
            <a:fld id="{38826FC0-333C-E549-9FA3-0EE43DF298A3}" type="slidenum">
              <a:rPr lang="en-US" smtClean="0"/>
              <a:pPr/>
              <a:t>16</a:t>
            </a:fld>
            <a:endParaRPr lang="en-US"/>
          </a:p>
        </p:txBody>
      </p:sp>
      <p:sp>
        <p:nvSpPr>
          <p:cNvPr id="7" name="Content Placeholder 6">
            <a:extLst>
              <a:ext uri="{FF2B5EF4-FFF2-40B4-BE49-F238E27FC236}">
                <a16:creationId xmlns:a16="http://schemas.microsoft.com/office/drawing/2014/main" id="{C8975B5C-28B8-B5F5-AA90-FB5FC08AEEFC}"/>
              </a:ext>
            </a:extLst>
          </p:cNvPr>
          <p:cNvSpPr>
            <a:spLocks noGrp="1"/>
          </p:cNvSpPr>
          <p:nvPr>
            <p:ph idx="1"/>
          </p:nvPr>
        </p:nvSpPr>
        <p:spPr>
          <a:xfrm>
            <a:off x="457200" y="1447800"/>
            <a:ext cx="10393680" cy="1366520"/>
          </a:xfrm>
        </p:spPr>
        <p:txBody>
          <a:bodyPr/>
          <a:lstStyle/>
          <a:p>
            <a:pPr marL="0" indent="0">
              <a:buNone/>
            </a:pPr>
            <a:r>
              <a:rPr lang="en-US" sz="1800">
                <a:latin typeface="Comic Sans MS" panose="030F0702030302020204" pitchFamily="66" charset="0"/>
              </a:rPr>
              <a:t>Parallel execution in TestNG allows you to run multiple tests simultaneously across different threads, reducing execution time and speeding up feedback loops. </a:t>
            </a:r>
          </a:p>
          <a:p>
            <a:pPr marL="0" indent="0">
              <a:buNone/>
            </a:pPr>
            <a:r>
              <a:rPr lang="en-US" sz="1800">
                <a:latin typeface="Comic Sans MS" panose="030F0702030302020204" pitchFamily="66" charset="0"/>
              </a:rPr>
              <a:t>You can configure parallelism at the suite, test, class, method, or instance level using the parallel attribute in testng.xml</a:t>
            </a:r>
            <a:endParaRPr lang="en-IN" sz="1800">
              <a:latin typeface="Comic Sans MS" panose="030F0702030302020204" pitchFamily="66" charset="0"/>
            </a:endParaRPr>
          </a:p>
        </p:txBody>
      </p:sp>
      <p:sp>
        <p:nvSpPr>
          <p:cNvPr id="6" name="TextBox 5">
            <a:extLst>
              <a:ext uri="{FF2B5EF4-FFF2-40B4-BE49-F238E27FC236}">
                <a16:creationId xmlns:a16="http://schemas.microsoft.com/office/drawing/2014/main" id="{0E8ACE51-CDCF-6B38-102A-EB5E346C010B}"/>
              </a:ext>
            </a:extLst>
          </p:cNvPr>
          <p:cNvSpPr txBox="1"/>
          <p:nvPr/>
        </p:nvSpPr>
        <p:spPr>
          <a:xfrm>
            <a:off x="2082800" y="3144858"/>
            <a:ext cx="6390640" cy="2954078"/>
          </a:xfrm>
          <a:prstGeom prst="rect">
            <a:avLst/>
          </a:prstGeom>
          <a:noFill/>
        </p:spPr>
        <p:txBody>
          <a:bodyPr wrap="square">
            <a:spAutoFit/>
          </a:bodyPr>
          <a:lstStyle/>
          <a:p>
            <a:pPr>
              <a:lnSpc>
                <a:spcPct val="150000"/>
              </a:lnSpc>
              <a:buNone/>
            </a:pPr>
            <a:r>
              <a:rPr lang="en-US" b="1">
                <a:effectLst/>
                <a:latin typeface="Comic Sans MS" panose="030F0702030302020204" pitchFamily="66" charset="0"/>
              </a:rPr>
              <a:t>How Parallel Execution Works in TestNG</a:t>
            </a:r>
          </a:p>
          <a:p>
            <a:pPr>
              <a:lnSpc>
                <a:spcPct val="150000"/>
              </a:lnSpc>
              <a:buNone/>
            </a:pPr>
            <a:r>
              <a:rPr lang="en-US">
                <a:effectLst/>
                <a:latin typeface="Comic Sans MS" panose="030F0702030302020204" pitchFamily="66" charset="0"/>
              </a:rPr>
              <a:t>TestNG provides fine-grained control over parallelism:</a:t>
            </a:r>
          </a:p>
          <a:p>
            <a:pPr>
              <a:lnSpc>
                <a:spcPct val="150000"/>
              </a:lnSpc>
              <a:buFont typeface="Arial" panose="020B0604020202020204" pitchFamily="34" charset="0"/>
              <a:buChar char="•"/>
            </a:pPr>
            <a:r>
              <a:rPr lang="en-US" b="1">
                <a:effectLst/>
                <a:latin typeface="Comic Sans MS" panose="030F0702030302020204" pitchFamily="66" charset="0"/>
              </a:rPr>
              <a:t>Suites</a:t>
            </a:r>
            <a:r>
              <a:rPr lang="en-US">
                <a:effectLst/>
                <a:latin typeface="Comic Sans MS" panose="030F0702030302020204" pitchFamily="66" charset="0"/>
              </a:rPr>
              <a:t> → Run multiple suite files in parallel.</a:t>
            </a:r>
          </a:p>
          <a:p>
            <a:pPr>
              <a:lnSpc>
                <a:spcPct val="150000"/>
              </a:lnSpc>
              <a:buFont typeface="Arial" panose="020B0604020202020204" pitchFamily="34" charset="0"/>
              <a:buChar char="•"/>
            </a:pPr>
            <a:r>
              <a:rPr lang="en-US" b="1">
                <a:effectLst/>
                <a:latin typeface="Comic Sans MS" panose="030F0702030302020204" pitchFamily="66" charset="0"/>
              </a:rPr>
              <a:t>Tests</a:t>
            </a:r>
            <a:r>
              <a:rPr lang="en-US">
                <a:effectLst/>
                <a:latin typeface="Comic Sans MS" panose="030F0702030302020204" pitchFamily="66" charset="0"/>
              </a:rPr>
              <a:t> → Run different &lt;test&gt; blocks in parallel.</a:t>
            </a:r>
          </a:p>
          <a:p>
            <a:pPr>
              <a:lnSpc>
                <a:spcPct val="150000"/>
              </a:lnSpc>
              <a:buFont typeface="Arial" panose="020B0604020202020204" pitchFamily="34" charset="0"/>
              <a:buChar char="•"/>
            </a:pPr>
            <a:r>
              <a:rPr lang="en-US" b="1">
                <a:effectLst/>
                <a:latin typeface="Comic Sans MS" panose="030F0702030302020204" pitchFamily="66" charset="0"/>
              </a:rPr>
              <a:t>Classes</a:t>
            </a:r>
            <a:r>
              <a:rPr lang="en-US">
                <a:effectLst/>
                <a:latin typeface="Comic Sans MS" panose="030F0702030302020204" pitchFamily="66" charset="0"/>
              </a:rPr>
              <a:t> → Run test classes in parallel.</a:t>
            </a:r>
          </a:p>
          <a:p>
            <a:pPr>
              <a:lnSpc>
                <a:spcPct val="150000"/>
              </a:lnSpc>
              <a:buFont typeface="Arial" panose="020B0604020202020204" pitchFamily="34" charset="0"/>
              <a:buChar char="•"/>
            </a:pPr>
            <a:r>
              <a:rPr lang="en-US" b="1">
                <a:effectLst/>
                <a:latin typeface="Comic Sans MS" panose="030F0702030302020204" pitchFamily="66" charset="0"/>
              </a:rPr>
              <a:t>Methods</a:t>
            </a:r>
            <a:r>
              <a:rPr lang="en-US">
                <a:effectLst/>
                <a:latin typeface="Comic Sans MS" panose="030F0702030302020204" pitchFamily="66" charset="0"/>
              </a:rPr>
              <a:t> → Run test methods in parallel.</a:t>
            </a:r>
          </a:p>
          <a:p>
            <a:pPr>
              <a:lnSpc>
                <a:spcPct val="150000"/>
              </a:lnSpc>
              <a:buFont typeface="Arial" panose="020B0604020202020204" pitchFamily="34" charset="0"/>
              <a:buChar char="•"/>
            </a:pPr>
            <a:r>
              <a:rPr lang="en-US" b="1">
                <a:effectLst/>
                <a:latin typeface="Comic Sans MS" panose="030F0702030302020204" pitchFamily="66" charset="0"/>
              </a:rPr>
              <a:t>Instances</a:t>
            </a:r>
            <a:r>
              <a:rPr lang="en-US">
                <a:effectLst/>
                <a:latin typeface="Comic Sans MS" panose="030F0702030302020204" pitchFamily="66" charset="0"/>
              </a:rPr>
              <a:t> → Run instances of the same class in parallel.</a:t>
            </a:r>
          </a:p>
        </p:txBody>
      </p:sp>
    </p:spTree>
    <p:extLst>
      <p:ext uri="{BB962C8B-B14F-4D97-AF65-F5344CB8AC3E}">
        <p14:creationId xmlns:p14="http://schemas.microsoft.com/office/powerpoint/2010/main" val="26385393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5573C6-450F-C7A2-14B1-6DDFEC55D7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9F2214-D620-6518-6DE7-158335E260B7}"/>
              </a:ext>
            </a:extLst>
          </p:cNvPr>
          <p:cNvSpPr>
            <a:spLocks noGrp="1"/>
          </p:cNvSpPr>
          <p:nvPr>
            <p:ph type="title"/>
          </p:nvPr>
        </p:nvSpPr>
        <p:spPr>
          <a:xfrm>
            <a:off x="457200" y="457200"/>
            <a:ext cx="11277600" cy="332399"/>
          </a:xfrm>
        </p:spPr>
        <p:txBody>
          <a:bodyPr/>
          <a:lstStyle/>
          <a:p>
            <a:r>
              <a:rPr lang="en-IN"/>
              <a:t>TestNG – Parallel Execution</a:t>
            </a:r>
          </a:p>
        </p:txBody>
      </p:sp>
      <p:sp>
        <p:nvSpPr>
          <p:cNvPr id="4" name="Footer Placeholder 3">
            <a:extLst>
              <a:ext uri="{FF2B5EF4-FFF2-40B4-BE49-F238E27FC236}">
                <a16:creationId xmlns:a16="http://schemas.microsoft.com/office/drawing/2014/main" id="{FD4B921D-08CE-4B6F-0DF5-1E6A9DADB1CA}"/>
              </a:ext>
            </a:extLst>
          </p:cNvPr>
          <p:cNvSpPr>
            <a:spLocks noGrp="1"/>
          </p:cNvSpPr>
          <p:nvPr>
            <p:ph type="ftr" sz="quarter" idx="11"/>
          </p:nvPr>
        </p:nvSpPr>
        <p:spPr/>
        <p:txBody>
          <a:bodyPr/>
          <a:lstStyle/>
          <a:p>
            <a:r>
              <a:rPr lang="en-US"/>
              <a:t>© 2025–2027 Cognizant | Private</a:t>
            </a:r>
          </a:p>
        </p:txBody>
      </p:sp>
      <p:sp>
        <p:nvSpPr>
          <p:cNvPr id="5" name="Slide Number Placeholder 4">
            <a:extLst>
              <a:ext uri="{FF2B5EF4-FFF2-40B4-BE49-F238E27FC236}">
                <a16:creationId xmlns:a16="http://schemas.microsoft.com/office/drawing/2014/main" id="{866942BF-BEE4-7E36-52B0-521037512221}"/>
              </a:ext>
            </a:extLst>
          </p:cNvPr>
          <p:cNvSpPr>
            <a:spLocks noGrp="1"/>
          </p:cNvSpPr>
          <p:nvPr>
            <p:ph type="sldNum" sz="quarter" idx="12"/>
          </p:nvPr>
        </p:nvSpPr>
        <p:spPr/>
        <p:txBody>
          <a:bodyPr/>
          <a:lstStyle/>
          <a:p>
            <a:fld id="{38826FC0-333C-E549-9FA3-0EE43DF298A3}" type="slidenum">
              <a:rPr lang="en-US" smtClean="0"/>
              <a:pPr/>
              <a:t>17</a:t>
            </a:fld>
            <a:endParaRPr lang="en-US"/>
          </a:p>
        </p:txBody>
      </p:sp>
      <p:pic>
        <p:nvPicPr>
          <p:cNvPr id="9" name="Picture 8">
            <a:extLst>
              <a:ext uri="{FF2B5EF4-FFF2-40B4-BE49-F238E27FC236}">
                <a16:creationId xmlns:a16="http://schemas.microsoft.com/office/drawing/2014/main" id="{9F5EF550-AB60-E3A3-C18D-E0AD58556EB5}"/>
              </a:ext>
            </a:extLst>
          </p:cNvPr>
          <p:cNvPicPr>
            <a:picLocks noChangeAspect="1"/>
          </p:cNvPicPr>
          <p:nvPr/>
        </p:nvPicPr>
        <p:blipFill>
          <a:blip r:embed="rId2"/>
          <a:stretch>
            <a:fillRect/>
          </a:stretch>
        </p:blipFill>
        <p:spPr>
          <a:xfrm>
            <a:off x="1005840" y="2337414"/>
            <a:ext cx="6065520" cy="2122209"/>
          </a:xfrm>
          <a:prstGeom prst="rect">
            <a:avLst/>
          </a:prstGeom>
        </p:spPr>
      </p:pic>
      <p:sp>
        <p:nvSpPr>
          <p:cNvPr id="11" name="TextBox 10">
            <a:extLst>
              <a:ext uri="{FF2B5EF4-FFF2-40B4-BE49-F238E27FC236}">
                <a16:creationId xmlns:a16="http://schemas.microsoft.com/office/drawing/2014/main" id="{93AD35A9-FDD7-26A0-95C5-01DD75714A74}"/>
              </a:ext>
            </a:extLst>
          </p:cNvPr>
          <p:cNvSpPr txBox="1"/>
          <p:nvPr/>
        </p:nvSpPr>
        <p:spPr>
          <a:xfrm>
            <a:off x="822960" y="1283454"/>
            <a:ext cx="6096000" cy="369332"/>
          </a:xfrm>
          <a:prstGeom prst="rect">
            <a:avLst/>
          </a:prstGeom>
          <a:noFill/>
        </p:spPr>
        <p:txBody>
          <a:bodyPr wrap="square">
            <a:spAutoFit/>
          </a:bodyPr>
          <a:lstStyle/>
          <a:p>
            <a:r>
              <a:rPr lang="en-US" b="1">
                <a:latin typeface="Comic Sans MS" panose="030F0702030302020204" pitchFamily="66" charset="0"/>
              </a:rPr>
              <a:t>Example</a:t>
            </a:r>
            <a:r>
              <a:rPr lang="en-US">
                <a:latin typeface="Comic Sans MS" panose="030F0702030302020204" pitchFamily="66" charset="0"/>
              </a:rPr>
              <a:t>: Parallel Execution in </a:t>
            </a:r>
            <a:r>
              <a:rPr lang="en-US">
                <a:effectLst/>
                <a:latin typeface="Comic Sans MS" panose="030F0702030302020204" pitchFamily="66" charset="0"/>
              </a:rPr>
              <a:t>testng.xml</a:t>
            </a:r>
            <a:endParaRPr lang="en-IN">
              <a:latin typeface="Comic Sans MS" panose="030F0702030302020204" pitchFamily="66" charset="0"/>
            </a:endParaRPr>
          </a:p>
        </p:txBody>
      </p:sp>
      <p:sp>
        <p:nvSpPr>
          <p:cNvPr id="17" name="Rectangle 5">
            <a:extLst>
              <a:ext uri="{FF2B5EF4-FFF2-40B4-BE49-F238E27FC236}">
                <a16:creationId xmlns:a16="http://schemas.microsoft.com/office/drawing/2014/main" id="{33288757-52E0-E2FD-6BA9-637C5FAA8A3F}"/>
              </a:ext>
            </a:extLst>
          </p:cNvPr>
          <p:cNvSpPr>
            <a:spLocks noChangeArrowheads="1"/>
          </p:cNvSpPr>
          <p:nvPr/>
        </p:nvSpPr>
        <p:spPr bwMode="auto">
          <a:xfrm>
            <a:off x="7345681" y="2662702"/>
            <a:ext cx="415544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buFontTx/>
              <a:buChar char="•"/>
            </a:pPr>
            <a:r>
              <a:rPr lang="en-US" altLang="en-US" b="1">
                <a:latin typeface="Comic Sans MS" panose="030F0702030302020204" pitchFamily="66" charset="0"/>
              </a:rPr>
              <a:t>parallel="methods"</a:t>
            </a:r>
            <a:r>
              <a:rPr lang="en-US" altLang="en-US">
                <a:latin typeface="Comic Sans MS" panose="030F0702030302020204" pitchFamily="66" charset="0"/>
              </a:rPr>
              <a:t> → Runs all test methods in parallel.</a:t>
            </a:r>
          </a:p>
          <a:p>
            <a:pPr lvl="0" eaLnBrk="0" fontAlgn="base" hangingPunct="0">
              <a:spcBef>
                <a:spcPct val="0"/>
              </a:spcBef>
              <a:spcAft>
                <a:spcPct val="0"/>
              </a:spcAft>
              <a:buFontTx/>
              <a:buChar char="•"/>
            </a:pPr>
            <a:r>
              <a:rPr lang="en-US" altLang="en-US" b="1">
                <a:latin typeface="Comic Sans MS" panose="030F0702030302020204" pitchFamily="66" charset="0"/>
              </a:rPr>
              <a:t>thread-count="5"</a:t>
            </a:r>
            <a:r>
              <a:rPr lang="en-US" altLang="en-US">
                <a:latin typeface="Comic Sans MS" panose="030F0702030302020204" pitchFamily="66" charset="0"/>
              </a:rPr>
              <a:t> → Maximum of 5 threads will run simultaneously.</a:t>
            </a:r>
            <a:endParaRPr kumimoji="0" lang="en-US" altLang="en-US" sz="1800" b="0" i="0" u="none" strike="noStrike" cap="none" normalizeH="0" baseline="0">
              <a:ln>
                <a:noFill/>
              </a:ln>
              <a:solidFill>
                <a:schemeClr val="tx1"/>
              </a:solidFill>
              <a:effectLst/>
              <a:latin typeface="Comic Sans MS" panose="030F0702030302020204" pitchFamily="66" charset="0"/>
            </a:endParaRPr>
          </a:p>
        </p:txBody>
      </p:sp>
    </p:spTree>
    <p:extLst>
      <p:ext uri="{BB962C8B-B14F-4D97-AF65-F5344CB8AC3E}">
        <p14:creationId xmlns:p14="http://schemas.microsoft.com/office/powerpoint/2010/main" val="2520084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C24C07-241C-6646-538C-316B605F5E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939372-0E53-116B-43B9-3E8D2C36EC20}"/>
              </a:ext>
            </a:extLst>
          </p:cNvPr>
          <p:cNvSpPr>
            <a:spLocks noGrp="1"/>
          </p:cNvSpPr>
          <p:nvPr>
            <p:ph type="title"/>
          </p:nvPr>
        </p:nvSpPr>
        <p:spPr>
          <a:xfrm>
            <a:off x="457200" y="457200"/>
            <a:ext cx="11277600" cy="332399"/>
          </a:xfrm>
        </p:spPr>
        <p:txBody>
          <a:bodyPr/>
          <a:lstStyle/>
          <a:p>
            <a:r>
              <a:rPr lang="en-IN"/>
              <a:t>TestNG – Listeners</a:t>
            </a:r>
          </a:p>
        </p:txBody>
      </p:sp>
      <p:sp>
        <p:nvSpPr>
          <p:cNvPr id="4" name="Footer Placeholder 3">
            <a:extLst>
              <a:ext uri="{FF2B5EF4-FFF2-40B4-BE49-F238E27FC236}">
                <a16:creationId xmlns:a16="http://schemas.microsoft.com/office/drawing/2014/main" id="{83505365-E7D9-0451-F836-46CC785A48BB}"/>
              </a:ext>
            </a:extLst>
          </p:cNvPr>
          <p:cNvSpPr>
            <a:spLocks noGrp="1"/>
          </p:cNvSpPr>
          <p:nvPr>
            <p:ph type="ftr" sz="quarter" idx="11"/>
          </p:nvPr>
        </p:nvSpPr>
        <p:spPr/>
        <p:txBody>
          <a:bodyPr/>
          <a:lstStyle/>
          <a:p>
            <a:r>
              <a:rPr lang="en-US"/>
              <a:t>© 2025–2027 Cognizant | Private</a:t>
            </a:r>
          </a:p>
        </p:txBody>
      </p:sp>
      <p:sp>
        <p:nvSpPr>
          <p:cNvPr id="5" name="Slide Number Placeholder 4">
            <a:extLst>
              <a:ext uri="{FF2B5EF4-FFF2-40B4-BE49-F238E27FC236}">
                <a16:creationId xmlns:a16="http://schemas.microsoft.com/office/drawing/2014/main" id="{D67D281F-8D4A-2C35-6104-996CC2B9175F}"/>
              </a:ext>
            </a:extLst>
          </p:cNvPr>
          <p:cNvSpPr>
            <a:spLocks noGrp="1"/>
          </p:cNvSpPr>
          <p:nvPr>
            <p:ph type="sldNum" sz="quarter" idx="12"/>
          </p:nvPr>
        </p:nvSpPr>
        <p:spPr/>
        <p:txBody>
          <a:bodyPr/>
          <a:lstStyle/>
          <a:p>
            <a:fld id="{38826FC0-333C-E549-9FA3-0EE43DF298A3}" type="slidenum">
              <a:rPr lang="en-US" smtClean="0"/>
              <a:pPr/>
              <a:t>18</a:t>
            </a:fld>
            <a:endParaRPr lang="en-US"/>
          </a:p>
        </p:txBody>
      </p:sp>
      <p:sp>
        <p:nvSpPr>
          <p:cNvPr id="3" name="Rectangle 1">
            <a:extLst>
              <a:ext uri="{FF2B5EF4-FFF2-40B4-BE49-F238E27FC236}">
                <a16:creationId xmlns:a16="http://schemas.microsoft.com/office/drawing/2014/main" id="{77DD1CB2-DE83-474C-5571-2ABE62E2BB76}"/>
              </a:ext>
            </a:extLst>
          </p:cNvPr>
          <p:cNvSpPr>
            <a:spLocks noGrp="1" noChangeArrowheads="1"/>
          </p:cNvSpPr>
          <p:nvPr>
            <p:ph idx="1"/>
          </p:nvPr>
        </p:nvSpPr>
        <p:spPr bwMode="auto">
          <a:xfrm>
            <a:off x="457200" y="863925"/>
            <a:ext cx="11074400" cy="2539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Comic Sans MS" panose="030F0702030302020204" pitchFamily="66" charset="0"/>
              </a:rPr>
              <a:t>A </a:t>
            </a:r>
            <a:r>
              <a:rPr kumimoji="0" lang="en-US" altLang="en-US" sz="1800" b="1" i="0" u="none" strike="noStrike" cap="none" normalizeH="0" baseline="0">
                <a:ln>
                  <a:noFill/>
                </a:ln>
                <a:solidFill>
                  <a:schemeClr val="tx1"/>
                </a:solidFill>
                <a:effectLst/>
                <a:latin typeface="Comic Sans MS" panose="030F0702030302020204" pitchFamily="66" charset="0"/>
              </a:rPr>
              <a:t>Listener</a:t>
            </a:r>
            <a:r>
              <a:rPr kumimoji="0" lang="en-US" altLang="en-US" sz="1800" b="0" i="0" u="none" strike="noStrike" cap="none" normalizeH="0" baseline="0">
                <a:ln>
                  <a:noFill/>
                </a:ln>
                <a:solidFill>
                  <a:schemeClr val="tx1"/>
                </a:solidFill>
                <a:effectLst/>
                <a:latin typeface="Comic Sans MS" panose="030F0702030302020204" pitchFamily="66" charset="0"/>
              </a:rPr>
              <a:t> in TestNG is an interface that lets you "listen" to events during the test execution lifecycle.</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Comic Sans MS" panose="030F0702030302020204" pitchFamily="66" charset="0"/>
              </a:rPr>
              <a:t>It acts like a </a:t>
            </a:r>
            <a:r>
              <a:rPr kumimoji="0" lang="en-US" altLang="en-US" sz="1800" b="1" i="0" u="none" strike="noStrike" cap="none" normalizeH="0" baseline="0">
                <a:ln>
                  <a:noFill/>
                </a:ln>
                <a:solidFill>
                  <a:schemeClr val="tx1"/>
                </a:solidFill>
                <a:effectLst/>
                <a:latin typeface="Comic Sans MS" panose="030F0702030302020204" pitchFamily="66" charset="0"/>
              </a:rPr>
              <a:t>hook</a:t>
            </a:r>
            <a:r>
              <a:rPr kumimoji="0" lang="en-US" altLang="en-US" sz="1800" b="0" i="0" u="none" strike="noStrike" cap="none" normalizeH="0" baseline="0">
                <a:ln>
                  <a:noFill/>
                </a:ln>
                <a:solidFill>
                  <a:schemeClr val="tx1"/>
                </a:solidFill>
                <a:effectLst/>
                <a:latin typeface="Comic Sans MS" panose="030F0702030302020204" pitchFamily="66" charset="0"/>
              </a:rPr>
              <a:t>: whenever a specific event happens (like a test starting, passing, failing, or skipping), the listener can execute custom code.</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Comic Sans MS" panose="030F0702030302020204" pitchFamily="66" charset="0"/>
              </a:rPr>
              <a:t>This is useful for logging, reporting, taking screenshots, or performing actions automatically when tests run.</a:t>
            </a:r>
          </a:p>
        </p:txBody>
      </p:sp>
      <p:sp>
        <p:nvSpPr>
          <p:cNvPr id="13" name="TextBox 12">
            <a:extLst>
              <a:ext uri="{FF2B5EF4-FFF2-40B4-BE49-F238E27FC236}">
                <a16:creationId xmlns:a16="http://schemas.microsoft.com/office/drawing/2014/main" id="{FCDB8CBB-3BFF-1428-2C9A-517B047E2659}"/>
              </a:ext>
            </a:extLst>
          </p:cNvPr>
          <p:cNvSpPr txBox="1"/>
          <p:nvPr/>
        </p:nvSpPr>
        <p:spPr>
          <a:xfrm>
            <a:off x="1524000" y="3403275"/>
            <a:ext cx="8778240" cy="2585323"/>
          </a:xfrm>
          <a:prstGeom prst="rect">
            <a:avLst/>
          </a:prstGeom>
          <a:noFill/>
        </p:spPr>
        <p:txBody>
          <a:bodyPr wrap="square">
            <a:spAutoFit/>
          </a:bodyPr>
          <a:lstStyle/>
          <a:p>
            <a:pPr>
              <a:buNone/>
            </a:pPr>
            <a:r>
              <a:rPr lang="en-US" b="1">
                <a:effectLst/>
                <a:latin typeface="Comic Sans MS" panose="030F0702030302020204" pitchFamily="66" charset="0"/>
              </a:rPr>
              <a:t>What is a Listener in TestNG?</a:t>
            </a:r>
          </a:p>
          <a:p>
            <a:pPr>
              <a:buFont typeface="Arial" panose="020B0604020202020204" pitchFamily="34" charset="0"/>
              <a:buChar char="•"/>
            </a:pPr>
            <a:r>
              <a:rPr lang="en-US">
                <a:effectLst/>
                <a:latin typeface="Comic Sans MS" panose="030F0702030302020204" pitchFamily="66" charset="0"/>
              </a:rPr>
              <a:t>A </a:t>
            </a:r>
            <a:r>
              <a:rPr lang="en-US" b="1">
                <a:effectLst/>
                <a:latin typeface="Comic Sans MS" panose="030F0702030302020204" pitchFamily="66" charset="0"/>
              </a:rPr>
              <a:t>Listener</a:t>
            </a:r>
            <a:r>
              <a:rPr lang="en-US">
                <a:effectLst/>
                <a:latin typeface="Comic Sans MS" panose="030F0702030302020204" pitchFamily="66" charset="0"/>
              </a:rPr>
              <a:t> is a special class that monitors the test lifecycle.</a:t>
            </a:r>
          </a:p>
          <a:p>
            <a:pPr>
              <a:buFont typeface="Arial" panose="020B0604020202020204" pitchFamily="34" charset="0"/>
              <a:buChar char="•"/>
            </a:pPr>
            <a:r>
              <a:rPr lang="en-US">
                <a:effectLst/>
                <a:latin typeface="Comic Sans MS" panose="030F0702030302020204" pitchFamily="66" charset="0"/>
              </a:rPr>
              <a:t>It reacts to events like:</a:t>
            </a:r>
          </a:p>
          <a:p>
            <a:pPr marL="742950" lvl="1" indent="-285750">
              <a:buFont typeface="Arial" panose="020B0604020202020204" pitchFamily="34" charset="0"/>
              <a:buChar char="•"/>
            </a:pPr>
            <a:r>
              <a:rPr lang="en-US" b="1" err="1">
                <a:effectLst/>
                <a:latin typeface="Comic Sans MS" panose="030F0702030302020204" pitchFamily="66" charset="0"/>
              </a:rPr>
              <a:t>onTestStart</a:t>
            </a:r>
            <a:r>
              <a:rPr lang="en-US">
                <a:effectLst/>
                <a:latin typeface="Comic Sans MS" panose="030F0702030302020204" pitchFamily="66" charset="0"/>
              </a:rPr>
              <a:t> → when a test begins</a:t>
            </a:r>
          </a:p>
          <a:p>
            <a:pPr marL="742950" lvl="1" indent="-285750">
              <a:buFont typeface="Arial" panose="020B0604020202020204" pitchFamily="34" charset="0"/>
              <a:buChar char="•"/>
            </a:pPr>
            <a:r>
              <a:rPr lang="en-US" b="1" err="1">
                <a:effectLst/>
                <a:latin typeface="Comic Sans MS" panose="030F0702030302020204" pitchFamily="66" charset="0"/>
              </a:rPr>
              <a:t>onTestSuccess</a:t>
            </a:r>
            <a:r>
              <a:rPr lang="en-US">
                <a:effectLst/>
                <a:latin typeface="Comic Sans MS" panose="030F0702030302020204" pitchFamily="66" charset="0"/>
              </a:rPr>
              <a:t> → when a test passes</a:t>
            </a:r>
          </a:p>
          <a:p>
            <a:pPr marL="742950" lvl="1" indent="-285750">
              <a:buFont typeface="Arial" panose="020B0604020202020204" pitchFamily="34" charset="0"/>
              <a:buChar char="•"/>
            </a:pPr>
            <a:r>
              <a:rPr lang="en-US" b="1" err="1">
                <a:effectLst/>
                <a:latin typeface="Comic Sans MS" panose="030F0702030302020204" pitchFamily="66" charset="0"/>
              </a:rPr>
              <a:t>onTestFailure</a:t>
            </a:r>
            <a:r>
              <a:rPr lang="en-US">
                <a:effectLst/>
                <a:latin typeface="Comic Sans MS" panose="030F0702030302020204" pitchFamily="66" charset="0"/>
              </a:rPr>
              <a:t> → when a test fails</a:t>
            </a:r>
          </a:p>
          <a:p>
            <a:pPr marL="742950" lvl="1" indent="-285750">
              <a:buFont typeface="Arial" panose="020B0604020202020204" pitchFamily="34" charset="0"/>
              <a:buChar char="•"/>
            </a:pPr>
            <a:r>
              <a:rPr lang="en-US" b="1" err="1">
                <a:effectLst/>
                <a:latin typeface="Comic Sans MS" panose="030F0702030302020204" pitchFamily="66" charset="0"/>
              </a:rPr>
              <a:t>onTestSkipped</a:t>
            </a:r>
            <a:r>
              <a:rPr lang="en-US">
                <a:effectLst/>
                <a:latin typeface="Comic Sans MS" panose="030F0702030302020204" pitchFamily="66" charset="0"/>
              </a:rPr>
              <a:t> → when a test is skipped</a:t>
            </a:r>
          </a:p>
          <a:p>
            <a:pPr>
              <a:buFont typeface="Arial" panose="020B0604020202020204" pitchFamily="34" charset="0"/>
              <a:buChar char="•"/>
            </a:pPr>
            <a:r>
              <a:rPr lang="en-US">
                <a:effectLst/>
                <a:latin typeface="Comic Sans MS" panose="030F0702030302020204" pitchFamily="66" charset="0"/>
              </a:rPr>
              <a:t>Instead of writing repetitive code inside each test, listeners centralize these actions</a:t>
            </a:r>
          </a:p>
        </p:txBody>
      </p:sp>
    </p:spTree>
    <p:extLst>
      <p:ext uri="{BB962C8B-B14F-4D97-AF65-F5344CB8AC3E}">
        <p14:creationId xmlns:p14="http://schemas.microsoft.com/office/powerpoint/2010/main" val="82871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C33922-898F-E252-240F-8C4806C32F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4B8B92-DE2F-6CC8-76BE-FD091354347C}"/>
              </a:ext>
            </a:extLst>
          </p:cNvPr>
          <p:cNvSpPr>
            <a:spLocks noGrp="1"/>
          </p:cNvSpPr>
          <p:nvPr>
            <p:ph type="title"/>
          </p:nvPr>
        </p:nvSpPr>
        <p:spPr>
          <a:xfrm>
            <a:off x="457200" y="457200"/>
            <a:ext cx="11277600" cy="332399"/>
          </a:xfrm>
        </p:spPr>
        <p:txBody>
          <a:bodyPr/>
          <a:lstStyle/>
          <a:p>
            <a:r>
              <a:rPr lang="en-IN"/>
              <a:t>TestNG – Listeners</a:t>
            </a:r>
          </a:p>
        </p:txBody>
      </p:sp>
      <p:sp>
        <p:nvSpPr>
          <p:cNvPr id="4" name="Footer Placeholder 3">
            <a:extLst>
              <a:ext uri="{FF2B5EF4-FFF2-40B4-BE49-F238E27FC236}">
                <a16:creationId xmlns:a16="http://schemas.microsoft.com/office/drawing/2014/main" id="{DF070257-8CEB-E716-78D6-83043A25F48D}"/>
              </a:ext>
            </a:extLst>
          </p:cNvPr>
          <p:cNvSpPr>
            <a:spLocks noGrp="1"/>
          </p:cNvSpPr>
          <p:nvPr>
            <p:ph type="ftr" sz="quarter" idx="11"/>
          </p:nvPr>
        </p:nvSpPr>
        <p:spPr/>
        <p:txBody>
          <a:bodyPr/>
          <a:lstStyle/>
          <a:p>
            <a:r>
              <a:rPr lang="en-US"/>
              <a:t>© 2025–2027 Cognizant | Private</a:t>
            </a:r>
          </a:p>
        </p:txBody>
      </p:sp>
      <p:sp>
        <p:nvSpPr>
          <p:cNvPr id="5" name="Slide Number Placeholder 4">
            <a:extLst>
              <a:ext uri="{FF2B5EF4-FFF2-40B4-BE49-F238E27FC236}">
                <a16:creationId xmlns:a16="http://schemas.microsoft.com/office/drawing/2014/main" id="{8FD3B6A2-821C-7747-1CE1-2E4B015E6E31}"/>
              </a:ext>
            </a:extLst>
          </p:cNvPr>
          <p:cNvSpPr>
            <a:spLocks noGrp="1"/>
          </p:cNvSpPr>
          <p:nvPr>
            <p:ph type="sldNum" sz="quarter" idx="12"/>
          </p:nvPr>
        </p:nvSpPr>
        <p:spPr/>
        <p:txBody>
          <a:bodyPr/>
          <a:lstStyle/>
          <a:p>
            <a:fld id="{38826FC0-333C-E549-9FA3-0EE43DF298A3}" type="slidenum">
              <a:rPr lang="en-US" smtClean="0"/>
              <a:pPr/>
              <a:t>19</a:t>
            </a:fld>
            <a:endParaRPr lang="en-US"/>
          </a:p>
        </p:txBody>
      </p:sp>
      <p:sp>
        <p:nvSpPr>
          <p:cNvPr id="10" name="TextBox 9">
            <a:extLst>
              <a:ext uri="{FF2B5EF4-FFF2-40B4-BE49-F238E27FC236}">
                <a16:creationId xmlns:a16="http://schemas.microsoft.com/office/drawing/2014/main" id="{F8FC2193-E794-B9D2-8519-9DE230F439C9}"/>
              </a:ext>
            </a:extLst>
          </p:cNvPr>
          <p:cNvSpPr txBox="1"/>
          <p:nvPr/>
        </p:nvSpPr>
        <p:spPr>
          <a:xfrm>
            <a:off x="457200" y="1191601"/>
            <a:ext cx="6096000" cy="369332"/>
          </a:xfrm>
          <a:prstGeom prst="rect">
            <a:avLst/>
          </a:prstGeom>
          <a:noFill/>
        </p:spPr>
        <p:txBody>
          <a:bodyPr wrap="square">
            <a:spAutoFit/>
          </a:bodyPr>
          <a:lstStyle/>
          <a:p>
            <a:r>
              <a:rPr lang="en-US" b="1">
                <a:latin typeface="Comic Sans MS" panose="030F0702030302020204" pitchFamily="66" charset="0"/>
              </a:rPr>
              <a:t>Common Listener Interfaces in TestNG</a:t>
            </a:r>
            <a:endParaRPr lang="en-IN" b="1">
              <a:latin typeface="Comic Sans MS" panose="030F0702030302020204" pitchFamily="66" charset="0"/>
            </a:endParaRPr>
          </a:p>
        </p:txBody>
      </p:sp>
      <p:graphicFrame>
        <p:nvGraphicFramePr>
          <p:cNvPr id="11" name="Table 10">
            <a:extLst>
              <a:ext uri="{FF2B5EF4-FFF2-40B4-BE49-F238E27FC236}">
                <a16:creationId xmlns:a16="http://schemas.microsoft.com/office/drawing/2014/main" id="{CB44C955-5A4A-1239-1525-0422ADD3CDB7}"/>
              </a:ext>
            </a:extLst>
          </p:cNvPr>
          <p:cNvGraphicFramePr>
            <a:graphicFrameLocks noGrp="1"/>
          </p:cNvGraphicFramePr>
          <p:nvPr>
            <p:extLst>
              <p:ext uri="{D42A27DB-BD31-4B8C-83A1-F6EECF244321}">
                <p14:modId xmlns:p14="http://schemas.microsoft.com/office/powerpoint/2010/main" val="2436951231"/>
              </p:ext>
            </p:extLst>
          </p:nvPr>
        </p:nvGraphicFramePr>
        <p:xfrm>
          <a:off x="1767840" y="1635258"/>
          <a:ext cx="9337040" cy="2245860"/>
        </p:xfrm>
        <a:graphic>
          <a:graphicData uri="http://schemas.openxmlformats.org/drawingml/2006/table">
            <a:tbl>
              <a:tblPr firstRow="1" firstCol="1">
                <a:tableStyleId>{21E4AEA4-8DFA-4A89-87EB-49C32662AFE0}</a:tableStyleId>
              </a:tblPr>
              <a:tblGrid>
                <a:gridCol w="2702560">
                  <a:extLst>
                    <a:ext uri="{9D8B030D-6E8A-4147-A177-3AD203B41FA5}">
                      <a16:colId xmlns:a16="http://schemas.microsoft.com/office/drawing/2014/main" val="1806461948"/>
                    </a:ext>
                  </a:extLst>
                </a:gridCol>
                <a:gridCol w="6634480">
                  <a:extLst>
                    <a:ext uri="{9D8B030D-6E8A-4147-A177-3AD203B41FA5}">
                      <a16:colId xmlns:a16="http://schemas.microsoft.com/office/drawing/2014/main" val="2929336509"/>
                    </a:ext>
                  </a:extLst>
                </a:gridCol>
              </a:tblGrid>
              <a:tr h="374310">
                <a:tc>
                  <a:txBody>
                    <a:bodyPr/>
                    <a:lstStyle/>
                    <a:p>
                      <a:pPr>
                        <a:buNone/>
                      </a:pPr>
                      <a:r>
                        <a:rPr lang="en-IN" sz="1500">
                          <a:effectLst/>
                          <a:latin typeface="Comic Sans MS" panose="030F0702030302020204" pitchFamily="66" charset="0"/>
                        </a:rPr>
                        <a:t>Listener Interface</a:t>
                      </a:r>
                    </a:p>
                  </a:txBody>
                  <a:tcPr anchor="ctr"/>
                </a:tc>
                <a:tc>
                  <a:txBody>
                    <a:bodyPr/>
                    <a:lstStyle/>
                    <a:p>
                      <a:pPr>
                        <a:buNone/>
                      </a:pPr>
                      <a:r>
                        <a:rPr lang="en-IN" sz="1500">
                          <a:effectLst/>
                          <a:latin typeface="Comic Sans MS" panose="030F0702030302020204" pitchFamily="66" charset="0"/>
                        </a:rPr>
                        <a:t>Purpose</a:t>
                      </a:r>
                    </a:p>
                  </a:txBody>
                  <a:tcPr anchor="ctr"/>
                </a:tc>
                <a:extLst>
                  <a:ext uri="{0D108BD9-81ED-4DB2-BD59-A6C34878D82A}">
                    <a16:rowId xmlns:a16="http://schemas.microsoft.com/office/drawing/2014/main" val="3374903647"/>
                  </a:ext>
                </a:extLst>
              </a:tr>
              <a:tr h="374310">
                <a:tc>
                  <a:txBody>
                    <a:bodyPr/>
                    <a:lstStyle/>
                    <a:p>
                      <a:pPr>
                        <a:buNone/>
                      </a:pPr>
                      <a:r>
                        <a:rPr lang="en-IN" sz="1500" b="1">
                          <a:effectLst/>
                          <a:latin typeface="Comic Sans MS" panose="030F0702030302020204" pitchFamily="66" charset="0"/>
                        </a:rPr>
                        <a:t>ITestListener</a:t>
                      </a:r>
                      <a:endParaRPr lang="en-IN" sz="1500">
                        <a:effectLst/>
                        <a:latin typeface="Comic Sans MS" panose="030F0702030302020204" pitchFamily="66" charset="0"/>
                      </a:endParaRPr>
                    </a:p>
                  </a:txBody>
                  <a:tcPr anchor="ctr"/>
                </a:tc>
                <a:tc>
                  <a:txBody>
                    <a:bodyPr/>
                    <a:lstStyle/>
                    <a:p>
                      <a:pPr>
                        <a:buNone/>
                      </a:pPr>
                      <a:r>
                        <a:rPr lang="en-US" sz="1500">
                          <a:effectLst/>
                          <a:latin typeface="Comic Sans MS" panose="030F0702030302020204" pitchFamily="66" charset="0"/>
                        </a:rPr>
                        <a:t>Tracks test case events (start, success, failure, skip, finish).</a:t>
                      </a:r>
                    </a:p>
                  </a:txBody>
                  <a:tcPr anchor="ctr"/>
                </a:tc>
                <a:extLst>
                  <a:ext uri="{0D108BD9-81ED-4DB2-BD59-A6C34878D82A}">
                    <a16:rowId xmlns:a16="http://schemas.microsoft.com/office/drawing/2014/main" val="4050121985"/>
                  </a:ext>
                </a:extLst>
              </a:tr>
              <a:tr h="374310">
                <a:tc>
                  <a:txBody>
                    <a:bodyPr/>
                    <a:lstStyle/>
                    <a:p>
                      <a:pPr>
                        <a:buNone/>
                      </a:pPr>
                      <a:r>
                        <a:rPr lang="en-IN" sz="1500" b="1">
                          <a:effectLst/>
                          <a:latin typeface="Comic Sans MS" panose="030F0702030302020204" pitchFamily="66" charset="0"/>
                        </a:rPr>
                        <a:t>ISuiteListener</a:t>
                      </a:r>
                      <a:endParaRPr lang="en-IN" sz="1500">
                        <a:effectLst/>
                        <a:latin typeface="Comic Sans MS" panose="030F0702030302020204" pitchFamily="66" charset="0"/>
                      </a:endParaRPr>
                    </a:p>
                  </a:txBody>
                  <a:tcPr anchor="ctr"/>
                </a:tc>
                <a:tc>
                  <a:txBody>
                    <a:bodyPr/>
                    <a:lstStyle/>
                    <a:p>
                      <a:pPr>
                        <a:buNone/>
                      </a:pPr>
                      <a:r>
                        <a:rPr lang="en-US" sz="1500">
                          <a:effectLst/>
                          <a:latin typeface="Comic Sans MS" panose="030F0702030302020204" pitchFamily="66" charset="0"/>
                        </a:rPr>
                        <a:t>Tracks suite-level events (before/after suite execution).</a:t>
                      </a:r>
                    </a:p>
                  </a:txBody>
                  <a:tcPr anchor="ctr"/>
                </a:tc>
                <a:extLst>
                  <a:ext uri="{0D108BD9-81ED-4DB2-BD59-A6C34878D82A}">
                    <a16:rowId xmlns:a16="http://schemas.microsoft.com/office/drawing/2014/main" val="724027929"/>
                  </a:ext>
                </a:extLst>
              </a:tr>
              <a:tr h="374310">
                <a:tc>
                  <a:txBody>
                    <a:bodyPr/>
                    <a:lstStyle/>
                    <a:p>
                      <a:pPr>
                        <a:buNone/>
                      </a:pPr>
                      <a:r>
                        <a:rPr lang="en-IN" sz="1500" b="1">
                          <a:effectLst/>
                          <a:latin typeface="Comic Sans MS" panose="030F0702030302020204" pitchFamily="66" charset="0"/>
                        </a:rPr>
                        <a:t>IInvokedMethodListener</a:t>
                      </a:r>
                      <a:endParaRPr lang="en-IN" sz="1500">
                        <a:effectLst/>
                        <a:latin typeface="Comic Sans MS" panose="030F0702030302020204" pitchFamily="66" charset="0"/>
                      </a:endParaRPr>
                    </a:p>
                  </a:txBody>
                  <a:tcPr anchor="ctr"/>
                </a:tc>
                <a:tc>
                  <a:txBody>
                    <a:bodyPr/>
                    <a:lstStyle/>
                    <a:p>
                      <a:pPr>
                        <a:buNone/>
                      </a:pPr>
                      <a:r>
                        <a:rPr lang="en-US" sz="1500">
                          <a:effectLst/>
                          <a:latin typeface="Comic Sans MS" panose="030F0702030302020204" pitchFamily="66" charset="0"/>
                        </a:rPr>
                        <a:t>Tracks before/after each method invocation.</a:t>
                      </a:r>
                    </a:p>
                  </a:txBody>
                  <a:tcPr anchor="ctr"/>
                </a:tc>
                <a:extLst>
                  <a:ext uri="{0D108BD9-81ED-4DB2-BD59-A6C34878D82A}">
                    <a16:rowId xmlns:a16="http://schemas.microsoft.com/office/drawing/2014/main" val="2324351943"/>
                  </a:ext>
                </a:extLst>
              </a:tr>
              <a:tr h="374310">
                <a:tc>
                  <a:txBody>
                    <a:bodyPr/>
                    <a:lstStyle/>
                    <a:p>
                      <a:pPr>
                        <a:buNone/>
                      </a:pPr>
                      <a:r>
                        <a:rPr lang="en-IN" sz="1500" b="1">
                          <a:effectLst/>
                          <a:latin typeface="Comic Sans MS" panose="030F0702030302020204" pitchFamily="66" charset="0"/>
                        </a:rPr>
                        <a:t>IReporter</a:t>
                      </a:r>
                      <a:endParaRPr lang="en-IN" sz="1500">
                        <a:effectLst/>
                        <a:latin typeface="Comic Sans MS" panose="030F0702030302020204" pitchFamily="66" charset="0"/>
                      </a:endParaRPr>
                    </a:p>
                  </a:txBody>
                  <a:tcPr anchor="ctr"/>
                </a:tc>
                <a:tc>
                  <a:txBody>
                    <a:bodyPr/>
                    <a:lstStyle/>
                    <a:p>
                      <a:pPr>
                        <a:buNone/>
                      </a:pPr>
                      <a:r>
                        <a:rPr lang="en-US" sz="1500">
                          <a:effectLst/>
                          <a:latin typeface="Comic Sans MS" panose="030F0702030302020204" pitchFamily="66" charset="0"/>
                        </a:rPr>
                        <a:t>Generates custom reports after execution.</a:t>
                      </a:r>
                    </a:p>
                  </a:txBody>
                  <a:tcPr anchor="ctr"/>
                </a:tc>
                <a:extLst>
                  <a:ext uri="{0D108BD9-81ED-4DB2-BD59-A6C34878D82A}">
                    <a16:rowId xmlns:a16="http://schemas.microsoft.com/office/drawing/2014/main" val="2169022912"/>
                  </a:ext>
                </a:extLst>
              </a:tr>
              <a:tr h="374310">
                <a:tc>
                  <a:txBody>
                    <a:bodyPr/>
                    <a:lstStyle/>
                    <a:p>
                      <a:pPr>
                        <a:buNone/>
                      </a:pPr>
                      <a:r>
                        <a:rPr lang="en-IN" sz="1500" b="1">
                          <a:effectLst/>
                          <a:latin typeface="Comic Sans MS" panose="030F0702030302020204" pitchFamily="66" charset="0"/>
                        </a:rPr>
                        <a:t>IAnnotationTransformer</a:t>
                      </a:r>
                      <a:endParaRPr lang="en-IN" sz="1500">
                        <a:effectLst/>
                        <a:latin typeface="Comic Sans MS" panose="030F0702030302020204" pitchFamily="66" charset="0"/>
                      </a:endParaRPr>
                    </a:p>
                  </a:txBody>
                  <a:tcPr anchor="ctr"/>
                </a:tc>
                <a:tc>
                  <a:txBody>
                    <a:bodyPr/>
                    <a:lstStyle/>
                    <a:p>
                      <a:pPr>
                        <a:buNone/>
                      </a:pPr>
                      <a:r>
                        <a:rPr lang="en-IN" sz="1500">
                          <a:effectLst/>
                          <a:latin typeface="Comic Sans MS" panose="030F0702030302020204" pitchFamily="66" charset="0"/>
                        </a:rPr>
                        <a:t>Modifies annotations at runtime (e.g., change retry logic).</a:t>
                      </a:r>
                    </a:p>
                  </a:txBody>
                  <a:tcPr anchor="ctr"/>
                </a:tc>
                <a:extLst>
                  <a:ext uri="{0D108BD9-81ED-4DB2-BD59-A6C34878D82A}">
                    <a16:rowId xmlns:a16="http://schemas.microsoft.com/office/drawing/2014/main" val="3516837334"/>
                  </a:ext>
                </a:extLst>
              </a:tr>
            </a:tbl>
          </a:graphicData>
        </a:graphic>
      </p:graphicFrame>
    </p:spTree>
    <p:extLst>
      <p:ext uri="{BB962C8B-B14F-4D97-AF65-F5344CB8AC3E}">
        <p14:creationId xmlns:p14="http://schemas.microsoft.com/office/powerpoint/2010/main" val="4343128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6E6E96-13EA-63BB-2ED7-44A1F2C502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5C1312-75DC-AAB8-D864-CA2EE62C2CEB}"/>
              </a:ext>
            </a:extLst>
          </p:cNvPr>
          <p:cNvSpPr>
            <a:spLocks noGrp="1"/>
          </p:cNvSpPr>
          <p:nvPr>
            <p:ph type="title"/>
          </p:nvPr>
        </p:nvSpPr>
        <p:spPr>
          <a:xfrm>
            <a:off x="457200" y="457200"/>
            <a:ext cx="11277600" cy="332399"/>
          </a:xfrm>
        </p:spPr>
        <p:txBody>
          <a:bodyPr/>
          <a:lstStyle/>
          <a:p>
            <a:r>
              <a:rPr lang="en-IN"/>
              <a:t>TestNG – Listeners</a:t>
            </a:r>
          </a:p>
        </p:txBody>
      </p:sp>
      <p:sp>
        <p:nvSpPr>
          <p:cNvPr id="4" name="Footer Placeholder 3">
            <a:extLst>
              <a:ext uri="{FF2B5EF4-FFF2-40B4-BE49-F238E27FC236}">
                <a16:creationId xmlns:a16="http://schemas.microsoft.com/office/drawing/2014/main" id="{25157553-A01A-95C5-6EDE-968F0AAF27F4}"/>
              </a:ext>
            </a:extLst>
          </p:cNvPr>
          <p:cNvSpPr>
            <a:spLocks noGrp="1"/>
          </p:cNvSpPr>
          <p:nvPr>
            <p:ph type="ftr" sz="quarter" idx="11"/>
          </p:nvPr>
        </p:nvSpPr>
        <p:spPr/>
        <p:txBody>
          <a:bodyPr/>
          <a:lstStyle/>
          <a:p>
            <a:r>
              <a:rPr lang="en-US"/>
              <a:t>© 2025–2027 Cognizant | Private</a:t>
            </a:r>
          </a:p>
        </p:txBody>
      </p:sp>
      <p:sp>
        <p:nvSpPr>
          <p:cNvPr id="5" name="Slide Number Placeholder 4">
            <a:extLst>
              <a:ext uri="{FF2B5EF4-FFF2-40B4-BE49-F238E27FC236}">
                <a16:creationId xmlns:a16="http://schemas.microsoft.com/office/drawing/2014/main" id="{ED49117F-3F79-6A23-BB69-A18CB8CF3A64}"/>
              </a:ext>
            </a:extLst>
          </p:cNvPr>
          <p:cNvSpPr>
            <a:spLocks noGrp="1"/>
          </p:cNvSpPr>
          <p:nvPr>
            <p:ph type="sldNum" sz="quarter" idx="12"/>
          </p:nvPr>
        </p:nvSpPr>
        <p:spPr/>
        <p:txBody>
          <a:bodyPr/>
          <a:lstStyle/>
          <a:p>
            <a:fld id="{38826FC0-333C-E549-9FA3-0EE43DF298A3}" type="slidenum">
              <a:rPr lang="en-US" smtClean="0"/>
              <a:pPr/>
              <a:t>20</a:t>
            </a:fld>
            <a:endParaRPr lang="en-US"/>
          </a:p>
        </p:txBody>
      </p:sp>
      <p:pic>
        <p:nvPicPr>
          <p:cNvPr id="8" name="Picture 7" descr="A screen shot of a computer program&#10;&#10;AI-generated content may be incorrect.">
            <a:extLst>
              <a:ext uri="{FF2B5EF4-FFF2-40B4-BE49-F238E27FC236}">
                <a16:creationId xmlns:a16="http://schemas.microsoft.com/office/drawing/2014/main" id="{1686E713-2D78-F4D2-14D0-42207972273B}"/>
              </a:ext>
            </a:extLst>
          </p:cNvPr>
          <p:cNvPicPr>
            <a:picLocks noChangeAspect="1"/>
          </p:cNvPicPr>
          <p:nvPr/>
        </p:nvPicPr>
        <p:blipFill>
          <a:blip r:embed="rId2"/>
          <a:stretch>
            <a:fillRect/>
          </a:stretch>
        </p:blipFill>
        <p:spPr>
          <a:xfrm>
            <a:off x="909211" y="1620247"/>
            <a:ext cx="4216617" cy="3949903"/>
          </a:xfrm>
          <a:prstGeom prst="rect">
            <a:avLst/>
          </a:prstGeom>
        </p:spPr>
      </p:pic>
      <p:sp>
        <p:nvSpPr>
          <p:cNvPr id="11" name="TextBox 10">
            <a:extLst>
              <a:ext uri="{FF2B5EF4-FFF2-40B4-BE49-F238E27FC236}">
                <a16:creationId xmlns:a16="http://schemas.microsoft.com/office/drawing/2014/main" id="{BCA5D05E-58F0-5F44-70A1-00F3C472FB37}"/>
              </a:ext>
            </a:extLst>
          </p:cNvPr>
          <p:cNvSpPr txBox="1"/>
          <p:nvPr/>
        </p:nvSpPr>
        <p:spPr>
          <a:xfrm>
            <a:off x="5974080" y="835417"/>
            <a:ext cx="6096000" cy="784830"/>
          </a:xfrm>
          <a:prstGeom prst="rect">
            <a:avLst/>
          </a:prstGeom>
          <a:noFill/>
        </p:spPr>
        <p:txBody>
          <a:bodyPr wrap="square">
            <a:spAutoFit/>
          </a:bodyPr>
          <a:lstStyle/>
          <a:p>
            <a:pPr>
              <a:lnSpc>
                <a:spcPct val="150000"/>
              </a:lnSpc>
              <a:buNone/>
            </a:pPr>
            <a:r>
              <a:rPr lang="en-US" b="1">
                <a:effectLst/>
                <a:latin typeface="Comic Sans MS" panose="030F0702030302020204" pitchFamily="66" charset="0"/>
              </a:rPr>
              <a:t>How to Register a Listener</a:t>
            </a:r>
          </a:p>
          <a:p>
            <a:pPr>
              <a:buNone/>
            </a:pPr>
            <a:r>
              <a:rPr lang="en-US">
                <a:effectLst/>
                <a:latin typeface="Comic Sans MS" panose="030F0702030302020204" pitchFamily="66" charset="0"/>
              </a:rPr>
              <a:t>You can attach listeners in </a:t>
            </a:r>
            <a:r>
              <a:rPr lang="en-US" b="1">
                <a:effectLst/>
                <a:latin typeface="Comic Sans MS" panose="030F0702030302020204" pitchFamily="66" charset="0"/>
              </a:rPr>
              <a:t>three ways</a:t>
            </a:r>
            <a:r>
              <a:rPr lang="en-US">
                <a:effectLst/>
                <a:latin typeface="Comic Sans MS" panose="030F0702030302020204" pitchFamily="66" charset="0"/>
              </a:rPr>
              <a:t>:</a:t>
            </a:r>
          </a:p>
        </p:txBody>
      </p:sp>
      <p:sp>
        <p:nvSpPr>
          <p:cNvPr id="13" name="TextBox 12">
            <a:extLst>
              <a:ext uri="{FF2B5EF4-FFF2-40B4-BE49-F238E27FC236}">
                <a16:creationId xmlns:a16="http://schemas.microsoft.com/office/drawing/2014/main" id="{8604E2C9-C145-1B12-74C6-8A753BFA5B4C}"/>
              </a:ext>
            </a:extLst>
          </p:cNvPr>
          <p:cNvSpPr txBox="1"/>
          <p:nvPr/>
        </p:nvSpPr>
        <p:spPr>
          <a:xfrm>
            <a:off x="6060440" y="1852414"/>
            <a:ext cx="3549832" cy="374412"/>
          </a:xfrm>
          <a:prstGeom prst="rect">
            <a:avLst/>
          </a:prstGeom>
          <a:noFill/>
        </p:spPr>
        <p:txBody>
          <a:bodyPr wrap="square">
            <a:spAutoFit/>
          </a:bodyPr>
          <a:lstStyle/>
          <a:p>
            <a:r>
              <a:rPr lang="en-IN" b="1" u="sng">
                <a:effectLst/>
                <a:latin typeface="Comic Sans MS" panose="030F0702030302020204" pitchFamily="66" charset="0"/>
              </a:rPr>
              <a:t>1.Via </a:t>
            </a:r>
            <a:r>
              <a:rPr lang="en-IN" u="sng">
                <a:effectLst/>
                <a:latin typeface="Comic Sans MS" panose="030F0702030302020204" pitchFamily="66" charset="0"/>
              </a:rPr>
              <a:t>@Listeners</a:t>
            </a:r>
            <a:r>
              <a:rPr lang="en-IN" b="1" u="sng">
                <a:effectLst/>
                <a:latin typeface="Comic Sans MS" panose="030F0702030302020204" pitchFamily="66" charset="0"/>
              </a:rPr>
              <a:t> annotation</a:t>
            </a:r>
            <a:r>
              <a:rPr lang="en-IN" u="sng">
                <a:latin typeface="Comic Sans MS" panose="030F0702030302020204" pitchFamily="66" charset="0"/>
              </a:rPr>
              <a:t>:</a:t>
            </a:r>
          </a:p>
        </p:txBody>
      </p:sp>
      <p:sp>
        <p:nvSpPr>
          <p:cNvPr id="15" name="TextBox 14">
            <a:extLst>
              <a:ext uri="{FF2B5EF4-FFF2-40B4-BE49-F238E27FC236}">
                <a16:creationId xmlns:a16="http://schemas.microsoft.com/office/drawing/2014/main" id="{AD688B0E-613C-9318-9E89-E8CA5D0C1D2E}"/>
              </a:ext>
            </a:extLst>
          </p:cNvPr>
          <p:cNvSpPr txBox="1"/>
          <p:nvPr/>
        </p:nvSpPr>
        <p:spPr>
          <a:xfrm>
            <a:off x="820365" y="1103184"/>
            <a:ext cx="4394308" cy="369332"/>
          </a:xfrm>
          <a:prstGeom prst="rect">
            <a:avLst/>
          </a:prstGeom>
          <a:noFill/>
        </p:spPr>
        <p:txBody>
          <a:bodyPr wrap="square">
            <a:spAutoFit/>
          </a:bodyPr>
          <a:lstStyle/>
          <a:p>
            <a:r>
              <a:rPr lang="en-IN" b="1">
                <a:latin typeface="Comic Sans MS" panose="030F0702030302020204" pitchFamily="66" charset="0"/>
              </a:rPr>
              <a:t>Example: Using </a:t>
            </a:r>
            <a:r>
              <a:rPr lang="en-IN" b="1" err="1">
                <a:effectLst/>
                <a:latin typeface="Comic Sans MS" panose="030F0702030302020204" pitchFamily="66" charset="0"/>
              </a:rPr>
              <a:t>ITestListener</a:t>
            </a:r>
            <a:endParaRPr lang="en-IN" b="1">
              <a:latin typeface="Comic Sans MS" panose="030F0702030302020204" pitchFamily="66" charset="0"/>
            </a:endParaRPr>
          </a:p>
        </p:txBody>
      </p:sp>
      <p:pic>
        <p:nvPicPr>
          <p:cNvPr id="17" name="Picture 16">
            <a:extLst>
              <a:ext uri="{FF2B5EF4-FFF2-40B4-BE49-F238E27FC236}">
                <a16:creationId xmlns:a16="http://schemas.microsoft.com/office/drawing/2014/main" id="{19BFF8C0-64DD-C694-6AFC-0BF520405E18}"/>
              </a:ext>
            </a:extLst>
          </p:cNvPr>
          <p:cNvPicPr>
            <a:picLocks noChangeAspect="1"/>
          </p:cNvPicPr>
          <p:nvPr/>
        </p:nvPicPr>
        <p:blipFill>
          <a:blip r:embed="rId3"/>
          <a:stretch>
            <a:fillRect/>
          </a:stretch>
        </p:blipFill>
        <p:spPr>
          <a:xfrm>
            <a:off x="6096000" y="2226826"/>
            <a:ext cx="3549832" cy="1270065"/>
          </a:xfrm>
          <a:prstGeom prst="rect">
            <a:avLst/>
          </a:prstGeom>
        </p:spPr>
      </p:pic>
      <p:sp>
        <p:nvSpPr>
          <p:cNvPr id="19" name="TextBox 18">
            <a:extLst>
              <a:ext uri="{FF2B5EF4-FFF2-40B4-BE49-F238E27FC236}">
                <a16:creationId xmlns:a16="http://schemas.microsoft.com/office/drawing/2014/main" id="{3314DEED-F9AC-2D6B-FCD9-77F101A0BBC2}"/>
              </a:ext>
            </a:extLst>
          </p:cNvPr>
          <p:cNvSpPr txBox="1"/>
          <p:nvPr/>
        </p:nvSpPr>
        <p:spPr>
          <a:xfrm>
            <a:off x="6096000" y="3595198"/>
            <a:ext cx="3891280" cy="369332"/>
          </a:xfrm>
          <a:prstGeom prst="rect">
            <a:avLst/>
          </a:prstGeom>
          <a:noFill/>
        </p:spPr>
        <p:txBody>
          <a:bodyPr wrap="square">
            <a:spAutoFit/>
          </a:bodyPr>
          <a:lstStyle/>
          <a:p>
            <a:r>
              <a:rPr lang="en-IN" b="1">
                <a:effectLst/>
                <a:latin typeface="Comic Sans MS" panose="030F0702030302020204" pitchFamily="66" charset="0"/>
              </a:rPr>
              <a:t>2.</a:t>
            </a:r>
            <a:r>
              <a:rPr lang="en-IN" b="1" u="sng">
                <a:effectLst/>
                <a:latin typeface="Comic Sans MS" panose="030F0702030302020204" pitchFamily="66" charset="0"/>
              </a:rPr>
              <a:t>Via </a:t>
            </a:r>
            <a:r>
              <a:rPr lang="en-IN" u="sng">
                <a:effectLst/>
                <a:latin typeface="Comic Sans MS" panose="030F0702030302020204" pitchFamily="66" charset="0"/>
              </a:rPr>
              <a:t>testng.xml</a:t>
            </a:r>
            <a:r>
              <a:rPr lang="en-IN" b="1" u="sng">
                <a:effectLst/>
                <a:latin typeface="Comic Sans MS" panose="030F0702030302020204" pitchFamily="66" charset="0"/>
              </a:rPr>
              <a:t> configuration</a:t>
            </a:r>
            <a:r>
              <a:rPr lang="en-IN" u="sng">
                <a:latin typeface="Comic Sans MS" panose="030F0702030302020204" pitchFamily="66" charset="0"/>
              </a:rPr>
              <a:t>:</a:t>
            </a:r>
          </a:p>
        </p:txBody>
      </p:sp>
      <p:pic>
        <p:nvPicPr>
          <p:cNvPr id="22" name="Picture 21">
            <a:extLst>
              <a:ext uri="{FF2B5EF4-FFF2-40B4-BE49-F238E27FC236}">
                <a16:creationId xmlns:a16="http://schemas.microsoft.com/office/drawing/2014/main" id="{CB7D4074-E3E8-A2D5-DCBB-43A5432B2EA3}"/>
              </a:ext>
            </a:extLst>
          </p:cNvPr>
          <p:cNvPicPr>
            <a:picLocks noChangeAspect="1"/>
          </p:cNvPicPr>
          <p:nvPr/>
        </p:nvPicPr>
        <p:blipFill>
          <a:blip r:embed="rId4"/>
          <a:stretch>
            <a:fillRect/>
          </a:stretch>
        </p:blipFill>
        <p:spPr>
          <a:xfrm>
            <a:off x="6060440" y="4015193"/>
            <a:ext cx="3867349" cy="615982"/>
          </a:xfrm>
          <a:prstGeom prst="rect">
            <a:avLst/>
          </a:prstGeom>
        </p:spPr>
      </p:pic>
      <p:sp>
        <p:nvSpPr>
          <p:cNvPr id="24" name="TextBox 23">
            <a:extLst>
              <a:ext uri="{FF2B5EF4-FFF2-40B4-BE49-F238E27FC236}">
                <a16:creationId xmlns:a16="http://schemas.microsoft.com/office/drawing/2014/main" id="{A019FE74-3DBD-8508-2C68-FE1FFC9C7EBC}"/>
              </a:ext>
            </a:extLst>
          </p:cNvPr>
          <p:cNvSpPr txBox="1"/>
          <p:nvPr/>
        </p:nvSpPr>
        <p:spPr>
          <a:xfrm>
            <a:off x="6258560" y="4780145"/>
            <a:ext cx="6096000" cy="369332"/>
          </a:xfrm>
          <a:prstGeom prst="rect">
            <a:avLst/>
          </a:prstGeom>
          <a:noFill/>
        </p:spPr>
        <p:txBody>
          <a:bodyPr wrap="square">
            <a:spAutoFit/>
          </a:bodyPr>
          <a:lstStyle/>
          <a:p>
            <a:r>
              <a:rPr lang="en-IN" b="1">
                <a:effectLst/>
                <a:latin typeface="Comic Sans MS" panose="030F0702030302020204" pitchFamily="66" charset="0"/>
              </a:rPr>
              <a:t>3</a:t>
            </a:r>
            <a:r>
              <a:rPr lang="en-IN" b="1" u="sng">
                <a:effectLst/>
                <a:latin typeface="Comic Sans MS" panose="030F0702030302020204" pitchFamily="66" charset="0"/>
              </a:rPr>
              <a:t>. Programmatically</a:t>
            </a:r>
            <a:r>
              <a:rPr lang="en-IN" u="sng">
                <a:latin typeface="Comic Sans MS" panose="030F0702030302020204" pitchFamily="66" charset="0"/>
              </a:rPr>
              <a:t>:</a:t>
            </a:r>
          </a:p>
        </p:txBody>
      </p:sp>
      <p:pic>
        <p:nvPicPr>
          <p:cNvPr id="30" name="Picture 29">
            <a:extLst>
              <a:ext uri="{FF2B5EF4-FFF2-40B4-BE49-F238E27FC236}">
                <a16:creationId xmlns:a16="http://schemas.microsoft.com/office/drawing/2014/main" id="{49A01E43-F6B9-3C3F-FD18-8387E4E01817}"/>
              </a:ext>
            </a:extLst>
          </p:cNvPr>
          <p:cNvPicPr>
            <a:picLocks noChangeAspect="1"/>
          </p:cNvPicPr>
          <p:nvPr/>
        </p:nvPicPr>
        <p:blipFill>
          <a:blip r:embed="rId5"/>
          <a:stretch>
            <a:fillRect/>
          </a:stretch>
        </p:blipFill>
        <p:spPr>
          <a:xfrm>
            <a:off x="6388115" y="5332013"/>
            <a:ext cx="2965602" cy="476274"/>
          </a:xfrm>
          <a:prstGeom prst="rect">
            <a:avLst/>
          </a:prstGeom>
        </p:spPr>
      </p:pic>
    </p:spTree>
    <p:extLst>
      <p:ext uri="{BB962C8B-B14F-4D97-AF65-F5344CB8AC3E}">
        <p14:creationId xmlns:p14="http://schemas.microsoft.com/office/powerpoint/2010/main" val="41747449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34CB84-528C-D0E3-588B-DF7F37F020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D4A5A4-F969-26D0-4D88-08F61D9D9623}"/>
              </a:ext>
            </a:extLst>
          </p:cNvPr>
          <p:cNvSpPr>
            <a:spLocks noGrp="1"/>
          </p:cNvSpPr>
          <p:nvPr>
            <p:ph type="title"/>
          </p:nvPr>
        </p:nvSpPr>
        <p:spPr>
          <a:xfrm>
            <a:off x="457200" y="457200"/>
            <a:ext cx="11277600" cy="332399"/>
          </a:xfrm>
        </p:spPr>
        <p:txBody>
          <a:bodyPr/>
          <a:lstStyle/>
          <a:p>
            <a:r>
              <a:rPr lang="en-IN"/>
              <a:t>TestNG – Listeners</a:t>
            </a:r>
          </a:p>
        </p:txBody>
      </p:sp>
      <p:sp>
        <p:nvSpPr>
          <p:cNvPr id="4" name="Footer Placeholder 3">
            <a:extLst>
              <a:ext uri="{FF2B5EF4-FFF2-40B4-BE49-F238E27FC236}">
                <a16:creationId xmlns:a16="http://schemas.microsoft.com/office/drawing/2014/main" id="{43817E0B-7415-AC10-898F-9C85EF69C1D4}"/>
              </a:ext>
            </a:extLst>
          </p:cNvPr>
          <p:cNvSpPr>
            <a:spLocks noGrp="1"/>
          </p:cNvSpPr>
          <p:nvPr>
            <p:ph type="ftr" sz="quarter" idx="11"/>
          </p:nvPr>
        </p:nvSpPr>
        <p:spPr/>
        <p:txBody>
          <a:bodyPr/>
          <a:lstStyle/>
          <a:p>
            <a:r>
              <a:rPr lang="en-US"/>
              <a:t>© 2025–2027 Cognizant | Private</a:t>
            </a:r>
          </a:p>
        </p:txBody>
      </p:sp>
      <p:sp>
        <p:nvSpPr>
          <p:cNvPr id="5" name="Slide Number Placeholder 4">
            <a:extLst>
              <a:ext uri="{FF2B5EF4-FFF2-40B4-BE49-F238E27FC236}">
                <a16:creationId xmlns:a16="http://schemas.microsoft.com/office/drawing/2014/main" id="{ECC7FDA8-6ECA-E501-A29E-F2D418E47527}"/>
              </a:ext>
            </a:extLst>
          </p:cNvPr>
          <p:cNvSpPr>
            <a:spLocks noGrp="1"/>
          </p:cNvSpPr>
          <p:nvPr>
            <p:ph type="sldNum" sz="quarter" idx="12"/>
          </p:nvPr>
        </p:nvSpPr>
        <p:spPr/>
        <p:txBody>
          <a:bodyPr/>
          <a:lstStyle/>
          <a:p>
            <a:fld id="{38826FC0-333C-E549-9FA3-0EE43DF298A3}" type="slidenum">
              <a:rPr lang="en-US" smtClean="0"/>
              <a:pPr/>
              <a:t>21</a:t>
            </a:fld>
            <a:endParaRPr lang="en-US"/>
          </a:p>
        </p:txBody>
      </p:sp>
      <p:sp>
        <p:nvSpPr>
          <p:cNvPr id="6" name="TextBox 5">
            <a:extLst>
              <a:ext uri="{FF2B5EF4-FFF2-40B4-BE49-F238E27FC236}">
                <a16:creationId xmlns:a16="http://schemas.microsoft.com/office/drawing/2014/main" id="{06B8CB25-FF12-5E79-B6CB-C2606A7914B9}"/>
              </a:ext>
            </a:extLst>
          </p:cNvPr>
          <p:cNvSpPr txBox="1"/>
          <p:nvPr/>
        </p:nvSpPr>
        <p:spPr>
          <a:xfrm>
            <a:off x="1493520" y="1323539"/>
            <a:ext cx="8737600" cy="2539350"/>
          </a:xfrm>
          <a:prstGeom prst="rect">
            <a:avLst/>
          </a:prstGeom>
          <a:noFill/>
        </p:spPr>
        <p:txBody>
          <a:bodyPr wrap="square">
            <a:spAutoFit/>
          </a:bodyPr>
          <a:lstStyle/>
          <a:p>
            <a:pPr>
              <a:lnSpc>
                <a:spcPct val="150000"/>
              </a:lnSpc>
              <a:buNone/>
            </a:pPr>
            <a:r>
              <a:rPr lang="en-IN" b="1">
                <a:effectLst/>
                <a:latin typeface="Comic Sans MS" panose="030F0702030302020204" pitchFamily="66" charset="0"/>
              </a:rPr>
              <a:t>Why Use Listeners?</a:t>
            </a:r>
          </a:p>
          <a:p>
            <a:pPr>
              <a:lnSpc>
                <a:spcPct val="150000"/>
              </a:lnSpc>
              <a:buFont typeface="Arial" panose="020B0604020202020204" pitchFamily="34" charset="0"/>
              <a:buChar char="•"/>
            </a:pPr>
            <a:r>
              <a:rPr lang="en-IN" b="1">
                <a:effectLst/>
                <a:latin typeface="Comic Sans MS" panose="030F0702030302020204" pitchFamily="66" charset="0"/>
              </a:rPr>
              <a:t>Logging</a:t>
            </a:r>
            <a:r>
              <a:rPr lang="en-IN">
                <a:effectLst/>
                <a:latin typeface="Comic Sans MS" panose="030F0702030302020204" pitchFamily="66" charset="0"/>
              </a:rPr>
              <a:t>: Capture detailed logs automatically.</a:t>
            </a:r>
          </a:p>
          <a:p>
            <a:pPr>
              <a:lnSpc>
                <a:spcPct val="150000"/>
              </a:lnSpc>
              <a:buFont typeface="Arial" panose="020B0604020202020204" pitchFamily="34" charset="0"/>
              <a:buChar char="•"/>
            </a:pPr>
            <a:r>
              <a:rPr lang="en-IN" b="1">
                <a:effectLst/>
                <a:latin typeface="Comic Sans MS" panose="030F0702030302020204" pitchFamily="66" charset="0"/>
              </a:rPr>
              <a:t>Reporting</a:t>
            </a:r>
            <a:r>
              <a:rPr lang="en-IN">
                <a:effectLst/>
                <a:latin typeface="Comic Sans MS" panose="030F0702030302020204" pitchFamily="66" charset="0"/>
              </a:rPr>
              <a:t>: Generate custom reports beyond TestNG’s default.</a:t>
            </a:r>
          </a:p>
          <a:p>
            <a:pPr>
              <a:lnSpc>
                <a:spcPct val="150000"/>
              </a:lnSpc>
              <a:buFont typeface="Arial" panose="020B0604020202020204" pitchFamily="34" charset="0"/>
              <a:buChar char="•"/>
            </a:pPr>
            <a:r>
              <a:rPr lang="en-IN" b="1">
                <a:effectLst/>
                <a:latin typeface="Comic Sans MS" panose="030F0702030302020204" pitchFamily="66" charset="0"/>
              </a:rPr>
              <a:t>Screenshots</a:t>
            </a:r>
            <a:r>
              <a:rPr lang="en-IN">
                <a:effectLst/>
                <a:latin typeface="Comic Sans MS" panose="030F0702030302020204" pitchFamily="66" charset="0"/>
              </a:rPr>
              <a:t>: Take screenshots on test failure (common in Selenium).</a:t>
            </a:r>
          </a:p>
          <a:p>
            <a:pPr>
              <a:lnSpc>
                <a:spcPct val="150000"/>
              </a:lnSpc>
              <a:buFont typeface="Arial" panose="020B0604020202020204" pitchFamily="34" charset="0"/>
              <a:buChar char="•"/>
            </a:pPr>
            <a:r>
              <a:rPr lang="en-IN" b="1">
                <a:effectLst/>
                <a:latin typeface="Comic Sans MS" panose="030F0702030302020204" pitchFamily="66" charset="0"/>
              </a:rPr>
              <a:t>Retry Mechanism</a:t>
            </a:r>
            <a:r>
              <a:rPr lang="en-IN">
                <a:effectLst/>
                <a:latin typeface="Comic Sans MS" panose="030F0702030302020204" pitchFamily="66" charset="0"/>
              </a:rPr>
              <a:t>: Re-run failed tests dynamically.</a:t>
            </a:r>
          </a:p>
          <a:p>
            <a:pPr>
              <a:lnSpc>
                <a:spcPct val="150000"/>
              </a:lnSpc>
              <a:buFont typeface="Arial" panose="020B0604020202020204" pitchFamily="34" charset="0"/>
              <a:buChar char="•"/>
            </a:pPr>
            <a:r>
              <a:rPr lang="en-IN" b="1">
                <a:effectLst/>
                <a:latin typeface="Comic Sans MS" panose="030F0702030302020204" pitchFamily="66" charset="0"/>
              </a:rPr>
              <a:t>Integration</a:t>
            </a:r>
            <a:r>
              <a:rPr lang="en-IN">
                <a:effectLst/>
                <a:latin typeface="Comic Sans MS" panose="030F0702030302020204" pitchFamily="66" charset="0"/>
              </a:rPr>
              <a:t>: Hook into CI/CD pipelines with custom actions.</a:t>
            </a:r>
          </a:p>
        </p:txBody>
      </p:sp>
    </p:spTree>
    <p:extLst>
      <p:ext uri="{BB962C8B-B14F-4D97-AF65-F5344CB8AC3E}">
        <p14:creationId xmlns:p14="http://schemas.microsoft.com/office/powerpoint/2010/main" val="403650436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_SLIDE_TYPE" val="6"/>
</p:tagLst>
</file>

<file path=ppt/theme/theme1.xml><?xml version="1.0" encoding="utf-8"?>
<a:theme xmlns:a="http://schemas.openxmlformats.org/drawingml/2006/main" name="Cognizant_2024">
  <a:themeElements>
    <a:clrScheme name="Cognizant v2">
      <a:dk1>
        <a:srgbClr val="000048"/>
      </a:dk1>
      <a:lt1>
        <a:srgbClr val="FFFFFF"/>
      </a:lt1>
      <a:dk2>
        <a:srgbClr val="000048"/>
      </a:dk2>
      <a:lt2>
        <a:srgbClr val="FFFFFF"/>
      </a:lt2>
      <a:accent1>
        <a:srgbClr val="000048"/>
      </a:accent1>
      <a:accent2>
        <a:srgbClr val="2F78C4"/>
      </a:accent2>
      <a:accent3>
        <a:srgbClr val="92BBE6"/>
      </a:accent3>
      <a:accent4>
        <a:srgbClr val="05819B"/>
      </a:accent4>
      <a:accent5>
        <a:srgbClr val="2E308E"/>
      </a:accent5>
      <a:accent6>
        <a:srgbClr val="D0D0CE"/>
      </a:accent6>
      <a:hlink>
        <a:srgbClr val="2F78C4"/>
      </a:hlink>
      <a:folHlink>
        <a:srgbClr val="92BBE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ln w="12700">
          <a:solidFill>
            <a:schemeClr val="accent1"/>
          </a:solidFill>
        </a:ln>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noAutofit/>
      </a:bodyPr>
      <a:lstStyle>
        <a:defPPr algn="l">
          <a:lnSpc>
            <a:spcPct val="110000"/>
          </a:lnSpc>
          <a:spcBef>
            <a:spcPts val="600"/>
          </a:spcBef>
          <a:spcAft>
            <a:spcPts val="0"/>
          </a:spcAft>
          <a:defRPr dirty="0" err="1" smtClean="0"/>
        </a:defPPr>
      </a:lstStyle>
    </a:txDef>
  </a:objectDefaults>
  <a:extraClrSchemeLst/>
  <a:custClrLst>
    <a:custClr name="Green">
      <a:srgbClr val="2DB81F"/>
    </a:custClr>
    <a:custClr name="Yellow">
      <a:srgbClr val="E9C71D"/>
    </a:custClr>
    <a:custClr name="Red">
      <a:srgbClr val="B81F2D"/>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Midnight blue 80%">
      <a:srgbClr val="373771"/>
    </a:custClr>
    <a:custClr name="Midnight blue 80%">
      <a:srgbClr val="373771"/>
    </a:custClr>
    <a:custClr name="Dark blue 80%">
      <a:srgbClr val="5B94D1"/>
    </a:custClr>
    <a:custClr name="Light blue 80%">
      <a:srgbClr val="A9C9EC"/>
    </a:custClr>
    <a:custClr name="Darker teal 80%">
      <a:srgbClr val="4C9AB0"/>
    </a:custClr>
    <a:custClr name="Dark plum 80%">
      <a:srgbClr val="5859A6"/>
    </a:custClr>
    <a:custClr name="Light gray 80%">
      <a:srgbClr val="D9D9D8"/>
    </a:custClr>
    <a:custClr name="Dark plum">
      <a:srgbClr val="2E308E"/>
    </a:custClr>
    <a:custClr name="Dark blue">
      <a:srgbClr val="2F78C4"/>
    </a:custClr>
    <a:custClr name="Dark teal">
      <a:srgbClr val="05819B"/>
    </a:custClr>
    <a:custClr name="Midnight blue 60%">
      <a:srgbClr val="666692"/>
    </a:custClr>
    <a:custClr name="Midnight blue 60%">
      <a:srgbClr val="666692"/>
    </a:custClr>
    <a:custClr name="Dark blue 60%">
      <a:srgbClr val="86AEDD"/>
    </a:custClr>
    <a:custClr name="Light blue 60%">
      <a:srgbClr val="BFD6F1"/>
    </a:custClr>
    <a:custClr name="Darker teal 60%">
      <a:srgbClr val="7BB4C3"/>
    </a:custClr>
    <a:custClr name="Dark plum 60%">
      <a:srgbClr val="8283BC"/>
    </a:custClr>
    <a:custClr name="Light gray 60%">
      <a:srgbClr val="E3E3E2"/>
    </a:custClr>
    <a:custClr name="Medium plum">
      <a:srgbClr val="7373D8"/>
    </a:custClr>
    <a:custClr name="Medium blue">
      <a:srgbClr val="6AA2DC"/>
    </a:custClr>
    <a:custClr name="Medium teal">
      <a:srgbClr val="06C7CC"/>
    </a:custClr>
    <a:custClr name="Midnight blue 40%">
      <a:srgbClr val="9999B8"/>
    </a:custClr>
    <a:custClr name="Midnight blue 40%">
      <a:srgbClr val="9999B8"/>
    </a:custClr>
    <a:custClr name="Dark blue 40%">
      <a:srgbClr val="AFC9E8"/>
    </a:custClr>
    <a:custClr name="Light blue 40%">
      <a:srgbClr val="D3E5F5"/>
    </a:custClr>
    <a:custClr name="Darker teal 40%">
      <a:srgbClr val="A9CDD8"/>
    </a:custClr>
    <a:custClr name="Dark plum 40%">
      <a:srgbClr val="ABACD3"/>
    </a:custClr>
    <a:custClr name="Light gray 40%">
      <a:srgbClr val="ECECEB"/>
    </a:custClr>
    <a:custClr name="Light plum">
      <a:srgbClr val="85A0F9"/>
    </a:custClr>
    <a:custClr name="Light blue">
      <a:srgbClr val="92BBE6"/>
    </a:custClr>
    <a:custClr name="Light teal">
      <a:srgbClr val="26EFE9"/>
    </a:custClr>
    <a:custClr name="Midnight blue 20%">
      <a:srgbClr val="CCCCDB"/>
    </a:custClr>
    <a:custClr name="Midnight blue 20%">
      <a:srgbClr val="CCCCDB"/>
    </a:custClr>
    <a:custClr name="Dark blue 20%">
      <a:srgbClr val="D7E5F4"/>
    </a:custClr>
    <a:custClr name="Light blue 20%">
      <a:srgbClr val="EAF2FA"/>
    </a:custClr>
    <a:custClr name="Darker teal 20%">
      <a:srgbClr val="D4E7EB"/>
    </a:custClr>
    <a:custClr name="Dark plum 20%">
      <a:srgbClr val="D5D6E9"/>
    </a:custClr>
    <a:custClr name="Light gray 20%">
      <a:srgbClr val="F6F6F5"/>
    </a:custClr>
  </a:custClrLst>
  <a:extLst>
    <a:ext uri="{05A4C25C-085E-4340-85A3-A5531E510DB2}">
      <thm15:themeFamily xmlns:thm15="http://schemas.microsoft.com/office/thememl/2012/main" name="Presentation5" id="{F5F4F051-22F0-4442-9496-654FF8745D7A}" vid="{AB62C236-C77B-4F69-B63E-3F34518FC0F1}"/>
    </a:ext>
  </a:extLst>
</a:theme>
</file>

<file path=ppt/theme/theme2.xml><?xml version="1.0" encoding="utf-8"?>
<a:theme xmlns:a="http://schemas.openxmlformats.org/drawingml/2006/main" name="Office Theme">
  <a:themeElements>
    <a:clrScheme name="Cognizant_2024">
      <a:dk1>
        <a:srgbClr val="000048"/>
      </a:dk1>
      <a:lt1>
        <a:srgbClr val="FFFFFF"/>
      </a:lt1>
      <a:dk2>
        <a:srgbClr val="000048"/>
      </a:dk2>
      <a:lt2>
        <a:srgbClr val="FFFFFF"/>
      </a:lt2>
      <a:accent1>
        <a:srgbClr val="000048"/>
      </a:accent1>
      <a:accent2>
        <a:srgbClr val="2F78C4"/>
      </a:accent2>
      <a:accent3>
        <a:srgbClr val="92BBE6"/>
      </a:accent3>
      <a:accent4>
        <a:srgbClr val="05819B"/>
      </a:accent4>
      <a:accent5>
        <a:srgbClr val="2E308E"/>
      </a:accent5>
      <a:accent6>
        <a:srgbClr val="D0D0CE"/>
      </a:accent6>
      <a:hlink>
        <a:srgbClr val="2F78C4"/>
      </a:hlink>
      <a:folHlink>
        <a:srgbClr val="92BBE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custClrLst>
    <a:custClr name="Green">
      <a:srgbClr val="2DB81F"/>
    </a:custClr>
    <a:custClr name="Yellow">
      <a:srgbClr val="E9C71D"/>
    </a:custClr>
    <a:custClr name="Red">
      <a:srgbClr val="B81F2D"/>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Midnight blue 80%">
      <a:srgbClr val="373771"/>
    </a:custClr>
    <a:custClr name="Midnight blue 80%">
      <a:srgbClr val="373771"/>
    </a:custClr>
    <a:custClr name="Dark blue 80%">
      <a:srgbClr val="5B94D1"/>
    </a:custClr>
    <a:custClr name="Light blue 80%">
      <a:srgbClr val="A9C9EC"/>
    </a:custClr>
    <a:custClr name="Darker teal 80%">
      <a:srgbClr val="4C9AB0"/>
    </a:custClr>
    <a:custClr name="Dark plum 80%">
      <a:srgbClr val="5859A6"/>
    </a:custClr>
    <a:custClr name="Light gray 80%">
      <a:srgbClr val="D9D9D8"/>
    </a:custClr>
    <a:custClr name="Dark plum">
      <a:srgbClr val="2E308E"/>
    </a:custClr>
    <a:custClr name="Dark blue">
      <a:srgbClr val="2F78C4"/>
    </a:custClr>
    <a:custClr name="Dark teal">
      <a:srgbClr val="05819B"/>
    </a:custClr>
    <a:custClr name="Midnight blue 60%">
      <a:srgbClr val="666692"/>
    </a:custClr>
    <a:custClr name="Midnight blue 60%">
      <a:srgbClr val="666692"/>
    </a:custClr>
    <a:custClr name="Dark blue 60%">
      <a:srgbClr val="86AEDD"/>
    </a:custClr>
    <a:custClr name="Light blue 60%">
      <a:srgbClr val="BFD6F1"/>
    </a:custClr>
    <a:custClr name="Darker teal 60%">
      <a:srgbClr val="7BB4C3"/>
    </a:custClr>
    <a:custClr name="Dark plum 60%">
      <a:srgbClr val="8283BC"/>
    </a:custClr>
    <a:custClr name="Light gray 60%">
      <a:srgbClr val="E3E3E2"/>
    </a:custClr>
    <a:custClr name="Medium plum">
      <a:srgbClr val="7373D8"/>
    </a:custClr>
    <a:custClr name="Medium blue">
      <a:srgbClr val="6AA2DC"/>
    </a:custClr>
    <a:custClr name="Medium teal">
      <a:srgbClr val="06C7CC"/>
    </a:custClr>
    <a:custClr name="Midnight blue 40%">
      <a:srgbClr val="9999B8"/>
    </a:custClr>
    <a:custClr name="Midnight blue 40%">
      <a:srgbClr val="9999B8"/>
    </a:custClr>
    <a:custClr name="Dark blue 40%">
      <a:srgbClr val="AFC9E8"/>
    </a:custClr>
    <a:custClr name="Light blue 40%">
      <a:srgbClr val="D3E5F5"/>
    </a:custClr>
    <a:custClr name="Darker teal 40%">
      <a:srgbClr val="A9CDD8"/>
    </a:custClr>
    <a:custClr name="Dark plum 40%">
      <a:srgbClr val="ABACD3"/>
    </a:custClr>
    <a:custClr name="Light gray 40%">
      <a:srgbClr val="ECECEB"/>
    </a:custClr>
    <a:custClr name="Light plum">
      <a:srgbClr val="85A0F9"/>
    </a:custClr>
    <a:custClr name="Light blue">
      <a:srgbClr val="92BBE6"/>
    </a:custClr>
    <a:custClr name="Light teal">
      <a:srgbClr val="26EFE9"/>
    </a:custClr>
    <a:custClr name="Midnight blue 20%">
      <a:srgbClr val="CCCCDB"/>
    </a:custClr>
    <a:custClr name="Midnight blue 20%">
      <a:srgbClr val="CCCCDB"/>
    </a:custClr>
    <a:custClr name="Dark blue 20%">
      <a:srgbClr val="D7E5F4"/>
    </a:custClr>
    <a:custClr name="Light blue 20%">
      <a:srgbClr val="EAF2FA"/>
    </a:custClr>
    <a:custClr name="Darker teal 20%">
      <a:srgbClr val="D4E7EB"/>
    </a:custClr>
    <a:custClr name="Dark plum 20%">
      <a:srgbClr val="D5D6E9"/>
    </a:custClr>
    <a:custClr name="Light gray 20%">
      <a:srgbClr val="F6F6F5"/>
    </a:custClr>
  </a:custClr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Cognizant_2024">
      <a:dk1>
        <a:srgbClr val="000048"/>
      </a:dk1>
      <a:lt1>
        <a:srgbClr val="FFFFFF"/>
      </a:lt1>
      <a:dk2>
        <a:srgbClr val="000048"/>
      </a:dk2>
      <a:lt2>
        <a:srgbClr val="FFFFFF"/>
      </a:lt2>
      <a:accent1>
        <a:srgbClr val="000048"/>
      </a:accent1>
      <a:accent2>
        <a:srgbClr val="2F78C4"/>
      </a:accent2>
      <a:accent3>
        <a:srgbClr val="92BBE6"/>
      </a:accent3>
      <a:accent4>
        <a:srgbClr val="05819B"/>
      </a:accent4>
      <a:accent5>
        <a:srgbClr val="2E308E"/>
      </a:accent5>
      <a:accent6>
        <a:srgbClr val="D0D0CE"/>
      </a:accent6>
      <a:hlink>
        <a:srgbClr val="2F78C4"/>
      </a:hlink>
      <a:folHlink>
        <a:srgbClr val="92BBE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custClrLst>
    <a:custClr name="Green">
      <a:srgbClr val="2DB81F"/>
    </a:custClr>
    <a:custClr name="Yellow">
      <a:srgbClr val="E9C71D"/>
    </a:custClr>
    <a:custClr name="Red">
      <a:srgbClr val="B81F2D"/>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Midnight blue 80%">
      <a:srgbClr val="373771"/>
    </a:custClr>
    <a:custClr name="Midnight blue 80%">
      <a:srgbClr val="373771"/>
    </a:custClr>
    <a:custClr name="Dark blue 80%">
      <a:srgbClr val="5B94D1"/>
    </a:custClr>
    <a:custClr name="Light blue 80%">
      <a:srgbClr val="A9C9EC"/>
    </a:custClr>
    <a:custClr name="Darker teal 80%">
      <a:srgbClr val="4C9AB0"/>
    </a:custClr>
    <a:custClr name="Dark plum 80%">
      <a:srgbClr val="5859A6"/>
    </a:custClr>
    <a:custClr name="Light gray 80%">
      <a:srgbClr val="D9D9D8"/>
    </a:custClr>
    <a:custClr name="Dark plum">
      <a:srgbClr val="2E308E"/>
    </a:custClr>
    <a:custClr name="Dark blue">
      <a:srgbClr val="2F78C4"/>
    </a:custClr>
    <a:custClr name="Dark teal">
      <a:srgbClr val="05819B"/>
    </a:custClr>
    <a:custClr name="Midnight blue 60%">
      <a:srgbClr val="666692"/>
    </a:custClr>
    <a:custClr name="Midnight blue 60%">
      <a:srgbClr val="666692"/>
    </a:custClr>
    <a:custClr name="Dark blue 60%">
      <a:srgbClr val="86AEDD"/>
    </a:custClr>
    <a:custClr name="Light blue 60%">
      <a:srgbClr val="BFD6F1"/>
    </a:custClr>
    <a:custClr name="Darker teal 60%">
      <a:srgbClr val="7BB4C3"/>
    </a:custClr>
    <a:custClr name="Dark plum 60%">
      <a:srgbClr val="8283BC"/>
    </a:custClr>
    <a:custClr name="Light gray 60%">
      <a:srgbClr val="E3E3E2"/>
    </a:custClr>
    <a:custClr name="Medium plum">
      <a:srgbClr val="7373D8"/>
    </a:custClr>
    <a:custClr name="Medium blue">
      <a:srgbClr val="6AA2DC"/>
    </a:custClr>
    <a:custClr name="Medium teal">
      <a:srgbClr val="06C7CC"/>
    </a:custClr>
    <a:custClr name="Midnight blue 40%">
      <a:srgbClr val="9999B8"/>
    </a:custClr>
    <a:custClr name="Midnight blue 40%">
      <a:srgbClr val="9999B8"/>
    </a:custClr>
    <a:custClr name="Dark blue 40%">
      <a:srgbClr val="AFC9E8"/>
    </a:custClr>
    <a:custClr name="Light blue 40%">
      <a:srgbClr val="D3E5F5"/>
    </a:custClr>
    <a:custClr name="Darker teal 40%">
      <a:srgbClr val="A9CDD8"/>
    </a:custClr>
    <a:custClr name="Dark plum 40%">
      <a:srgbClr val="ABACD3"/>
    </a:custClr>
    <a:custClr name="Light gray 40%">
      <a:srgbClr val="ECECEB"/>
    </a:custClr>
    <a:custClr name="Light plum">
      <a:srgbClr val="85A0F9"/>
    </a:custClr>
    <a:custClr name="Light blue">
      <a:srgbClr val="92BBE6"/>
    </a:custClr>
    <a:custClr name="Light teal">
      <a:srgbClr val="26EFE9"/>
    </a:custClr>
    <a:custClr name="Midnight blue 20%">
      <a:srgbClr val="CCCCDB"/>
    </a:custClr>
    <a:custClr name="Midnight blue 20%">
      <a:srgbClr val="CCCCDB"/>
    </a:custClr>
    <a:custClr name="Dark blue 20%">
      <a:srgbClr val="D7E5F4"/>
    </a:custClr>
    <a:custClr name="Light blue 20%">
      <a:srgbClr val="EAF2FA"/>
    </a:custClr>
    <a:custClr name="Darker teal 20%">
      <a:srgbClr val="D4E7EB"/>
    </a:custClr>
    <a:custClr name="Dark plum 20%">
      <a:srgbClr val="D5D6E9"/>
    </a:custClr>
    <a:custClr name="Light gray 20%">
      <a:srgbClr val="F6F6F5"/>
    </a:custClr>
  </a:custClr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0AD2383-F69B-DD48-B17A-5BA153F117E0}">
  <we:reference id="1f4df590-35fc-4b16-a239-39709f9d8a74" version="1.0.0.1" store="EXCatalog" storeType="EXCatalog"/>
  <we:alternateReferences>
    <we:reference id="WA104381063" version="1.0.0.1" store="en-US"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30056E6A9C08B24892CD7916A83F37D3" ma:contentTypeVersion="4" ma:contentTypeDescription="Create a new document." ma:contentTypeScope="" ma:versionID="b391c45433ff8120f110024922065263">
  <xsd:schema xmlns:xsd="http://www.w3.org/2001/XMLSchema" xmlns:xs="http://www.w3.org/2001/XMLSchema" xmlns:p="http://schemas.microsoft.com/office/2006/metadata/properties" xmlns:ns2="85aa0b7b-c2ff-4619-b015-c2745a4ebbba" targetNamespace="http://schemas.microsoft.com/office/2006/metadata/properties" ma:root="true" ma:fieldsID="24df3229156fdbad0d5539e05a71b6a6" ns2:_="">
    <xsd:import namespace="85aa0b7b-c2ff-4619-b015-c2745a4ebbb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5aa0b7b-c2ff-4619-b015-c2745a4ebbb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A4B404F-09F1-40CA-84E2-FD9F4E5EB219}">
  <ds:schemaRefs>
    <ds:schemaRef ds:uri="85aa0b7b-c2ff-4619-b015-c2745a4ebbba"/>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33B7C277-7563-48D9-B200-95B00BA2069F}">
  <ds:schemaRefs>
    <ds:schemaRef ds:uri="http://schemas.microsoft.com/sharepoint/v3/contenttype/forms"/>
  </ds:schemaRefs>
</ds:datastoreItem>
</file>

<file path=customXml/itemProps3.xml><?xml version="1.0" encoding="utf-8"?>
<ds:datastoreItem xmlns:ds="http://schemas.openxmlformats.org/officeDocument/2006/customXml" ds:itemID="{08EFB4C7-205D-4E6A-886B-BBFFE9BD0BFE}">
  <ds:schemaRefs>
    <ds:schemaRef ds:uri="85aa0b7b-c2ff-4619-b015-c2745a4ebbb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Cog_PPT_potx_Template_2025-2027</Template>
  <Application>Microsoft Office PowerPoint</Application>
  <PresentationFormat>Widescreen</PresentationFormat>
  <Slides>21</Slides>
  <Notes>1</Notes>
  <HiddenSlides>0</HiddenSlide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Cognizant_2024</vt:lpstr>
      <vt:lpstr>Selenium TestNG</vt:lpstr>
      <vt:lpstr>Selenium TestNG</vt:lpstr>
      <vt:lpstr>TestNG priority</vt:lpstr>
      <vt:lpstr>TestNG Annotations</vt:lpstr>
      <vt:lpstr>TestNG Assertion</vt:lpstr>
      <vt:lpstr>TestNG – Hard Assertion</vt:lpstr>
      <vt:lpstr>TestNG – Soft Assertion</vt:lpstr>
      <vt:lpstr>TestNG – Dependency Methods</vt:lpstr>
      <vt:lpstr>TestNG – Grouping</vt:lpstr>
      <vt:lpstr>TestNG – Parameterization</vt:lpstr>
      <vt:lpstr>TestNG – Parameterization</vt:lpstr>
      <vt:lpstr>TestNG – Parameterization</vt:lpstr>
      <vt:lpstr>TestNG – Parameterization</vt:lpstr>
      <vt:lpstr>TestNG – DataProvider</vt:lpstr>
      <vt:lpstr>TestNG – DataProvider</vt:lpstr>
      <vt:lpstr>TestNG – Parallel Execution</vt:lpstr>
      <vt:lpstr>TestNG – Parallel Execution</vt:lpstr>
      <vt:lpstr>TestNG – Listeners</vt:lpstr>
      <vt:lpstr>TestNG – Listeners</vt:lpstr>
      <vt:lpstr>TestNG – Listeners</vt:lpstr>
      <vt:lpstr>TestNG – Listeners</vt:lpstr>
    </vt:vector>
  </TitlesOfParts>
  <Manager/>
  <Company>Cognizant</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Mohan, Poornima Swarna (Cognizant)</dc:creator>
  <cp:keywords/>
  <dc:description/>
  <cp:revision>1</cp:revision>
  <dcterms:created xsi:type="dcterms:W3CDTF">2025-09-17T08:32:50Z</dcterms:created>
  <dcterms:modified xsi:type="dcterms:W3CDTF">2026-02-11T10:19:48Z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0x01010030056E6A9C08B24892CD7916A83F37D3</vt:lpwstr>
  </property>
  <property fmtid="{D5CDD505-2E9C-101B-9397-08002B2CF9AE}" pid="3" name="MediaServiceImageTags">
    <vt:lpwstr/>
  </property>
  <property fmtid="{D5CDD505-2E9C-101B-9397-08002B2CF9AE}" pid="4" name="Geography">
    <vt:lpwstr/>
  </property>
  <property fmtid="{D5CDD505-2E9C-101B-9397-08002B2CF9AE}" pid="5" name="Business">
    <vt:lpwstr/>
  </property>
  <property fmtid="{D5CDD505-2E9C-101B-9397-08002B2CF9AE}" pid="6" name="Topics">
    <vt:lpwstr/>
  </property>
</Properties>
</file>