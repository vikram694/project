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23"/>
  </p:notesMasterIdLst>
  <p:handoutMasterIdLst>
    <p:handoutMasterId r:id="rId24"/>
  </p:handoutMasterIdLst>
  <p:sldIdLst>
    <p:sldId id="2147479184" r:id="rId5"/>
    <p:sldId id="2147479196" r:id="rId6"/>
    <p:sldId id="2147479209" r:id="rId7"/>
    <p:sldId id="2147479208" r:id="rId8"/>
    <p:sldId id="2147479197" r:id="rId9"/>
    <p:sldId id="2147479212" r:id="rId10"/>
    <p:sldId id="2147479202" r:id="rId11"/>
    <p:sldId id="2147479211" r:id="rId12"/>
    <p:sldId id="2147479198" r:id="rId13"/>
    <p:sldId id="2147479213" r:id="rId14"/>
    <p:sldId id="2147479205" r:id="rId15"/>
    <p:sldId id="2147479216" r:id="rId16"/>
    <p:sldId id="2147479199" r:id="rId17"/>
    <p:sldId id="2147479214" r:id="rId18"/>
    <p:sldId id="2147479210" r:id="rId19"/>
    <p:sldId id="2147479207" r:id="rId20"/>
    <p:sldId id="2147479206" r:id="rId21"/>
    <p:sldId id="21474792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Poornima Swarna (Cognizant)" userId="36824357-ffbd-40a5-b000-b82d0f7dca89" providerId="ADAL" clId="{BB20CA10-5FC3-4CCD-8518-89B0931CAB48}"/>
    <pc:docChg chg="undo custSel addSld delSld modSld sldOrd">
      <pc:chgData name="Mohan, Poornima Swarna (Cognizant)" userId="36824357-ffbd-40a5-b000-b82d0f7dca89" providerId="ADAL" clId="{BB20CA10-5FC3-4CCD-8518-89B0931CAB48}" dt="2026-01-19T06:00:10.829" v="1037" actId="14100"/>
      <pc:docMkLst>
        <pc:docMk/>
      </pc:docMkLst>
      <pc:sldChg chg="modSp mod">
        <pc:chgData name="Mohan, Poornima Swarna (Cognizant)" userId="36824357-ffbd-40a5-b000-b82d0f7dca89" providerId="ADAL" clId="{BB20CA10-5FC3-4CCD-8518-89B0931CAB48}" dt="2026-01-12T05:53:34.165" v="256" actId="20577"/>
        <pc:sldMkLst>
          <pc:docMk/>
          <pc:sldMk cId="2713534842" sldId="2147479184"/>
        </pc:sldMkLst>
        <pc:spChg chg="mod">
          <ac:chgData name="Mohan, Poornima Swarna (Cognizant)" userId="36824357-ffbd-40a5-b000-b82d0f7dca89" providerId="ADAL" clId="{BB20CA10-5FC3-4CCD-8518-89B0931CAB48}" dt="2026-01-12T05:53:34.165" v="256" actId="20577"/>
          <ac:spMkLst>
            <pc:docMk/>
            <pc:sldMk cId="2713534842" sldId="2147479184"/>
            <ac:spMk id="5" creationId="{09D9EB17-9965-3523-3F99-EF5E53642703}"/>
          </ac:spMkLst>
        </pc:spChg>
      </pc:sldChg>
      <pc:sldChg chg="addSp delSp modSp mod">
        <pc:chgData name="Mohan, Poornima Swarna (Cognizant)" userId="36824357-ffbd-40a5-b000-b82d0f7dca89" providerId="ADAL" clId="{BB20CA10-5FC3-4CCD-8518-89B0931CAB48}" dt="2026-01-12T05:59:06.835" v="283" actId="255"/>
        <pc:sldMkLst>
          <pc:docMk/>
          <pc:sldMk cId="3473122175" sldId="2147479196"/>
        </pc:sldMkLst>
        <pc:spChg chg="mod">
          <ac:chgData name="Mohan, Poornima Swarna (Cognizant)" userId="36824357-ffbd-40a5-b000-b82d0f7dca89" providerId="ADAL" clId="{BB20CA10-5FC3-4CCD-8518-89B0931CAB48}" dt="2026-01-12T05:59:06.835" v="283" actId="255"/>
          <ac:spMkLst>
            <pc:docMk/>
            <pc:sldMk cId="3473122175" sldId="2147479196"/>
            <ac:spMk id="3" creationId="{9B42854F-BE20-BFCD-F376-CDC355C8D9C7}"/>
          </ac:spMkLst>
        </pc:spChg>
        <pc:spChg chg="add mod">
          <ac:chgData name="Mohan, Poornima Swarna (Cognizant)" userId="36824357-ffbd-40a5-b000-b82d0f7dca89" providerId="ADAL" clId="{BB20CA10-5FC3-4CCD-8518-89B0931CAB48}" dt="2026-01-12T05:58:59.407" v="282" actId="2710"/>
          <ac:spMkLst>
            <pc:docMk/>
            <pc:sldMk cId="3473122175" sldId="2147479196"/>
            <ac:spMk id="8" creationId="{0DA7524B-44AF-C2F2-7D94-C37F396AA8CF}"/>
          </ac:spMkLst>
        </pc:spChg>
      </pc:sldChg>
      <pc:sldChg chg="delSp modSp mod">
        <pc:chgData name="Mohan, Poornima Swarna (Cognizant)" userId="36824357-ffbd-40a5-b000-b82d0f7dca89" providerId="ADAL" clId="{BB20CA10-5FC3-4CCD-8518-89B0931CAB48}" dt="2026-01-19T05:32:27.357" v="957" actId="20577"/>
        <pc:sldMkLst>
          <pc:docMk/>
          <pc:sldMk cId="2149385648" sldId="2147479197"/>
        </pc:sldMkLst>
        <pc:spChg chg="mod">
          <ac:chgData name="Mohan, Poornima Swarna (Cognizant)" userId="36824357-ffbd-40a5-b000-b82d0f7dca89" providerId="ADAL" clId="{BB20CA10-5FC3-4CCD-8518-89B0931CAB48}" dt="2026-01-12T06:27:54.448" v="470"/>
          <ac:spMkLst>
            <pc:docMk/>
            <pc:sldMk cId="2149385648" sldId="2147479197"/>
            <ac:spMk id="2" creationId="{6A5BFD53-2AF2-2649-5D72-E99F6EA106A0}"/>
          </ac:spMkLst>
        </pc:spChg>
        <pc:spChg chg="mod">
          <ac:chgData name="Mohan, Poornima Swarna (Cognizant)" userId="36824357-ffbd-40a5-b000-b82d0f7dca89" providerId="ADAL" clId="{BB20CA10-5FC3-4CCD-8518-89B0931CAB48}" dt="2026-01-19T05:32:27.357" v="957" actId="20577"/>
          <ac:spMkLst>
            <pc:docMk/>
            <pc:sldMk cId="2149385648" sldId="2147479197"/>
            <ac:spMk id="10" creationId="{BE186B19-1334-8118-D136-A779924257BC}"/>
          </ac:spMkLst>
        </pc:spChg>
        <pc:picChg chg="mod">
          <ac:chgData name="Mohan, Poornima Swarna (Cognizant)" userId="36824357-ffbd-40a5-b000-b82d0f7dca89" providerId="ADAL" clId="{BB20CA10-5FC3-4CCD-8518-89B0931CAB48}" dt="2026-01-12T06:37:13.723" v="521" actId="1076"/>
          <ac:picMkLst>
            <pc:docMk/>
            <pc:sldMk cId="2149385648" sldId="2147479197"/>
            <ac:picMk id="6" creationId="{D963920A-C423-29BF-7377-4E2F4664D9E9}"/>
          </ac:picMkLst>
        </pc:picChg>
      </pc:sldChg>
      <pc:sldChg chg="addSp delSp modSp mod">
        <pc:chgData name="Mohan, Poornima Swarna (Cognizant)" userId="36824357-ffbd-40a5-b000-b82d0f7dca89" providerId="ADAL" clId="{BB20CA10-5FC3-4CCD-8518-89B0931CAB48}" dt="2026-01-12T06:44:06.945" v="576" actId="255"/>
        <pc:sldMkLst>
          <pc:docMk/>
          <pc:sldMk cId="485292008" sldId="2147479198"/>
        </pc:sldMkLst>
        <pc:spChg chg="mod">
          <ac:chgData name="Mohan, Poornima Swarna (Cognizant)" userId="36824357-ffbd-40a5-b000-b82d0f7dca89" providerId="ADAL" clId="{BB20CA10-5FC3-4CCD-8518-89B0931CAB48}" dt="2026-01-12T06:40:06.282" v="548"/>
          <ac:spMkLst>
            <pc:docMk/>
            <pc:sldMk cId="485292008" sldId="2147479198"/>
            <ac:spMk id="2" creationId="{6B8DB504-A9BB-3FE1-2970-A2F1AC73EDE9}"/>
          </ac:spMkLst>
        </pc:spChg>
        <pc:spChg chg="add mod">
          <ac:chgData name="Mohan, Poornima Swarna (Cognizant)" userId="36824357-ffbd-40a5-b000-b82d0f7dca89" providerId="ADAL" clId="{BB20CA10-5FC3-4CCD-8518-89B0931CAB48}" dt="2026-01-12T06:44:06.945" v="576" actId="255"/>
          <ac:spMkLst>
            <pc:docMk/>
            <pc:sldMk cId="485292008" sldId="2147479198"/>
            <ac:spMk id="8" creationId="{AC8BC59D-D9A4-8DBD-50A9-5CF91672267D}"/>
          </ac:spMkLst>
        </pc:spChg>
        <pc:spChg chg="mod">
          <ac:chgData name="Mohan, Poornima Swarna (Cognizant)" userId="36824357-ffbd-40a5-b000-b82d0f7dca89" providerId="ADAL" clId="{BB20CA10-5FC3-4CCD-8518-89B0931CAB48}" dt="2026-01-12T06:43:58.467" v="574" actId="6549"/>
          <ac:spMkLst>
            <pc:docMk/>
            <pc:sldMk cId="485292008" sldId="2147479198"/>
            <ac:spMk id="12" creationId="{267C1CFB-90BF-FC44-5E4A-360C819CC30C}"/>
          </ac:spMkLst>
        </pc:spChg>
        <pc:picChg chg="mod">
          <ac:chgData name="Mohan, Poornima Swarna (Cognizant)" userId="36824357-ffbd-40a5-b000-b82d0f7dca89" providerId="ADAL" clId="{BB20CA10-5FC3-4CCD-8518-89B0931CAB48}" dt="2026-01-12T06:43:46.980" v="571" actId="14100"/>
          <ac:picMkLst>
            <pc:docMk/>
            <pc:sldMk cId="485292008" sldId="2147479198"/>
            <ac:picMk id="6" creationId="{DD554883-E58E-1DB4-C69B-C3B0B9CC6ED3}"/>
          </ac:picMkLst>
        </pc:picChg>
      </pc:sldChg>
      <pc:sldChg chg="addSp delSp modSp add del mod">
        <pc:chgData name="Mohan, Poornima Swarna (Cognizant)" userId="36824357-ffbd-40a5-b000-b82d0f7dca89" providerId="ADAL" clId="{BB20CA10-5FC3-4CCD-8518-89B0931CAB48}" dt="2026-01-12T06:48:54.659" v="614" actId="1076"/>
        <pc:sldMkLst>
          <pc:docMk/>
          <pc:sldMk cId="1682504427" sldId="2147479199"/>
        </pc:sldMkLst>
        <pc:spChg chg="mod">
          <ac:chgData name="Mohan, Poornima Swarna (Cognizant)" userId="36824357-ffbd-40a5-b000-b82d0f7dca89" providerId="ADAL" clId="{BB20CA10-5FC3-4CCD-8518-89B0931CAB48}" dt="2026-01-12T06:48:52.302" v="613" actId="2710"/>
          <ac:spMkLst>
            <pc:docMk/>
            <pc:sldMk cId="1682504427" sldId="2147479199"/>
            <ac:spMk id="6" creationId="{8E609920-FE1C-D2E3-E9EB-70972C5D0C14}"/>
          </ac:spMkLst>
        </pc:spChg>
        <pc:picChg chg="add mod">
          <ac:chgData name="Mohan, Poornima Swarna (Cognizant)" userId="36824357-ffbd-40a5-b000-b82d0f7dca89" providerId="ADAL" clId="{BB20CA10-5FC3-4CCD-8518-89B0931CAB48}" dt="2026-01-12T06:48:54.659" v="614" actId="1076"/>
          <ac:picMkLst>
            <pc:docMk/>
            <pc:sldMk cId="1682504427" sldId="2147479199"/>
            <ac:picMk id="12" creationId="{CE00EAE8-1C0B-8B00-AEE8-2ABF2551DD20}"/>
          </ac:picMkLst>
        </pc:picChg>
      </pc:sldChg>
      <pc:sldChg chg="addSp modSp mod">
        <pc:chgData name="Mohan, Poornima Swarna (Cognizant)" userId="36824357-ffbd-40a5-b000-b82d0f7dca89" providerId="ADAL" clId="{BB20CA10-5FC3-4CCD-8518-89B0931CAB48}" dt="2026-01-19T05:58:14.515" v="1009"/>
        <pc:sldMkLst>
          <pc:docMk/>
          <pc:sldMk cId="4091573018" sldId="2147479200"/>
        </pc:sldMkLst>
        <pc:spChg chg="mod">
          <ac:chgData name="Mohan, Poornima Swarna (Cognizant)" userId="36824357-ffbd-40a5-b000-b82d0f7dca89" providerId="ADAL" clId="{BB20CA10-5FC3-4CCD-8518-89B0931CAB48}" dt="2026-01-12T07:16:49.546" v="951" actId="1076"/>
          <ac:spMkLst>
            <pc:docMk/>
            <pc:sldMk cId="4091573018" sldId="2147479200"/>
            <ac:spMk id="8" creationId="{4F6BF445-3EBF-1F9C-E460-C30908806F74}"/>
          </ac:spMkLst>
        </pc:spChg>
        <pc:spChg chg="mod">
          <ac:chgData name="Mohan, Poornima Swarna (Cognizant)" userId="36824357-ffbd-40a5-b000-b82d0f7dca89" providerId="ADAL" clId="{BB20CA10-5FC3-4CCD-8518-89B0931CAB48}" dt="2026-01-12T07:16:51.538" v="952" actId="1076"/>
          <ac:spMkLst>
            <pc:docMk/>
            <pc:sldMk cId="4091573018" sldId="2147479200"/>
            <ac:spMk id="10" creationId="{0426FA41-FCB4-4E80-531D-C9258D821FEB}"/>
          </ac:spMkLst>
        </pc:spChg>
      </pc:sldChg>
      <pc:sldChg chg="addSp delSp modSp mod">
        <pc:chgData name="Mohan, Poornima Swarna (Cognizant)" userId="36824357-ffbd-40a5-b000-b82d0f7dca89" providerId="ADAL" clId="{BB20CA10-5FC3-4CCD-8518-89B0931CAB48}" dt="2026-01-12T06:28:22.857" v="472" actId="2711"/>
        <pc:sldMkLst>
          <pc:docMk/>
          <pc:sldMk cId="3024006411" sldId="2147479202"/>
        </pc:sldMkLst>
        <pc:spChg chg="mod">
          <ac:chgData name="Mohan, Poornima Swarna (Cognizant)" userId="36824357-ffbd-40a5-b000-b82d0f7dca89" providerId="ADAL" clId="{BB20CA10-5FC3-4CCD-8518-89B0931CAB48}" dt="2026-01-12T06:28:22.857" v="472" actId="2711"/>
          <ac:spMkLst>
            <pc:docMk/>
            <pc:sldMk cId="3024006411" sldId="2147479202"/>
            <ac:spMk id="2" creationId="{8295C849-5E62-6EA9-112F-541D963CC893}"/>
          </ac:spMkLst>
        </pc:spChg>
        <pc:spChg chg="mod">
          <ac:chgData name="Mohan, Poornima Swarna (Cognizant)" userId="36824357-ffbd-40a5-b000-b82d0f7dca89" providerId="ADAL" clId="{BB20CA10-5FC3-4CCD-8518-89B0931CAB48}" dt="2026-01-12T06:25:33.253" v="451" actId="1076"/>
          <ac:spMkLst>
            <pc:docMk/>
            <pc:sldMk cId="3024006411" sldId="2147479202"/>
            <ac:spMk id="8" creationId="{E274DA5A-E954-827B-502B-B7A599BB2AF1}"/>
          </ac:spMkLst>
        </pc:spChg>
        <pc:spChg chg="add mod">
          <ac:chgData name="Mohan, Poornima Swarna (Cognizant)" userId="36824357-ffbd-40a5-b000-b82d0f7dca89" providerId="ADAL" clId="{BB20CA10-5FC3-4CCD-8518-89B0931CAB48}" dt="2026-01-12T06:23:45.599" v="446" actId="1076"/>
          <ac:spMkLst>
            <pc:docMk/>
            <pc:sldMk cId="3024006411" sldId="2147479202"/>
            <ac:spMk id="9" creationId="{2B981337-0478-E6DE-F8F9-63E4AAC29BC4}"/>
          </ac:spMkLst>
        </pc:spChg>
        <pc:spChg chg="add mod">
          <ac:chgData name="Mohan, Poornima Swarna (Cognizant)" userId="36824357-ffbd-40a5-b000-b82d0f7dca89" providerId="ADAL" clId="{BB20CA10-5FC3-4CCD-8518-89B0931CAB48}" dt="2026-01-12T06:25:48.170" v="465" actId="20577"/>
          <ac:spMkLst>
            <pc:docMk/>
            <pc:sldMk cId="3024006411" sldId="2147479202"/>
            <ac:spMk id="11" creationId="{1596D246-8A2F-487B-9D90-7F85B3E817BF}"/>
          </ac:spMkLst>
        </pc:spChg>
        <pc:picChg chg="mod">
          <ac:chgData name="Mohan, Poornima Swarna (Cognizant)" userId="36824357-ffbd-40a5-b000-b82d0f7dca89" providerId="ADAL" clId="{BB20CA10-5FC3-4CCD-8518-89B0931CAB48}" dt="2026-01-12T06:23:41.646" v="445" actId="1076"/>
          <ac:picMkLst>
            <pc:docMk/>
            <pc:sldMk cId="3024006411" sldId="2147479202"/>
            <ac:picMk id="6" creationId="{8AA732EB-9140-E977-69F9-96E9B6463F24}"/>
          </ac:picMkLst>
        </pc:picChg>
      </pc:sldChg>
      <pc:sldChg chg="addSp modSp mod">
        <pc:chgData name="Mohan, Poornima Swarna (Cognizant)" userId="36824357-ffbd-40a5-b000-b82d0f7dca89" providerId="ADAL" clId="{BB20CA10-5FC3-4CCD-8518-89B0931CAB48}" dt="2026-01-12T07:09:40.471" v="890" actId="1076"/>
        <pc:sldMkLst>
          <pc:docMk/>
          <pc:sldMk cId="1437126648" sldId="2147479205"/>
        </pc:sldMkLst>
        <pc:spChg chg="mod">
          <ac:chgData name="Mohan, Poornima Swarna (Cognizant)" userId="36824357-ffbd-40a5-b000-b82d0f7dca89" providerId="ADAL" clId="{BB20CA10-5FC3-4CCD-8518-89B0931CAB48}" dt="2026-01-12T06:51:17.007" v="617"/>
          <ac:spMkLst>
            <pc:docMk/>
            <pc:sldMk cId="1437126648" sldId="2147479205"/>
            <ac:spMk id="2" creationId="{2ECB4145-CA21-4C72-B51B-BC8CD33469CE}"/>
          </ac:spMkLst>
        </pc:spChg>
        <pc:spChg chg="add mod">
          <ac:chgData name="Mohan, Poornima Swarna (Cognizant)" userId="36824357-ffbd-40a5-b000-b82d0f7dca89" providerId="ADAL" clId="{BB20CA10-5FC3-4CCD-8518-89B0931CAB48}" dt="2026-01-12T07:09:40.471" v="890" actId="1076"/>
          <ac:spMkLst>
            <pc:docMk/>
            <pc:sldMk cId="1437126648" sldId="2147479205"/>
            <ac:spMk id="6" creationId="{91E5C203-BE9D-28AF-1F40-B0B7FC5B850B}"/>
          </ac:spMkLst>
        </pc:spChg>
        <pc:spChg chg="mod">
          <ac:chgData name="Mohan, Poornima Swarna (Cognizant)" userId="36824357-ffbd-40a5-b000-b82d0f7dca89" providerId="ADAL" clId="{BB20CA10-5FC3-4CCD-8518-89B0931CAB48}" dt="2026-01-12T07:02:01.427" v="654"/>
          <ac:spMkLst>
            <pc:docMk/>
            <pc:sldMk cId="1437126648" sldId="2147479205"/>
            <ac:spMk id="14" creationId="{726D6B96-1828-EAE5-04FF-AD8B3654EDAD}"/>
          </ac:spMkLst>
        </pc:spChg>
      </pc:sldChg>
      <pc:sldChg chg="addSp delSp modSp mod">
        <pc:chgData name="Mohan, Poornima Swarna (Cognizant)" userId="36824357-ffbd-40a5-b000-b82d0f7dca89" providerId="ADAL" clId="{BB20CA10-5FC3-4CCD-8518-89B0931CAB48}" dt="2026-01-19T06:00:10.829" v="1037" actId="14100"/>
        <pc:sldMkLst>
          <pc:docMk/>
          <pc:sldMk cId="1943087419" sldId="2147479206"/>
        </pc:sldMkLst>
        <pc:spChg chg="add mod">
          <ac:chgData name="Mohan, Poornima Swarna (Cognizant)" userId="36824357-ffbd-40a5-b000-b82d0f7dca89" providerId="ADAL" clId="{BB20CA10-5FC3-4CCD-8518-89B0931CAB48}" dt="2026-01-19T06:00:00.896" v="1034" actId="1076"/>
          <ac:spMkLst>
            <pc:docMk/>
            <pc:sldMk cId="1943087419" sldId="2147479206"/>
            <ac:spMk id="13" creationId="{7F592825-9099-3B6D-FAE6-891BFE57F7C2}"/>
          </ac:spMkLst>
        </pc:spChg>
        <pc:spChg chg="add mod">
          <ac:chgData name="Mohan, Poornima Swarna (Cognizant)" userId="36824357-ffbd-40a5-b000-b82d0f7dca89" providerId="ADAL" clId="{BB20CA10-5FC3-4CCD-8518-89B0931CAB48}" dt="2026-01-19T06:00:10.829" v="1037" actId="14100"/>
          <ac:spMkLst>
            <pc:docMk/>
            <pc:sldMk cId="1943087419" sldId="2147479206"/>
            <ac:spMk id="19" creationId="{7AF55C5F-511F-110A-098E-87FBDED7DB22}"/>
          </ac:spMkLst>
        </pc:spChg>
      </pc:sldChg>
      <pc:sldChg chg="modSp mod">
        <pc:chgData name="Mohan, Poornima Swarna (Cognizant)" userId="36824357-ffbd-40a5-b000-b82d0f7dca89" providerId="ADAL" clId="{BB20CA10-5FC3-4CCD-8518-89B0931CAB48}" dt="2026-01-12T07:12:53.183" v="935" actId="20577"/>
        <pc:sldMkLst>
          <pc:docMk/>
          <pc:sldMk cId="485552287" sldId="2147479207"/>
        </pc:sldMkLst>
        <pc:spChg chg="mod">
          <ac:chgData name="Mohan, Poornima Swarna (Cognizant)" userId="36824357-ffbd-40a5-b000-b82d0f7dca89" providerId="ADAL" clId="{BB20CA10-5FC3-4CCD-8518-89B0931CAB48}" dt="2026-01-12T07:12:53.183" v="935" actId="20577"/>
          <ac:spMkLst>
            <pc:docMk/>
            <pc:sldMk cId="485552287" sldId="2147479207"/>
            <ac:spMk id="6" creationId="{E2D9B86D-1D1B-624F-E1E7-E288A667DA05}"/>
          </ac:spMkLst>
        </pc:spChg>
      </pc:sldChg>
      <pc:sldChg chg="addSp delSp modSp mod ord">
        <pc:chgData name="Mohan, Poornima Swarna (Cognizant)" userId="36824357-ffbd-40a5-b000-b82d0f7dca89" providerId="ADAL" clId="{BB20CA10-5FC3-4CCD-8518-89B0931CAB48}" dt="2026-01-12T06:03:10.451" v="307"/>
        <pc:sldMkLst>
          <pc:docMk/>
          <pc:sldMk cId="516937420" sldId="2147479208"/>
        </pc:sldMkLst>
        <pc:spChg chg="mod">
          <ac:chgData name="Mohan, Poornima Swarna (Cognizant)" userId="36824357-ffbd-40a5-b000-b82d0f7dca89" providerId="ADAL" clId="{BB20CA10-5FC3-4CCD-8518-89B0931CAB48}" dt="2026-01-12T06:02:59.488" v="304"/>
          <ac:spMkLst>
            <pc:docMk/>
            <pc:sldMk cId="516937420" sldId="2147479208"/>
            <ac:spMk id="2" creationId="{061B2EA8-823F-A10A-8512-B028681E95FC}"/>
          </ac:spMkLst>
        </pc:spChg>
        <pc:picChg chg="add mod">
          <ac:chgData name="Mohan, Poornima Swarna (Cognizant)" userId="36824357-ffbd-40a5-b000-b82d0f7dca89" providerId="ADAL" clId="{BB20CA10-5FC3-4CCD-8518-89B0931CAB48}" dt="2026-01-12T06:03:10.451" v="307"/>
          <ac:picMkLst>
            <pc:docMk/>
            <pc:sldMk cId="516937420" sldId="2147479208"/>
            <ac:picMk id="8" creationId="{1F1D7A11-0541-D9E9-156B-A2C98EADE989}"/>
          </ac:picMkLst>
        </pc:picChg>
      </pc:sldChg>
      <pc:sldChg chg="addSp delSp modSp add mod">
        <pc:chgData name="Mohan, Poornima Swarna (Cognizant)" userId="36824357-ffbd-40a5-b000-b82d0f7dca89" providerId="ADAL" clId="{BB20CA10-5FC3-4CCD-8518-89B0931CAB48}" dt="2026-01-19T05:23:35.786" v="954" actId="1076"/>
        <pc:sldMkLst>
          <pc:docMk/>
          <pc:sldMk cId="3295639310" sldId="2147479209"/>
        </pc:sldMkLst>
        <pc:spChg chg="mod">
          <ac:chgData name="Mohan, Poornima Swarna (Cognizant)" userId="36824357-ffbd-40a5-b000-b82d0f7dca89" providerId="ADAL" clId="{BB20CA10-5FC3-4CCD-8518-89B0931CAB48}" dt="2026-01-19T05:23:35.786" v="954" actId="1076"/>
          <ac:spMkLst>
            <pc:docMk/>
            <pc:sldMk cId="3295639310" sldId="2147479209"/>
            <ac:spMk id="6" creationId="{053B0BE3-1631-7F0C-8199-C7DB5EFF7965}"/>
          </ac:spMkLst>
        </pc:spChg>
      </pc:sldChg>
      <pc:sldChg chg="modSp add mod ord">
        <pc:chgData name="Mohan, Poornima Swarna (Cognizant)" userId="36824357-ffbd-40a5-b000-b82d0f7dca89" providerId="ADAL" clId="{BB20CA10-5FC3-4CCD-8518-89B0931CAB48}" dt="2026-01-12T06:27:16.683" v="467"/>
        <pc:sldMkLst>
          <pc:docMk/>
          <pc:sldMk cId="3787511745" sldId="2147479210"/>
        </pc:sldMkLst>
        <pc:spChg chg="mod">
          <ac:chgData name="Mohan, Poornima Swarna (Cognizant)" userId="36824357-ffbd-40a5-b000-b82d0f7dca89" providerId="ADAL" clId="{BB20CA10-5FC3-4CCD-8518-89B0931CAB48}" dt="2026-01-12T06:05:05.712" v="404" actId="113"/>
          <ac:spMkLst>
            <pc:docMk/>
            <pc:sldMk cId="3787511745" sldId="2147479210"/>
            <ac:spMk id="6" creationId="{5C069777-19B5-E0D2-D696-379B6566723E}"/>
          </ac:spMkLst>
        </pc:spChg>
      </pc:sldChg>
      <pc:sldChg chg="addSp delSp modSp add mod">
        <pc:chgData name="Mohan, Poornima Swarna (Cognizant)" userId="36824357-ffbd-40a5-b000-b82d0f7dca89" providerId="ADAL" clId="{BB20CA10-5FC3-4CCD-8518-89B0931CAB48}" dt="2026-01-12T06:40:21.348" v="552" actId="1076"/>
        <pc:sldMkLst>
          <pc:docMk/>
          <pc:sldMk cId="3921514601" sldId="2147479211"/>
        </pc:sldMkLst>
        <pc:spChg chg="mod">
          <ac:chgData name="Mohan, Poornima Swarna (Cognizant)" userId="36824357-ffbd-40a5-b000-b82d0f7dca89" providerId="ADAL" clId="{BB20CA10-5FC3-4CCD-8518-89B0931CAB48}" dt="2026-01-12T06:28:30.106" v="473" actId="2711"/>
          <ac:spMkLst>
            <pc:docMk/>
            <pc:sldMk cId="3921514601" sldId="2147479211"/>
            <ac:spMk id="2" creationId="{22A0CDE2-C467-2A36-F109-CBCE476411C6}"/>
          </ac:spMkLst>
        </pc:spChg>
        <pc:spChg chg="mod">
          <ac:chgData name="Mohan, Poornima Swarna (Cognizant)" userId="36824357-ffbd-40a5-b000-b82d0f7dca89" providerId="ADAL" clId="{BB20CA10-5FC3-4CCD-8518-89B0931CAB48}" dt="2026-01-12T06:38:46.529" v="526" actId="1076"/>
          <ac:spMkLst>
            <pc:docMk/>
            <pc:sldMk cId="3921514601" sldId="2147479211"/>
            <ac:spMk id="7" creationId="{B44D8A16-C54B-C3B5-A8E1-293879C3D7B2}"/>
          </ac:spMkLst>
        </pc:spChg>
        <pc:spChg chg="add mod">
          <ac:chgData name="Mohan, Poornima Swarna (Cognizant)" userId="36824357-ffbd-40a5-b000-b82d0f7dca89" providerId="ADAL" clId="{BB20CA10-5FC3-4CCD-8518-89B0931CAB48}" dt="2026-01-12T06:40:21.348" v="552" actId="1076"/>
          <ac:spMkLst>
            <pc:docMk/>
            <pc:sldMk cId="3921514601" sldId="2147479211"/>
            <ac:spMk id="9" creationId="{C1BCBC89-B615-0A51-DA19-E36E081A6BDC}"/>
          </ac:spMkLst>
        </pc:spChg>
      </pc:sldChg>
      <pc:sldChg chg="addSp delSp modSp add mod">
        <pc:chgData name="Mohan, Poornima Swarna (Cognizant)" userId="36824357-ffbd-40a5-b000-b82d0f7dca89" providerId="ADAL" clId="{BB20CA10-5FC3-4CCD-8518-89B0931CAB48}" dt="2026-01-12T06:34:56.759" v="507" actId="14100"/>
        <pc:sldMkLst>
          <pc:docMk/>
          <pc:sldMk cId="513382279" sldId="2147479212"/>
        </pc:sldMkLst>
        <pc:spChg chg="mod">
          <ac:chgData name="Mohan, Poornima Swarna (Cognizant)" userId="36824357-ffbd-40a5-b000-b82d0f7dca89" providerId="ADAL" clId="{BB20CA10-5FC3-4CCD-8518-89B0931CAB48}" dt="2026-01-12T06:34:33.958" v="501" actId="14100"/>
          <ac:spMkLst>
            <pc:docMk/>
            <pc:sldMk cId="513382279" sldId="2147479212"/>
            <ac:spMk id="7" creationId="{E4362BE4-C958-B303-0DE2-227373A069CB}"/>
          </ac:spMkLst>
        </pc:spChg>
        <pc:spChg chg="add mod">
          <ac:chgData name="Mohan, Poornima Swarna (Cognizant)" userId="36824357-ffbd-40a5-b000-b82d0f7dca89" providerId="ADAL" clId="{BB20CA10-5FC3-4CCD-8518-89B0931CAB48}" dt="2026-01-12T06:34:56.759" v="507" actId="14100"/>
          <ac:spMkLst>
            <pc:docMk/>
            <pc:sldMk cId="513382279" sldId="2147479212"/>
            <ac:spMk id="8" creationId="{9E633C0B-4D5A-D2AE-86E1-43EBD5332A15}"/>
          </ac:spMkLst>
        </pc:spChg>
      </pc:sldChg>
      <pc:sldChg chg="addSp delSp modSp add mod">
        <pc:chgData name="Mohan, Poornima Swarna (Cognizant)" userId="36824357-ffbd-40a5-b000-b82d0f7dca89" providerId="ADAL" clId="{BB20CA10-5FC3-4CCD-8518-89B0931CAB48}" dt="2026-01-12T06:45:04.462" v="581" actId="313"/>
        <pc:sldMkLst>
          <pc:docMk/>
          <pc:sldMk cId="3973060744" sldId="2147479213"/>
        </pc:sldMkLst>
        <pc:spChg chg="mod">
          <ac:chgData name="Mohan, Poornima Swarna (Cognizant)" userId="36824357-ffbd-40a5-b000-b82d0f7dca89" providerId="ADAL" clId="{BB20CA10-5FC3-4CCD-8518-89B0931CAB48}" dt="2026-01-12T06:40:11.159" v="551"/>
          <ac:spMkLst>
            <pc:docMk/>
            <pc:sldMk cId="3973060744" sldId="2147479213"/>
            <ac:spMk id="2" creationId="{DB44CD85-629D-DE89-36A9-33D6083B4FA2}"/>
          </ac:spMkLst>
        </pc:spChg>
        <pc:spChg chg="mod">
          <ac:chgData name="Mohan, Poornima Swarna (Cognizant)" userId="36824357-ffbd-40a5-b000-b82d0f7dca89" providerId="ADAL" clId="{BB20CA10-5FC3-4CCD-8518-89B0931CAB48}" dt="2026-01-12T06:39:56.289" v="545" actId="1076"/>
          <ac:spMkLst>
            <pc:docMk/>
            <pc:sldMk cId="3973060744" sldId="2147479213"/>
            <ac:spMk id="7" creationId="{1C16E17A-AA38-33ED-12FE-69423BA5BED6}"/>
          </ac:spMkLst>
        </pc:spChg>
        <pc:spChg chg="add mod">
          <ac:chgData name="Mohan, Poornima Swarna (Cognizant)" userId="36824357-ffbd-40a5-b000-b82d0f7dca89" providerId="ADAL" clId="{BB20CA10-5FC3-4CCD-8518-89B0931CAB48}" dt="2026-01-12T06:45:04.462" v="581" actId="313"/>
          <ac:spMkLst>
            <pc:docMk/>
            <pc:sldMk cId="3973060744" sldId="2147479213"/>
            <ac:spMk id="8" creationId="{0F421A35-3383-124E-236C-15F2806477AA}"/>
          </ac:spMkLst>
        </pc:spChg>
      </pc:sldChg>
      <pc:sldChg chg="addSp delSp modSp add mod">
        <pc:chgData name="Mohan, Poornima Swarna (Cognizant)" userId="36824357-ffbd-40a5-b000-b82d0f7dca89" providerId="ADAL" clId="{BB20CA10-5FC3-4CCD-8518-89B0931CAB48}" dt="2026-01-12T06:48:33.908" v="611" actId="14100"/>
        <pc:sldMkLst>
          <pc:docMk/>
          <pc:sldMk cId="1177225427" sldId="2147479214"/>
        </pc:sldMkLst>
        <pc:spChg chg="mod">
          <ac:chgData name="Mohan, Poornima Swarna (Cognizant)" userId="36824357-ffbd-40a5-b000-b82d0f7dca89" providerId="ADAL" clId="{BB20CA10-5FC3-4CCD-8518-89B0931CAB48}" dt="2026-01-12T06:48:29.567" v="609" actId="14100"/>
          <ac:spMkLst>
            <pc:docMk/>
            <pc:sldMk cId="1177225427" sldId="2147479214"/>
            <ac:spMk id="7" creationId="{AFA0A120-AA75-8B4F-726C-20D98DB02E01}"/>
          </ac:spMkLst>
        </pc:spChg>
        <pc:spChg chg="mod">
          <ac:chgData name="Mohan, Poornima Swarna (Cognizant)" userId="36824357-ffbd-40a5-b000-b82d0f7dca89" providerId="ADAL" clId="{BB20CA10-5FC3-4CCD-8518-89B0931CAB48}" dt="2026-01-12T06:48:33.908" v="611" actId="14100"/>
          <ac:spMkLst>
            <pc:docMk/>
            <pc:sldMk cId="1177225427" sldId="2147479214"/>
            <ac:spMk id="10" creationId="{161289A8-C09D-CD00-30CB-58438876D9A1}"/>
          </ac:spMkLst>
        </pc:spChg>
      </pc:sldChg>
      <pc:sldChg chg="addSp delSp modSp add mod">
        <pc:chgData name="Mohan, Poornima Swarna (Cognizant)" userId="36824357-ffbd-40a5-b000-b82d0f7dca89" providerId="ADAL" clId="{BB20CA10-5FC3-4CCD-8518-89B0931CAB48}" dt="2026-01-19T05:45:53.810" v="958" actId="20577"/>
        <pc:sldMkLst>
          <pc:docMk/>
          <pc:sldMk cId="3135892745" sldId="2147479216"/>
        </pc:sldMkLst>
        <pc:spChg chg="add mod">
          <ac:chgData name="Mohan, Poornima Swarna (Cognizant)" userId="36824357-ffbd-40a5-b000-b82d0f7dca89" providerId="ADAL" clId="{BB20CA10-5FC3-4CCD-8518-89B0931CAB48}" dt="2026-01-19T05:45:53.810" v="958" actId="20577"/>
          <ac:spMkLst>
            <pc:docMk/>
            <pc:sldMk cId="3135892745" sldId="2147479216"/>
            <ac:spMk id="6" creationId="{283ECF74-C529-F786-4EBB-C0141848C6FD}"/>
          </ac:spMkLst>
        </pc:spChg>
        <pc:spChg chg="add mod">
          <ac:chgData name="Mohan, Poornima Swarna (Cognizant)" userId="36824357-ffbd-40a5-b000-b82d0f7dca89" providerId="ADAL" clId="{BB20CA10-5FC3-4CCD-8518-89B0931CAB48}" dt="2026-01-12T07:11:06.752" v="929" actId="1076"/>
          <ac:spMkLst>
            <pc:docMk/>
            <pc:sldMk cId="3135892745" sldId="2147479216"/>
            <ac:spMk id="8" creationId="{80AB5CAF-18A2-F5A4-4F65-D0DB365037EA}"/>
          </ac:spMkLst>
        </pc:spChg>
      </pc:sldChg>
    </pc:docChg>
  </pc:docChgLst>
  <pc:docChgLst>
    <pc:chgData name="Sriram, Kavi (Cognizant)" userId="S::2457861@cognizant.com::84bf177e-0861-4b96-bf4c-bbe7c806388d" providerId="AD" clId="Web-{909AD218-8B3E-48B4-BEBC-9897515775B4}"/>
    <pc:docChg chg="modSld">
      <pc:chgData name="Sriram, Kavi (Cognizant)" userId="S::2457861@cognizant.com::84bf177e-0861-4b96-bf4c-bbe7c806388d" providerId="AD" clId="Web-{909AD218-8B3E-48B4-BEBC-9897515775B4}" dt="2026-01-23T08:59:13.245" v="1" actId="20577"/>
      <pc:docMkLst>
        <pc:docMk/>
      </pc:docMkLst>
      <pc:sldChg chg="modSp">
        <pc:chgData name="Sriram, Kavi (Cognizant)" userId="S::2457861@cognizant.com::84bf177e-0861-4b96-bf4c-bbe7c806388d" providerId="AD" clId="Web-{909AD218-8B3E-48B4-BEBC-9897515775B4}" dt="2026-01-23T08:59:13.245" v="1" actId="20577"/>
        <pc:sldMkLst>
          <pc:docMk/>
          <pc:sldMk cId="1943087419" sldId="2147479206"/>
        </pc:sldMkLst>
        <pc:spChg chg="mod">
          <ac:chgData name="Sriram, Kavi (Cognizant)" userId="S::2457861@cognizant.com::84bf177e-0861-4b96-bf4c-bbe7c806388d" providerId="AD" clId="Web-{909AD218-8B3E-48B4-BEBC-9897515775B4}" dt="2026-01-23T08:59:13.245" v="1" actId="20577"/>
          <ac:spMkLst>
            <pc:docMk/>
            <pc:sldMk cId="1943087419" sldId="2147479206"/>
            <ac:spMk id="13" creationId="{7F592825-9099-3B6D-FAE6-891BFE57F7C2}"/>
          </ac:spMkLst>
        </pc:spChg>
      </pc:sldChg>
    </pc:docChg>
  </pc:docChgLst>
  <pc:docChgLst>
    <pc:chgData name="Khaja, Armaan Yusuf Khan (Cognizant)" userId="S::2457848@cognizant.com::5d986f05-6909-48ef-bab1-49b62eadca40" providerId="AD" clId="Web-{CD32028C-9A59-6CD0-C798-165572D576D4}"/>
    <pc:docChg chg="modSld">
      <pc:chgData name="Khaja, Armaan Yusuf Khan (Cognizant)" userId="S::2457848@cognizant.com::5d986f05-6909-48ef-bab1-49b62eadca40" providerId="AD" clId="Web-{CD32028C-9A59-6CD0-C798-165572D576D4}" dt="2026-01-23T08:57:19.152" v="10" actId="20577"/>
      <pc:docMkLst>
        <pc:docMk/>
      </pc:docMkLst>
      <pc:sldChg chg="modSp">
        <pc:chgData name="Khaja, Armaan Yusuf Khan (Cognizant)" userId="S::2457848@cognizant.com::5d986f05-6909-48ef-bab1-49b62eadca40" providerId="AD" clId="Web-{CD32028C-9A59-6CD0-C798-165572D576D4}" dt="2026-01-23T08:57:19.152" v="10" actId="20577"/>
        <pc:sldMkLst>
          <pc:docMk/>
          <pc:sldMk cId="1943087419" sldId="2147479206"/>
        </pc:sldMkLst>
        <pc:spChg chg="mod">
          <ac:chgData name="Khaja, Armaan Yusuf Khan (Cognizant)" userId="S::2457848@cognizant.com::5d986f05-6909-48ef-bab1-49b62eadca40" providerId="AD" clId="Web-{CD32028C-9A59-6CD0-C798-165572D576D4}" dt="2026-01-23T08:57:19.152" v="10" actId="20577"/>
          <ac:spMkLst>
            <pc:docMk/>
            <pc:sldMk cId="1943087419" sldId="2147479206"/>
            <ac:spMk id="13" creationId="{7F592825-9099-3B6D-FAE6-891BFE57F7C2}"/>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1/27/2026</a:t>
            </a:fld>
            <a:endParaRPr lang="en-US" sz="70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1/27/2026</a:t>
            </a:fld>
            <a:endParaRPr lang="en-US"/>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4C4EB-04C0-CB33-7AFF-E6F33C3B7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4BE105-7259-5566-743E-4F13467B2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12DD7-049B-FD8B-4C2F-1518F58CD211}"/>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F02E5BDE-FFC0-45A9-F840-262FA963D19D}"/>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03060B6-0845-5B89-9FA3-C132C5734283}"/>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B1187901-DB66-C0E0-E220-4BA058610047}"/>
              </a:ext>
            </a:extLst>
          </p:cNvPr>
          <p:cNvSpPr>
            <a:spLocks noGrp="1"/>
          </p:cNvSpPr>
          <p:nvPr>
            <p:ph type="sldNum" sz="quarter" idx="5"/>
          </p:nvPr>
        </p:nvSpPr>
        <p:spPr/>
        <p:txBody>
          <a:bodyPr/>
          <a:lstStyle/>
          <a:p>
            <a:fld id="{3B1EFD08-C94F-6048-8AD6-4B7ED2EB73E5}" type="slidenum">
              <a:rPr lang="en-US" smtClean="0"/>
              <a:pPr/>
              <a:t>2</a:t>
            </a:fld>
            <a:endParaRPr lang="en-US"/>
          </a:p>
        </p:txBody>
      </p:sp>
    </p:spTree>
    <p:extLst>
      <p:ext uri="{BB962C8B-B14F-4D97-AF65-F5344CB8AC3E}">
        <p14:creationId xmlns:p14="http://schemas.microsoft.com/office/powerpoint/2010/main" val="1235530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A24D6-CB00-CCCA-FC06-F7157A2CD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BDBFF-9B1B-C34A-0ABB-F8AFB08D8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F3DCE9-A89E-606E-6FC4-A5B9A38325AC}"/>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29150EBF-89A6-850E-1474-F74E02E2AB41}"/>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E5F5E91-3E20-7C0C-1198-4BBADF861CF8}"/>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E711D2FB-B616-B6EA-8AAE-45FC8CF96635}"/>
              </a:ext>
            </a:extLst>
          </p:cNvPr>
          <p:cNvSpPr>
            <a:spLocks noGrp="1"/>
          </p:cNvSpPr>
          <p:nvPr>
            <p:ph type="sldNum" sz="quarter" idx="5"/>
          </p:nvPr>
        </p:nvSpPr>
        <p:spPr/>
        <p:txBody>
          <a:bodyPr/>
          <a:lstStyle/>
          <a:p>
            <a:fld id="{3B1EFD08-C94F-6048-8AD6-4B7ED2EB73E5}" type="slidenum">
              <a:rPr lang="en-US" smtClean="0"/>
              <a:pPr/>
              <a:t>3</a:t>
            </a:fld>
            <a:endParaRPr lang="en-US"/>
          </a:p>
        </p:txBody>
      </p:sp>
    </p:spTree>
    <p:extLst>
      <p:ext uri="{BB962C8B-B14F-4D97-AF65-F5344CB8AC3E}">
        <p14:creationId xmlns:p14="http://schemas.microsoft.com/office/powerpoint/2010/main" val="9732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COVERS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1/27/2026</a:t>
            </a:fld>
            <a:endParaRPr lang="en-US"/>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a:t>Click to add extra long presentation </a:t>
            </a:r>
            <a:br>
              <a:rPr lang="en-US"/>
            </a:br>
            <a:r>
              <a:rPr lang="en-US"/>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1/27/2026</a:t>
            </a:fld>
            <a:endParaRPr lang="en-US"/>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content</a:t>
            </a:r>
          </a:p>
          <a:p>
            <a:pPr lvl="1"/>
            <a:r>
              <a:rPr lang="en-US"/>
              <a:t>2nd level text</a:t>
            </a:r>
          </a:p>
          <a:p>
            <a:pPr lvl="2"/>
            <a:r>
              <a:rPr lang="en-US"/>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1/27/2026</a:t>
            </a:fld>
            <a:endParaRPr lang="en-US"/>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text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1/27/2026</a:t>
            </a:fld>
            <a:endParaRPr lang="en-US"/>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a:t>Presenter’s name will go here</a:t>
            </a:r>
            <a:br>
              <a:rPr lang="en-US"/>
            </a:br>
            <a:r>
              <a:rPr lang="en-US"/>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1/27/2026</a:t>
            </a:fld>
            <a:endParaRPr lang="en-US"/>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DIVIDERS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1/27/2026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CONTENT</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1/27/2026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1/27/2026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1/27/2026</a:t>
            </a:fld>
            <a:endParaRPr lang="en-US"/>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1/27/2026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1/27/2026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1/27/2026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1/27/2026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1/27/2026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1/27/2026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1/27/2026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1/27/2026</a:t>
            </a:fld>
            <a:endParaRPr lang="en-US"/>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DARK 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1/27/2026</a:t>
            </a:fld>
            <a:endParaRPr lang="en-US"/>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1/27/2026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1/27/2026</a:t>
            </a:fld>
            <a:endParaRPr lang="en-US"/>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1/27/2026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a:t>
            </a:r>
          </a:p>
          <a:p>
            <a:pPr lvl="4"/>
            <a:r>
              <a:rPr lang="en-US"/>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1/27/2026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1/27/2026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1/27/2026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1/27/2026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1/27/2026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1/27/2026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1/27/2026</a:t>
            </a:fld>
            <a:endParaRPr lang="en-US"/>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IMAGERY</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1/27/2026</a:t>
            </a:fld>
            <a:endParaRPr lang="en-US"/>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1/27/2026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1/27/2026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1/27/2026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1/27/2026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PRINT</a:t>
            </a:r>
            <a:br>
              <a:rPr kumimoji="0" lang="en-US" sz="16600" b="1" i="0" u="none" strike="noStrike" kern="0" cap="none" spc="0" normalizeH="0" baseline="0" noProof="0">
                <a:ln>
                  <a:noFill/>
                </a:ln>
                <a:solidFill>
                  <a:srgbClr val="FFFFFF"/>
                </a:solidFill>
                <a:effectLst/>
                <a:uLnTx/>
                <a:uFillTx/>
              </a:rPr>
            </a:br>
            <a:r>
              <a:rPr kumimoji="0" lang="en-US" sz="16600" b="1" i="0" u="none" strike="noStrike" kern="0" cap="none" spc="0" normalizeH="0" baseline="0" noProof="0">
                <a:ln>
                  <a:noFill/>
                </a:ln>
                <a:solidFill>
                  <a:srgbClr val="FFFFFF"/>
                </a:solidFill>
                <a:effectLst/>
                <a:uLnTx/>
                <a:uFillTx/>
              </a:rPr>
              <a:t>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1/27/2026</a:t>
            </a:fld>
            <a:endParaRPr lang="en-US"/>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1/27/2026</a:t>
            </a:fld>
            <a:endParaRPr lang="en-US"/>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1/27/2026</a:t>
            </a:fld>
            <a:endParaRPr lang="en-US"/>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1/27/2026</a:t>
            </a:fld>
            <a:endParaRPr lang="en-US"/>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a:solidFill>
                  <a:schemeClr val="bg1"/>
                </a:solidFill>
              </a:rPr>
              <a:t>DO NOT USE </a:t>
            </a:r>
            <a:br>
              <a:rPr lang="en-US" sz="9600" b="1">
                <a:solidFill>
                  <a:schemeClr val="bg1"/>
                </a:solidFill>
              </a:rPr>
            </a:br>
            <a:r>
              <a:rPr lang="en-US" sz="9600" b="1">
                <a:solidFill>
                  <a:schemeClr val="bg1"/>
                </a:solidFill>
              </a:rPr>
              <a:t>ANY LAYOUTS </a:t>
            </a:r>
            <a:br>
              <a:rPr lang="en-US" sz="9600" b="1">
                <a:solidFill>
                  <a:schemeClr val="bg1"/>
                </a:solidFill>
              </a:rPr>
            </a:br>
            <a:r>
              <a:rPr lang="en-US" sz="9600" b="1">
                <a:solidFill>
                  <a:schemeClr val="bg1"/>
                </a:solidFill>
              </a:rPr>
              <a:t>BEYOND </a:t>
            </a:r>
            <a:br>
              <a:rPr lang="en-US" sz="9600" b="1">
                <a:solidFill>
                  <a:schemeClr val="bg1"/>
                </a:solidFill>
              </a:rPr>
            </a:br>
            <a:r>
              <a:rPr lang="en-US" sz="9600" b="1">
                <a:solidFill>
                  <a:schemeClr val="bg1"/>
                </a:solidFill>
              </a:rPr>
              <a:t>THIS POINT</a:t>
            </a:r>
          </a:p>
          <a:p>
            <a:pPr algn="ctr">
              <a:lnSpc>
                <a:spcPct val="90000"/>
              </a:lnSpc>
              <a:spcAft>
                <a:spcPts val="2400"/>
              </a:spcAft>
            </a:pPr>
            <a:r>
              <a:rPr lang="en-US" sz="3600" b="0" i="1">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a:p>
            <a:pPr lvl="5"/>
            <a:r>
              <a:rPr lang="en-US"/>
              <a:t>6th level text</a:t>
            </a:r>
          </a:p>
          <a:p>
            <a:pPr lvl="6"/>
            <a:r>
              <a:rPr lang="en-US"/>
              <a:t>7th level text</a:t>
            </a:r>
          </a:p>
          <a:p>
            <a:pPr lvl="7"/>
            <a:r>
              <a:rPr lang="en-US"/>
              <a:t>8th level text</a:t>
            </a:r>
          </a:p>
          <a:p>
            <a:pPr lvl="8"/>
            <a:r>
              <a:rPr lang="en-US"/>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1/27/2026</a:t>
            </a:fld>
            <a:endParaRPr lang="en-US"/>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1005839" y="2936367"/>
            <a:ext cx="4023360" cy="997196"/>
          </a:xfrm>
        </p:spPr>
        <p:txBody>
          <a:bodyPr/>
          <a:lstStyle/>
          <a:p>
            <a:r>
              <a:rPr lang="en-US"/>
              <a:t>Automation Framework</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p:txBody>
          <a:bodyPr/>
          <a:lstStyle/>
          <a:p>
            <a:r>
              <a:rPr lang="en-US"/>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ED82-5F4D-35FF-5CED-CCD3D31923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42854F-BE20-BFCD-F376-CDC355C8D9C7}"/>
              </a:ext>
            </a:extLst>
          </p:cNvPr>
          <p:cNvSpPr>
            <a:spLocks noGrp="1"/>
          </p:cNvSpPr>
          <p:nvPr>
            <p:ph idx="1"/>
          </p:nvPr>
        </p:nvSpPr>
        <p:spPr>
          <a:xfrm>
            <a:off x="533400" y="913110"/>
            <a:ext cx="11125200" cy="2576969"/>
          </a:xfrm>
        </p:spPr>
        <p:txBody>
          <a:bodyPr/>
          <a:lstStyle/>
          <a:p>
            <a:pPr>
              <a:lnSpc>
                <a:spcPct val="150000"/>
              </a:lnSpc>
            </a:pPr>
            <a:r>
              <a:rPr lang="en-US" sz="1800">
                <a:latin typeface="Comic Sans MS" panose="030F0702030302020204" pitchFamily="66" charset="0"/>
              </a:rPr>
              <a:t>An automation framework is a set of practices, tools, and guidelines used to streamline the process of creating and executing automated test cases.</a:t>
            </a:r>
          </a:p>
          <a:p>
            <a:pPr>
              <a:lnSpc>
                <a:spcPct val="150000"/>
              </a:lnSpc>
            </a:pPr>
            <a:r>
              <a:rPr lang="en-US" sz="1800">
                <a:latin typeface="Comic Sans MS" panose="030F0702030302020204" pitchFamily="66" charset="0"/>
              </a:rPr>
              <a:t>The framework provides a structured and efficient environment for testing activities, making them more manageable, reusable, and scalable.</a:t>
            </a:r>
          </a:p>
          <a:p>
            <a:pPr>
              <a:lnSpc>
                <a:spcPct val="150000"/>
              </a:lnSpc>
            </a:pPr>
            <a:r>
              <a:rPr lang="en-IN" sz="1800">
                <a:latin typeface="Comic Sans MS" panose="030F0702030302020204" pitchFamily="66" charset="0"/>
              </a:rPr>
              <a:t>The framework defines a set of rules or best practices which user can follow in a systematic way to achieve the desired results.</a:t>
            </a:r>
          </a:p>
          <a:p>
            <a:pPr>
              <a:lnSpc>
                <a:spcPct val="150000"/>
              </a:lnSpc>
            </a:pPr>
            <a:endParaRPr lang="en-US" sz="1800">
              <a:latin typeface="Comic Sans MS" panose="030F0702030302020204" pitchFamily="66" charset="0"/>
            </a:endParaRPr>
          </a:p>
        </p:txBody>
      </p:sp>
      <p:sp>
        <p:nvSpPr>
          <p:cNvPr id="7" name="Slide Number Placeholder 6">
            <a:extLst>
              <a:ext uri="{FF2B5EF4-FFF2-40B4-BE49-F238E27FC236}">
                <a16:creationId xmlns:a16="http://schemas.microsoft.com/office/drawing/2014/main" id="{EE66C658-DF93-65E6-B20E-81501513FE4E}"/>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4" name="Footer Placeholder 3">
            <a:extLst>
              <a:ext uri="{FF2B5EF4-FFF2-40B4-BE49-F238E27FC236}">
                <a16:creationId xmlns:a16="http://schemas.microsoft.com/office/drawing/2014/main" id="{ED9B81C9-51FC-9901-D0D0-4609C403553D}"/>
              </a:ext>
            </a:extLst>
          </p:cNvPr>
          <p:cNvSpPr>
            <a:spLocks noGrp="1"/>
          </p:cNvSpPr>
          <p:nvPr>
            <p:ph type="ftr" sz="quarter" idx="11"/>
          </p:nvPr>
        </p:nvSpPr>
        <p:spPr>
          <a:xfrm>
            <a:off x="1005839" y="6400800"/>
            <a:ext cx="1770311" cy="228600"/>
          </a:xfrm>
        </p:spPr>
        <p:txBody>
          <a:bodyPr/>
          <a:lstStyle/>
          <a:p>
            <a:r>
              <a:rPr lang="en-US"/>
              <a:t>© 2025–2027 Cognizant | Private</a:t>
            </a:r>
          </a:p>
        </p:txBody>
      </p:sp>
      <p:sp>
        <p:nvSpPr>
          <p:cNvPr id="2" name="Title 1">
            <a:extLst>
              <a:ext uri="{FF2B5EF4-FFF2-40B4-BE49-F238E27FC236}">
                <a16:creationId xmlns:a16="http://schemas.microsoft.com/office/drawing/2014/main" id="{02D35FDA-6501-E6FB-CC4B-AABB250FA90B}"/>
              </a:ext>
            </a:extLst>
          </p:cNvPr>
          <p:cNvSpPr>
            <a:spLocks noGrp="1"/>
          </p:cNvSpPr>
          <p:nvPr>
            <p:ph type="title"/>
          </p:nvPr>
        </p:nvSpPr>
        <p:spPr/>
        <p:txBody>
          <a:bodyPr/>
          <a:lstStyle/>
          <a:p>
            <a:r>
              <a:rPr lang="en-US"/>
              <a:t>Automation Framework</a:t>
            </a:r>
          </a:p>
        </p:txBody>
      </p:sp>
      <p:sp>
        <p:nvSpPr>
          <p:cNvPr id="8" name="TextBox 7">
            <a:extLst>
              <a:ext uri="{FF2B5EF4-FFF2-40B4-BE49-F238E27FC236}">
                <a16:creationId xmlns:a16="http://schemas.microsoft.com/office/drawing/2014/main" id="{0DA7524B-44AF-C2F2-7D94-C37F396AA8CF}"/>
              </a:ext>
            </a:extLst>
          </p:cNvPr>
          <p:cNvSpPr txBox="1"/>
          <p:nvPr/>
        </p:nvSpPr>
        <p:spPr>
          <a:xfrm>
            <a:off x="457200" y="3667760"/>
            <a:ext cx="11201400" cy="2539350"/>
          </a:xfrm>
          <a:prstGeom prst="rect">
            <a:avLst/>
          </a:prstGeom>
          <a:noFill/>
        </p:spPr>
        <p:txBody>
          <a:bodyPr wrap="square">
            <a:spAutoFit/>
          </a:bodyPr>
          <a:lstStyle/>
          <a:p>
            <a:pPr>
              <a:lnSpc>
                <a:spcPct val="150000"/>
              </a:lnSpc>
              <a:buNone/>
            </a:pPr>
            <a:r>
              <a:rPr lang="en-IN" b="1">
                <a:effectLst/>
                <a:latin typeface="Comic Sans MS" panose="030F0702030302020204" pitchFamily="66" charset="0"/>
              </a:rPr>
              <a:t>Core Components</a:t>
            </a:r>
          </a:p>
          <a:p>
            <a:pPr>
              <a:lnSpc>
                <a:spcPct val="150000"/>
              </a:lnSpc>
              <a:buFont typeface="Arial" panose="020B0604020202020204" pitchFamily="34" charset="0"/>
              <a:buChar char="•"/>
            </a:pPr>
            <a:r>
              <a:rPr lang="en-IN" b="1">
                <a:effectLst/>
                <a:latin typeface="Comic Sans MS" panose="030F0702030302020204" pitchFamily="66" charset="0"/>
              </a:rPr>
              <a:t>Test Data Management</a:t>
            </a:r>
            <a:r>
              <a:rPr lang="en-IN">
                <a:effectLst/>
                <a:latin typeface="Comic Sans MS" panose="030F0702030302020204" pitchFamily="66" charset="0"/>
              </a:rPr>
              <a:t>: Handling input/output data for tests.</a:t>
            </a:r>
          </a:p>
          <a:p>
            <a:pPr>
              <a:lnSpc>
                <a:spcPct val="150000"/>
              </a:lnSpc>
              <a:buFont typeface="Arial" panose="020B0604020202020204" pitchFamily="34" charset="0"/>
              <a:buChar char="•"/>
            </a:pPr>
            <a:r>
              <a:rPr lang="en-IN" b="1">
                <a:effectLst/>
                <a:latin typeface="Comic Sans MS" panose="030F0702030302020204" pitchFamily="66" charset="0"/>
              </a:rPr>
              <a:t>Libraries &amp; Utilities</a:t>
            </a:r>
            <a:r>
              <a:rPr lang="en-IN">
                <a:effectLst/>
                <a:latin typeface="Comic Sans MS" panose="030F0702030302020204" pitchFamily="66" charset="0"/>
              </a:rPr>
              <a:t>: Reusable functions for common actions (e.g., login, navigation).</a:t>
            </a:r>
          </a:p>
          <a:p>
            <a:pPr>
              <a:lnSpc>
                <a:spcPct val="150000"/>
              </a:lnSpc>
              <a:buFont typeface="Arial" panose="020B0604020202020204" pitchFamily="34" charset="0"/>
              <a:buChar char="•"/>
            </a:pPr>
            <a:r>
              <a:rPr lang="en-IN" b="1">
                <a:effectLst/>
                <a:latin typeface="Comic Sans MS" panose="030F0702030302020204" pitchFamily="66" charset="0"/>
              </a:rPr>
              <a:t>Reporting Mechanism</a:t>
            </a:r>
            <a:r>
              <a:rPr lang="en-IN">
                <a:effectLst/>
                <a:latin typeface="Comic Sans MS" panose="030F0702030302020204" pitchFamily="66" charset="0"/>
              </a:rPr>
              <a:t>: Generates logs and reports for test results.</a:t>
            </a:r>
          </a:p>
          <a:p>
            <a:pPr>
              <a:lnSpc>
                <a:spcPct val="150000"/>
              </a:lnSpc>
              <a:buFont typeface="Arial" panose="020B0604020202020204" pitchFamily="34" charset="0"/>
              <a:buChar char="•"/>
            </a:pPr>
            <a:r>
              <a:rPr lang="en-IN" b="1">
                <a:effectLst/>
                <a:latin typeface="Comic Sans MS" panose="030F0702030302020204" pitchFamily="66" charset="0"/>
              </a:rPr>
              <a:t>Configuration Files</a:t>
            </a:r>
            <a:r>
              <a:rPr lang="en-IN">
                <a:effectLst/>
                <a:latin typeface="Comic Sans MS" panose="030F0702030302020204" pitchFamily="66" charset="0"/>
              </a:rPr>
              <a:t>: Store environment details, browser settings, and execution parameters.</a:t>
            </a:r>
          </a:p>
          <a:p>
            <a:pPr>
              <a:lnSpc>
                <a:spcPct val="150000"/>
              </a:lnSpc>
              <a:buFont typeface="Arial" panose="020B0604020202020204" pitchFamily="34" charset="0"/>
              <a:buChar char="•"/>
            </a:pPr>
            <a:r>
              <a:rPr lang="en-IN" b="1">
                <a:effectLst/>
                <a:latin typeface="Comic Sans MS" panose="030F0702030302020204" pitchFamily="66" charset="0"/>
              </a:rPr>
              <a:t>Integration Support</a:t>
            </a:r>
            <a:r>
              <a:rPr lang="en-IN">
                <a:effectLst/>
                <a:latin typeface="Comic Sans MS" panose="030F0702030302020204" pitchFamily="66" charset="0"/>
              </a:rPr>
              <a:t>: Works with CI/CD pipelines for continuous testing</a:t>
            </a:r>
          </a:p>
        </p:txBody>
      </p:sp>
    </p:spTree>
    <p:extLst>
      <p:ext uri="{BB962C8B-B14F-4D97-AF65-F5344CB8AC3E}">
        <p14:creationId xmlns:p14="http://schemas.microsoft.com/office/powerpoint/2010/main" val="3473122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7B9E-8368-9205-AC65-8C7DC4037C6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BCB8BCA-EBFF-987E-6E5F-1897853DFA0F}"/>
              </a:ext>
            </a:extLst>
          </p:cNvPr>
          <p:cNvSpPr>
            <a:spLocks noGrp="1"/>
          </p:cNvSpPr>
          <p:nvPr>
            <p:ph type="sldNum" sz="quarter" idx="12"/>
          </p:nvPr>
        </p:nvSpPr>
        <p:spPr/>
        <p:txBody>
          <a:bodyPr/>
          <a:lstStyle/>
          <a:p>
            <a:fld id="{38826FC0-333C-E549-9FA3-0EE43DF298A3}" type="slidenum">
              <a:rPr lang="en-US" smtClean="0"/>
              <a:pPr/>
              <a:t>3</a:t>
            </a:fld>
            <a:endParaRPr lang="en-US"/>
          </a:p>
        </p:txBody>
      </p:sp>
      <p:sp>
        <p:nvSpPr>
          <p:cNvPr id="4" name="Footer Placeholder 3">
            <a:extLst>
              <a:ext uri="{FF2B5EF4-FFF2-40B4-BE49-F238E27FC236}">
                <a16:creationId xmlns:a16="http://schemas.microsoft.com/office/drawing/2014/main" id="{E0F0A609-EB9A-AC89-347F-7306F997986C}"/>
              </a:ext>
            </a:extLst>
          </p:cNvPr>
          <p:cNvSpPr>
            <a:spLocks noGrp="1"/>
          </p:cNvSpPr>
          <p:nvPr>
            <p:ph type="ftr" sz="quarter" idx="11"/>
          </p:nvPr>
        </p:nvSpPr>
        <p:spPr>
          <a:xfrm>
            <a:off x="1005839" y="6400800"/>
            <a:ext cx="1770311" cy="228600"/>
          </a:xfrm>
        </p:spPr>
        <p:txBody>
          <a:bodyPr/>
          <a:lstStyle/>
          <a:p>
            <a:r>
              <a:rPr lang="en-US"/>
              <a:t>© 2025–2027 Cognizant | Private</a:t>
            </a:r>
          </a:p>
        </p:txBody>
      </p:sp>
      <p:sp>
        <p:nvSpPr>
          <p:cNvPr id="2" name="Title 1">
            <a:extLst>
              <a:ext uri="{FF2B5EF4-FFF2-40B4-BE49-F238E27FC236}">
                <a16:creationId xmlns:a16="http://schemas.microsoft.com/office/drawing/2014/main" id="{FA780632-169F-05E6-E478-3450D50DDAA8}"/>
              </a:ext>
            </a:extLst>
          </p:cNvPr>
          <p:cNvSpPr>
            <a:spLocks noGrp="1"/>
          </p:cNvSpPr>
          <p:nvPr>
            <p:ph type="title"/>
          </p:nvPr>
        </p:nvSpPr>
        <p:spPr/>
        <p:txBody>
          <a:bodyPr/>
          <a:lstStyle/>
          <a:p>
            <a:r>
              <a:rPr lang="en-US"/>
              <a:t>Automation Framework</a:t>
            </a:r>
          </a:p>
        </p:txBody>
      </p:sp>
      <p:sp>
        <p:nvSpPr>
          <p:cNvPr id="6" name="TextBox 5">
            <a:extLst>
              <a:ext uri="{FF2B5EF4-FFF2-40B4-BE49-F238E27FC236}">
                <a16:creationId xmlns:a16="http://schemas.microsoft.com/office/drawing/2014/main" id="{053B0BE3-1631-7F0C-8199-C7DB5EFF7965}"/>
              </a:ext>
            </a:extLst>
          </p:cNvPr>
          <p:cNvSpPr txBox="1"/>
          <p:nvPr/>
        </p:nvSpPr>
        <p:spPr>
          <a:xfrm>
            <a:off x="822960" y="850369"/>
            <a:ext cx="10363200" cy="5550430"/>
          </a:xfrm>
          <a:prstGeom prst="rect">
            <a:avLst/>
          </a:prstGeom>
          <a:noFill/>
        </p:spPr>
        <p:txBody>
          <a:bodyPr wrap="square">
            <a:spAutoFit/>
          </a:bodyPr>
          <a:lstStyle/>
          <a:p>
            <a:pPr>
              <a:lnSpc>
                <a:spcPct val="150000"/>
              </a:lnSpc>
              <a:spcAft>
                <a:spcPts val="800"/>
              </a:spcAft>
              <a:buNone/>
            </a:pPr>
            <a:r>
              <a:rPr lang="en-IN" b="1" kern="100">
                <a:effectLst/>
                <a:latin typeface="Comic Sans MS" panose="030F0702030302020204" pitchFamily="66" charset="0"/>
                <a:ea typeface="Aptos" panose="020B0004020202020204" pitchFamily="34" charset="0"/>
                <a:cs typeface="Times New Roman" panose="02020603050405020304" pitchFamily="18" charset="0"/>
              </a:rPr>
              <a:t>Advantages of using framework:</a:t>
            </a:r>
          </a:p>
          <a:p>
            <a:pPr marL="342900" lvl="0" indent="-342900">
              <a:lnSpc>
                <a:spcPct val="150000"/>
              </a:lnSpc>
              <a:buFont typeface="+mj-lt"/>
              <a:buAutoNum type="arabicPeriod"/>
            </a:pPr>
            <a:r>
              <a:rPr lang="en-IN" kern="100">
                <a:effectLst/>
                <a:latin typeface="Comic Sans MS" panose="030F0702030302020204" pitchFamily="66" charset="0"/>
                <a:ea typeface="Aptos" panose="020B0004020202020204" pitchFamily="34" charset="0"/>
                <a:cs typeface="Times New Roman" panose="02020603050405020304" pitchFamily="18" charset="0"/>
              </a:rPr>
              <a:t>Saves time and maintain Schedule: Automation testing is faster in execution and definitely help to maintain overall project timeline</a:t>
            </a:r>
          </a:p>
          <a:p>
            <a:pPr marL="342900" lvl="0" indent="-342900">
              <a:lnSpc>
                <a:spcPct val="150000"/>
              </a:lnSpc>
              <a:buFont typeface="+mj-lt"/>
              <a:buAutoNum type="arabicPeriod"/>
            </a:pPr>
            <a:r>
              <a:rPr lang="en-IN" kern="100">
                <a:effectLst/>
                <a:latin typeface="Comic Sans MS" panose="030F0702030302020204" pitchFamily="66" charset="0"/>
                <a:ea typeface="Aptos" panose="020B0004020202020204" pitchFamily="34" charset="0"/>
                <a:cs typeface="Times New Roman" panose="02020603050405020304" pitchFamily="18" charset="0"/>
              </a:rPr>
              <a:t>Reusability of code: Create one time and execute multiple times with less or no maintenance</a:t>
            </a:r>
          </a:p>
          <a:p>
            <a:pPr marL="342900" lvl="0" indent="-342900">
              <a:lnSpc>
                <a:spcPct val="150000"/>
              </a:lnSpc>
              <a:buFont typeface="+mj-lt"/>
              <a:buAutoNum type="arabicPeriod"/>
            </a:pPr>
            <a:r>
              <a:rPr lang="en-IN" kern="100">
                <a:effectLst/>
                <a:latin typeface="Comic Sans MS" panose="030F0702030302020204" pitchFamily="66" charset="0"/>
                <a:ea typeface="Aptos" panose="020B0004020202020204" pitchFamily="34" charset="0"/>
                <a:cs typeface="Times New Roman" panose="02020603050405020304" pitchFamily="18" charset="0"/>
              </a:rPr>
              <a:t>Easy reporting: It generates automatic reports after test execution</a:t>
            </a:r>
          </a:p>
          <a:p>
            <a:pPr marL="342900" lvl="0" indent="-342900">
              <a:lnSpc>
                <a:spcPct val="150000"/>
              </a:lnSpc>
              <a:buFont typeface="+mj-lt"/>
              <a:buAutoNum type="arabicPeriod"/>
            </a:pPr>
            <a:r>
              <a:rPr lang="en-IN" kern="100">
                <a:effectLst/>
                <a:latin typeface="Comic Sans MS" panose="030F0702030302020204" pitchFamily="66" charset="0"/>
                <a:ea typeface="Aptos" panose="020B0004020202020204" pitchFamily="34" charset="0"/>
                <a:cs typeface="Times New Roman" panose="02020603050405020304" pitchFamily="18" charset="0"/>
              </a:rPr>
              <a:t>Easy for compatibility testing: It enables parallel execution in combination of different OS and browser environments</a:t>
            </a:r>
          </a:p>
          <a:p>
            <a:pPr marL="342900" lvl="0" indent="-342900">
              <a:lnSpc>
                <a:spcPct val="150000"/>
              </a:lnSpc>
              <a:buFont typeface="+mj-lt"/>
              <a:buAutoNum type="arabicPeriod"/>
            </a:pPr>
            <a:r>
              <a:rPr lang="en-IN" kern="100">
                <a:effectLst/>
                <a:latin typeface="Comic Sans MS" panose="030F0702030302020204" pitchFamily="66" charset="0"/>
                <a:ea typeface="Aptos" panose="020B0004020202020204" pitchFamily="34" charset="0"/>
                <a:cs typeface="Times New Roman" panose="02020603050405020304" pitchFamily="18" charset="0"/>
              </a:rPr>
              <a:t>Low-cost maintenance: It is cheaper compared to manual testing in a long run</a:t>
            </a:r>
          </a:p>
          <a:p>
            <a:pPr marL="342900" lvl="0" indent="-342900">
              <a:lnSpc>
                <a:spcPct val="150000"/>
              </a:lnSpc>
              <a:buFont typeface="+mj-lt"/>
              <a:buAutoNum type="arabicPeriod"/>
            </a:pPr>
            <a:r>
              <a:rPr lang="en-IN" kern="100">
                <a:effectLst/>
                <a:latin typeface="Comic Sans MS" panose="030F0702030302020204" pitchFamily="66" charset="0"/>
                <a:ea typeface="Aptos" panose="020B0004020202020204" pitchFamily="34" charset="0"/>
                <a:cs typeface="Times New Roman" panose="02020603050405020304" pitchFamily="18" charset="0"/>
              </a:rPr>
              <a:t>Reliability: Automated testing is more reliable as less manual intervention is required</a:t>
            </a:r>
          </a:p>
          <a:p>
            <a:pPr marL="342900" lvl="0" indent="-342900">
              <a:lnSpc>
                <a:spcPct val="150000"/>
              </a:lnSpc>
              <a:buFont typeface="+mj-lt"/>
              <a:buAutoNum type="arabicPeriod"/>
            </a:pPr>
            <a:r>
              <a:rPr lang="en-IN" kern="100">
                <a:effectLst/>
                <a:latin typeface="Comic Sans MS" panose="030F0702030302020204" pitchFamily="66" charset="0"/>
                <a:ea typeface="Aptos" panose="020B0004020202020204" pitchFamily="34" charset="0"/>
                <a:cs typeface="Times New Roman" panose="02020603050405020304" pitchFamily="18" charset="0"/>
              </a:rPr>
              <a:t>Repetitive multiple execution for same set of test cases: It is mostly used for regression testing, supports execution of repeated test cases</a:t>
            </a:r>
          </a:p>
          <a:p>
            <a:pPr marL="342900" lvl="0" indent="-342900">
              <a:lnSpc>
                <a:spcPct val="150000"/>
              </a:lnSpc>
              <a:buFont typeface="+mj-lt"/>
              <a:buAutoNum type="arabicPeriod"/>
            </a:pPr>
            <a:r>
              <a:rPr lang="en-IN" kern="100">
                <a:effectLst/>
                <a:latin typeface="Comic Sans MS" panose="030F0702030302020204" pitchFamily="66" charset="0"/>
                <a:ea typeface="Aptos" panose="020B0004020202020204" pitchFamily="34" charset="0"/>
                <a:cs typeface="Times New Roman" panose="02020603050405020304" pitchFamily="18" charset="0"/>
              </a:rPr>
              <a:t>Minimal manual intervention: Test scripts can be run unattended</a:t>
            </a:r>
          </a:p>
          <a:p>
            <a:pPr marL="342900" lvl="0" indent="-342900">
              <a:lnSpc>
                <a:spcPct val="150000"/>
              </a:lnSpc>
              <a:spcAft>
                <a:spcPts val="800"/>
              </a:spcAft>
              <a:buFont typeface="+mj-lt"/>
              <a:buAutoNum type="arabicPeriod"/>
            </a:pPr>
            <a:r>
              <a:rPr lang="en-IN" kern="100">
                <a:effectLst/>
                <a:latin typeface="Comic Sans MS" panose="030F0702030302020204" pitchFamily="66" charset="0"/>
                <a:ea typeface="Aptos" panose="020B0004020202020204" pitchFamily="34" charset="0"/>
                <a:cs typeface="Times New Roman" panose="02020603050405020304" pitchFamily="18" charset="0"/>
              </a:rPr>
              <a:t>Maximum coverage. It helps to increase overall test coverage</a:t>
            </a:r>
          </a:p>
        </p:txBody>
      </p:sp>
    </p:spTree>
    <p:extLst>
      <p:ext uri="{BB962C8B-B14F-4D97-AF65-F5344CB8AC3E}">
        <p14:creationId xmlns:p14="http://schemas.microsoft.com/office/powerpoint/2010/main" val="3295639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B2EA8-823F-A10A-8512-B028681E95FC}"/>
              </a:ext>
            </a:extLst>
          </p:cNvPr>
          <p:cNvSpPr>
            <a:spLocks noGrp="1"/>
          </p:cNvSpPr>
          <p:nvPr>
            <p:ph type="title"/>
          </p:nvPr>
        </p:nvSpPr>
        <p:spPr/>
        <p:txBody>
          <a:bodyPr/>
          <a:lstStyle/>
          <a:p>
            <a:r>
              <a:rPr lang="en-US"/>
              <a:t>Types of Automation Frameworks</a:t>
            </a:r>
            <a:endParaRPr lang="en-IN"/>
          </a:p>
        </p:txBody>
      </p:sp>
      <p:sp>
        <p:nvSpPr>
          <p:cNvPr id="4" name="Footer Placeholder 3">
            <a:extLst>
              <a:ext uri="{FF2B5EF4-FFF2-40B4-BE49-F238E27FC236}">
                <a16:creationId xmlns:a16="http://schemas.microsoft.com/office/drawing/2014/main" id="{D9180639-209C-7CE2-A599-10248F1103D0}"/>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13DB9C75-C0E9-0981-0CA9-4C1DBC0DD6D1}"/>
              </a:ext>
            </a:extLst>
          </p:cNvPr>
          <p:cNvSpPr>
            <a:spLocks noGrp="1"/>
          </p:cNvSpPr>
          <p:nvPr>
            <p:ph type="sldNum" sz="quarter" idx="12"/>
          </p:nvPr>
        </p:nvSpPr>
        <p:spPr/>
        <p:txBody>
          <a:bodyPr/>
          <a:lstStyle/>
          <a:p>
            <a:fld id="{38826FC0-333C-E549-9FA3-0EE43DF298A3}" type="slidenum">
              <a:rPr lang="en-US" smtClean="0"/>
              <a:pPr/>
              <a:t>4</a:t>
            </a:fld>
            <a:endParaRPr lang="en-US"/>
          </a:p>
        </p:txBody>
      </p:sp>
      <p:pic>
        <p:nvPicPr>
          <p:cNvPr id="8" name="Content Placeholder 4">
            <a:extLst>
              <a:ext uri="{FF2B5EF4-FFF2-40B4-BE49-F238E27FC236}">
                <a16:creationId xmlns:a16="http://schemas.microsoft.com/office/drawing/2014/main" id="{1F1D7A11-0541-D9E9-156B-A2C98EADE989}"/>
              </a:ext>
            </a:extLst>
          </p:cNvPr>
          <p:cNvPicPr>
            <a:picLocks noGrp="1" noChangeAspect="1"/>
          </p:cNvPicPr>
          <p:nvPr>
            <p:ph idx="1"/>
          </p:nvPr>
        </p:nvPicPr>
        <p:blipFill>
          <a:blip r:embed="rId2"/>
          <a:stretch>
            <a:fillRect/>
          </a:stretch>
        </p:blipFill>
        <p:spPr>
          <a:xfrm>
            <a:off x="1873448" y="2354239"/>
            <a:ext cx="8445103" cy="3948085"/>
          </a:xfrm>
          <a:prstGeom prst="rect">
            <a:avLst/>
          </a:prstGeom>
        </p:spPr>
      </p:pic>
    </p:spTree>
    <p:extLst>
      <p:ext uri="{BB962C8B-B14F-4D97-AF65-F5344CB8AC3E}">
        <p14:creationId xmlns:p14="http://schemas.microsoft.com/office/powerpoint/2010/main" val="516937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BFD53-2AF2-2649-5D72-E99F6EA106A0}"/>
              </a:ext>
            </a:extLst>
          </p:cNvPr>
          <p:cNvSpPr>
            <a:spLocks noGrp="1"/>
          </p:cNvSpPr>
          <p:nvPr>
            <p:ph type="title"/>
          </p:nvPr>
        </p:nvSpPr>
        <p:spPr>
          <a:xfrm>
            <a:off x="457200" y="457200"/>
            <a:ext cx="11277600" cy="332399"/>
          </a:xfrm>
        </p:spPr>
        <p:txBody>
          <a:bodyPr/>
          <a:lstStyle/>
          <a:p>
            <a:r>
              <a:rPr lang="en-US"/>
              <a:t>Data-driven framework</a:t>
            </a:r>
          </a:p>
        </p:txBody>
      </p:sp>
      <p:sp>
        <p:nvSpPr>
          <p:cNvPr id="4" name="Footer Placeholder 3">
            <a:extLst>
              <a:ext uri="{FF2B5EF4-FFF2-40B4-BE49-F238E27FC236}">
                <a16:creationId xmlns:a16="http://schemas.microsoft.com/office/drawing/2014/main" id="{49EA12E7-E0DD-B71F-87C1-73128A92F33E}"/>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00A6B6DA-D8BB-BBF8-00A1-72621EF6AEFD}"/>
              </a:ext>
            </a:extLst>
          </p:cNvPr>
          <p:cNvSpPr>
            <a:spLocks noGrp="1"/>
          </p:cNvSpPr>
          <p:nvPr>
            <p:ph type="sldNum" sz="quarter" idx="12"/>
          </p:nvPr>
        </p:nvSpPr>
        <p:spPr/>
        <p:txBody>
          <a:bodyPr/>
          <a:lstStyle/>
          <a:p>
            <a:fld id="{38826FC0-333C-E549-9FA3-0EE43DF298A3}" type="slidenum">
              <a:rPr lang="en-US" smtClean="0"/>
              <a:pPr/>
              <a:t>5</a:t>
            </a:fld>
            <a:endParaRPr lang="en-US"/>
          </a:p>
        </p:txBody>
      </p:sp>
      <p:sp>
        <p:nvSpPr>
          <p:cNvPr id="10" name="TextBox 9">
            <a:extLst>
              <a:ext uri="{FF2B5EF4-FFF2-40B4-BE49-F238E27FC236}">
                <a16:creationId xmlns:a16="http://schemas.microsoft.com/office/drawing/2014/main" id="{BE186B19-1334-8118-D136-A779924257BC}"/>
              </a:ext>
            </a:extLst>
          </p:cNvPr>
          <p:cNvSpPr txBox="1"/>
          <p:nvPr/>
        </p:nvSpPr>
        <p:spPr>
          <a:xfrm>
            <a:off x="370843" y="900006"/>
            <a:ext cx="6497317" cy="5540171"/>
          </a:xfrm>
          <a:prstGeom prst="rect">
            <a:avLst/>
          </a:prstGeom>
          <a:noFill/>
        </p:spPr>
        <p:txBody>
          <a:bodyPr wrap="square">
            <a:spAutoFit/>
          </a:bodyPr>
          <a:lstStyle/>
          <a:p>
            <a:pPr marL="0" indent="0">
              <a:lnSpc>
                <a:spcPct val="150000"/>
              </a:lnSpc>
              <a:buNone/>
            </a:pPr>
            <a:r>
              <a:rPr lang="en-US" b="1">
                <a:latin typeface="Comic Sans MS" panose="030F0702030302020204" pitchFamily="66" charset="0"/>
              </a:rPr>
              <a:t>Data-driven framework</a:t>
            </a:r>
            <a:endParaRPr lang="en-US">
              <a:latin typeface="Comic Sans MS" panose="030F0702030302020204" pitchFamily="66" charset="0"/>
            </a:endParaRPr>
          </a:p>
          <a:p>
            <a:pPr marL="0" indent="0">
              <a:lnSpc>
                <a:spcPct val="150000"/>
              </a:lnSpc>
              <a:buNone/>
            </a:pPr>
            <a:r>
              <a:rPr lang="en-US">
                <a:latin typeface="Comic Sans MS" panose="030F0702030302020204" pitchFamily="66" charset="0"/>
              </a:rPr>
              <a:t>This framework separates the test data from the test logic. A single test script can be executed multiple times with different sets of data, which are stored in external files (e.g., CSV, Excel). </a:t>
            </a:r>
          </a:p>
          <a:p>
            <a:pPr marL="0" indent="0">
              <a:lnSpc>
                <a:spcPct val="150000"/>
              </a:lnSpc>
              <a:buNone/>
            </a:pPr>
            <a:endParaRPr lang="en-US">
              <a:latin typeface="Comic Sans MS" panose="030F0702030302020204" pitchFamily="66" charset="0"/>
            </a:endParaRPr>
          </a:p>
          <a:p>
            <a:pPr marL="0" indent="0">
              <a:lnSpc>
                <a:spcPct val="150000"/>
              </a:lnSpc>
              <a:buNone/>
            </a:pPr>
            <a:r>
              <a:rPr lang="en-US" sz="1600">
                <a:latin typeface="Comic Sans MS" panose="030F0702030302020204" pitchFamily="66" charset="0"/>
              </a:rPr>
              <a:t>Example:</a:t>
            </a:r>
          </a:p>
          <a:p>
            <a:pPr marL="0" indent="0">
              <a:lnSpc>
                <a:spcPct val="150000"/>
              </a:lnSpc>
              <a:buNone/>
            </a:pPr>
            <a:r>
              <a:rPr lang="en-US" sz="1600">
                <a:latin typeface="Comic Sans MS" panose="030F0702030302020204" pitchFamily="66" charset="0"/>
              </a:rPr>
              <a:t>To test a login page with multiple users, you can use a single script that reads a list of usernames and passwords from an Excel file. </a:t>
            </a:r>
          </a:p>
          <a:p>
            <a:pPr marL="0" indent="0">
              <a:lnSpc>
                <a:spcPct val="150000"/>
              </a:lnSpc>
              <a:buNone/>
            </a:pPr>
            <a:r>
              <a:rPr lang="en-US" sz="1600">
                <a:latin typeface="Comic Sans MS" panose="030F0702030302020204" pitchFamily="66" charset="0"/>
              </a:rPr>
              <a:t>Username 	Password		Expected Result</a:t>
            </a:r>
          </a:p>
          <a:p>
            <a:pPr marL="0" indent="0">
              <a:lnSpc>
                <a:spcPct val="150000"/>
              </a:lnSpc>
              <a:buNone/>
            </a:pPr>
            <a:r>
              <a:rPr lang="en-US" sz="1600">
                <a:latin typeface="Comic Sans MS" panose="030F0702030302020204" pitchFamily="66" charset="0"/>
              </a:rPr>
              <a:t>testuser1		correct1		Success</a:t>
            </a:r>
          </a:p>
          <a:p>
            <a:pPr marL="0" indent="0">
              <a:lnSpc>
                <a:spcPct val="150000"/>
              </a:lnSpc>
              <a:buNone/>
            </a:pPr>
            <a:r>
              <a:rPr lang="en-US" sz="1600">
                <a:latin typeface="Comic Sans MS" panose="030F0702030302020204" pitchFamily="66" charset="0"/>
              </a:rPr>
              <a:t>testuser2	correct2		Success</a:t>
            </a:r>
          </a:p>
          <a:p>
            <a:pPr marL="0" indent="0">
              <a:lnSpc>
                <a:spcPct val="150000"/>
              </a:lnSpc>
              <a:buNone/>
            </a:pPr>
            <a:r>
              <a:rPr lang="en-US" sz="1600" err="1">
                <a:latin typeface="Comic Sans MS" panose="030F0702030302020204" pitchFamily="66" charset="0"/>
              </a:rPr>
              <a:t>baduser</a:t>
            </a:r>
            <a:r>
              <a:rPr lang="en-US" sz="1600">
                <a:latin typeface="Comic Sans MS" panose="030F0702030302020204" pitchFamily="66" charset="0"/>
              </a:rPr>
              <a:t>		</a:t>
            </a:r>
            <a:r>
              <a:rPr lang="en-US" sz="1600" err="1">
                <a:latin typeface="Comic Sans MS" panose="030F0702030302020204" pitchFamily="66" charset="0"/>
              </a:rPr>
              <a:t>wrongpass</a:t>
            </a:r>
            <a:r>
              <a:rPr lang="en-US" sz="1600">
                <a:latin typeface="Comic Sans MS" panose="030F0702030302020204" pitchFamily="66" charset="0"/>
              </a:rPr>
              <a:t>	Failure</a:t>
            </a:r>
          </a:p>
          <a:p>
            <a:pPr marL="0" indent="0">
              <a:lnSpc>
                <a:spcPct val="150000"/>
              </a:lnSpc>
              <a:buNone/>
            </a:pPr>
            <a:endParaRPr lang="en-US">
              <a:latin typeface="Comic Sans MS" panose="030F0702030302020204" pitchFamily="66" charset="0"/>
            </a:endParaRPr>
          </a:p>
        </p:txBody>
      </p:sp>
      <p:pic>
        <p:nvPicPr>
          <p:cNvPr id="6" name="Content Placeholder 4">
            <a:extLst>
              <a:ext uri="{FF2B5EF4-FFF2-40B4-BE49-F238E27FC236}">
                <a16:creationId xmlns:a16="http://schemas.microsoft.com/office/drawing/2014/main" id="{D963920A-C423-29BF-7377-4E2F4664D9E9}"/>
              </a:ext>
            </a:extLst>
          </p:cNvPr>
          <p:cNvPicPr>
            <a:picLocks noChangeAspect="1"/>
          </p:cNvPicPr>
          <p:nvPr/>
        </p:nvPicPr>
        <p:blipFill>
          <a:blip r:embed="rId2"/>
          <a:stretch>
            <a:fillRect/>
          </a:stretch>
        </p:blipFill>
        <p:spPr>
          <a:xfrm>
            <a:off x="6868160" y="2122566"/>
            <a:ext cx="4866640" cy="2612867"/>
          </a:xfrm>
          <a:prstGeom prst="rect">
            <a:avLst/>
          </a:prstGeom>
          <a:ln>
            <a:noFill/>
          </a:ln>
        </p:spPr>
      </p:pic>
    </p:spTree>
    <p:extLst>
      <p:ext uri="{BB962C8B-B14F-4D97-AF65-F5344CB8AC3E}">
        <p14:creationId xmlns:p14="http://schemas.microsoft.com/office/powerpoint/2010/main" val="2149385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D41DC-A4C6-F0D0-2598-1E03D0605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E2174-A1DF-7144-68A4-DD63C1D2E67E}"/>
              </a:ext>
            </a:extLst>
          </p:cNvPr>
          <p:cNvSpPr>
            <a:spLocks noGrp="1"/>
          </p:cNvSpPr>
          <p:nvPr>
            <p:ph type="title"/>
          </p:nvPr>
        </p:nvSpPr>
        <p:spPr>
          <a:xfrm>
            <a:off x="457200" y="457200"/>
            <a:ext cx="11277600" cy="332399"/>
          </a:xfrm>
        </p:spPr>
        <p:txBody>
          <a:bodyPr/>
          <a:lstStyle/>
          <a:p>
            <a:r>
              <a:rPr lang="en-US"/>
              <a:t>Data-driven framework</a:t>
            </a:r>
          </a:p>
        </p:txBody>
      </p:sp>
      <p:sp>
        <p:nvSpPr>
          <p:cNvPr id="4" name="Footer Placeholder 3">
            <a:extLst>
              <a:ext uri="{FF2B5EF4-FFF2-40B4-BE49-F238E27FC236}">
                <a16:creationId xmlns:a16="http://schemas.microsoft.com/office/drawing/2014/main" id="{15439A2F-DDD4-97D1-93C0-A8C7B7F4362F}"/>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C0512542-4691-0821-5970-0D2F5FCBFCE5}"/>
              </a:ext>
            </a:extLst>
          </p:cNvPr>
          <p:cNvSpPr>
            <a:spLocks noGrp="1"/>
          </p:cNvSpPr>
          <p:nvPr>
            <p:ph type="sldNum" sz="quarter" idx="12"/>
          </p:nvPr>
        </p:nvSpPr>
        <p:spPr/>
        <p:txBody>
          <a:bodyPr/>
          <a:lstStyle/>
          <a:p>
            <a:fld id="{38826FC0-333C-E549-9FA3-0EE43DF298A3}" type="slidenum">
              <a:rPr lang="en-US" smtClean="0"/>
              <a:pPr/>
              <a:t>6</a:t>
            </a:fld>
            <a:endParaRPr lang="en-US"/>
          </a:p>
        </p:txBody>
      </p:sp>
      <p:sp>
        <p:nvSpPr>
          <p:cNvPr id="7" name="Content Placeholder 3">
            <a:extLst>
              <a:ext uri="{FF2B5EF4-FFF2-40B4-BE49-F238E27FC236}">
                <a16:creationId xmlns:a16="http://schemas.microsoft.com/office/drawing/2014/main" id="{E4362BE4-C958-B303-0DE2-227373A069CB}"/>
              </a:ext>
            </a:extLst>
          </p:cNvPr>
          <p:cNvSpPr txBox="1">
            <a:spLocks/>
          </p:cNvSpPr>
          <p:nvPr/>
        </p:nvSpPr>
        <p:spPr>
          <a:xfrm>
            <a:off x="822960" y="1136171"/>
            <a:ext cx="5343843" cy="5264627"/>
          </a:xfrm>
          <a:prstGeom prst="rect">
            <a:avLst/>
          </a:prstGeom>
        </p:spPr>
        <p:txBody>
          <a:bodyPr>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1800" b="1">
                <a:latin typeface="Comic Sans MS" panose="030F0702030302020204" pitchFamily="66" charset="0"/>
              </a:rPr>
              <a:t>Pros</a:t>
            </a:r>
            <a:r>
              <a:rPr lang="en-US" sz="1800">
                <a:latin typeface="Comic Sans MS" panose="030F0702030302020204" pitchFamily="66" charset="0"/>
              </a:rPr>
              <a:t>:</a:t>
            </a:r>
          </a:p>
          <a:p>
            <a:pPr>
              <a:lnSpc>
                <a:spcPct val="150000"/>
              </a:lnSpc>
            </a:pPr>
            <a:r>
              <a:rPr lang="en-US" sz="1800">
                <a:latin typeface="Comic Sans MS" panose="030F0702030302020204" pitchFamily="66" charset="0"/>
              </a:rPr>
              <a:t>Changes made to the test scripts do not affect the test data.</a:t>
            </a:r>
          </a:p>
          <a:p>
            <a:pPr>
              <a:lnSpc>
                <a:spcPct val="150000"/>
              </a:lnSpc>
            </a:pPr>
            <a:r>
              <a:rPr lang="en-US" sz="1800">
                <a:latin typeface="Comic Sans MS" panose="030F0702030302020204" pitchFamily="66" charset="0"/>
              </a:rPr>
              <a:t>It supports multiple data sets.</a:t>
            </a:r>
          </a:p>
          <a:p>
            <a:pPr>
              <a:lnSpc>
                <a:spcPct val="150000"/>
              </a:lnSpc>
            </a:pPr>
            <a:r>
              <a:rPr lang="en-US" sz="1800">
                <a:latin typeface="Comic Sans MS" panose="030F0702030302020204" pitchFamily="66" charset="0"/>
              </a:rPr>
              <a:t>Saves time by running more tests.</a:t>
            </a:r>
          </a:p>
          <a:p>
            <a:pPr>
              <a:lnSpc>
                <a:spcPct val="150000"/>
              </a:lnSpc>
            </a:pPr>
            <a:r>
              <a:rPr lang="en-US" sz="1800">
                <a:latin typeface="Comic Sans MS" panose="030F0702030302020204" pitchFamily="66" charset="0"/>
              </a:rPr>
              <a:t>Since the data is kept separate from the test script, a variety of test scenarios can be performed simply by changing the test data in the external data file.</a:t>
            </a:r>
          </a:p>
          <a:p>
            <a:pPr>
              <a:lnSpc>
                <a:spcPct val="150000"/>
              </a:lnSpc>
            </a:pPr>
            <a:r>
              <a:rPr lang="en-US" sz="1800">
                <a:latin typeface="Comic Sans MS" panose="030F0702030302020204" pitchFamily="66" charset="0"/>
              </a:rPr>
              <a:t>Data input / output and expected results are stored as easy-to-maintain text records in the database.</a:t>
            </a:r>
          </a:p>
          <a:p>
            <a:pPr marL="0" indent="0">
              <a:lnSpc>
                <a:spcPct val="150000"/>
              </a:lnSpc>
              <a:buNone/>
            </a:pPr>
            <a:endParaRPr lang="en-IN" sz="1800">
              <a:latin typeface="Comic Sans MS" panose="030F0702030302020204" pitchFamily="66" charset="0"/>
            </a:endParaRPr>
          </a:p>
        </p:txBody>
      </p:sp>
      <p:sp>
        <p:nvSpPr>
          <p:cNvPr id="8" name="TextBox 7">
            <a:extLst>
              <a:ext uri="{FF2B5EF4-FFF2-40B4-BE49-F238E27FC236}">
                <a16:creationId xmlns:a16="http://schemas.microsoft.com/office/drawing/2014/main" id="{9E633C0B-4D5A-D2AE-86E1-43EBD5332A15}"/>
              </a:ext>
            </a:extLst>
          </p:cNvPr>
          <p:cNvSpPr txBox="1"/>
          <p:nvPr/>
        </p:nvSpPr>
        <p:spPr>
          <a:xfrm>
            <a:off x="6532563" y="1136171"/>
            <a:ext cx="5059997" cy="4616841"/>
          </a:xfrm>
          <a:prstGeom prst="rect">
            <a:avLst/>
          </a:prstGeom>
          <a:noFill/>
        </p:spPr>
        <p:txBody>
          <a:bodyPr wrap="square">
            <a:spAutoFit/>
          </a:bodyPr>
          <a:lstStyle/>
          <a:p>
            <a:pPr>
              <a:lnSpc>
                <a:spcPct val="150000"/>
              </a:lnSpc>
            </a:pPr>
            <a:r>
              <a:rPr lang="en-IN" sz="1800" b="1">
                <a:latin typeface="Comic Sans MS" panose="030F0702030302020204" pitchFamily="66" charset="0"/>
              </a:rPr>
              <a:t>Cons</a:t>
            </a:r>
            <a:r>
              <a:rPr lang="en-IN" sz="1800">
                <a:latin typeface="Comic Sans MS" panose="030F0702030302020204" pitchFamily="66" charset="0"/>
              </a:rPr>
              <a:t>:</a:t>
            </a:r>
          </a:p>
          <a:p>
            <a:pPr marL="285750" indent="-285750">
              <a:lnSpc>
                <a:spcPct val="150000"/>
              </a:lnSpc>
              <a:buFont typeface="Arial" panose="020B0604020202020204" pitchFamily="34" charset="0"/>
              <a:buChar char="•"/>
            </a:pPr>
            <a:r>
              <a:rPr lang="en-US" sz="1800">
                <a:latin typeface="Comic Sans MS" panose="030F0702030302020204" pitchFamily="66" charset="0"/>
              </a:rPr>
              <a:t>High setup time for both Test Scripts and Test Data.</a:t>
            </a:r>
          </a:p>
          <a:p>
            <a:pPr marL="285750" indent="-285750">
              <a:lnSpc>
                <a:spcPct val="150000"/>
              </a:lnSpc>
              <a:buFont typeface="Arial" panose="020B0604020202020204" pitchFamily="34" charset="0"/>
              <a:buChar char="•"/>
            </a:pPr>
            <a:r>
              <a:rPr lang="en-US" sz="1800">
                <a:latin typeface="Comic Sans MS" panose="030F0702030302020204" pitchFamily="66" charset="0"/>
              </a:rPr>
              <a:t>Bug-fixing may be difficult due to the lack of exposure the tester has on a programming language.</a:t>
            </a:r>
          </a:p>
          <a:p>
            <a:pPr marL="285750" indent="-285750">
              <a:lnSpc>
                <a:spcPct val="150000"/>
              </a:lnSpc>
              <a:buFont typeface="Arial" panose="020B0604020202020204" pitchFamily="34" charset="0"/>
              <a:buChar char="•"/>
            </a:pPr>
            <a:r>
              <a:rPr lang="en-US" sz="1800">
                <a:latin typeface="Comic Sans MS" panose="030F0702030302020204" pitchFamily="66" charset="0"/>
              </a:rPr>
              <a:t>Testers must have excellent technical knowledge.</a:t>
            </a:r>
          </a:p>
          <a:p>
            <a:pPr marL="285750" indent="-285750">
              <a:lnSpc>
                <a:spcPct val="150000"/>
              </a:lnSpc>
              <a:buFont typeface="Arial" panose="020B0604020202020204" pitchFamily="34" charset="0"/>
              <a:buChar char="•"/>
            </a:pPr>
            <a:r>
              <a:rPr lang="en-US" sz="1800">
                <a:latin typeface="Comic Sans MS" panose="030F0702030302020204" pitchFamily="66" charset="0"/>
              </a:rPr>
              <a:t>It is necessary to have experienced automation testers to design the framework.</a:t>
            </a:r>
          </a:p>
        </p:txBody>
      </p:sp>
    </p:spTree>
    <p:extLst>
      <p:ext uri="{BB962C8B-B14F-4D97-AF65-F5344CB8AC3E}">
        <p14:creationId xmlns:p14="http://schemas.microsoft.com/office/powerpoint/2010/main" val="513382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5C849-5E62-6EA9-112F-541D963CC893}"/>
              </a:ext>
            </a:extLst>
          </p:cNvPr>
          <p:cNvSpPr>
            <a:spLocks noGrp="1"/>
          </p:cNvSpPr>
          <p:nvPr>
            <p:ph type="title"/>
          </p:nvPr>
        </p:nvSpPr>
        <p:spPr>
          <a:xfrm>
            <a:off x="457200" y="457200"/>
            <a:ext cx="11277600" cy="492764"/>
          </a:xfrm>
        </p:spPr>
        <p:txBody>
          <a:bodyPr/>
          <a:lstStyle/>
          <a:p>
            <a:pPr>
              <a:lnSpc>
                <a:spcPct val="150000"/>
              </a:lnSpc>
            </a:pPr>
            <a:r>
              <a:rPr lang="en-US"/>
              <a:t>Modular-Testing framework</a:t>
            </a:r>
          </a:p>
        </p:txBody>
      </p:sp>
      <p:sp>
        <p:nvSpPr>
          <p:cNvPr id="4" name="Footer Placeholder 3">
            <a:extLst>
              <a:ext uri="{FF2B5EF4-FFF2-40B4-BE49-F238E27FC236}">
                <a16:creationId xmlns:a16="http://schemas.microsoft.com/office/drawing/2014/main" id="{2C310AE5-275C-5C75-02EB-2659AE6D163E}"/>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42CE61BC-0A17-A91A-BF99-99E1AE015103}"/>
              </a:ext>
            </a:extLst>
          </p:cNvPr>
          <p:cNvSpPr>
            <a:spLocks noGrp="1"/>
          </p:cNvSpPr>
          <p:nvPr>
            <p:ph type="sldNum" sz="quarter" idx="12"/>
          </p:nvPr>
        </p:nvSpPr>
        <p:spPr/>
        <p:txBody>
          <a:bodyPr/>
          <a:lstStyle/>
          <a:p>
            <a:fld id="{38826FC0-333C-E549-9FA3-0EE43DF298A3}" type="slidenum">
              <a:rPr lang="en-US" smtClean="0"/>
              <a:pPr/>
              <a:t>7</a:t>
            </a:fld>
            <a:endParaRPr lang="en-US"/>
          </a:p>
        </p:txBody>
      </p:sp>
      <p:sp>
        <p:nvSpPr>
          <p:cNvPr id="8" name="TextBox 7">
            <a:extLst>
              <a:ext uri="{FF2B5EF4-FFF2-40B4-BE49-F238E27FC236}">
                <a16:creationId xmlns:a16="http://schemas.microsoft.com/office/drawing/2014/main" id="{E274DA5A-E954-827B-502B-B7A599BB2AF1}"/>
              </a:ext>
            </a:extLst>
          </p:cNvPr>
          <p:cNvSpPr txBox="1"/>
          <p:nvPr/>
        </p:nvSpPr>
        <p:spPr>
          <a:xfrm>
            <a:off x="640080" y="1583485"/>
            <a:ext cx="8048896" cy="1708353"/>
          </a:xfrm>
          <a:prstGeom prst="rect">
            <a:avLst/>
          </a:prstGeom>
          <a:noFill/>
        </p:spPr>
        <p:txBody>
          <a:bodyPr wrap="square">
            <a:spAutoFit/>
          </a:bodyPr>
          <a:lstStyle/>
          <a:p>
            <a:pPr marL="0" indent="0">
              <a:lnSpc>
                <a:spcPct val="150000"/>
              </a:lnSpc>
              <a:buNone/>
            </a:pPr>
            <a:r>
              <a:rPr lang="en-US">
                <a:latin typeface="Comic Sans MS" panose="030F0702030302020204" pitchFamily="66" charset="0"/>
              </a:rPr>
              <a:t>This framework divides the application under test into smaller, independent modules. Testers create individual test scripts for each module, and a master script can then call these modules to build larger test cases. </a:t>
            </a:r>
          </a:p>
        </p:txBody>
      </p:sp>
      <p:pic>
        <p:nvPicPr>
          <p:cNvPr id="6" name="Picture 5">
            <a:extLst>
              <a:ext uri="{FF2B5EF4-FFF2-40B4-BE49-F238E27FC236}">
                <a16:creationId xmlns:a16="http://schemas.microsoft.com/office/drawing/2014/main" id="{8AA732EB-9140-E977-69F9-96E9B6463F24}"/>
              </a:ext>
            </a:extLst>
          </p:cNvPr>
          <p:cNvPicPr>
            <a:picLocks noChangeAspect="1"/>
          </p:cNvPicPr>
          <p:nvPr/>
        </p:nvPicPr>
        <p:blipFill>
          <a:blip r:embed="rId2"/>
          <a:stretch>
            <a:fillRect/>
          </a:stretch>
        </p:blipFill>
        <p:spPr>
          <a:xfrm>
            <a:off x="8330913" y="1680753"/>
            <a:ext cx="3040303" cy="1611085"/>
          </a:xfrm>
          <a:prstGeom prst="rect">
            <a:avLst/>
          </a:prstGeom>
          <a:ln>
            <a:noFill/>
          </a:ln>
        </p:spPr>
      </p:pic>
      <p:sp>
        <p:nvSpPr>
          <p:cNvPr id="9" name="TextBox 8">
            <a:extLst>
              <a:ext uri="{FF2B5EF4-FFF2-40B4-BE49-F238E27FC236}">
                <a16:creationId xmlns:a16="http://schemas.microsoft.com/office/drawing/2014/main" id="{2B981337-0478-E6DE-F8F9-63E4AAC29BC4}"/>
              </a:ext>
            </a:extLst>
          </p:cNvPr>
          <p:cNvSpPr txBox="1"/>
          <p:nvPr/>
        </p:nvSpPr>
        <p:spPr>
          <a:xfrm>
            <a:off x="3236904" y="3394655"/>
            <a:ext cx="6614160" cy="3006144"/>
          </a:xfrm>
          <a:prstGeom prst="rect">
            <a:avLst/>
          </a:prstGeom>
          <a:noFill/>
        </p:spPr>
        <p:txBody>
          <a:bodyPr wrap="square">
            <a:spAutoFit/>
          </a:bodyPr>
          <a:lstStyle/>
          <a:p>
            <a:pPr marL="0" indent="0">
              <a:lnSpc>
                <a:spcPct val="150000"/>
              </a:lnSpc>
              <a:buNone/>
            </a:pPr>
            <a:r>
              <a:rPr lang="en-US" sz="1600">
                <a:latin typeface="Comic Sans MS" panose="030F0702030302020204" pitchFamily="66" charset="0"/>
              </a:rPr>
              <a:t>Example:</a:t>
            </a:r>
          </a:p>
          <a:p>
            <a:pPr marL="0" indent="0">
              <a:lnSpc>
                <a:spcPct val="150000"/>
              </a:lnSpc>
              <a:buNone/>
            </a:pPr>
            <a:r>
              <a:rPr lang="en-US" sz="1600">
                <a:latin typeface="Comic Sans MS" panose="030F0702030302020204" pitchFamily="66" charset="0"/>
              </a:rPr>
              <a:t>For an e-commerce site, the application can be broken down into modules like Login, Search, and Checkout.</a:t>
            </a:r>
          </a:p>
          <a:p>
            <a:pPr marL="0" indent="0">
              <a:lnSpc>
                <a:spcPct val="150000"/>
              </a:lnSpc>
              <a:buNone/>
            </a:pPr>
            <a:r>
              <a:rPr lang="en-US" sz="1600">
                <a:latin typeface="Comic Sans MS" panose="030F0702030302020204" pitchFamily="66" charset="0"/>
              </a:rPr>
              <a:t>A Login module script contains steps to log in.</a:t>
            </a:r>
          </a:p>
          <a:p>
            <a:pPr marL="0" indent="0">
              <a:lnSpc>
                <a:spcPct val="150000"/>
              </a:lnSpc>
              <a:buNone/>
            </a:pPr>
            <a:r>
              <a:rPr lang="en-US" sz="1600">
                <a:latin typeface="Comic Sans MS" panose="030F0702030302020204" pitchFamily="66" charset="0"/>
              </a:rPr>
              <a:t>A Search module script contains steps to search for a product.</a:t>
            </a:r>
          </a:p>
          <a:p>
            <a:pPr marL="0" indent="0">
              <a:lnSpc>
                <a:spcPct val="150000"/>
              </a:lnSpc>
              <a:buNone/>
            </a:pPr>
            <a:r>
              <a:rPr lang="en-US" sz="1600">
                <a:latin typeface="Comic Sans MS" panose="030F0702030302020204" pitchFamily="66" charset="0"/>
              </a:rPr>
              <a:t>A Checkout module script contains steps to complete a purchase.</a:t>
            </a:r>
          </a:p>
          <a:p>
            <a:pPr marL="0" indent="0">
              <a:lnSpc>
                <a:spcPct val="150000"/>
              </a:lnSpc>
              <a:buNone/>
            </a:pPr>
            <a:r>
              <a:rPr lang="en-US" sz="1600">
                <a:latin typeface="Comic Sans MS" panose="030F0702030302020204" pitchFamily="66" charset="0"/>
              </a:rPr>
              <a:t>A test case for "purchasing a product" would call the Login, Search, and Checkout modules in sequence.</a:t>
            </a:r>
          </a:p>
        </p:txBody>
      </p:sp>
      <p:sp>
        <p:nvSpPr>
          <p:cNvPr id="11" name="TextBox 10">
            <a:extLst>
              <a:ext uri="{FF2B5EF4-FFF2-40B4-BE49-F238E27FC236}">
                <a16:creationId xmlns:a16="http://schemas.microsoft.com/office/drawing/2014/main" id="{1596D246-8A2F-487B-9D90-7F85B3E817BF}"/>
              </a:ext>
            </a:extLst>
          </p:cNvPr>
          <p:cNvSpPr txBox="1"/>
          <p:nvPr/>
        </p:nvSpPr>
        <p:spPr>
          <a:xfrm>
            <a:off x="640080" y="1018810"/>
            <a:ext cx="6096000" cy="461858"/>
          </a:xfrm>
          <a:prstGeom prst="rect">
            <a:avLst/>
          </a:prstGeom>
          <a:noFill/>
        </p:spPr>
        <p:txBody>
          <a:bodyPr wrap="square">
            <a:spAutoFit/>
          </a:bodyPr>
          <a:lstStyle/>
          <a:p>
            <a:pPr marL="0" indent="0">
              <a:lnSpc>
                <a:spcPct val="150000"/>
              </a:lnSpc>
              <a:buNone/>
            </a:pPr>
            <a:r>
              <a:rPr lang="en-US" b="1">
                <a:latin typeface="Comic Sans MS" panose="030F0702030302020204" pitchFamily="66" charset="0"/>
              </a:rPr>
              <a:t>Modular-Testing framework</a:t>
            </a:r>
          </a:p>
        </p:txBody>
      </p:sp>
    </p:spTree>
    <p:extLst>
      <p:ext uri="{BB962C8B-B14F-4D97-AF65-F5344CB8AC3E}">
        <p14:creationId xmlns:p14="http://schemas.microsoft.com/office/powerpoint/2010/main" val="3024006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26AF6-909C-3236-2CC0-0B3956485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A0CDE2-C467-2A36-F109-CBCE476411C6}"/>
              </a:ext>
            </a:extLst>
          </p:cNvPr>
          <p:cNvSpPr>
            <a:spLocks noGrp="1"/>
          </p:cNvSpPr>
          <p:nvPr>
            <p:ph type="title"/>
          </p:nvPr>
        </p:nvSpPr>
        <p:spPr>
          <a:xfrm>
            <a:off x="457200" y="457200"/>
            <a:ext cx="11277600" cy="492764"/>
          </a:xfrm>
        </p:spPr>
        <p:txBody>
          <a:bodyPr/>
          <a:lstStyle/>
          <a:p>
            <a:pPr>
              <a:lnSpc>
                <a:spcPct val="150000"/>
              </a:lnSpc>
            </a:pPr>
            <a:r>
              <a:rPr lang="en-US"/>
              <a:t>Modular-Testing framework</a:t>
            </a:r>
          </a:p>
        </p:txBody>
      </p:sp>
      <p:sp>
        <p:nvSpPr>
          <p:cNvPr id="4" name="Footer Placeholder 3">
            <a:extLst>
              <a:ext uri="{FF2B5EF4-FFF2-40B4-BE49-F238E27FC236}">
                <a16:creationId xmlns:a16="http://schemas.microsoft.com/office/drawing/2014/main" id="{DD9B40BD-357C-B475-DC52-4D9FD04C7A0A}"/>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5F24974F-EFA1-2B01-7A6B-24E51A61FB4E}"/>
              </a:ext>
            </a:extLst>
          </p:cNvPr>
          <p:cNvSpPr>
            <a:spLocks noGrp="1"/>
          </p:cNvSpPr>
          <p:nvPr>
            <p:ph type="sldNum" sz="quarter" idx="12"/>
          </p:nvPr>
        </p:nvSpPr>
        <p:spPr/>
        <p:txBody>
          <a:bodyPr/>
          <a:lstStyle/>
          <a:p>
            <a:fld id="{38826FC0-333C-E549-9FA3-0EE43DF298A3}" type="slidenum">
              <a:rPr lang="en-US" smtClean="0"/>
              <a:pPr/>
              <a:t>8</a:t>
            </a:fld>
            <a:endParaRPr lang="en-US"/>
          </a:p>
        </p:txBody>
      </p:sp>
      <p:sp>
        <p:nvSpPr>
          <p:cNvPr id="7" name="Content Placeholder 3">
            <a:extLst>
              <a:ext uri="{FF2B5EF4-FFF2-40B4-BE49-F238E27FC236}">
                <a16:creationId xmlns:a16="http://schemas.microsoft.com/office/drawing/2014/main" id="{B44D8A16-C54B-C3B5-A8E1-293879C3D7B2}"/>
              </a:ext>
            </a:extLst>
          </p:cNvPr>
          <p:cNvSpPr txBox="1">
            <a:spLocks/>
          </p:cNvSpPr>
          <p:nvPr/>
        </p:nvSpPr>
        <p:spPr>
          <a:xfrm>
            <a:off x="729933" y="1325787"/>
            <a:ext cx="5183187" cy="4861606"/>
          </a:xfrm>
          <a:prstGeom prst="rect">
            <a:avLst/>
          </a:prstGeom>
        </p:spPr>
        <p:txBody>
          <a:bodyPr>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1800" b="1">
                <a:latin typeface="Comic Sans MS" panose="030F0702030302020204" pitchFamily="66" charset="0"/>
              </a:rPr>
              <a:t>Pros</a:t>
            </a:r>
            <a:r>
              <a:rPr lang="en-US" sz="1800">
                <a:latin typeface="Comic Sans MS" panose="030F0702030302020204" pitchFamily="66" charset="0"/>
              </a:rPr>
              <a:t>:</a:t>
            </a:r>
          </a:p>
          <a:p>
            <a:pPr>
              <a:lnSpc>
                <a:spcPct val="150000"/>
              </a:lnSpc>
            </a:pPr>
            <a:r>
              <a:rPr lang="en-US" sz="1800">
                <a:latin typeface="Comic Sans MS" panose="030F0702030302020204" pitchFamily="66" charset="0"/>
              </a:rPr>
              <a:t>It ensures the division of scripts that leads to easier maintenance and scalability.</a:t>
            </a:r>
          </a:p>
          <a:p>
            <a:pPr>
              <a:lnSpc>
                <a:spcPct val="150000"/>
              </a:lnSpc>
            </a:pPr>
            <a:r>
              <a:rPr lang="en-US" sz="1800">
                <a:latin typeface="Comic Sans MS" panose="030F0702030302020204" pitchFamily="66" charset="0"/>
              </a:rPr>
              <a:t>Reusable.</a:t>
            </a:r>
          </a:p>
          <a:p>
            <a:pPr>
              <a:lnSpc>
                <a:spcPct val="150000"/>
              </a:lnSpc>
            </a:pPr>
            <a:r>
              <a:rPr lang="en-US" sz="1800">
                <a:latin typeface="Comic Sans MS" panose="030F0702030302020204" pitchFamily="66" charset="0"/>
              </a:rPr>
              <a:t>Separate test scripts can be written.</a:t>
            </a:r>
          </a:p>
          <a:p>
            <a:pPr>
              <a:lnSpc>
                <a:spcPct val="150000"/>
              </a:lnSpc>
            </a:pPr>
            <a:r>
              <a:rPr lang="en-US" sz="1800">
                <a:latin typeface="Comic Sans MS" panose="030F0702030302020204" pitchFamily="66" charset="0"/>
              </a:rPr>
              <a:t>Changes made to one module have little or no impact on the other modules.</a:t>
            </a:r>
          </a:p>
          <a:p>
            <a:pPr>
              <a:lnSpc>
                <a:spcPct val="150000"/>
              </a:lnSpc>
            </a:pPr>
            <a:endParaRPr lang="en-US" sz="1800">
              <a:latin typeface="Comic Sans MS" panose="030F0702030302020204" pitchFamily="66" charset="0"/>
            </a:endParaRPr>
          </a:p>
          <a:p>
            <a:pPr>
              <a:lnSpc>
                <a:spcPct val="150000"/>
              </a:lnSpc>
            </a:pPr>
            <a:endParaRPr lang="en-IN" sz="1800">
              <a:latin typeface="Comic Sans MS" panose="030F0702030302020204" pitchFamily="66" charset="0"/>
            </a:endParaRPr>
          </a:p>
        </p:txBody>
      </p:sp>
      <p:sp>
        <p:nvSpPr>
          <p:cNvPr id="9" name="TextBox 8">
            <a:extLst>
              <a:ext uri="{FF2B5EF4-FFF2-40B4-BE49-F238E27FC236}">
                <a16:creationId xmlns:a16="http://schemas.microsoft.com/office/drawing/2014/main" id="{C1BCBC89-B615-0A51-DA19-E36E081A6BDC}"/>
              </a:ext>
            </a:extLst>
          </p:cNvPr>
          <p:cNvSpPr txBox="1"/>
          <p:nvPr/>
        </p:nvSpPr>
        <p:spPr>
          <a:xfrm>
            <a:off x="6096000" y="1224187"/>
            <a:ext cx="5860733" cy="4616841"/>
          </a:xfrm>
          <a:prstGeom prst="rect">
            <a:avLst/>
          </a:prstGeom>
          <a:noFill/>
        </p:spPr>
        <p:txBody>
          <a:bodyPr wrap="square">
            <a:spAutoFit/>
          </a:bodyPr>
          <a:lstStyle/>
          <a:p>
            <a:pPr marL="0" indent="0">
              <a:lnSpc>
                <a:spcPct val="150000"/>
              </a:lnSpc>
              <a:buNone/>
            </a:pPr>
            <a:r>
              <a:rPr lang="en-US" sz="1800" b="1">
                <a:latin typeface="Comic Sans MS" panose="030F0702030302020204" pitchFamily="66" charset="0"/>
              </a:rPr>
              <a:t>Cons:</a:t>
            </a:r>
          </a:p>
          <a:p>
            <a:pPr marL="285750" indent="-285750">
              <a:lnSpc>
                <a:spcPct val="150000"/>
              </a:lnSpc>
              <a:buFont typeface="Arial" panose="020B0604020202020204" pitchFamily="34" charset="0"/>
              <a:buChar char="•"/>
            </a:pPr>
            <a:r>
              <a:rPr lang="en-US" sz="1800">
                <a:latin typeface="Comic Sans MS" panose="030F0702030302020204" pitchFamily="66" charset="0"/>
              </a:rPr>
              <a:t>Requires technical knowledge to set up the framework.</a:t>
            </a:r>
          </a:p>
          <a:p>
            <a:pPr marL="285750" indent="-285750">
              <a:lnSpc>
                <a:spcPct val="150000"/>
              </a:lnSpc>
              <a:buFont typeface="Arial" panose="020B0604020202020204" pitchFamily="34" charset="0"/>
              <a:buChar char="•"/>
            </a:pPr>
            <a:r>
              <a:rPr lang="en-US" sz="1800">
                <a:latin typeface="Comic Sans MS" panose="030F0702030302020204" pitchFamily="66" charset="0"/>
              </a:rPr>
              <a:t>It takes more time to analyze and identify reusable flows.</a:t>
            </a:r>
          </a:p>
          <a:p>
            <a:pPr marL="285750" indent="-285750">
              <a:lnSpc>
                <a:spcPct val="150000"/>
              </a:lnSpc>
              <a:buFont typeface="Arial" panose="020B0604020202020204" pitchFamily="34" charset="0"/>
              <a:buChar char="•"/>
            </a:pPr>
            <a:r>
              <a:rPr lang="en-US" sz="1800">
                <a:latin typeface="Comic Sans MS" panose="030F0702030302020204" pitchFamily="66" charset="0"/>
              </a:rPr>
              <a:t>When updating the code or script, the fact that the test script has embedded test data can be a problem.</a:t>
            </a:r>
          </a:p>
          <a:p>
            <a:pPr marL="285750" indent="-285750">
              <a:lnSpc>
                <a:spcPct val="150000"/>
              </a:lnSpc>
              <a:buFont typeface="Arial" panose="020B0604020202020204" pitchFamily="34" charset="0"/>
              <a:buChar char="•"/>
            </a:pPr>
            <a:r>
              <a:rPr lang="en-US" sz="1800">
                <a:latin typeface="Comic Sans MS" panose="030F0702030302020204" pitchFamily="66" charset="0"/>
              </a:rPr>
              <a:t>Since data is still hard coded in the script, the same test case cannot be run for multiple data values without changing data after each run.</a:t>
            </a:r>
            <a:endParaRPr lang="en-US" sz="1800" b="1">
              <a:latin typeface="Comic Sans MS" panose="030F0702030302020204" pitchFamily="66" charset="0"/>
            </a:endParaRPr>
          </a:p>
        </p:txBody>
      </p:sp>
    </p:spTree>
    <p:extLst>
      <p:ext uri="{BB962C8B-B14F-4D97-AF65-F5344CB8AC3E}">
        <p14:creationId xmlns:p14="http://schemas.microsoft.com/office/powerpoint/2010/main" val="3921514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51442-5E6B-B683-BA8A-622A29FECF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DB504-A9BB-3FE1-2970-A2F1AC73EDE9}"/>
              </a:ext>
            </a:extLst>
          </p:cNvPr>
          <p:cNvSpPr>
            <a:spLocks noGrp="1"/>
          </p:cNvSpPr>
          <p:nvPr>
            <p:ph type="title"/>
          </p:nvPr>
        </p:nvSpPr>
        <p:spPr>
          <a:xfrm>
            <a:off x="457200" y="457200"/>
            <a:ext cx="11277600" cy="332399"/>
          </a:xfrm>
        </p:spPr>
        <p:txBody>
          <a:bodyPr/>
          <a:lstStyle/>
          <a:p>
            <a:r>
              <a:rPr lang="en-US"/>
              <a:t>Keyword-driven framework</a:t>
            </a:r>
          </a:p>
        </p:txBody>
      </p:sp>
      <p:sp>
        <p:nvSpPr>
          <p:cNvPr id="4" name="Footer Placeholder 3">
            <a:extLst>
              <a:ext uri="{FF2B5EF4-FFF2-40B4-BE49-F238E27FC236}">
                <a16:creationId xmlns:a16="http://schemas.microsoft.com/office/drawing/2014/main" id="{DD3005A5-A18B-AF7B-853D-58A2FFE4B6C0}"/>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38434715-856E-9821-A49B-C139352206C7}"/>
              </a:ext>
            </a:extLst>
          </p:cNvPr>
          <p:cNvSpPr>
            <a:spLocks noGrp="1"/>
          </p:cNvSpPr>
          <p:nvPr>
            <p:ph type="sldNum" sz="quarter" idx="12"/>
          </p:nvPr>
        </p:nvSpPr>
        <p:spPr/>
        <p:txBody>
          <a:bodyPr/>
          <a:lstStyle/>
          <a:p>
            <a:fld id="{38826FC0-333C-E549-9FA3-0EE43DF298A3}" type="slidenum">
              <a:rPr lang="en-US" smtClean="0"/>
              <a:pPr/>
              <a:t>9</a:t>
            </a:fld>
            <a:endParaRPr lang="en-US"/>
          </a:p>
        </p:txBody>
      </p:sp>
      <p:sp>
        <p:nvSpPr>
          <p:cNvPr id="12" name="TextBox 11">
            <a:extLst>
              <a:ext uri="{FF2B5EF4-FFF2-40B4-BE49-F238E27FC236}">
                <a16:creationId xmlns:a16="http://schemas.microsoft.com/office/drawing/2014/main" id="{267C1CFB-90BF-FC44-5E4A-360C819CC30C}"/>
              </a:ext>
            </a:extLst>
          </p:cNvPr>
          <p:cNvSpPr txBox="1"/>
          <p:nvPr/>
        </p:nvSpPr>
        <p:spPr>
          <a:xfrm>
            <a:off x="640080" y="1041464"/>
            <a:ext cx="4958080" cy="3785845"/>
          </a:xfrm>
          <a:prstGeom prst="rect">
            <a:avLst/>
          </a:prstGeom>
          <a:noFill/>
        </p:spPr>
        <p:txBody>
          <a:bodyPr wrap="square">
            <a:spAutoFit/>
          </a:bodyPr>
          <a:lstStyle/>
          <a:p>
            <a:pPr>
              <a:lnSpc>
                <a:spcPct val="150000"/>
              </a:lnSpc>
            </a:pPr>
            <a:r>
              <a:rPr lang="en-IN" b="1">
                <a:latin typeface="Comic Sans MS" panose="030F0702030302020204" pitchFamily="66" charset="0"/>
              </a:rPr>
              <a:t>Keyword-driven framework</a:t>
            </a:r>
          </a:p>
          <a:p>
            <a:pPr>
              <a:lnSpc>
                <a:spcPct val="150000"/>
              </a:lnSpc>
            </a:pPr>
            <a:r>
              <a:rPr lang="en-IN">
                <a:latin typeface="Comic Sans MS" panose="030F0702030302020204" pitchFamily="66" charset="0"/>
              </a:rPr>
              <a:t>This framework uses keywords to represent actions (e.g., click, type, verify) and stores them in external data tables. A driver script interprets these keywords and executes the corresponding code. </a:t>
            </a:r>
          </a:p>
          <a:p>
            <a:pPr>
              <a:lnSpc>
                <a:spcPct val="150000"/>
              </a:lnSpc>
            </a:pPr>
            <a:endParaRPr lang="en-IN">
              <a:latin typeface="Comic Sans MS" panose="030F0702030302020204" pitchFamily="66" charset="0"/>
            </a:endParaRPr>
          </a:p>
          <a:p>
            <a:pPr>
              <a:lnSpc>
                <a:spcPct val="150000"/>
              </a:lnSpc>
            </a:pPr>
            <a:endParaRPr lang="en-IN">
              <a:latin typeface="Comic Sans MS" panose="030F0702030302020204" pitchFamily="66" charset="0"/>
            </a:endParaRPr>
          </a:p>
          <a:p>
            <a:pPr>
              <a:lnSpc>
                <a:spcPct val="150000"/>
              </a:lnSpc>
            </a:pPr>
            <a:endParaRPr lang="en-IN">
              <a:latin typeface="Comic Sans MS" panose="030F0702030302020204" pitchFamily="66" charset="0"/>
            </a:endParaRPr>
          </a:p>
        </p:txBody>
      </p:sp>
      <p:pic>
        <p:nvPicPr>
          <p:cNvPr id="6" name="Picture 5">
            <a:extLst>
              <a:ext uri="{FF2B5EF4-FFF2-40B4-BE49-F238E27FC236}">
                <a16:creationId xmlns:a16="http://schemas.microsoft.com/office/drawing/2014/main" id="{DD554883-E58E-1DB4-C69B-C3B0B9CC6ED3}"/>
              </a:ext>
            </a:extLst>
          </p:cNvPr>
          <p:cNvPicPr>
            <a:picLocks noChangeAspect="1"/>
          </p:cNvPicPr>
          <p:nvPr/>
        </p:nvPicPr>
        <p:blipFill>
          <a:blip r:embed="rId2"/>
          <a:stretch>
            <a:fillRect/>
          </a:stretch>
        </p:blipFill>
        <p:spPr>
          <a:xfrm>
            <a:off x="5984241" y="1528451"/>
            <a:ext cx="6014720" cy="3455792"/>
          </a:xfrm>
          <a:prstGeom prst="rect">
            <a:avLst/>
          </a:prstGeom>
          <a:ln>
            <a:noFill/>
          </a:ln>
        </p:spPr>
      </p:pic>
      <p:sp>
        <p:nvSpPr>
          <p:cNvPr id="8" name="TextBox 7">
            <a:extLst>
              <a:ext uri="{FF2B5EF4-FFF2-40B4-BE49-F238E27FC236}">
                <a16:creationId xmlns:a16="http://schemas.microsoft.com/office/drawing/2014/main" id="{AC8BC59D-D9A4-8DBD-50A9-5CF91672267D}"/>
              </a:ext>
            </a:extLst>
          </p:cNvPr>
          <p:cNvSpPr txBox="1"/>
          <p:nvPr/>
        </p:nvSpPr>
        <p:spPr>
          <a:xfrm>
            <a:off x="640080" y="3925012"/>
            <a:ext cx="5262880" cy="2062103"/>
          </a:xfrm>
          <a:prstGeom prst="rect">
            <a:avLst/>
          </a:prstGeom>
          <a:noFill/>
        </p:spPr>
        <p:txBody>
          <a:bodyPr wrap="square">
            <a:spAutoFit/>
          </a:bodyPr>
          <a:lstStyle/>
          <a:p>
            <a:r>
              <a:rPr lang="en-IN" sz="1600">
                <a:latin typeface="Comic Sans MS" panose="030F0702030302020204" pitchFamily="66" charset="0"/>
              </a:rPr>
              <a:t>Example:</a:t>
            </a:r>
          </a:p>
          <a:p>
            <a:r>
              <a:rPr lang="en-IN" sz="1600">
                <a:latin typeface="Comic Sans MS" panose="030F0702030302020204" pitchFamily="66" charset="0"/>
              </a:rPr>
              <a:t>A test case for a login page might be stored in a spreadsheet like this: </a:t>
            </a:r>
          </a:p>
          <a:p>
            <a:r>
              <a:rPr lang="en-IN" sz="1600">
                <a:latin typeface="Comic Sans MS" panose="030F0702030302020204" pitchFamily="66" charset="0"/>
              </a:rPr>
              <a:t>Action 		Object		Data</a:t>
            </a:r>
          </a:p>
          <a:p>
            <a:r>
              <a:rPr lang="en-IN" sz="1600" err="1">
                <a:latin typeface="Comic Sans MS" panose="030F0702030302020204" pitchFamily="66" charset="0"/>
              </a:rPr>
              <a:t>OpenBrowser</a:t>
            </a:r>
            <a:r>
              <a:rPr lang="en-IN" sz="1600">
                <a:latin typeface="Comic Sans MS" panose="030F0702030302020204" pitchFamily="66" charset="0"/>
              </a:rPr>
              <a:t>	Chrome</a:t>
            </a:r>
          </a:p>
          <a:p>
            <a:r>
              <a:rPr lang="en-IN" sz="1600" err="1">
                <a:latin typeface="Comic Sans MS" panose="030F0702030302020204" pitchFamily="66" charset="0"/>
              </a:rPr>
              <a:t>EnterText</a:t>
            </a:r>
            <a:r>
              <a:rPr lang="en-IN" sz="1600">
                <a:latin typeface="Comic Sans MS" panose="030F0702030302020204" pitchFamily="66" charset="0"/>
              </a:rPr>
              <a:t>	</a:t>
            </a:r>
            <a:r>
              <a:rPr lang="en-IN" sz="1600" err="1">
                <a:latin typeface="Comic Sans MS" panose="030F0702030302020204" pitchFamily="66" charset="0"/>
              </a:rPr>
              <a:t>usernameField</a:t>
            </a:r>
            <a:r>
              <a:rPr lang="en-IN" sz="1600">
                <a:latin typeface="Comic Sans MS" panose="030F0702030302020204" pitchFamily="66" charset="0"/>
              </a:rPr>
              <a:t>	</a:t>
            </a:r>
            <a:r>
              <a:rPr lang="en-IN" sz="1600" err="1">
                <a:latin typeface="Comic Sans MS" panose="030F0702030302020204" pitchFamily="66" charset="0"/>
              </a:rPr>
              <a:t>testuser</a:t>
            </a:r>
            <a:endParaRPr lang="en-IN" sz="1600">
              <a:latin typeface="Comic Sans MS" panose="030F0702030302020204" pitchFamily="66" charset="0"/>
            </a:endParaRPr>
          </a:p>
          <a:p>
            <a:r>
              <a:rPr lang="en-IN" sz="1600" err="1">
                <a:latin typeface="Comic Sans MS" panose="030F0702030302020204" pitchFamily="66" charset="0"/>
              </a:rPr>
              <a:t>EnterText</a:t>
            </a:r>
            <a:r>
              <a:rPr lang="en-IN" sz="1600">
                <a:latin typeface="Comic Sans MS" panose="030F0702030302020204" pitchFamily="66" charset="0"/>
              </a:rPr>
              <a:t>	</a:t>
            </a:r>
            <a:r>
              <a:rPr lang="en-IN" sz="1600" err="1">
                <a:latin typeface="Comic Sans MS" panose="030F0702030302020204" pitchFamily="66" charset="0"/>
              </a:rPr>
              <a:t>passwordField</a:t>
            </a:r>
            <a:r>
              <a:rPr lang="en-IN" sz="1600">
                <a:latin typeface="Comic Sans MS" panose="030F0702030302020204" pitchFamily="66" charset="0"/>
              </a:rPr>
              <a:t>	pass123</a:t>
            </a:r>
          </a:p>
          <a:p>
            <a:r>
              <a:rPr lang="en-IN" sz="1600" err="1">
                <a:latin typeface="Comic Sans MS" panose="030F0702030302020204" pitchFamily="66" charset="0"/>
              </a:rPr>
              <a:t>ClickButton</a:t>
            </a:r>
            <a:r>
              <a:rPr lang="en-IN" sz="1600">
                <a:latin typeface="Comic Sans MS" panose="030F0702030302020204" pitchFamily="66" charset="0"/>
              </a:rPr>
              <a:t>	</a:t>
            </a:r>
            <a:r>
              <a:rPr lang="en-IN" sz="1600" err="1">
                <a:latin typeface="Comic Sans MS" panose="030F0702030302020204" pitchFamily="66" charset="0"/>
              </a:rPr>
              <a:t>loginButton</a:t>
            </a:r>
            <a:r>
              <a:rPr lang="en-IN" sz="1600">
                <a:latin typeface="Comic Sans MS" panose="030F0702030302020204" pitchFamily="66" charset="0"/>
              </a:rPr>
              <a:t>	</a:t>
            </a:r>
          </a:p>
        </p:txBody>
      </p:sp>
    </p:spTree>
    <p:extLst>
      <p:ext uri="{BB962C8B-B14F-4D97-AF65-F5344CB8AC3E}">
        <p14:creationId xmlns:p14="http://schemas.microsoft.com/office/powerpoint/2010/main" val="485292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46683-83CA-B4FA-3CF8-4796BEB56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4CD85-629D-DE89-36A9-33D6083B4FA2}"/>
              </a:ext>
            </a:extLst>
          </p:cNvPr>
          <p:cNvSpPr>
            <a:spLocks noGrp="1"/>
          </p:cNvSpPr>
          <p:nvPr>
            <p:ph type="title"/>
          </p:nvPr>
        </p:nvSpPr>
        <p:spPr>
          <a:xfrm>
            <a:off x="457200" y="457200"/>
            <a:ext cx="11277600" cy="332399"/>
          </a:xfrm>
        </p:spPr>
        <p:txBody>
          <a:bodyPr/>
          <a:lstStyle/>
          <a:p>
            <a:r>
              <a:rPr lang="en-US"/>
              <a:t>Keyword-driven framework</a:t>
            </a:r>
          </a:p>
        </p:txBody>
      </p:sp>
      <p:sp>
        <p:nvSpPr>
          <p:cNvPr id="4" name="Footer Placeholder 3">
            <a:extLst>
              <a:ext uri="{FF2B5EF4-FFF2-40B4-BE49-F238E27FC236}">
                <a16:creationId xmlns:a16="http://schemas.microsoft.com/office/drawing/2014/main" id="{E788DCF4-B9E4-EEFD-9E75-F2568648391E}"/>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723BC7A7-68DC-D1DE-BA6E-8FFA954DD4DD}"/>
              </a:ext>
            </a:extLst>
          </p:cNvPr>
          <p:cNvSpPr>
            <a:spLocks noGrp="1"/>
          </p:cNvSpPr>
          <p:nvPr>
            <p:ph type="sldNum" sz="quarter" idx="12"/>
          </p:nvPr>
        </p:nvSpPr>
        <p:spPr/>
        <p:txBody>
          <a:bodyPr/>
          <a:lstStyle/>
          <a:p>
            <a:fld id="{38826FC0-333C-E549-9FA3-0EE43DF298A3}" type="slidenum">
              <a:rPr lang="en-US" smtClean="0"/>
              <a:pPr/>
              <a:t>10</a:t>
            </a:fld>
            <a:endParaRPr lang="en-US"/>
          </a:p>
        </p:txBody>
      </p:sp>
      <p:sp>
        <p:nvSpPr>
          <p:cNvPr id="7" name="Content Placeholder 3">
            <a:extLst>
              <a:ext uri="{FF2B5EF4-FFF2-40B4-BE49-F238E27FC236}">
                <a16:creationId xmlns:a16="http://schemas.microsoft.com/office/drawing/2014/main" id="{1C16E17A-AA38-33ED-12FE-69423BA5BED6}"/>
              </a:ext>
            </a:extLst>
          </p:cNvPr>
          <p:cNvSpPr txBox="1">
            <a:spLocks/>
          </p:cNvSpPr>
          <p:nvPr/>
        </p:nvSpPr>
        <p:spPr>
          <a:xfrm>
            <a:off x="629920" y="1191610"/>
            <a:ext cx="5160963" cy="4807177"/>
          </a:xfrm>
          <a:prstGeom prst="rect">
            <a:avLst/>
          </a:prstGeom>
        </p:spPr>
        <p:txBody>
          <a:bodyPr>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1800" b="1">
                <a:latin typeface="Comic Sans MS" panose="030F0702030302020204" pitchFamily="66" charset="0"/>
              </a:rPr>
              <a:t>Pros</a:t>
            </a:r>
            <a:r>
              <a:rPr lang="en-US" sz="1800">
                <a:latin typeface="Comic Sans MS" panose="030F0702030302020204" pitchFamily="66" charset="0"/>
              </a:rPr>
              <a:t>:</a:t>
            </a:r>
          </a:p>
          <a:p>
            <a:pPr>
              <a:lnSpc>
                <a:spcPct val="150000"/>
              </a:lnSpc>
            </a:pPr>
            <a:r>
              <a:rPr lang="en-US" sz="1800">
                <a:latin typeface="Comic Sans MS" panose="030F0702030302020204" pitchFamily="66" charset="0"/>
              </a:rPr>
              <a:t>It is not necessary to be an expert to write test scripts. Once the libraries are ready, it becomes very easy to write the actual test script steps in excel sheets.</a:t>
            </a:r>
          </a:p>
          <a:p>
            <a:pPr>
              <a:lnSpc>
                <a:spcPct val="150000"/>
              </a:lnSpc>
            </a:pPr>
            <a:r>
              <a:rPr lang="en-US" sz="1800">
                <a:latin typeface="Comic Sans MS" panose="030F0702030302020204" pitchFamily="66" charset="0"/>
              </a:rPr>
              <a:t>Keywords are reused across multiple test cases. High reusability can be achieved by re-using across multiple test cases.</a:t>
            </a:r>
          </a:p>
          <a:p>
            <a:pPr>
              <a:lnSpc>
                <a:spcPct val="150000"/>
              </a:lnSpc>
            </a:pPr>
            <a:r>
              <a:rPr lang="en-US" sz="1800">
                <a:latin typeface="Comic Sans MS" panose="030F0702030302020204" pitchFamily="66" charset="0"/>
              </a:rPr>
              <a:t>Offers greater flexibility when it comes to maintenance and fixing of bugs</a:t>
            </a:r>
          </a:p>
        </p:txBody>
      </p:sp>
      <p:sp>
        <p:nvSpPr>
          <p:cNvPr id="8" name="TextBox 7">
            <a:extLst>
              <a:ext uri="{FF2B5EF4-FFF2-40B4-BE49-F238E27FC236}">
                <a16:creationId xmlns:a16="http://schemas.microsoft.com/office/drawing/2014/main" id="{0F421A35-3383-124E-236C-15F2806477AA}"/>
              </a:ext>
            </a:extLst>
          </p:cNvPr>
          <p:cNvSpPr txBox="1"/>
          <p:nvPr/>
        </p:nvSpPr>
        <p:spPr>
          <a:xfrm>
            <a:off x="5973763" y="1191610"/>
            <a:ext cx="6096000" cy="4616841"/>
          </a:xfrm>
          <a:prstGeom prst="rect">
            <a:avLst/>
          </a:prstGeom>
          <a:noFill/>
        </p:spPr>
        <p:txBody>
          <a:bodyPr wrap="square">
            <a:spAutoFit/>
          </a:bodyPr>
          <a:lstStyle/>
          <a:p>
            <a:pPr>
              <a:lnSpc>
                <a:spcPct val="150000"/>
              </a:lnSpc>
            </a:pPr>
            <a:r>
              <a:rPr lang="en-US" b="1">
                <a:latin typeface="Comic Sans MS" panose="030F0702030302020204" pitchFamily="66" charset="0"/>
              </a:rPr>
              <a:t>Cons:</a:t>
            </a:r>
          </a:p>
          <a:p>
            <a:pPr marL="285750" indent="-285750">
              <a:lnSpc>
                <a:spcPct val="150000"/>
              </a:lnSpc>
              <a:buFont typeface="Arial" panose="020B0604020202020204" pitchFamily="34" charset="0"/>
              <a:buChar char="•"/>
            </a:pPr>
            <a:r>
              <a:rPr lang="en-US">
                <a:latin typeface="Comic Sans MS" panose="030F0702030302020204" pitchFamily="66" charset="0"/>
              </a:rPr>
              <a:t>High development time. Takes time to build and stabilize the framework and to create the function libraries.</a:t>
            </a:r>
          </a:p>
          <a:p>
            <a:pPr marL="285750" indent="-285750">
              <a:lnSpc>
                <a:spcPct val="150000"/>
              </a:lnSpc>
              <a:buFont typeface="Arial" panose="020B0604020202020204" pitchFamily="34" charset="0"/>
              <a:buChar char="•"/>
            </a:pPr>
            <a:r>
              <a:rPr lang="en-US">
                <a:latin typeface="Comic Sans MS" panose="030F0702030302020204" pitchFamily="66" charset="0"/>
              </a:rPr>
              <a:t>Due to the flexibility the test cases become longer and more complex.</a:t>
            </a:r>
          </a:p>
          <a:p>
            <a:pPr marL="285750" indent="-285750">
              <a:lnSpc>
                <a:spcPct val="150000"/>
              </a:lnSpc>
              <a:buFont typeface="Arial" panose="020B0604020202020204" pitchFamily="34" charset="0"/>
              <a:buChar char="•"/>
            </a:pPr>
            <a:r>
              <a:rPr lang="en-US">
                <a:latin typeface="Comic Sans MS" panose="030F0702030302020204" pitchFamily="66" charset="0"/>
              </a:rPr>
              <a:t>High automation knowledge required.</a:t>
            </a:r>
          </a:p>
          <a:p>
            <a:pPr marL="285750" indent="-285750">
              <a:lnSpc>
                <a:spcPct val="150000"/>
              </a:lnSpc>
              <a:buFont typeface="Arial" panose="020B0604020202020204" pitchFamily="34" charset="0"/>
              <a:buChar char="•"/>
            </a:pPr>
            <a:r>
              <a:rPr lang="en-US">
                <a:latin typeface="Comic Sans MS" panose="030F0702030302020204" pitchFamily="66" charset="0"/>
              </a:rPr>
              <a:t>The initial cost of setting up the framework is high. The benefits of this can only be realized if the application is considerably big and the test scripts are to be maintained for quite a few years</a:t>
            </a:r>
          </a:p>
        </p:txBody>
      </p:sp>
    </p:spTree>
    <p:extLst>
      <p:ext uri="{BB962C8B-B14F-4D97-AF65-F5344CB8AC3E}">
        <p14:creationId xmlns:p14="http://schemas.microsoft.com/office/powerpoint/2010/main" val="3973060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4EF5A-30C7-1B70-A4A6-1AA3E8441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B4145-CA21-4C72-B51B-BC8CD33469CE}"/>
              </a:ext>
            </a:extLst>
          </p:cNvPr>
          <p:cNvSpPr>
            <a:spLocks noGrp="1"/>
          </p:cNvSpPr>
          <p:nvPr>
            <p:ph type="title"/>
          </p:nvPr>
        </p:nvSpPr>
        <p:spPr>
          <a:xfrm>
            <a:off x="457200" y="457200"/>
            <a:ext cx="11277600" cy="332399"/>
          </a:xfrm>
        </p:spPr>
        <p:txBody>
          <a:bodyPr/>
          <a:lstStyle/>
          <a:p>
            <a:r>
              <a:rPr lang="en-IN" err="1"/>
              <a:t>Behavior</a:t>
            </a:r>
            <a:r>
              <a:rPr lang="en-IN"/>
              <a:t>-driven development (BDD) framework</a:t>
            </a:r>
          </a:p>
        </p:txBody>
      </p:sp>
      <p:sp>
        <p:nvSpPr>
          <p:cNvPr id="4" name="Footer Placeholder 3">
            <a:extLst>
              <a:ext uri="{FF2B5EF4-FFF2-40B4-BE49-F238E27FC236}">
                <a16:creationId xmlns:a16="http://schemas.microsoft.com/office/drawing/2014/main" id="{45248104-F1A1-130B-046B-D2074639E0D6}"/>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981B9552-2AF4-764E-CACE-364E993B42F8}"/>
              </a:ext>
            </a:extLst>
          </p:cNvPr>
          <p:cNvSpPr>
            <a:spLocks noGrp="1"/>
          </p:cNvSpPr>
          <p:nvPr>
            <p:ph type="sldNum" sz="quarter" idx="12"/>
          </p:nvPr>
        </p:nvSpPr>
        <p:spPr/>
        <p:txBody>
          <a:bodyPr/>
          <a:lstStyle/>
          <a:p>
            <a:fld id="{38826FC0-333C-E549-9FA3-0EE43DF298A3}" type="slidenum">
              <a:rPr lang="en-US" smtClean="0"/>
              <a:pPr/>
              <a:t>11</a:t>
            </a:fld>
            <a:endParaRPr lang="en-US"/>
          </a:p>
        </p:txBody>
      </p:sp>
      <p:sp>
        <p:nvSpPr>
          <p:cNvPr id="14" name="TextBox 13">
            <a:extLst>
              <a:ext uri="{FF2B5EF4-FFF2-40B4-BE49-F238E27FC236}">
                <a16:creationId xmlns:a16="http://schemas.microsoft.com/office/drawing/2014/main" id="{726D6B96-1828-EAE5-04FF-AD8B3654EDAD}"/>
              </a:ext>
            </a:extLst>
          </p:cNvPr>
          <p:cNvSpPr txBox="1"/>
          <p:nvPr/>
        </p:nvSpPr>
        <p:spPr>
          <a:xfrm>
            <a:off x="457200" y="994664"/>
            <a:ext cx="11094720" cy="2539350"/>
          </a:xfrm>
          <a:prstGeom prst="rect">
            <a:avLst/>
          </a:prstGeom>
          <a:noFill/>
        </p:spPr>
        <p:txBody>
          <a:bodyPr wrap="square">
            <a:spAutoFit/>
          </a:bodyPr>
          <a:lstStyle/>
          <a:p>
            <a:pPr>
              <a:lnSpc>
                <a:spcPct val="150000"/>
              </a:lnSpc>
            </a:pPr>
            <a:r>
              <a:rPr lang="en-IN" b="1" err="1">
                <a:latin typeface="Comic Sans MS" panose="030F0702030302020204" pitchFamily="66" charset="0"/>
              </a:rPr>
              <a:t>Behavior</a:t>
            </a:r>
            <a:r>
              <a:rPr lang="en-IN" b="1">
                <a:latin typeface="Comic Sans MS" panose="030F0702030302020204" pitchFamily="66" charset="0"/>
              </a:rPr>
              <a:t>-driven development (BDD) framework</a:t>
            </a:r>
          </a:p>
          <a:p>
            <a:pPr>
              <a:lnSpc>
                <a:spcPct val="150000"/>
              </a:lnSpc>
            </a:pPr>
            <a:r>
              <a:rPr lang="en-US">
                <a:latin typeface="Comic Sans MS" panose="030F0702030302020204" pitchFamily="66" charset="0"/>
              </a:rPr>
              <a:t>Uses natural language (Gherkin syntax) to define test scenarios. </a:t>
            </a:r>
            <a:r>
              <a:rPr lang="en-IN">
                <a:latin typeface="Comic Sans MS" panose="030F0702030302020204" pitchFamily="66" charset="0"/>
              </a:rPr>
              <a:t>This framework focuses on the application's </a:t>
            </a:r>
            <a:r>
              <a:rPr lang="en-IN" err="1">
                <a:latin typeface="Comic Sans MS" panose="030F0702030302020204" pitchFamily="66" charset="0"/>
              </a:rPr>
              <a:t>behavior</a:t>
            </a:r>
            <a:r>
              <a:rPr lang="en-IN">
                <a:latin typeface="Comic Sans MS" panose="030F0702030302020204" pitchFamily="66" charset="0"/>
              </a:rPr>
              <a:t> from the end-user's perspective, using a simple, natural language syntax called Gherkin. It promotes collaboration among </a:t>
            </a:r>
            <a:r>
              <a:rPr lang="en-US">
                <a:latin typeface="Comic Sans MS" panose="030F0702030302020204" pitchFamily="66" charset="0"/>
              </a:rPr>
              <a:t>developers, testers, and business stakeholders</a:t>
            </a:r>
            <a:r>
              <a:rPr lang="en-IN">
                <a:latin typeface="Comic Sans MS" panose="030F0702030302020204" pitchFamily="66" charset="0"/>
              </a:rPr>
              <a:t>. </a:t>
            </a:r>
          </a:p>
          <a:p>
            <a:pPr>
              <a:lnSpc>
                <a:spcPct val="150000"/>
              </a:lnSpc>
            </a:pPr>
            <a:endParaRPr lang="en-IN">
              <a:latin typeface="Comic Sans MS" panose="030F0702030302020204" pitchFamily="66" charset="0"/>
            </a:endParaRPr>
          </a:p>
          <a:p>
            <a:pPr>
              <a:lnSpc>
                <a:spcPct val="150000"/>
              </a:lnSpc>
            </a:pPr>
            <a:r>
              <a:rPr lang="en-IN">
                <a:latin typeface="Comic Sans MS" panose="030F0702030302020204" pitchFamily="66" charset="0"/>
              </a:rPr>
              <a:t>	</a:t>
            </a:r>
          </a:p>
        </p:txBody>
      </p:sp>
      <p:sp>
        <p:nvSpPr>
          <p:cNvPr id="6" name="TextBox 5">
            <a:extLst>
              <a:ext uri="{FF2B5EF4-FFF2-40B4-BE49-F238E27FC236}">
                <a16:creationId xmlns:a16="http://schemas.microsoft.com/office/drawing/2014/main" id="{91E5C203-BE9D-28AF-1F40-B0B7FC5B850B}"/>
              </a:ext>
            </a:extLst>
          </p:cNvPr>
          <p:cNvSpPr txBox="1"/>
          <p:nvPr/>
        </p:nvSpPr>
        <p:spPr>
          <a:xfrm>
            <a:off x="640080" y="2852603"/>
            <a:ext cx="10160000" cy="3375476"/>
          </a:xfrm>
          <a:prstGeom prst="rect">
            <a:avLst/>
          </a:prstGeom>
          <a:noFill/>
        </p:spPr>
        <p:txBody>
          <a:bodyPr wrap="square">
            <a:spAutoFit/>
          </a:bodyPr>
          <a:lstStyle/>
          <a:p>
            <a:pPr>
              <a:lnSpc>
                <a:spcPct val="150000"/>
              </a:lnSpc>
            </a:pPr>
            <a:r>
              <a:rPr lang="en-IN" sz="1600">
                <a:latin typeface="Comic Sans MS" panose="030F0702030302020204" pitchFamily="66" charset="0"/>
              </a:rPr>
              <a:t>Example:</a:t>
            </a:r>
          </a:p>
          <a:p>
            <a:pPr>
              <a:lnSpc>
                <a:spcPct val="150000"/>
              </a:lnSpc>
            </a:pPr>
            <a:r>
              <a:rPr lang="en-IN" sz="1600">
                <a:latin typeface="Comic Sans MS" panose="030F0702030302020204" pitchFamily="66" charset="0"/>
              </a:rPr>
              <a:t>Using a tool like Cucumber, a test scenario is written in a .feature file. </a:t>
            </a:r>
          </a:p>
          <a:p>
            <a:pPr>
              <a:lnSpc>
                <a:spcPct val="150000"/>
              </a:lnSpc>
            </a:pPr>
            <a:endParaRPr lang="en-IN" sz="1600">
              <a:latin typeface="Comic Sans MS" panose="030F0702030302020204" pitchFamily="66" charset="0"/>
            </a:endParaRPr>
          </a:p>
          <a:p>
            <a:pPr>
              <a:lnSpc>
                <a:spcPct val="150000"/>
              </a:lnSpc>
            </a:pPr>
            <a:r>
              <a:rPr lang="en-IN" sz="1600">
                <a:latin typeface="Comic Sans MS" panose="030F0702030302020204" pitchFamily="66" charset="0"/>
              </a:rPr>
              <a:t>Feature: Login functionality</a:t>
            </a:r>
          </a:p>
          <a:p>
            <a:pPr>
              <a:lnSpc>
                <a:spcPct val="150000"/>
              </a:lnSpc>
            </a:pPr>
            <a:r>
              <a:rPr lang="en-IN" sz="1600">
                <a:latin typeface="Comic Sans MS" panose="030F0702030302020204" pitchFamily="66" charset="0"/>
              </a:rPr>
              <a:t> </a:t>
            </a:r>
            <a:r>
              <a:rPr lang="en-IN" sz="1600" b="1">
                <a:latin typeface="Comic Sans MS" panose="030F0702030302020204" pitchFamily="66" charset="0"/>
              </a:rPr>
              <a:t>Scenario</a:t>
            </a:r>
            <a:r>
              <a:rPr lang="en-IN" sz="1600">
                <a:latin typeface="Comic Sans MS" panose="030F0702030302020204" pitchFamily="66" charset="0"/>
              </a:rPr>
              <a:t>: Successful login with valid credentials</a:t>
            </a:r>
          </a:p>
          <a:p>
            <a:pPr>
              <a:lnSpc>
                <a:spcPct val="150000"/>
              </a:lnSpc>
            </a:pPr>
            <a:r>
              <a:rPr lang="en-IN" sz="1600">
                <a:latin typeface="Comic Sans MS" panose="030F0702030302020204" pitchFamily="66" charset="0"/>
              </a:rPr>
              <a:t>    </a:t>
            </a:r>
            <a:r>
              <a:rPr lang="en-IN" sz="1600" b="1">
                <a:latin typeface="Comic Sans MS" panose="030F0702030302020204" pitchFamily="66" charset="0"/>
              </a:rPr>
              <a:t>Given</a:t>
            </a:r>
            <a:r>
              <a:rPr lang="en-IN" sz="1600">
                <a:latin typeface="Comic Sans MS" panose="030F0702030302020204" pitchFamily="66" charset="0"/>
              </a:rPr>
              <a:t> the user is on the login page</a:t>
            </a:r>
          </a:p>
          <a:p>
            <a:pPr>
              <a:lnSpc>
                <a:spcPct val="150000"/>
              </a:lnSpc>
            </a:pPr>
            <a:r>
              <a:rPr lang="en-IN" sz="1600">
                <a:latin typeface="Comic Sans MS" panose="030F0702030302020204" pitchFamily="66" charset="0"/>
              </a:rPr>
              <a:t>    </a:t>
            </a:r>
            <a:r>
              <a:rPr lang="en-IN" sz="1600" b="1">
                <a:latin typeface="Comic Sans MS" panose="030F0702030302020204" pitchFamily="66" charset="0"/>
              </a:rPr>
              <a:t>When</a:t>
            </a:r>
            <a:r>
              <a:rPr lang="en-IN" sz="1600">
                <a:latin typeface="Comic Sans MS" panose="030F0702030302020204" pitchFamily="66" charset="0"/>
              </a:rPr>
              <a:t> the user enters a valid username and password</a:t>
            </a:r>
          </a:p>
          <a:p>
            <a:pPr>
              <a:lnSpc>
                <a:spcPct val="150000"/>
              </a:lnSpc>
            </a:pPr>
            <a:r>
              <a:rPr lang="en-IN" sz="1600">
                <a:latin typeface="Comic Sans MS" panose="030F0702030302020204" pitchFamily="66" charset="0"/>
              </a:rPr>
              <a:t>    </a:t>
            </a:r>
            <a:r>
              <a:rPr lang="en-IN" sz="1600" b="1">
                <a:latin typeface="Comic Sans MS" panose="030F0702030302020204" pitchFamily="66" charset="0"/>
              </a:rPr>
              <a:t>And</a:t>
            </a:r>
            <a:r>
              <a:rPr lang="en-IN" sz="1600">
                <a:latin typeface="Comic Sans MS" panose="030F0702030302020204" pitchFamily="66" charset="0"/>
              </a:rPr>
              <a:t> the user clicks the login button</a:t>
            </a:r>
          </a:p>
          <a:p>
            <a:pPr>
              <a:lnSpc>
                <a:spcPct val="150000"/>
              </a:lnSpc>
            </a:pPr>
            <a:r>
              <a:rPr lang="en-IN" sz="1600">
                <a:latin typeface="Comic Sans MS" panose="030F0702030302020204" pitchFamily="66" charset="0"/>
              </a:rPr>
              <a:t>    </a:t>
            </a:r>
            <a:r>
              <a:rPr lang="en-IN" sz="1600" b="1">
                <a:latin typeface="Comic Sans MS" panose="030F0702030302020204" pitchFamily="66" charset="0"/>
              </a:rPr>
              <a:t>Then</a:t>
            </a:r>
            <a:r>
              <a:rPr lang="en-IN" sz="1600">
                <a:latin typeface="Comic Sans MS" panose="030F0702030302020204" pitchFamily="66" charset="0"/>
              </a:rPr>
              <a:t> the user should be redirected to the dashboard</a:t>
            </a:r>
          </a:p>
        </p:txBody>
      </p:sp>
    </p:spTree>
    <p:extLst>
      <p:ext uri="{BB962C8B-B14F-4D97-AF65-F5344CB8AC3E}">
        <p14:creationId xmlns:p14="http://schemas.microsoft.com/office/powerpoint/2010/main" val="1437126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60452-94A7-BB34-C9F8-54C0DBB63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62175-228F-12AD-8871-74122E752037}"/>
              </a:ext>
            </a:extLst>
          </p:cNvPr>
          <p:cNvSpPr>
            <a:spLocks noGrp="1"/>
          </p:cNvSpPr>
          <p:nvPr>
            <p:ph type="title"/>
          </p:nvPr>
        </p:nvSpPr>
        <p:spPr>
          <a:xfrm>
            <a:off x="457200" y="457200"/>
            <a:ext cx="11277600" cy="332399"/>
          </a:xfrm>
        </p:spPr>
        <p:txBody>
          <a:bodyPr/>
          <a:lstStyle/>
          <a:p>
            <a:r>
              <a:rPr lang="en-IN" err="1"/>
              <a:t>Behavior</a:t>
            </a:r>
            <a:r>
              <a:rPr lang="en-IN"/>
              <a:t>-driven development (BDD) framework</a:t>
            </a:r>
          </a:p>
        </p:txBody>
      </p:sp>
      <p:sp>
        <p:nvSpPr>
          <p:cNvPr id="4" name="Footer Placeholder 3">
            <a:extLst>
              <a:ext uri="{FF2B5EF4-FFF2-40B4-BE49-F238E27FC236}">
                <a16:creationId xmlns:a16="http://schemas.microsoft.com/office/drawing/2014/main" id="{86E0C40F-705A-8C9B-E2CE-54D6907819B2}"/>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367A990E-48AA-DE9E-341F-E135C1F7595C}"/>
              </a:ext>
            </a:extLst>
          </p:cNvPr>
          <p:cNvSpPr>
            <a:spLocks noGrp="1"/>
          </p:cNvSpPr>
          <p:nvPr>
            <p:ph type="sldNum" sz="quarter" idx="12"/>
          </p:nvPr>
        </p:nvSpPr>
        <p:spPr/>
        <p:txBody>
          <a:bodyPr/>
          <a:lstStyle/>
          <a:p>
            <a:fld id="{38826FC0-333C-E549-9FA3-0EE43DF298A3}" type="slidenum">
              <a:rPr lang="en-US" smtClean="0"/>
              <a:pPr/>
              <a:t>12</a:t>
            </a:fld>
            <a:endParaRPr lang="en-US"/>
          </a:p>
        </p:txBody>
      </p:sp>
      <p:sp>
        <p:nvSpPr>
          <p:cNvPr id="6" name="Content Placeholder 3">
            <a:extLst>
              <a:ext uri="{FF2B5EF4-FFF2-40B4-BE49-F238E27FC236}">
                <a16:creationId xmlns:a16="http://schemas.microsoft.com/office/drawing/2014/main" id="{283ECF74-C529-F786-4EBB-C0141848C6FD}"/>
              </a:ext>
            </a:extLst>
          </p:cNvPr>
          <p:cNvSpPr txBox="1">
            <a:spLocks/>
          </p:cNvSpPr>
          <p:nvPr/>
        </p:nvSpPr>
        <p:spPr>
          <a:xfrm>
            <a:off x="822960" y="1295024"/>
            <a:ext cx="5183188" cy="4600349"/>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1800" b="1">
                <a:latin typeface="Comic Sans MS" panose="030F0702030302020204" pitchFamily="66" charset="0"/>
              </a:rPr>
              <a:t>Pros</a:t>
            </a:r>
            <a:r>
              <a:rPr lang="en-US" sz="1800">
                <a:latin typeface="Comic Sans MS" panose="030F0702030302020204" pitchFamily="66" charset="0"/>
              </a:rPr>
              <a:t>:</a:t>
            </a:r>
          </a:p>
          <a:p>
            <a:pPr>
              <a:lnSpc>
                <a:spcPct val="150000"/>
              </a:lnSpc>
            </a:pPr>
            <a:r>
              <a:rPr lang="en-US" sz="1800">
                <a:latin typeface="Comic Sans MS" panose="030F0702030302020204" pitchFamily="66" charset="0"/>
              </a:rPr>
              <a:t>Improved Collaboration by using a shared human readable language.</a:t>
            </a:r>
          </a:p>
          <a:p>
            <a:pPr>
              <a:lnSpc>
                <a:spcPct val="150000"/>
              </a:lnSpc>
            </a:pPr>
            <a:r>
              <a:rPr lang="en-US" sz="1800">
                <a:latin typeface="Comic Sans MS" panose="030F0702030302020204" pitchFamily="66" charset="0"/>
              </a:rPr>
              <a:t>Clear Requirements written</a:t>
            </a:r>
          </a:p>
          <a:p>
            <a:pPr>
              <a:lnSpc>
                <a:spcPct val="150000"/>
              </a:lnSpc>
            </a:pPr>
            <a:r>
              <a:rPr lang="en-US" sz="1800">
                <a:latin typeface="Comic Sans MS" panose="030F0702030302020204" pitchFamily="66" charset="0"/>
              </a:rPr>
              <a:t>Early defect detection by focusing on behavior and catching issues before development begins</a:t>
            </a:r>
          </a:p>
          <a:p>
            <a:pPr>
              <a:lnSpc>
                <a:spcPct val="150000"/>
              </a:lnSpc>
            </a:pPr>
            <a:r>
              <a:rPr lang="en-US" sz="1800">
                <a:latin typeface="Comic Sans MS" panose="030F0702030302020204" pitchFamily="66" charset="0"/>
              </a:rPr>
              <a:t>Keeps the focus on business value and user outcomes rather than technical details</a:t>
            </a:r>
          </a:p>
          <a:p>
            <a:pPr>
              <a:lnSpc>
                <a:spcPct val="150000"/>
              </a:lnSpc>
            </a:pPr>
            <a:r>
              <a:rPr lang="en-US" sz="1800">
                <a:latin typeface="Comic Sans MS" panose="030F0702030302020204" pitchFamily="66" charset="0"/>
              </a:rPr>
              <a:t>Supports Agile &amp; CI/CD</a:t>
            </a:r>
          </a:p>
          <a:p>
            <a:pPr>
              <a:lnSpc>
                <a:spcPct val="150000"/>
              </a:lnSpc>
            </a:pPr>
            <a:endParaRPr lang="en-US" sz="1800">
              <a:latin typeface="Comic Sans MS" panose="030F0702030302020204" pitchFamily="66" charset="0"/>
            </a:endParaRPr>
          </a:p>
          <a:p>
            <a:pPr>
              <a:lnSpc>
                <a:spcPct val="150000"/>
              </a:lnSpc>
            </a:pPr>
            <a:endParaRPr lang="en-IN" sz="1800">
              <a:latin typeface="Comic Sans MS" panose="030F0702030302020204" pitchFamily="66" charset="0"/>
            </a:endParaRPr>
          </a:p>
        </p:txBody>
      </p:sp>
      <p:sp>
        <p:nvSpPr>
          <p:cNvPr id="8" name="Content Placeholder 5">
            <a:extLst>
              <a:ext uri="{FF2B5EF4-FFF2-40B4-BE49-F238E27FC236}">
                <a16:creationId xmlns:a16="http://schemas.microsoft.com/office/drawing/2014/main" id="{80AB5CAF-18A2-F5A4-4F65-D0DB365037EA}"/>
              </a:ext>
            </a:extLst>
          </p:cNvPr>
          <p:cNvSpPr txBox="1">
            <a:spLocks/>
          </p:cNvSpPr>
          <p:nvPr/>
        </p:nvSpPr>
        <p:spPr>
          <a:xfrm>
            <a:off x="6180772" y="1295024"/>
            <a:ext cx="5471160" cy="4600349"/>
          </a:xfrm>
          <a:prstGeom prst="rect">
            <a:avLst/>
          </a:prstGeom>
        </p:spPr>
        <p:txBody>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1800" b="1">
                <a:latin typeface="Comic Sans MS" panose="030F0702030302020204" pitchFamily="66" charset="0"/>
              </a:rPr>
              <a:t>Cons</a:t>
            </a:r>
            <a:r>
              <a:rPr lang="en-US" sz="1800">
                <a:latin typeface="Comic Sans MS" panose="030F0702030302020204" pitchFamily="66" charset="0"/>
              </a:rPr>
              <a:t>:</a:t>
            </a:r>
          </a:p>
          <a:p>
            <a:pPr>
              <a:lnSpc>
                <a:spcPct val="150000"/>
              </a:lnSpc>
            </a:pPr>
            <a:r>
              <a:rPr lang="en-US" sz="1800">
                <a:latin typeface="Comic Sans MS" panose="030F0702030302020204" pitchFamily="66" charset="0"/>
              </a:rPr>
              <a:t>Requires time and effort to establish tools (e.g., Cucumber, </a:t>
            </a:r>
            <a:r>
              <a:rPr lang="en-US" sz="1800" err="1">
                <a:latin typeface="Comic Sans MS" panose="030F0702030302020204" pitchFamily="66" charset="0"/>
              </a:rPr>
              <a:t>SpecFlow</a:t>
            </a:r>
            <a:r>
              <a:rPr lang="en-US" sz="1800">
                <a:latin typeface="Comic Sans MS" panose="030F0702030302020204" pitchFamily="66" charset="0"/>
              </a:rPr>
              <a:t>) and practices</a:t>
            </a:r>
          </a:p>
          <a:p>
            <a:pPr>
              <a:lnSpc>
                <a:spcPct val="150000"/>
              </a:lnSpc>
            </a:pPr>
            <a:r>
              <a:rPr lang="en-US" sz="1800">
                <a:latin typeface="Comic Sans MS" panose="030F0702030302020204" pitchFamily="66" charset="0"/>
              </a:rPr>
              <a:t>Teams must learn Gherkin syntax and adapt to writing scenarios in a structured way</a:t>
            </a:r>
          </a:p>
          <a:p>
            <a:pPr>
              <a:lnSpc>
                <a:spcPct val="150000"/>
              </a:lnSpc>
            </a:pPr>
            <a:r>
              <a:rPr lang="it-IT" sz="1800">
                <a:latin typeface="Comic Sans MS" panose="030F0702030302020204" pitchFamily="66" charset="0"/>
              </a:rPr>
              <a:t>Requires discipline in writing scenarios.</a:t>
            </a:r>
          </a:p>
          <a:p>
            <a:pPr>
              <a:lnSpc>
                <a:spcPct val="150000"/>
              </a:lnSpc>
            </a:pPr>
            <a:r>
              <a:rPr lang="en-US" sz="1800">
                <a:latin typeface="Comic Sans MS" panose="030F0702030302020204" pitchFamily="66" charset="0"/>
              </a:rPr>
              <a:t>For simple applications, BDD may add unnecessary complexity compared to traditional testing</a:t>
            </a:r>
            <a:endParaRPr lang="en-IN" sz="1800">
              <a:latin typeface="Comic Sans MS" panose="030F0702030302020204" pitchFamily="66" charset="0"/>
            </a:endParaRPr>
          </a:p>
        </p:txBody>
      </p:sp>
    </p:spTree>
    <p:extLst>
      <p:ext uri="{BB962C8B-B14F-4D97-AF65-F5344CB8AC3E}">
        <p14:creationId xmlns:p14="http://schemas.microsoft.com/office/powerpoint/2010/main" val="3135892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A72BE-0965-2901-83CB-D1BA3A5A9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84C0A-FDCD-566E-1646-8CB2AC642415}"/>
              </a:ext>
            </a:extLst>
          </p:cNvPr>
          <p:cNvSpPr>
            <a:spLocks noGrp="1"/>
          </p:cNvSpPr>
          <p:nvPr>
            <p:ph type="title"/>
          </p:nvPr>
        </p:nvSpPr>
        <p:spPr>
          <a:xfrm>
            <a:off x="457200" y="457200"/>
            <a:ext cx="11277600" cy="332399"/>
          </a:xfrm>
        </p:spPr>
        <p:txBody>
          <a:bodyPr/>
          <a:lstStyle/>
          <a:p>
            <a:r>
              <a:rPr lang="en-US"/>
              <a:t>Hybrid Automation Framework</a:t>
            </a:r>
            <a:endParaRPr lang="en-IN"/>
          </a:p>
        </p:txBody>
      </p:sp>
      <p:sp>
        <p:nvSpPr>
          <p:cNvPr id="4" name="Footer Placeholder 3">
            <a:extLst>
              <a:ext uri="{FF2B5EF4-FFF2-40B4-BE49-F238E27FC236}">
                <a16:creationId xmlns:a16="http://schemas.microsoft.com/office/drawing/2014/main" id="{15510171-75B6-9109-AD4A-A5157EAF8216}"/>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58695CC4-4E60-CA53-9519-0B992868AFC1}"/>
              </a:ext>
            </a:extLst>
          </p:cNvPr>
          <p:cNvSpPr>
            <a:spLocks noGrp="1"/>
          </p:cNvSpPr>
          <p:nvPr>
            <p:ph type="sldNum" sz="quarter" idx="12"/>
          </p:nvPr>
        </p:nvSpPr>
        <p:spPr/>
        <p:txBody>
          <a:bodyPr/>
          <a:lstStyle/>
          <a:p>
            <a:fld id="{38826FC0-333C-E549-9FA3-0EE43DF298A3}" type="slidenum">
              <a:rPr lang="en-US" smtClean="0"/>
              <a:pPr/>
              <a:t>13</a:t>
            </a:fld>
            <a:endParaRPr lang="en-US"/>
          </a:p>
        </p:txBody>
      </p:sp>
      <p:sp>
        <p:nvSpPr>
          <p:cNvPr id="6" name="TextBox 5">
            <a:extLst>
              <a:ext uri="{FF2B5EF4-FFF2-40B4-BE49-F238E27FC236}">
                <a16:creationId xmlns:a16="http://schemas.microsoft.com/office/drawing/2014/main" id="{8E609920-FE1C-D2E3-E9EB-70972C5D0C14}"/>
              </a:ext>
            </a:extLst>
          </p:cNvPr>
          <p:cNvSpPr txBox="1"/>
          <p:nvPr/>
        </p:nvSpPr>
        <p:spPr>
          <a:xfrm>
            <a:off x="538480" y="1206530"/>
            <a:ext cx="10769600" cy="1292854"/>
          </a:xfrm>
          <a:prstGeom prst="rect">
            <a:avLst/>
          </a:prstGeom>
          <a:noFill/>
        </p:spPr>
        <p:txBody>
          <a:bodyPr wrap="square">
            <a:spAutoFit/>
          </a:bodyPr>
          <a:lstStyle/>
          <a:p>
            <a:pPr marL="285750" lvl="0" indent="-285750">
              <a:lnSpc>
                <a:spcPct val="150000"/>
              </a:lnSpc>
              <a:spcAft>
                <a:spcPts val="800"/>
              </a:spcAft>
              <a:buFont typeface="Arial" panose="020B0604020202020204" pitchFamily="34" charset="0"/>
              <a:buChar char="•"/>
              <a:tabLst>
                <a:tab pos="457200" algn="l"/>
              </a:tabLst>
            </a:pPr>
            <a:r>
              <a:rPr lang="en-US">
                <a:latin typeface="Comic Sans MS" panose="030F0702030302020204" pitchFamily="66" charset="0"/>
              </a:rPr>
              <a:t>The Hybrid Testing Framework is a combination of two or more frameworks. This combination is created to take advantage of the benefits of the different frameworks and mitigate their weaknesses.</a:t>
            </a:r>
            <a:endParaRPr lang="en-IN" kern="100">
              <a:effectLst/>
              <a:latin typeface="Comic Sans MS" panose="030F0702030302020204" pitchFamily="66" charset="0"/>
              <a:ea typeface="Aptos" panose="020B000402020202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CE00EAE8-1C0B-8B00-AEE8-2ABF2551DD20}"/>
              </a:ext>
            </a:extLst>
          </p:cNvPr>
          <p:cNvPicPr>
            <a:picLocks noChangeAspect="1"/>
          </p:cNvPicPr>
          <p:nvPr/>
        </p:nvPicPr>
        <p:blipFill>
          <a:blip r:embed="rId2"/>
          <a:stretch>
            <a:fillRect/>
          </a:stretch>
        </p:blipFill>
        <p:spPr>
          <a:xfrm>
            <a:off x="2748280" y="2634042"/>
            <a:ext cx="6527800" cy="2760918"/>
          </a:xfrm>
          <a:prstGeom prst="rect">
            <a:avLst/>
          </a:prstGeom>
          <a:ln>
            <a:noFill/>
          </a:ln>
        </p:spPr>
      </p:pic>
    </p:spTree>
    <p:extLst>
      <p:ext uri="{BB962C8B-B14F-4D97-AF65-F5344CB8AC3E}">
        <p14:creationId xmlns:p14="http://schemas.microsoft.com/office/powerpoint/2010/main" val="1682504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80D61-4A5A-5643-C8CA-E972DA34B3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173D10-4FBD-384D-585E-D99B23BE58C3}"/>
              </a:ext>
            </a:extLst>
          </p:cNvPr>
          <p:cNvSpPr>
            <a:spLocks noGrp="1"/>
          </p:cNvSpPr>
          <p:nvPr>
            <p:ph type="title"/>
          </p:nvPr>
        </p:nvSpPr>
        <p:spPr>
          <a:xfrm>
            <a:off x="457200" y="457200"/>
            <a:ext cx="11277600" cy="332399"/>
          </a:xfrm>
        </p:spPr>
        <p:txBody>
          <a:bodyPr/>
          <a:lstStyle/>
          <a:p>
            <a:r>
              <a:rPr lang="en-US"/>
              <a:t>Hybrid Automation Framework</a:t>
            </a:r>
            <a:endParaRPr lang="en-IN"/>
          </a:p>
        </p:txBody>
      </p:sp>
      <p:sp>
        <p:nvSpPr>
          <p:cNvPr id="4" name="Footer Placeholder 3">
            <a:extLst>
              <a:ext uri="{FF2B5EF4-FFF2-40B4-BE49-F238E27FC236}">
                <a16:creationId xmlns:a16="http://schemas.microsoft.com/office/drawing/2014/main" id="{44D6CF90-A624-2D14-4DB1-CBC596D81AE9}"/>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94D3E93A-4250-8A38-45C3-66B97F3D5FAA}"/>
              </a:ext>
            </a:extLst>
          </p:cNvPr>
          <p:cNvSpPr>
            <a:spLocks noGrp="1"/>
          </p:cNvSpPr>
          <p:nvPr>
            <p:ph type="sldNum" sz="quarter" idx="12"/>
          </p:nvPr>
        </p:nvSpPr>
        <p:spPr/>
        <p:txBody>
          <a:bodyPr/>
          <a:lstStyle/>
          <a:p>
            <a:fld id="{38826FC0-333C-E549-9FA3-0EE43DF298A3}" type="slidenum">
              <a:rPr lang="en-US" smtClean="0"/>
              <a:pPr/>
              <a:t>14</a:t>
            </a:fld>
            <a:endParaRPr lang="en-US"/>
          </a:p>
        </p:txBody>
      </p:sp>
      <p:sp>
        <p:nvSpPr>
          <p:cNvPr id="7" name="Content Placeholder 3">
            <a:extLst>
              <a:ext uri="{FF2B5EF4-FFF2-40B4-BE49-F238E27FC236}">
                <a16:creationId xmlns:a16="http://schemas.microsoft.com/office/drawing/2014/main" id="{AFA0A120-AA75-8B4F-726C-20D98DB02E01}"/>
              </a:ext>
            </a:extLst>
          </p:cNvPr>
          <p:cNvSpPr txBox="1">
            <a:spLocks/>
          </p:cNvSpPr>
          <p:nvPr/>
        </p:nvSpPr>
        <p:spPr>
          <a:xfrm>
            <a:off x="1005840" y="1283642"/>
            <a:ext cx="4785360" cy="4680277"/>
          </a:xfrm>
          <a:prstGeom prst="rect">
            <a:avLst/>
          </a:prstGeom>
        </p:spPr>
        <p:txBody>
          <a:bodyPr>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1800" b="1">
                <a:latin typeface="Comic Sans MS" panose="030F0702030302020204" pitchFamily="66" charset="0"/>
              </a:rPr>
              <a:t>Pros</a:t>
            </a:r>
            <a:r>
              <a:rPr lang="en-US" sz="1800">
                <a:latin typeface="Comic Sans MS" panose="030F0702030302020204" pitchFamily="66" charset="0"/>
              </a:rPr>
              <a:t>:</a:t>
            </a:r>
          </a:p>
          <a:p>
            <a:pPr>
              <a:lnSpc>
                <a:spcPct val="150000"/>
              </a:lnSpc>
            </a:pPr>
            <a:r>
              <a:rPr lang="en-US" sz="1800">
                <a:latin typeface="Comic Sans MS" panose="030F0702030302020204" pitchFamily="66" charset="0"/>
              </a:rPr>
              <a:t>Leverages the advantages of the different related frameworks.</a:t>
            </a:r>
          </a:p>
          <a:p>
            <a:pPr>
              <a:lnSpc>
                <a:spcPct val="150000"/>
              </a:lnSpc>
            </a:pPr>
            <a:r>
              <a:rPr lang="en-US" sz="1800">
                <a:latin typeface="Comic Sans MS" panose="030F0702030302020204" pitchFamily="66" charset="0"/>
              </a:rPr>
              <a:t>It provides flexibility: framework independent of system or environment under test.</a:t>
            </a:r>
          </a:p>
          <a:p>
            <a:pPr>
              <a:lnSpc>
                <a:spcPct val="150000"/>
              </a:lnSpc>
            </a:pPr>
            <a:r>
              <a:rPr lang="en-US" sz="1800">
                <a:latin typeface="Comic Sans MS" panose="030F0702030302020204" pitchFamily="66" charset="0"/>
              </a:rPr>
              <a:t>It allows reusing test cases and library functions.</a:t>
            </a:r>
          </a:p>
          <a:p>
            <a:pPr>
              <a:lnSpc>
                <a:spcPct val="150000"/>
              </a:lnSpc>
            </a:pPr>
            <a:r>
              <a:rPr lang="en-US" sz="1800">
                <a:latin typeface="Comic Sans MS" panose="030F0702030302020204" pitchFamily="66" charset="0"/>
              </a:rPr>
              <a:t>It improves testing efficiency due to higher code reusability.</a:t>
            </a:r>
          </a:p>
          <a:p>
            <a:pPr>
              <a:lnSpc>
                <a:spcPct val="150000"/>
              </a:lnSpc>
            </a:pPr>
            <a:endParaRPr lang="en-IN" sz="1800">
              <a:latin typeface="Comic Sans MS" panose="030F0702030302020204" pitchFamily="66" charset="0"/>
            </a:endParaRPr>
          </a:p>
        </p:txBody>
      </p:sp>
      <p:sp>
        <p:nvSpPr>
          <p:cNvPr id="10" name="Content Placeholder 5">
            <a:extLst>
              <a:ext uri="{FF2B5EF4-FFF2-40B4-BE49-F238E27FC236}">
                <a16:creationId xmlns:a16="http://schemas.microsoft.com/office/drawing/2014/main" id="{161289A8-C09D-CD00-30CB-58438876D9A1}"/>
              </a:ext>
            </a:extLst>
          </p:cNvPr>
          <p:cNvSpPr txBox="1">
            <a:spLocks/>
          </p:cNvSpPr>
          <p:nvPr/>
        </p:nvSpPr>
        <p:spPr>
          <a:xfrm>
            <a:off x="6251734" y="1402114"/>
            <a:ext cx="4934425" cy="3657565"/>
          </a:xfrm>
          <a:prstGeom prst="rect">
            <a:avLst/>
          </a:prstGeom>
        </p:spPr>
        <p:txBody>
          <a:bodyPr>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r>
              <a:rPr lang="en-US" sz="1800" b="1">
                <a:latin typeface="Comic Sans MS" panose="030F0702030302020204" pitchFamily="66" charset="0"/>
              </a:rPr>
              <a:t>Cons:</a:t>
            </a:r>
          </a:p>
          <a:p>
            <a:pPr>
              <a:lnSpc>
                <a:spcPct val="150000"/>
              </a:lnSpc>
            </a:pPr>
            <a:r>
              <a:rPr lang="en-US" sz="1800">
                <a:latin typeface="Comic Sans MS" panose="030F0702030302020204" pitchFamily="66" charset="0"/>
              </a:rPr>
              <a:t>It requires technical knowledge and experience to build a hybrid framework from scratch.</a:t>
            </a:r>
          </a:p>
          <a:p>
            <a:pPr>
              <a:lnSpc>
                <a:spcPct val="150000"/>
              </a:lnSpc>
            </a:pPr>
            <a:r>
              <a:rPr lang="en-US" sz="1800">
                <a:latin typeface="Comic Sans MS" panose="030F0702030302020204" pitchFamily="66" charset="0"/>
              </a:rPr>
              <a:t>Increased Complexity.</a:t>
            </a:r>
          </a:p>
          <a:p>
            <a:pPr>
              <a:lnSpc>
                <a:spcPct val="150000"/>
              </a:lnSpc>
            </a:pPr>
            <a:endParaRPr lang="en-IN" sz="1800">
              <a:latin typeface="Comic Sans MS" panose="030F0702030302020204" pitchFamily="66" charset="0"/>
            </a:endParaRPr>
          </a:p>
        </p:txBody>
      </p:sp>
    </p:spTree>
    <p:extLst>
      <p:ext uri="{BB962C8B-B14F-4D97-AF65-F5344CB8AC3E}">
        <p14:creationId xmlns:p14="http://schemas.microsoft.com/office/powerpoint/2010/main" val="1177225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3DC5E-9BB4-C8DC-E38F-B74D4BAF7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8D877-D8F1-CBEA-D322-79F07EE300DA}"/>
              </a:ext>
            </a:extLst>
          </p:cNvPr>
          <p:cNvSpPr>
            <a:spLocks noGrp="1"/>
          </p:cNvSpPr>
          <p:nvPr>
            <p:ph type="title"/>
          </p:nvPr>
        </p:nvSpPr>
        <p:spPr/>
        <p:txBody>
          <a:bodyPr/>
          <a:lstStyle/>
          <a:p>
            <a:r>
              <a:rPr lang="en-US"/>
              <a:t>Linear Framework</a:t>
            </a:r>
            <a:endParaRPr lang="en-IN"/>
          </a:p>
        </p:txBody>
      </p:sp>
      <p:sp>
        <p:nvSpPr>
          <p:cNvPr id="4" name="Footer Placeholder 3">
            <a:extLst>
              <a:ext uri="{FF2B5EF4-FFF2-40B4-BE49-F238E27FC236}">
                <a16:creationId xmlns:a16="http://schemas.microsoft.com/office/drawing/2014/main" id="{607F9F08-B0C5-BD93-F59C-8B6AF2271FE8}"/>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59434D82-6C1E-86A2-753A-39CA03057FAB}"/>
              </a:ext>
            </a:extLst>
          </p:cNvPr>
          <p:cNvSpPr>
            <a:spLocks noGrp="1"/>
          </p:cNvSpPr>
          <p:nvPr>
            <p:ph type="sldNum" sz="quarter" idx="12"/>
          </p:nvPr>
        </p:nvSpPr>
        <p:spPr/>
        <p:txBody>
          <a:bodyPr/>
          <a:lstStyle/>
          <a:p>
            <a:fld id="{38826FC0-333C-E549-9FA3-0EE43DF298A3}" type="slidenum">
              <a:rPr lang="en-US" smtClean="0"/>
              <a:pPr/>
              <a:t>15</a:t>
            </a:fld>
            <a:endParaRPr lang="en-US"/>
          </a:p>
        </p:txBody>
      </p:sp>
      <p:sp>
        <p:nvSpPr>
          <p:cNvPr id="6" name="Content Placeholder 2">
            <a:extLst>
              <a:ext uri="{FF2B5EF4-FFF2-40B4-BE49-F238E27FC236}">
                <a16:creationId xmlns:a16="http://schemas.microsoft.com/office/drawing/2014/main" id="{5C069777-19B5-E0D2-D696-379B6566723E}"/>
              </a:ext>
            </a:extLst>
          </p:cNvPr>
          <p:cNvSpPr>
            <a:spLocks noGrp="1"/>
          </p:cNvSpPr>
          <p:nvPr>
            <p:ph idx="1"/>
          </p:nvPr>
        </p:nvSpPr>
        <p:spPr>
          <a:xfrm>
            <a:off x="1005840" y="1427480"/>
            <a:ext cx="9875520" cy="4664075"/>
          </a:xfrm>
        </p:spPr>
        <p:txBody>
          <a:bodyPr/>
          <a:lstStyle/>
          <a:p>
            <a:pPr marL="0" indent="0">
              <a:lnSpc>
                <a:spcPct val="150000"/>
              </a:lnSpc>
              <a:buNone/>
            </a:pPr>
            <a:r>
              <a:rPr lang="en-US" sz="1800" b="1">
                <a:latin typeface="Comic Sans MS" panose="030F0702030302020204" pitchFamily="66" charset="0"/>
              </a:rPr>
              <a:t>Linear framework (Record and Playback)</a:t>
            </a:r>
          </a:p>
          <a:p>
            <a:pPr marL="0" indent="0">
              <a:lnSpc>
                <a:spcPct val="150000"/>
              </a:lnSpc>
              <a:buNone/>
            </a:pPr>
            <a:r>
              <a:rPr lang="en-US" sz="1800">
                <a:latin typeface="Comic Sans MS" panose="030F0702030302020204" pitchFamily="66" charset="0"/>
              </a:rPr>
              <a:t>This is the most basic and straightforward framework. </a:t>
            </a:r>
          </a:p>
          <a:p>
            <a:pPr marL="0" indent="0">
              <a:lnSpc>
                <a:spcPct val="150000"/>
              </a:lnSpc>
              <a:buNone/>
            </a:pPr>
            <a:r>
              <a:rPr lang="en-US" sz="1800">
                <a:latin typeface="Comic Sans MS" panose="030F0702030302020204" pitchFamily="66" charset="0"/>
              </a:rPr>
              <a:t>Testers record their actions as they interact with the application, and the tool generates a sequential test script that can be played back. </a:t>
            </a:r>
          </a:p>
          <a:p>
            <a:pPr marL="0" indent="0">
              <a:lnSpc>
                <a:spcPct val="150000"/>
              </a:lnSpc>
              <a:buNone/>
            </a:pPr>
            <a:r>
              <a:rPr lang="en-US" sz="1800" u="sng">
                <a:latin typeface="Comic Sans MS" panose="030F0702030302020204" pitchFamily="66" charset="0"/>
              </a:rPr>
              <a:t>Pros: </a:t>
            </a:r>
            <a:r>
              <a:rPr lang="en-US" sz="1800">
                <a:latin typeface="Comic Sans MS" panose="030F0702030302020204" pitchFamily="66" charset="0"/>
              </a:rPr>
              <a:t>Requires no coding skills and is very fast to set up for simple &amp; quick tests.</a:t>
            </a:r>
          </a:p>
          <a:p>
            <a:pPr marL="0" indent="0">
              <a:lnSpc>
                <a:spcPct val="150000"/>
              </a:lnSpc>
              <a:buNone/>
            </a:pPr>
            <a:r>
              <a:rPr lang="en-US" sz="1800" u="sng">
                <a:latin typeface="Comic Sans MS" panose="030F0702030302020204" pitchFamily="66" charset="0"/>
              </a:rPr>
              <a:t>Cons: </a:t>
            </a:r>
            <a:r>
              <a:rPr lang="en-US" sz="1800">
                <a:latin typeface="Comic Sans MS" panose="030F0702030302020204" pitchFamily="66" charset="0"/>
              </a:rPr>
              <a:t>Not reusable or scalable, and scripts are brittle and difficult to maintain when the application changes. </a:t>
            </a:r>
          </a:p>
          <a:p>
            <a:pPr marL="0" indent="0">
              <a:lnSpc>
                <a:spcPct val="150000"/>
              </a:lnSpc>
              <a:buNone/>
            </a:pPr>
            <a:endParaRPr lang="en-US" sz="1800">
              <a:latin typeface="Comic Sans MS" panose="030F0702030302020204" pitchFamily="66" charset="0"/>
            </a:endParaRPr>
          </a:p>
          <a:p>
            <a:pPr marL="0" indent="0">
              <a:lnSpc>
                <a:spcPct val="150000"/>
              </a:lnSpc>
              <a:buNone/>
            </a:pPr>
            <a:r>
              <a:rPr lang="en-US" sz="1800" b="1">
                <a:latin typeface="Comic Sans MS" panose="030F0702030302020204" pitchFamily="66" charset="0"/>
              </a:rPr>
              <a:t>Example</a:t>
            </a:r>
            <a:r>
              <a:rPr lang="en-US" sz="1800">
                <a:latin typeface="Comic Sans MS" panose="030F0702030302020204" pitchFamily="66" charset="0"/>
              </a:rPr>
              <a:t>: Using Selenium IDE to record login steps for a web application</a:t>
            </a:r>
          </a:p>
        </p:txBody>
      </p:sp>
    </p:spTree>
    <p:extLst>
      <p:ext uri="{BB962C8B-B14F-4D97-AF65-F5344CB8AC3E}">
        <p14:creationId xmlns:p14="http://schemas.microsoft.com/office/powerpoint/2010/main" val="3787511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28CD0-B224-4E92-913A-124FACAAF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367B6-1D3A-3F31-EA4A-D7930E661BD2}"/>
              </a:ext>
            </a:extLst>
          </p:cNvPr>
          <p:cNvSpPr>
            <a:spLocks noGrp="1"/>
          </p:cNvSpPr>
          <p:nvPr>
            <p:ph type="title"/>
          </p:nvPr>
        </p:nvSpPr>
        <p:spPr>
          <a:xfrm>
            <a:off x="457200" y="457200"/>
            <a:ext cx="11277600" cy="664797"/>
          </a:xfrm>
        </p:spPr>
        <p:txBody>
          <a:bodyPr/>
          <a:lstStyle/>
          <a:p>
            <a:r>
              <a:rPr lang="en-US"/>
              <a:t>Library Architecture Testing Framework</a:t>
            </a:r>
            <a:br>
              <a:rPr lang="en-US"/>
            </a:br>
            <a:endParaRPr lang="en-IN"/>
          </a:p>
        </p:txBody>
      </p:sp>
      <p:sp>
        <p:nvSpPr>
          <p:cNvPr id="4" name="Footer Placeholder 3">
            <a:extLst>
              <a:ext uri="{FF2B5EF4-FFF2-40B4-BE49-F238E27FC236}">
                <a16:creationId xmlns:a16="http://schemas.microsoft.com/office/drawing/2014/main" id="{C43E2D52-3315-7CD4-AF2F-1A7491521457}"/>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1901C58B-C8A6-55D5-B563-E03AADE226D0}"/>
              </a:ext>
            </a:extLst>
          </p:cNvPr>
          <p:cNvSpPr>
            <a:spLocks noGrp="1"/>
          </p:cNvSpPr>
          <p:nvPr>
            <p:ph type="sldNum" sz="quarter" idx="12"/>
          </p:nvPr>
        </p:nvSpPr>
        <p:spPr/>
        <p:txBody>
          <a:bodyPr/>
          <a:lstStyle/>
          <a:p>
            <a:fld id="{38826FC0-333C-E549-9FA3-0EE43DF298A3}" type="slidenum">
              <a:rPr lang="en-US" smtClean="0"/>
              <a:pPr/>
              <a:t>16</a:t>
            </a:fld>
            <a:endParaRPr lang="en-US"/>
          </a:p>
        </p:txBody>
      </p:sp>
      <p:sp>
        <p:nvSpPr>
          <p:cNvPr id="6" name="TextBox 5">
            <a:extLst>
              <a:ext uri="{FF2B5EF4-FFF2-40B4-BE49-F238E27FC236}">
                <a16:creationId xmlns:a16="http://schemas.microsoft.com/office/drawing/2014/main" id="{E2D9B86D-1D1B-624F-E1E7-E288A667DA05}"/>
              </a:ext>
            </a:extLst>
          </p:cNvPr>
          <p:cNvSpPr txBox="1"/>
          <p:nvPr/>
        </p:nvSpPr>
        <p:spPr>
          <a:xfrm>
            <a:off x="1696720" y="1720984"/>
            <a:ext cx="9337040" cy="2954848"/>
          </a:xfrm>
          <a:prstGeom prst="rect">
            <a:avLst/>
          </a:prstGeom>
          <a:noFill/>
        </p:spPr>
        <p:txBody>
          <a:bodyPr wrap="square">
            <a:spAutoFit/>
          </a:bodyPr>
          <a:lstStyle/>
          <a:p>
            <a:pPr>
              <a:lnSpc>
                <a:spcPct val="150000"/>
              </a:lnSpc>
            </a:pPr>
            <a:r>
              <a:rPr lang="en-US">
                <a:latin typeface="Comic Sans MS" panose="030F0702030302020204" pitchFamily="66" charset="0"/>
              </a:rPr>
              <a:t>This testing framework identifies tasks that are similar within the test script. Then, testers put together these similar tasks into different groups based on their functions. Once the functions are grouped, these groups will be stored in a library. The test scripts reuse these libraries to create new test cases.</a:t>
            </a:r>
          </a:p>
          <a:p>
            <a:pPr>
              <a:lnSpc>
                <a:spcPct val="150000"/>
              </a:lnSpc>
            </a:pPr>
            <a:endParaRPr lang="en-US">
              <a:latin typeface="Comic Sans MS" panose="030F0702030302020204" pitchFamily="66" charset="0"/>
            </a:endParaRPr>
          </a:p>
          <a:p>
            <a:pPr>
              <a:lnSpc>
                <a:spcPct val="150000"/>
              </a:lnSpc>
            </a:pPr>
            <a:r>
              <a:rPr lang="en-US">
                <a:latin typeface="Comic Sans MS" panose="030F0702030302020204" pitchFamily="66" charset="0"/>
              </a:rPr>
              <a:t>The Library Architecture Testing Framework is useful when the application has similar functionalities in different parts of the application.</a:t>
            </a:r>
          </a:p>
        </p:txBody>
      </p:sp>
    </p:spTree>
    <p:extLst>
      <p:ext uri="{BB962C8B-B14F-4D97-AF65-F5344CB8AC3E}">
        <p14:creationId xmlns:p14="http://schemas.microsoft.com/office/powerpoint/2010/main" val="485552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419D0-0095-B5EB-9703-30FD23F5EC73}"/>
              </a:ext>
            </a:extLst>
          </p:cNvPr>
          <p:cNvSpPr>
            <a:spLocks noGrp="1"/>
          </p:cNvSpPr>
          <p:nvPr>
            <p:ph type="title"/>
          </p:nvPr>
        </p:nvSpPr>
        <p:spPr>
          <a:xfrm>
            <a:off x="457200" y="139358"/>
            <a:ext cx="11277600" cy="997196"/>
          </a:xfrm>
        </p:spPr>
        <p:txBody>
          <a:bodyPr/>
          <a:lstStyle/>
          <a:p>
            <a:r>
              <a:rPr lang="en-US"/>
              <a:t>Standard POM (Page Object Model) Maven project structure ideal for clean, scalable test automation.</a:t>
            </a:r>
            <a:br>
              <a:rPr lang="en-US"/>
            </a:br>
            <a:endParaRPr lang="en-IN"/>
          </a:p>
        </p:txBody>
      </p:sp>
      <p:sp>
        <p:nvSpPr>
          <p:cNvPr id="4" name="Footer Placeholder 3">
            <a:extLst>
              <a:ext uri="{FF2B5EF4-FFF2-40B4-BE49-F238E27FC236}">
                <a16:creationId xmlns:a16="http://schemas.microsoft.com/office/drawing/2014/main" id="{8A4F3EBE-AC56-8B29-731D-B913C541ED36}"/>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F6992D6A-8F64-618F-D861-91D545D71A35}"/>
              </a:ext>
            </a:extLst>
          </p:cNvPr>
          <p:cNvSpPr>
            <a:spLocks noGrp="1"/>
          </p:cNvSpPr>
          <p:nvPr>
            <p:ph type="sldNum" sz="quarter" idx="12"/>
          </p:nvPr>
        </p:nvSpPr>
        <p:spPr/>
        <p:txBody>
          <a:bodyPr/>
          <a:lstStyle/>
          <a:p>
            <a:fld id="{38826FC0-333C-E549-9FA3-0EE43DF298A3}" type="slidenum">
              <a:rPr lang="en-US" smtClean="0"/>
              <a:pPr/>
              <a:t>17</a:t>
            </a:fld>
            <a:endParaRPr lang="en-US"/>
          </a:p>
        </p:txBody>
      </p:sp>
      <p:sp>
        <p:nvSpPr>
          <p:cNvPr id="13" name="TextBox 12">
            <a:extLst>
              <a:ext uri="{FF2B5EF4-FFF2-40B4-BE49-F238E27FC236}">
                <a16:creationId xmlns:a16="http://schemas.microsoft.com/office/drawing/2014/main" id="{7F592825-9099-3B6D-FAE6-891BFE57F7C2}"/>
              </a:ext>
            </a:extLst>
          </p:cNvPr>
          <p:cNvSpPr txBox="1"/>
          <p:nvPr/>
        </p:nvSpPr>
        <p:spPr>
          <a:xfrm>
            <a:off x="1473200" y="901665"/>
            <a:ext cx="6096000" cy="5816977"/>
          </a:xfrm>
          <a:prstGeom prst="rect">
            <a:avLst/>
          </a:prstGeom>
          <a:noFill/>
        </p:spPr>
        <p:txBody>
          <a:bodyPr wrap="square" lIns="91440" tIns="45720" rIns="91440" bIns="45720" anchor="t">
            <a:spAutoFit/>
          </a:bodyPr>
          <a:lstStyle/>
          <a:p>
            <a:pPr>
              <a:buNone/>
            </a:pPr>
            <a:r>
              <a:rPr lang="en-IN" sz="1200" err="1">
                <a:effectLst/>
                <a:latin typeface="Courier New"/>
                <a:cs typeface="Courier New"/>
              </a:rPr>
              <a:t>POMFramework</a:t>
            </a:r>
            <a:r>
              <a:rPr lang="en-IN" sz="1200">
                <a:effectLst/>
                <a:latin typeface="Courier New"/>
                <a:cs typeface="Courier New"/>
              </a:rPr>
              <a:t>/</a:t>
            </a:r>
          </a:p>
          <a:p>
            <a:pPr>
              <a:buNone/>
            </a:pPr>
            <a:r>
              <a:rPr lang="en-IN" sz="1200">
                <a:effectLst/>
                <a:latin typeface="Courier New"/>
                <a:cs typeface="Courier New"/>
              </a:rPr>
              <a:t>├── pom.xml                        # Maven configuration file</a:t>
            </a:r>
          </a:p>
          <a:p>
            <a:pPr>
              <a:buNone/>
            </a:pPr>
            <a:r>
              <a:rPr lang="en-IN" sz="1200">
                <a:effectLst/>
                <a:latin typeface="Courier New"/>
                <a:cs typeface="Courier New"/>
              </a:rPr>
              <a:t>├── testng.xml                     # TestNG suite configuration</a:t>
            </a:r>
          </a:p>
          <a:p>
            <a:pPr>
              <a:buNone/>
            </a:pPr>
            <a:r>
              <a:rPr lang="en-IN" sz="1200">
                <a:effectLst/>
                <a:latin typeface="Courier New"/>
                <a:cs typeface="Courier New"/>
              </a:rPr>
              <a:t>├── </a:t>
            </a:r>
            <a:r>
              <a:rPr lang="en-IN" sz="1200" err="1">
                <a:effectLst/>
                <a:latin typeface="Courier New"/>
                <a:cs typeface="Courier New"/>
              </a:rPr>
              <a:t>src</a:t>
            </a:r>
            <a:r>
              <a:rPr lang="en-IN" sz="1200">
                <a:effectLst/>
                <a:latin typeface="Courier New"/>
                <a:cs typeface="Courier New"/>
              </a:rPr>
              <a:t>/</a:t>
            </a:r>
          </a:p>
          <a:p>
            <a:pPr>
              <a:buNone/>
            </a:pPr>
            <a:r>
              <a:rPr lang="en-IN" sz="1200">
                <a:effectLst/>
                <a:latin typeface="Courier New"/>
                <a:cs typeface="Courier New"/>
              </a:rPr>
              <a:t>│   ├── main/</a:t>
            </a:r>
          </a:p>
          <a:p>
            <a:pPr>
              <a:buNone/>
            </a:pPr>
            <a:r>
              <a:rPr lang="en-IN" sz="1200">
                <a:effectLst/>
                <a:latin typeface="Courier New"/>
                <a:cs typeface="Courier New"/>
              </a:rPr>
              <a:t>│   │   └── java/</a:t>
            </a:r>
          </a:p>
          <a:p>
            <a:pPr>
              <a:buNone/>
            </a:pPr>
            <a:r>
              <a:rPr lang="en-IN" sz="1200">
                <a:effectLst/>
                <a:latin typeface="Courier New"/>
                <a:cs typeface="Courier New"/>
              </a:rPr>
              <a:t>│   │       ├── pages/             # Page Object classes</a:t>
            </a:r>
          </a:p>
          <a:p>
            <a:pPr>
              <a:buNone/>
            </a:pPr>
            <a:r>
              <a:rPr lang="en-IN" sz="1200">
                <a:effectLst/>
                <a:latin typeface="Courier New"/>
                <a:cs typeface="Courier New"/>
              </a:rPr>
              <a:t>│   │       │   ├── LoginPage.java</a:t>
            </a:r>
          </a:p>
          <a:p>
            <a:pPr>
              <a:buNone/>
            </a:pPr>
            <a:r>
              <a:rPr lang="en-IN" sz="1200">
                <a:effectLst/>
                <a:latin typeface="Courier New"/>
                <a:cs typeface="Courier New"/>
              </a:rPr>
              <a:t>│   │       │   ├── HomePage.java</a:t>
            </a:r>
          </a:p>
          <a:p>
            <a:pPr>
              <a:buNone/>
            </a:pPr>
            <a:r>
              <a:rPr lang="en-IN" sz="1200">
                <a:effectLst/>
                <a:latin typeface="Courier New"/>
                <a:cs typeface="Courier New"/>
              </a:rPr>
              <a:t>│   │       │   └── ProfilePage.java</a:t>
            </a:r>
          </a:p>
          <a:p>
            <a:pPr>
              <a:buNone/>
            </a:pPr>
            <a:r>
              <a:rPr lang="en-IN" sz="1200">
                <a:effectLst/>
                <a:latin typeface="Courier New"/>
                <a:cs typeface="Courier New"/>
              </a:rPr>
              <a:t>│   │       ├── utils/             # Utility classes</a:t>
            </a:r>
          </a:p>
          <a:p>
            <a:r>
              <a:rPr lang="en-IN" sz="1200">
                <a:effectLst/>
                <a:latin typeface="Courier New"/>
                <a:cs typeface="Courier New"/>
              </a:rPr>
              <a:t>│   │       │   </a:t>
            </a:r>
            <a:r>
              <a:rPr lang="en-IN" sz="1200">
                <a:latin typeface="Courier New"/>
                <a:cs typeface="Courier New"/>
              </a:rPr>
              <a:t>├──</a:t>
            </a:r>
            <a:r>
              <a:rPr lang="en-IN" sz="1200">
                <a:effectLst/>
                <a:latin typeface="Courier New"/>
                <a:cs typeface="Courier New"/>
              </a:rPr>
              <a:t> DriverFactory.java</a:t>
            </a:r>
          </a:p>
          <a:p>
            <a:pPr>
              <a:buNone/>
            </a:pPr>
            <a:r>
              <a:rPr lang="en-IN" sz="1200">
                <a:effectLst/>
                <a:latin typeface="Courier New"/>
                <a:cs typeface="Courier New"/>
              </a:rPr>
              <a:t>│   │       │   ├── ConfigReader.java</a:t>
            </a:r>
          </a:p>
          <a:p>
            <a:pPr>
              <a:buNone/>
            </a:pPr>
            <a:r>
              <a:rPr lang="en-IN" sz="1200">
                <a:effectLst/>
                <a:latin typeface="Courier New"/>
                <a:cs typeface="Courier New"/>
              </a:rPr>
              <a:t>│   │       │   └── TestUtils.java</a:t>
            </a:r>
          </a:p>
          <a:p>
            <a:pPr>
              <a:buNone/>
            </a:pPr>
            <a:r>
              <a:rPr lang="en-IN" sz="1200">
                <a:effectLst/>
                <a:latin typeface="Courier New"/>
                <a:cs typeface="Courier New"/>
              </a:rPr>
              <a:t>│   │       └── base/              # Base classes</a:t>
            </a:r>
          </a:p>
          <a:p>
            <a:pPr>
              <a:buNone/>
            </a:pPr>
            <a:r>
              <a:rPr lang="en-IN" sz="1200">
                <a:effectLst/>
                <a:latin typeface="Courier New"/>
                <a:cs typeface="Courier New"/>
              </a:rPr>
              <a:t>│   │           └── BasePage.java</a:t>
            </a:r>
          </a:p>
          <a:p>
            <a:pPr>
              <a:buNone/>
            </a:pPr>
            <a:r>
              <a:rPr lang="en-IN" sz="1200">
                <a:effectLst/>
                <a:latin typeface="Courier New"/>
                <a:cs typeface="Courier New"/>
              </a:rPr>
              <a:t>│   └── test/</a:t>
            </a:r>
          </a:p>
          <a:p>
            <a:pPr>
              <a:buNone/>
            </a:pPr>
            <a:r>
              <a:rPr lang="en-IN" sz="1200">
                <a:effectLst/>
                <a:latin typeface="Courier New"/>
                <a:cs typeface="Courier New"/>
              </a:rPr>
              <a:t>│       └── java/</a:t>
            </a:r>
          </a:p>
          <a:p>
            <a:pPr>
              <a:buNone/>
            </a:pPr>
            <a:r>
              <a:rPr lang="en-IN" sz="1200">
                <a:effectLst/>
                <a:latin typeface="Courier New"/>
                <a:cs typeface="Courier New"/>
              </a:rPr>
              <a:t>│           ├── tests/             # Test classes</a:t>
            </a:r>
          </a:p>
          <a:p>
            <a:pPr>
              <a:buNone/>
            </a:pPr>
            <a:r>
              <a:rPr lang="en-IN" sz="1200">
                <a:effectLst/>
                <a:latin typeface="Courier New"/>
                <a:cs typeface="Courier New"/>
              </a:rPr>
              <a:t>│           │   ├── LoginTest.java</a:t>
            </a:r>
          </a:p>
          <a:p>
            <a:pPr>
              <a:buNone/>
            </a:pPr>
            <a:r>
              <a:rPr lang="en-IN" sz="1200">
                <a:effectLst/>
                <a:latin typeface="Courier New"/>
                <a:cs typeface="Courier New"/>
              </a:rPr>
              <a:t>│           │   ├── HomeTest.java</a:t>
            </a:r>
          </a:p>
          <a:p>
            <a:pPr>
              <a:buNone/>
            </a:pPr>
            <a:r>
              <a:rPr lang="en-IN" sz="1200">
                <a:effectLst/>
                <a:latin typeface="Courier New"/>
                <a:cs typeface="Courier New"/>
              </a:rPr>
              <a:t>│           │   └── ProfileTest.java</a:t>
            </a:r>
          </a:p>
          <a:p>
            <a:pPr>
              <a:buNone/>
            </a:pPr>
            <a:r>
              <a:rPr lang="en-IN" sz="1200">
                <a:effectLst/>
                <a:latin typeface="Courier New"/>
                <a:cs typeface="Courier New"/>
              </a:rPr>
              <a:t>│           └── base/              # Base test setup</a:t>
            </a:r>
          </a:p>
          <a:p>
            <a:pPr>
              <a:buNone/>
            </a:pPr>
            <a:r>
              <a:rPr lang="en-IN" sz="1200">
                <a:effectLst/>
                <a:latin typeface="Courier New"/>
                <a:cs typeface="Courier New"/>
              </a:rPr>
              <a:t>│               └── BaseTest.java</a:t>
            </a:r>
          </a:p>
          <a:p>
            <a:pPr>
              <a:buNone/>
            </a:pPr>
            <a:r>
              <a:rPr lang="en-IN" sz="1200">
                <a:effectLst/>
                <a:latin typeface="Courier New"/>
                <a:cs typeface="Courier New"/>
              </a:rPr>
              <a:t>└── resources/</a:t>
            </a:r>
          </a:p>
          <a:p>
            <a:pPr>
              <a:buNone/>
            </a:pPr>
            <a:r>
              <a:rPr lang="en-IN" sz="1200">
                <a:effectLst/>
                <a:latin typeface="Courier New"/>
                <a:cs typeface="Courier New"/>
              </a:rPr>
              <a:t>    ├── </a:t>
            </a:r>
            <a:r>
              <a:rPr lang="en-IN" sz="1200" err="1">
                <a:effectLst/>
                <a:latin typeface="Courier New"/>
                <a:cs typeface="Courier New"/>
              </a:rPr>
              <a:t>config.properties</a:t>
            </a:r>
            <a:r>
              <a:rPr lang="en-IN" sz="1200">
                <a:effectLst/>
                <a:latin typeface="Courier New"/>
                <a:cs typeface="Courier New"/>
              </a:rPr>
              <a:t>          # Environment configs (URL, credentials, browser)</a:t>
            </a:r>
          </a:p>
          <a:p>
            <a:pPr>
              <a:buNone/>
            </a:pPr>
            <a:r>
              <a:rPr lang="en-IN" sz="1200">
                <a:effectLst/>
                <a:latin typeface="Courier New"/>
                <a:cs typeface="Courier New"/>
              </a:rPr>
              <a:t>    ├── log4j.properties           # Logging configuration</a:t>
            </a:r>
          </a:p>
          <a:p>
            <a:pPr>
              <a:buNone/>
            </a:pPr>
            <a:r>
              <a:rPr lang="en-IN" sz="1200">
                <a:effectLst/>
                <a:latin typeface="Courier New"/>
                <a:cs typeface="Courier New"/>
              </a:rPr>
              <a:t>    └── </a:t>
            </a:r>
            <a:r>
              <a:rPr lang="en-IN" sz="1200" err="1">
                <a:effectLst/>
                <a:latin typeface="Courier New"/>
                <a:cs typeface="Courier New"/>
              </a:rPr>
              <a:t>testdata</a:t>
            </a:r>
            <a:r>
              <a:rPr lang="en-IN" sz="1200">
                <a:effectLst/>
                <a:latin typeface="Courier New"/>
                <a:cs typeface="Courier New"/>
              </a:rPr>
              <a:t>/                  # Test data files</a:t>
            </a:r>
          </a:p>
          <a:p>
            <a:pPr>
              <a:buNone/>
            </a:pPr>
            <a:r>
              <a:rPr lang="en-IN" sz="1200">
                <a:effectLst/>
                <a:latin typeface="Courier New"/>
                <a:cs typeface="Courier New"/>
              </a:rPr>
              <a:t>        ├── loginData.xlsx</a:t>
            </a:r>
          </a:p>
          <a:p>
            <a:pPr>
              <a:buNone/>
            </a:pPr>
            <a:r>
              <a:rPr lang="en-IN" sz="1200">
                <a:effectLst/>
                <a:latin typeface="Courier New"/>
                <a:cs typeface="Courier New"/>
              </a:rPr>
              <a:t>        └── profileData.csv</a:t>
            </a:r>
          </a:p>
        </p:txBody>
      </p:sp>
      <p:sp>
        <p:nvSpPr>
          <p:cNvPr id="19" name="TextBox 18">
            <a:extLst>
              <a:ext uri="{FF2B5EF4-FFF2-40B4-BE49-F238E27FC236}">
                <a16:creationId xmlns:a16="http://schemas.microsoft.com/office/drawing/2014/main" id="{7AF55C5F-511F-110A-098E-87FBDED7DB22}"/>
              </a:ext>
            </a:extLst>
          </p:cNvPr>
          <p:cNvSpPr txBox="1"/>
          <p:nvPr/>
        </p:nvSpPr>
        <p:spPr>
          <a:xfrm>
            <a:off x="7366000" y="1037932"/>
            <a:ext cx="4724400" cy="490409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1400">
                <a:latin typeface="Comic Sans MS" panose="030F0702030302020204" pitchFamily="66" charset="0"/>
              </a:rPr>
              <a:t>pom.xml → Defines dependencies (Selenium, TestNG, Apache POI, </a:t>
            </a:r>
            <a:r>
              <a:rPr lang="en-IN" sz="1400" err="1">
                <a:latin typeface="Comic Sans MS" panose="030F0702030302020204" pitchFamily="66" charset="0"/>
              </a:rPr>
              <a:t>ExtentReports</a:t>
            </a:r>
            <a:r>
              <a:rPr lang="en-IN" sz="1400">
                <a:latin typeface="Comic Sans MS" panose="030F0702030302020204" pitchFamily="66" charset="0"/>
              </a:rPr>
              <a:t>, etc.) and plugins.</a:t>
            </a:r>
          </a:p>
          <a:p>
            <a:pPr marL="285750" indent="-285750">
              <a:lnSpc>
                <a:spcPct val="150000"/>
              </a:lnSpc>
              <a:buFont typeface="Arial" panose="020B0604020202020204" pitchFamily="34" charset="0"/>
              <a:buChar char="•"/>
            </a:pPr>
            <a:r>
              <a:rPr lang="en-IN" sz="1400">
                <a:latin typeface="Comic Sans MS" panose="030F0702030302020204" pitchFamily="66" charset="0"/>
              </a:rPr>
              <a:t>testng.xml → Controls which tests run, grouping, parallel execution, etc.</a:t>
            </a:r>
          </a:p>
          <a:p>
            <a:pPr marL="285750" indent="-285750">
              <a:lnSpc>
                <a:spcPct val="150000"/>
              </a:lnSpc>
              <a:buFont typeface="Arial" panose="020B0604020202020204" pitchFamily="34" charset="0"/>
              <a:buChar char="•"/>
            </a:pPr>
            <a:r>
              <a:rPr lang="en-IN" sz="1400">
                <a:latin typeface="Comic Sans MS" panose="030F0702030302020204" pitchFamily="66" charset="0"/>
              </a:rPr>
              <a:t>pages/ → Each application page has its own class with locators + methods (Page Object Model).</a:t>
            </a:r>
          </a:p>
          <a:p>
            <a:pPr marL="285750" indent="-285750">
              <a:lnSpc>
                <a:spcPct val="150000"/>
              </a:lnSpc>
              <a:buFont typeface="Arial" panose="020B0604020202020204" pitchFamily="34" charset="0"/>
              <a:buChar char="•"/>
            </a:pPr>
            <a:r>
              <a:rPr lang="en-IN" sz="1400">
                <a:latin typeface="Comic Sans MS" panose="030F0702030302020204" pitchFamily="66" charset="0"/>
              </a:rPr>
              <a:t>utils/ → Helpers like driver management, config readers, wait utilities, reporting.</a:t>
            </a:r>
          </a:p>
          <a:p>
            <a:pPr marL="285750" indent="-285750">
              <a:lnSpc>
                <a:spcPct val="150000"/>
              </a:lnSpc>
              <a:buFont typeface="Arial" panose="020B0604020202020204" pitchFamily="34" charset="0"/>
              <a:buChar char="•"/>
            </a:pPr>
            <a:r>
              <a:rPr lang="en-IN" sz="1400">
                <a:latin typeface="Comic Sans MS" panose="030F0702030302020204" pitchFamily="66" charset="0"/>
              </a:rPr>
              <a:t>base/ → Common setup/teardown logic for pages and tests.</a:t>
            </a:r>
          </a:p>
          <a:p>
            <a:pPr marL="285750" indent="-285750">
              <a:lnSpc>
                <a:spcPct val="150000"/>
              </a:lnSpc>
              <a:buFont typeface="Arial" panose="020B0604020202020204" pitchFamily="34" charset="0"/>
              <a:buChar char="•"/>
            </a:pPr>
            <a:r>
              <a:rPr lang="en-IN" sz="1400">
                <a:latin typeface="Comic Sans MS" panose="030F0702030302020204" pitchFamily="66" charset="0"/>
              </a:rPr>
              <a:t>tests/ → Test classes that use page objects to perform workflows.</a:t>
            </a:r>
          </a:p>
          <a:p>
            <a:pPr marL="285750" indent="-285750">
              <a:lnSpc>
                <a:spcPct val="150000"/>
              </a:lnSpc>
              <a:buFont typeface="Arial" panose="020B0604020202020204" pitchFamily="34" charset="0"/>
              <a:buChar char="•"/>
            </a:pPr>
            <a:r>
              <a:rPr lang="en-IN" sz="1400">
                <a:latin typeface="Comic Sans MS" panose="030F0702030302020204" pitchFamily="66" charset="0"/>
              </a:rPr>
              <a:t>resources/ → External files (config, logging, test data).</a:t>
            </a:r>
          </a:p>
        </p:txBody>
      </p:sp>
    </p:spTree>
    <p:extLst>
      <p:ext uri="{BB962C8B-B14F-4D97-AF65-F5344CB8AC3E}">
        <p14:creationId xmlns:p14="http://schemas.microsoft.com/office/powerpoint/2010/main" val="1943087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B8FE6-5F78-30BB-CC35-25E006659ECF}"/>
              </a:ext>
            </a:extLst>
          </p:cNvPr>
          <p:cNvSpPr>
            <a:spLocks noGrp="1"/>
          </p:cNvSpPr>
          <p:nvPr>
            <p:ph type="title"/>
          </p:nvPr>
        </p:nvSpPr>
        <p:spPr/>
        <p:txBody>
          <a:bodyPr/>
          <a:lstStyle/>
          <a:p>
            <a:r>
              <a:rPr lang="en-IN"/>
              <a:t>Key Components of a framework</a:t>
            </a:r>
          </a:p>
        </p:txBody>
      </p:sp>
      <p:sp>
        <p:nvSpPr>
          <p:cNvPr id="4" name="Footer Placeholder 3">
            <a:extLst>
              <a:ext uri="{FF2B5EF4-FFF2-40B4-BE49-F238E27FC236}">
                <a16:creationId xmlns:a16="http://schemas.microsoft.com/office/drawing/2014/main" id="{98E49FDD-1CC2-8A16-A942-D313EE6D11BC}"/>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40FFFA5B-3C35-72F5-B682-CE752BC5E9B1}"/>
              </a:ext>
            </a:extLst>
          </p:cNvPr>
          <p:cNvSpPr>
            <a:spLocks noGrp="1"/>
          </p:cNvSpPr>
          <p:nvPr>
            <p:ph type="sldNum" sz="quarter" idx="12"/>
          </p:nvPr>
        </p:nvSpPr>
        <p:spPr/>
        <p:txBody>
          <a:bodyPr/>
          <a:lstStyle/>
          <a:p>
            <a:fld id="{38826FC0-333C-E549-9FA3-0EE43DF298A3}" type="slidenum">
              <a:rPr lang="en-US" smtClean="0"/>
              <a:pPr/>
              <a:t>18</a:t>
            </a:fld>
            <a:endParaRPr lang="en-US"/>
          </a:p>
        </p:txBody>
      </p:sp>
      <p:sp>
        <p:nvSpPr>
          <p:cNvPr id="8" name="TextBox 7">
            <a:extLst>
              <a:ext uri="{FF2B5EF4-FFF2-40B4-BE49-F238E27FC236}">
                <a16:creationId xmlns:a16="http://schemas.microsoft.com/office/drawing/2014/main" id="{4F6BF445-3EBF-1F9C-E460-C30908806F74}"/>
              </a:ext>
            </a:extLst>
          </p:cNvPr>
          <p:cNvSpPr txBox="1"/>
          <p:nvPr/>
        </p:nvSpPr>
        <p:spPr>
          <a:xfrm>
            <a:off x="355600" y="997088"/>
            <a:ext cx="5821680" cy="5632311"/>
          </a:xfrm>
          <a:prstGeom prst="rect">
            <a:avLst/>
          </a:prstGeom>
          <a:noFill/>
        </p:spPr>
        <p:txBody>
          <a:bodyPr wrap="square">
            <a:spAutoFit/>
          </a:bodyPr>
          <a:lstStyle/>
          <a:p>
            <a:r>
              <a:rPr lang="en-IN" sz="1200">
                <a:latin typeface="Comic Sans MS" panose="030F0702030302020204" pitchFamily="66" charset="0"/>
              </a:rPr>
              <a:t>1</a:t>
            </a:r>
            <a:r>
              <a:rPr lang="en-IN" sz="1200" b="1">
                <a:latin typeface="Comic Sans MS" panose="030F0702030302020204" pitchFamily="66" charset="0"/>
              </a:rPr>
              <a:t>. Test scripts</a:t>
            </a:r>
          </a:p>
          <a:p>
            <a:r>
              <a:rPr lang="en-IN" sz="1200">
                <a:latin typeface="Comic Sans MS" panose="030F0702030302020204" pitchFamily="66" charset="0"/>
              </a:rPr>
              <a:t>These are the core of the framework, containing the automated instructions that interact with the application under test (AUT). They are written in a programming language (e.g., Python, Java, JavaScript) and specify the actions to be performed and the validations to be made. </a:t>
            </a:r>
          </a:p>
          <a:p>
            <a:endParaRPr lang="en-IN" sz="1200">
              <a:latin typeface="Comic Sans MS" panose="030F0702030302020204" pitchFamily="66" charset="0"/>
            </a:endParaRPr>
          </a:p>
          <a:p>
            <a:r>
              <a:rPr lang="en-IN" sz="1200">
                <a:latin typeface="Comic Sans MS" panose="030F0702030302020204" pitchFamily="66" charset="0"/>
              </a:rPr>
              <a:t>2</a:t>
            </a:r>
            <a:r>
              <a:rPr lang="en-IN" sz="1200" b="1">
                <a:latin typeface="Comic Sans MS" panose="030F0702030302020204" pitchFamily="66" charset="0"/>
              </a:rPr>
              <a:t>. Test data management</a:t>
            </a:r>
          </a:p>
          <a:p>
            <a:r>
              <a:rPr lang="en-IN" sz="1200">
                <a:latin typeface="Comic Sans MS" panose="030F0702030302020204" pitchFamily="66" charset="0"/>
              </a:rPr>
              <a:t>This component handles the data used during test execution. A robust framework allows test data to be separated from the test scripts, supporting different scenarios and enabling data-driven testing. Data can be stored in various formats, such as CSV files, databases, or JSON files. </a:t>
            </a:r>
          </a:p>
          <a:p>
            <a:endParaRPr lang="en-IN" sz="1200">
              <a:latin typeface="Comic Sans MS" panose="030F0702030302020204" pitchFamily="66" charset="0"/>
            </a:endParaRPr>
          </a:p>
          <a:p>
            <a:r>
              <a:rPr lang="en-IN" sz="1200">
                <a:latin typeface="Comic Sans MS" panose="030F0702030302020204" pitchFamily="66" charset="0"/>
              </a:rPr>
              <a:t>3. </a:t>
            </a:r>
            <a:r>
              <a:rPr lang="en-IN" sz="1200" b="1">
                <a:latin typeface="Comic Sans MS" panose="030F0702030302020204" pitchFamily="66" charset="0"/>
              </a:rPr>
              <a:t>Test execution engine</a:t>
            </a:r>
          </a:p>
          <a:p>
            <a:r>
              <a:rPr lang="en-IN" sz="1200">
                <a:latin typeface="Comic Sans MS" panose="030F0702030302020204" pitchFamily="66" charset="0"/>
              </a:rPr>
              <a:t>This is the "powerhouse" that runs the test scripts. A sophisticated engine can manage the test run, handle data, and execute tests across multiple environments and configurations. It often supports advanced features like parallel execution and cross-browser testing. </a:t>
            </a:r>
          </a:p>
          <a:p>
            <a:endParaRPr lang="en-IN" sz="1200">
              <a:latin typeface="Comic Sans MS" panose="030F0702030302020204" pitchFamily="66" charset="0"/>
            </a:endParaRPr>
          </a:p>
          <a:p>
            <a:r>
              <a:rPr lang="en-IN" sz="1200">
                <a:latin typeface="Comic Sans MS" panose="030F0702030302020204" pitchFamily="66" charset="0"/>
              </a:rPr>
              <a:t>4. </a:t>
            </a:r>
            <a:r>
              <a:rPr lang="en-IN" sz="1200" b="1">
                <a:latin typeface="Comic Sans MS" panose="030F0702030302020204" pitchFamily="66" charset="0"/>
              </a:rPr>
              <a:t>Reusable libraries and utilities</a:t>
            </a:r>
          </a:p>
          <a:p>
            <a:r>
              <a:rPr lang="en-IN" sz="1200">
                <a:latin typeface="Comic Sans MS" panose="030F0702030302020204" pitchFamily="66" charset="0"/>
              </a:rPr>
              <a:t>These are collections of functions and common code snippets that can be reused across different test scripts. They promote code reuse, minimize maintenance efforts, and help maintain consistency throughout the test suite. </a:t>
            </a:r>
          </a:p>
          <a:p>
            <a:endParaRPr lang="en-IN" sz="1200">
              <a:latin typeface="Comic Sans MS" panose="030F0702030302020204" pitchFamily="66" charset="0"/>
            </a:endParaRPr>
          </a:p>
          <a:p>
            <a:r>
              <a:rPr lang="en-IN" sz="1200" b="1">
                <a:latin typeface="Comic Sans MS" panose="030F0702030302020204" pitchFamily="66" charset="0"/>
              </a:rPr>
              <a:t>5. Object repository</a:t>
            </a:r>
          </a:p>
          <a:p>
            <a:r>
              <a:rPr lang="en-IN" sz="1200">
                <a:latin typeface="Comic Sans MS" panose="030F0702030302020204" pitchFamily="66" charset="0"/>
              </a:rPr>
              <a:t>The object repository stores the location details (e.g., ID, CSS selector, XPath) of all UI elements that test scripts interact with. This separation of UI elements from the test script logic makes the framework more maintainable. If an element's locator changes, the update only needs to be made in one central location.</a:t>
            </a:r>
          </a:p>
        </p:txBody>
      </p:sp>
      <p:sp>
        <p:nvSpPr>
          <p:cNvPr id="10" name="TextBox 9">
            <a:extLst>
              <a:ext uri="{FF2B5EF4-FFF2-40B4-BE49-F238E27FC236}">
                <a16:creationId xmlns:a16="http://schemas.microsoft.com/office/drawing/2014/main" id="{0426FA41-FCB4-4E80-531D-C9258D821FEB}"/>
              </a:ext>
            </a:extLst>
          </p:cNvPr>
          <p:cNvSpPr txBox="1"/>
          <p:nvPr/>
        </p:nvSpPr>
        <p:spPr>
          <a:xfrm>
            <a:off x="6360160" y="1067454"/>
            <a:ext cx="5730240" cy="5447645"/>
          </a:xfrm>
          <a:prstGeom prst="rect">
            <a:avLst/>
          </a:prstGeom>
          <a:noFill/>
        </p:spPr>
        <p:txBody>
          <a:bodyPr wrap="square">
            <a:spAutoFit/>
          </a:bodyPr>
          <a:lstStyle/>
          <a:p>
            <a:r>
              <a:rPr lang="en-IN" sz="1200" b="1">
                <a:latin typeface="Comic Sans MS" panose="030F0702030302020204" pitchFamily="66" charset="0"/>
              </a:rPr>
              <a:t>6. Reporting and logging</a:t>
            </a:r>
          </a:p>
          <a:p>
            <a:r>
              <a:rPr lang="en-IN" sz="1200">
                <a:latin typeface="Comic Sans MS" panose="030F0702030302020204" pitchFamily="66" charset="0"/>
              </a:rPr>
              <a:t>This component provides clear, comprehensive reports and logs after test execution. It details which tests passed or failed, captures screenshots for failures, and includes execution logs for effective debugging. Good reporting makes test results understandable for both technical and non-technical stakeholders. </a:t>
            </a:r>
          </a:p>
          <a:p>
            <a:endParaRPr lang="en-IN" sz="1200">
              <a:latin typeface="Comic Sans MS" panose="030F0702030302020204" pitchFamily="66" charset="0"/>
            </a:endParaRPr>
          </a:p>
          <a:p>
            <a:r>
              <a:rPr lang="en-IN" sz="1200">
                <a:latin typeface="Comic Sans MS" panose="030F0702030302020204" pitchFamily="66" charset="0"/>
              </a:rPr>
              <a:t>7. </a:t>
            </a:r>
            <a:r>
              <a:rPr lang="en-IN" sz="1200" b="1">
                <a:latin typeface="Comic Sans MS" panose="030F0702030302020204" pitchFamily="66" charset="0"/>
              </a:rPr>
              <a:t>Environment management</a:t>
            </a:r>
          </a:p>
          <a:p>
            <a:r>
              <a:rPr lang="en-IN" sz="1200">
                <a:latin typeface="Comic Sans MS" panose="030F0702030302020204" pitchFamily="66" charset="0"/>
              </a:rPr>
              <a:t>This feature allows for easy configuration of test execution settings depending on the target environment (e.g., QA, staging, production). It manages specific settings such as URLs, database connections, and user credentials. </a:t>
            </a:r>
          </a:p>
          <a:p>
            <a:endParaRPr lang="en-IN" sz="1200">
              <a:latin typeface="Comic Sans MS" panose="030F0702030302020204" pitchFamily="66" charset="0"/>
            </a:endParaRPr>
          </a:p>
          <a:p>
            <a:r>
              <a:rPr lang="en-IN" sz="1200">
                <a:latin typeface="Comic Sans MS" panose="030F0702030302020204" pitchFamily="66" charset="0"/>
              </a:rPr>
              <a:t>8. </a:t>
            </a:r>
            <a:r>
              <a:rPr lang="en-IN" sz="1200" b="1">
                <a:latin typeface="Comic Sans MS" panose="030F0702030302020204" pitchFamily="66" charset="0"/>
              </a:rPr>
              <a:t>Continuous Integration/Continuous Deployment (CI/CD) integration</a:t>
            </a:r>
          </a:p>
          <a:p>
            <a:r>
              <a:rPr lang="en-IN" sz="1200">
                <a:latin typeface="Comic Sans MS" panose="030F0702030302020204" pitchFamily="66" charset="0"/>
              </a:rPr>
              <a:t>A well-designed framework integrates seamlessly with CI/CD tools (e.g., Jenkins, GitLab CI/CD). This allows automated tests to run automatically whenever code is committed or deployed, ensuring continuous testing and faster feedback. </a:t>
            </a:r>
          </a:p>
          <a:p>
            <a:endParaRPr lang="en-IN" sz="1200">
              <a:latin typeface="Comic Sans MS" panose="030F0702030302020204" pitchFamily="66" charset="0"/>
            </a:endParaRPr>
          </a:p>
          <a:p>
            <a:r>
              <a:rPr lang="en-IN" sz="1200">
                <a:latin typeface="Comic Sans MS" panose="030F0702030302020204" pitchFamily="66" charset="0"/>
              </a:rPr>
              <a:t>9. </a:t>
            </a:r>
            <a:r>
              <a:rPr lang="en-IN" sz="1200" b="1">
                <a:latin typeface="Comic Sans MS" panose="030F0702030302020204" pitchFamily="66" charset="0"/>
              </a:rPr>
              <a:t>Error handling and recovery</a:t>
            </a:r>
          </a:p>
          <a:p>
            <a:r>
              <a:rPr lang="en-IN" sz="1200">
                <a:latin typeface="Comic Sans MS" panose="030F0702030302020204" pitchFamily="66" charset="0"/>
              </a:rPr>
              <a:t>This mechanism defines how the framework responds to unexpected events during test execution. It can include logic for managing exceptions, retrying failed tests, and gracefully handling timeouts. </a:t>
            </a:r>
          </a:p>
          <a:p>
            <a:endParaRPr lang="en-IN" sz="1200">
              <a:latin typeface="Comic Sans MS" panose="030F0702030302020204" pitchFamily="66" charset="0"/>
            </a:endParaRPr>
          </a:p>
          <a:p>
            <a:r>
              <a:rPr lang="en-IN" sz="1200">
                <a:latin typeface="Comic Sans MS" panose="030F0702030302020204" pitchFamily="66" charset="0"/>
              </a:rPr>
              <a:t>10. </a:t>
            </a:r>
            <a:r>
              <a:rPr lang="en-IN" sz="1200" b="1">
                <a:latin typeface="Comic Sans MS" panose="030F0702030302020204" pitchFamily="66" charset="0"/>
              </a:rPr>
              <a:t>Version control</a:t>
            </a:r>
          </a:p>
          <a:p>
            <a:r>
              <a:rPr lang="en-IN" sz="1200">
                <a:latin typeface="Comic Sans MS" panose="030F0702030302020204" pitchFamily="66" charset="0"/>
              </a:rPr>
              <a:t>The framework's code, including all test scripts, data, and configuration files, should be managed using a version control system like Git. This supports team collaboration, tracks changes, and allows the team to roll back to previous versions if needed</a:t>
            </a:r>
          </a:p>
        </p:txBody>
      </p:sp>
    </p:spTree>
    <p:extLst>
      <p:ext uri="{BB962C8B-B14F-4D97-AF65-F5344CB8AC3E}">
        <p14:creationId xmlns:p14="http://schemas.microsoft.com/office/powerpoint/2010/main" val="40915730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8EFB4C7-205D-4E6A-886B-BBFFE9BD0BFE}">
  <ds:schemaRefs>
    <ds:schemaRef ds:uri="85aa0b7b-c2ff-4619-b015-c2745a4ebb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4A4B404F-09F1-40CA-84E2-FD9F4E5EB219}">
  <ds:schemaRefs>
    <ds:schemaRef ds:uri="2f5cf1d1-81f3-4f99-b146-10f5cb39d018"/>
    <ds:schemaRef ds:uri="3c35e321-f73a-4dae-ae38-a0459de2473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Application>Microsoft Office PowerPoint</Application>
  <PresentationFormat>Widescreen</PresentationFormat>
  <Slides>18</Slides>
  <Notes>3</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Cognizant_2024</vt:lpstr>
      <vt:lpstr>Automation Framework</vt:lpstr>
      <vt:lpstr>Automation Framework</vt:lpstr>
      <vt:lpstr>Automation Framework</vt:lpstr>
      <vt:lpstr>Types of Automation Frameworks</vt:lpstr>
      <vt:lpstr>Data-driven framework</vt:lpstr>
      <vt:lpstr>Data-driven framework</vt:lpstr>
      <vt:lpstr>Modular-Testing framework</vt:lpstr>
      <vt:lpstr>Modular-Testing framework</vt:lpstr>
      <vt:lpstr>Keyword-driven framework</vt:lpstr>
      <vt:lpstr>Keyword-driven framework</vt:lpstr>
      <vt:lpstr>Behavior-driven development (BDD) framework</vt:lpstr>
      <vt:lpstr>Behavior-driven development (BDD) framework</vt:lpstr>
      <vt:lpstr>Hybrid Automation Framework</vt:lpstr>
      <vt:lpstr>Hybrid Automation Framework</vt:lpstr>
      <vt:lpstr>Linear Framework</vt:lpstr>
      <vt:lpstr>Library Architecture Testing Framework </vt:lpstr>
      <vt:lpstr>Standard POM (Page Object Model) Maven project structure ideal for clean, scalable test automation. </vt:lpstr>
      <vt:lpstr>Key Components of a framework</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revision>2</cp:revision>
  <dcterms:created xsi:type="dcterms:W3CDTF">2025-09-17T08:32:50Z</dcterms:created>
  <dcterms:modified xsi:type="dcterms:W3CDTF">2026-01-28T04:37:25Z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