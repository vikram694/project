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6"/>
  </p:notesMasterIdLst>
  <p:handoutMasterIdLst>
    <p:handoutMasterId r:id="rId17"/>
  </p:handoutMasterIdLst>
  <p:sldIdLst>
    <p:sldId id="2147479184" r:id="rId5"/>
    <p:sldId id="2147479218" r:id="rId6"/>
    <p:sldId id="2147479219" r:id="rId7"/>
    <p:sldId id="2147479220" r:id="rId8"/>
    <p:sldId id="2147479221" r:id="rId9"/>
    <p:sldId id="2147479222" r:id="rId10"/>
    <p:sldId id="2147479223" r:id="rId11"/>
    <p:sldId id="2147479224" r:id="rId12"/>
    <p:sldId id="2147479225" r:id="rId13"/>
    <p:sldId id="2147479226" r:id="rId14"/>
    <p:sldId id="214747922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74" d="100"/>
          <a:sy n="74" d="100"/>
        </p:scale>
        <p:origin x="376"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Yejjavarapu (Cognizant)" userId="3936b720-d7f5-4bca-9309-d3687ae3547e" providerId="ADAL" clId="{15B97537-7976-4122-9A46-6BBDEF3EB3C0}"/>
    <pc:docChg chg="modSld">
      <pc:chgData name="Venu, Yejjavarapu (Cognizant)" userId="3936b720-d7f5-4bca-9309-d3687ae3547e" providerId="ADAL" clId="{15B97537-7976-4122-9A46-6BBDEF3EB3C0}" dt="2026-01-09T09:24:16.721" v="0" actId="1038"/>
      <pc:docMkLst>
        <pc:docMk/>
      </pc:docMkLst>
      <pc:sldChg chg="modSp mod">
        <pc:chgData name="Venu, Yejjavarapu (Cognizant)" userId="3936b720-d7f5-4bca-9309-d3687ae3547e" providerId="ADAL" clId="{15B97537-7976-4122-9A46-6BBDEF3EB3C0}" dt="2026-01-09T09:24:16.721" v="0" actId="1038"/>
        <pc:sldMkLst>
          <pc:docMk/>
          <pc:sldMk cId="2561868549" sldId="2147479225"/>
        </pc:sldMkLst>
        <pc:spChg chg="mod">
          <ac:chgData name="Venu, Yejjavarapu (Cognizant)" userId="3936b720-d7f5-4bca-9309-d3687ae3547e" providerId="ADAL" clId="{15B97537-7976-4122-9A46-6BBDEF3EB3C0}" dt="2026-01-09T09:24:16.721" v="0" actId="1038"/>
          <ac:spMkLst>
            <pc:docMk/>
            <pc:sldMk cId="2561868549" sldId="2147479225"/>
            <ac:spMk id="8" creationId="{E343EEB5-7E1D-A9BD-6FD4-D63AC7406CA7}"/>
          </ac:spMkLst>
        </pc:spChg>
      </pc:sldChg>
    </pc:docChg>
  </pc:docChgLst>
  <pc:docChgLst>
    <pc:chgData name="Mohan, Poornima Swarna (Cognizant)" userId="36824357-ffbd-40a5-b000-b82d0f7dca89" providerId="ADAL" clId="{BB20CA10-5FC3-4CCD-8518-89B0931CAB48}"/>
    <pc:docChg chg="undo custSel addSld delSld modSld sldOrd">
      <pc:chgData name="Mohan, Poornima Swarna (Cognizant)" userId="36824357-ffbd-40a5-b000-b82d0f7dca89" providerId="ADAL" clId="{BB20CA10-5FC3-4CCD-8518-89B0931CAB48}" dt="2025-12-22T11:00:02.981" v="3377" actId="47"/>
      <pc:docMkLst>
        <pc:docMk/>
      </pc:docMkLst>
      <pc:sldChg chg="modSp mod">
        <pc:chgData name="Mohan, Poornima Swarna (Cognizant)" userId="36824357-ffbd-40a5-b000-b82d0f7dca89" providerId="ADAL" clId="{BB20CA10-5FC3-4CCD-8518-89B0931CAB48}" dt="2025-12-22T10:32:18.820" v="3214" actId="20577"/>
        <pc:sldMkLst>
          <pc:docMk/>
          <pc:sldMk cId="2713534842" sldId="2147479184"/>
        </pc:sldMkLst>
        <pc:spChg chg="mod">
          <ac:chgData name="Mohan, Poornima Swarna (Cognizant)" userId="36824357-ffbd-40a5-b000-b82d0f7dca89" providerId="ADAL" clId="{BB20CA10-5FC3-4CCD-8518-89B0931CAB48}" dt="2025-12-22T10:32:18.820" v="3214" actId="20577"/>
          <ac:spMkLst>
            <pc:docMk/>
            <pc:sldMk cId="2713534842" sldId="2147479184"/>
            <ac:spMk id="5" creationId="{09D9EB17-9965-3523-3F99-EF5E53642703}"/>
          </ac:spMkLst>
        </pc:spChg>
      </pc:sldChg>
      <pc:sldChg chg="addSp delSp modSp add mod">
        <pc:chgData name="Mohan, Poornima Swarna (Cognizant)" userId="36824357-ffbd-40a5-b000-b82d0f7dca89" providerId="ADAL" clId="{BB20CA10-5FC3-4CCD-8518-89B0931CAB48}" dt="2025-12-22T09:13:33.581" v="3085" actId="14100"/>
        <pc:sldMkLst>
          <pc:docMk/>
          <pc:sldMk cId="2509020702" sldId="2147479218"/>
        </pc:sldMkLst>
        <pc:spChg chg="mod">
          <ac:chgData name="Mohan, Poornima Swarna (Cognizant)" userId="36824357-ffbd-40a5-b000-b82d0f7dca89" providerId="ADAL" clId="{BB20CA10-5FC3-4CCD-8518-89B0931CAB48}" dt="2025-12-22T09:06:54.500" v="3015" actId="20577"/>
          <ac:spMkLst>
            <pc:docMk/>
            <pc:sldMk cId="2509020702" sldId="2147479218"/>
            <ac:spMk id="2" creationId="{467530D2-1E0A-1D64-965E-F61DCD0E3A34}"/>
          </ac:spMkLst>
        </pc:spChg>
        <pc:spChg chg="add mod">
          <ac:chgData name="Mohan, Poornima Swarna (Cognizant)" userId="36824357-ffbd-40a5-b000-b82d0f7dca89" providerId="ADAL" clId="{BB20CA10-5FC3-4CCD-8518-89B0931CAB48}" dt="2025-12-22T09:08:39.750" v="3042" actId="6549"/>
          <ac:spMkLst>
            <pc:docMk/>
            <pc:sldMk cId="2509020702" sldId="2147479218"/>
            <ac:spMk id="6" creationId="{159EB154-02E8-DF66-BD75-1A54BE9746B1}"/>
          </ac:spMkLst>
        </pc:spChg>
        <pc:spChg chg="add mod">
          <ac:chgData name="Mohan, Poornima Swarna (Cognizant)" userId="36824357-ffbd-40a5-b000-b82d0f7dca89" providerId="ADAL" clId="{BB20CA10-5FC3-4CCD-8518-89B0931CAB48}" dt="2025-12-22T09:10:35.761" v="3074" actId="1035"/>
          <ac:spMkLst>
            <pc:docMk/>
            <pc:sldMk cId="2509020702" sldId="2147479218"/>
            <ac:spMk id="15" creationId="{2C56CC5B-F30C-552D-DEEE-97E5919C4082}"/>
          </ac:spMkLst>
        </pc:spChg>
        <pc:spChg chg="add mod">
          <ac:chgData name="Mohan, Poornima Swarna (Cognizant)" userId="36824357-ffbd-40a5-b000-b82d0f7dca89" providerId="ADAL" clId="{BB20CA10-5FC3-4CCD-8518-89B0931CAB48}" dt="2025-12-22T09:12:24.645" v="3079" actId="20577"/>
          <ac:spMkLst>
            <pc:docMk/>
            <pc:sldMk cId="2509020702" sldId="2147479218"/>
            <ac:spMk id="16" creationId="{241B24B1-A926-BDF6-D8EE-AE1B691975FA}"/>
          </ac:spMkLst>
        </pc:spChg>
        <pc:spChg chg="add mod">
          <ac:chgData name="Mohan, Poornima Swarna (Cognizant)" userId="36824357-ffbd-40a5-b000-b82d0f7dca89" providerId="ADAL" clId="{BB20CA10-5FC3-4CCD-8518-89B0931CAB48}" dt="2025-12-22T09:13:33.581" v="3085" actId="14100"/>
          <ac:spMkLst>
            <pc:docMk/>
            <pc:sldMk cId="2509020702" sldId="2147479218"/>
            <ac:spMk id="18" creationId="{53FC15A4-A477-595C-52CA-53F25330809A}"/>
          </ac:spMkLst>
        </pc:spChg>
      </pc:sldChg>
      <pc:sldChg chg="delSp modSp add mod">
        <pc:chgData name="Mohan, Poornima Swarna (Cognizant)" userId="36824357-ffbd-40a5-b000-b82d0f7dca89" providerId="ADAL" clId="{BB20CA10-5FC3-4CCD-8518-89B0931CAB48}" dt="2025-12-22T09:55:23.742" v="3098" actId="14100"/>
        <pc:sldMkLst>
          <pc:docMk/>
          <pc:sldMk cId="3282728329" sldId="2147479219"/>
        </pc:sldMkLst>
        <pc:spChg chg="mod">
          <ac:chgData name="Mohan, Poornima Swarna (Cognizant)" userId="36824357-ffbd-40a5-b000-b82d0f7dca89" providerId="ADAL" clId="{BB20CA10-5FC3-4CCD-8518-89B0931CAB48}" dt="2025-12-22T09:55:23.742" v="3098" actId="14100"/>
          <ac:spMkLst>
            <pc:docMk/>
            <pc:sldMk cId="3282728329" sldId="2147479219"/>
            <ac:spMk id="8" creationId="{3F508E92-2E51-8052-3B57-C718E0775166}"/>
          </ac:spMkLst>
        </pc:spChg>
      </pc:sldChg>
      <pc:sldChg chg="addSp delSp modSp add mod">
        <pc:chgData name="Mohan, Poornima Swarna (Cognizant)" userId="36824357-ffbd-40a5-b000-b82d0f7dca89" providerId="ADAL" clId="{BB20CA10-5FC3-4CCD-8518-89B0931CAB48}" dt="2025-12-22T10:24:33.179" v="3140" actId="1076"/>
        <pc:sldMkLst>
          <pc:docMk/>
          <pc:sldMk cId="2862999724" sldId="2147479220"/>
        </pc:sldMkLst>
        <pc:spChg chg="mod">
          <ac:chgData name="Mohan, Poornima Swarna (Cognizant)" userId="36824357-ffbd-40a5-b000-b82d0f7dca89" providerId="ADAL" clId="{BB20CA10-5FC3-4CCD-8518-89B0931CAB48}" dt="2025-12-22T10:24:13.763" v="3133" actId="20577"/>
          <ac:spMkLst>
            <pc:docMk/>
            <pc:sldMk cId="2862999724" sldId="2147479220"/>
            <ac:spMk id="2" creationId="{A4B03199-6270-FF62-D71D-40CBD51476F2}"/>
          </ac:spMkLst>
        </pc:spChg>
        <pc:spChg chg="add mod">
          <ac:chgData name="Mohan, Poornima Swarna (Cognizant)" userId="36824357-ffbd-40a5-b000-b82d0f7dca89" providerId="ADAL" clId="{BB20CA10-5FC3-4CCD-8518-89B0931CAB48}" dt="2025-12-22T10:24:33.179" v="3140" actId="1076"/>
          <ac:spMkLst>
            <pc:docMk/>
            <pc:sldMk cId="2862999724" sldId="2147479220"/>
            <ac:spMk id="6" creationId="{1927061C-85D0-EC69-B76A-37D40D728D54}"/>
          </ac:spMkLst>
        </pc:spChg>
      </pc:sldChg>
      <pc:sldChg chg="addSp delSp modSp add mod">
        <pc:chgData name="Mohan, Poornima Swarna (Cognizant)" userId="36824357-ffbd-40a5-b000-b82d0f7dca89" providerId="ADAL" clId="{BB20CA10-5FC3-4CCD-8518-89B0931CAB48}" dt="2025-12-22T10:29:29.345" v="3167" actId="207"/>
        <pc:sldMkLst>
          <pc:docMk/>
          <pc:sldMk cId="3454890392" sldId="2147479221"/>
        </pc:sldMkLst>
        <pc:spChg chg="mod">
          <ac:chgData name="Mohan, Poornima Swarna (Cognizant)" userId="36824357-ffbd-40a5-b000-b82d0f7dca89" providerId="ADAL" clId="{BB20CA10-5FC3-4CCD-8518-89B0931CAB48}" dt="2025-12-22T10:24:48.167" v="3157" actId="20577"/>
          <ac:spMkLst>
            <pc:docMk/>
            <pc:sldMk cId="3454890392" sldId="2147479221"/>
            <ac:spMk id="2" creationId="{782D5FEB-A61C-8D60-BDDA-116B74E4646A}"/>
          </ac:spMkLst>
        </pc:spChg>
        <pc:spChg chg="add mod">
          <ac:chgData name="Mohan, Poornima Swarna (Cognizant)" userId="36824357-ffbd-40a5-b000-b82d0f7dca89" providerId="ADAL" clId="{BB20CA10-5FC3-4CCD-8518-89B0931CAB48}" dt="2025-12-22T10:29:29.345" v="3167" actId="207"/>
          <ac:spMkLst>
            <pc:docMk/>
            <pc:sldMk cId="3454890392" sldId="2147479221"/>
            <ac:spMk id="7" creationId="{53CA8D45-7408-CCF3-0E3A-F26CB3410750}"/>
          </ac:spMkLst>
        </pc:spChg>
      </pc:sldChg>
      <pc:sldChg chg="addSp delSp modSp new mod">
        <pc:chgData name="Mohan, Poornima Swarna (Cognizant)" userId="36824357-ffbd-40a5-b000-b82d0f7dca89" providerId="ADAL" clId="{BB20CA10-5FC3-4CCD-8518-89B0931CAB48}" dt="2025-12-22T10:35:34.217" v="3223" actId="1076"/>
        <pc:sldMkLst>
          <pc:docMk/>
          <pc:sldMk cId="1495591152" sldId="2147479222"/>
        </pc:sldMkLst>
        <pc:spChg chg="mod">
          <ac:chgData name="Mohan, Poornima Swarna (Cognizant)" userId="36824357-ffbd-40a5-b000-b82d0f7dca89" providerId="ADAL" clId="{BB20CA10-5FC3-4CCD-8518-89B0931CAB48}" dt="2025-12-22T10:31:57.811" v="3189" actId="20577"/>
          <ac:spMkLst>
            <pc:docMk/>
            <pc:sldMk cId="1495591152" sldId="2147479222"/>
            <ac:spMk id="2" creationId="{09995095-B606-8E38-C7A6-B6BCEE1656A5}"/>
          </ac:spMkLst>
        </pc:spChg>
        <pc:spChg chg="add mod">
          <ac:chgData name="Mohan, Poornima Swarna (Cognizant)" userId="36824357-ffbd-40a5-b000-b82d0f7dca89" providerId="ADAL" clId="{BB20CA10-5FC3-4CCD-8518-89B0931CAB48}" dt="2025-12-22T10:35:23.488" v="3221" actId="20577"/>
          <ac:spMkLst>
            <pc:docMk/>
            <pc:sldMk cId="1495591152" sldId="2147479222"/>
            <ac:spMk id="7" creationId="{B3B08536-F69E-C655-0BB7-0709F4C8EC94}"/>
          </ac:spMkLst>
        </pc:spChg>
        <pc:picChg chg="add mod">
          <ac:chgData name="Mohan, Poornima Swarna (Cognizant)" userId="36824357-ffbd-40a5-b000-b82d0f7dca89" providerId="ADAL" clId="{BB20CA10-5FC3-4CCD-8518-89B0931CAB48}" dt="2025-12-22T10:35:34.217" v="3223" actId="1076"/>
          <ac:picMkLst>
            <pc:docMk/>
            <pc:sldMk cId="1495591152" sldId="2147479222"/>
            <ac:picMk id="8" creationId="{879795B5-5BD0-57C9-9ABC-B46457DD3D01}"/>
          </ac:picMkLst>
        </pc:picChg>
      </pc:sldChg>
      <pc:sldChg chg="addSp delSp modSp add mod">
        <pc:chgData name="Mohan, Poornima Swarna (Cognizant)" userId="36824357-ffbd-40a5-b000-b82d0f7dca89" providerId="ADAL" clId="{BB20CA10-5FC3-4CCD-8518-89B0931CAB48}" dt="2025-12-22T10:38:11.898" v="3248" actId="1076"/>
        <pc:sldMkLst>
          <pc:docMk/>
          <pc:sldMk cId="1590833978" sldId="2147479223"/>
        </pc:sldMkLst>
        <pc:spChg chg="add mod">
          <ac:chgData name="Mohan, Poornima Swarna (Cognizant)" userId="36824357-ffbd-40a5-b000-b82d0f7dca89" providerId="ADAL" clId="{BB20CA10-5FC3-4CCD-8518-89B0931CAB48}" dt="2025-12-22T10:38:11.898" v="3248" actId="1076"/>
          <ac:spMkLst>
            <pc:docMk/>
            <pc:sldMk cId="1590833978" sldId="2147479223"/>
            <ac:spMk id="6" creationId="{96F48B43-378A-C638-973D-3B8E84697290}"/>
          </ac:spMkLst>
        </pc:spChg>
        <pc:spChg chg="add mod">
          <ac:chgData name="Mohan, Poornima Swarna (Cognizant)" userId="36824357-ffbd-40a5-b000-b82d0f7dca89" providerId="ADAL" clId="{BB20CA10-5FC3-4CCD-8518-89B0931CAB48}" dt="2025-12-22T10:38:07.168" v="3247" actId="1076"/>
          <ac:spMkLst>
            <pc:docMk/>
            <pc:sldMk cId="1590833978" sldId="2147479223"/>
            <ac:spMk id="12" creationId="{4626FFBF-389B-3D05-5ED5-4795F7D07716}"/>
          </ac:spMkLst>
        </pc:spChg>
        <pc:spChg chg="add mod">
          <ac:chgData name="Mohan, Poornima Swarna (Cognizant)" userId="36824357-ffbd-40a5-b000-b82d0f7dca89" providerId="ADAL" clId="{BB20CA10-5FC3-4CCD-8518-89B0931CAB48}" dt="2025-12-22T10:38:02.785" v="3246" actId="1076"/>
          <ac:spMkLst>
            <pc:docMk/>
            <pc:sldMk cId="1590833978" sldId="2147479223"/>
            <ac:spMk id="14" creationId="{333F6531-6627-2FC0-1874-B423890A5DEB}"/>
          </ac:spMkLst>
        </pc:spChg>
      </pc:sldChg>
      <pc:sldChg chg="addSp delSp modSp new mod">
        <pc:chgData name="Mohan, Poornima Swarna (Cognizant)" userId="36824357-ffbd-40a5-b000-b82d0f7dca89" providerId="ADAL" clId="{BB20CA10-5FC3-4CCD-8518-89B0931CAB48}" dt="2025-12-22T10:41:21.350" v="3265" actId="20577"/>
        <pc:sldMkLst>
          <pc:docMk/>
          <pc:sldMk cId="802776431" sldId="2147479224"/>
        </pc:sldMkLst>
        <pc:spChg chg="mod">
          <ac:chgData name="Mohan, Poornima Swarna (Cognizant)" userId="36824357-ffbd-40a5-b000-b82d0f7dca89" providerId="ADAL" clId="{BB20CA10-5FC3-4CCD-8518-89B0931CAB48}" dt="2025-12-22T10:40:28.401" v="3260"/>
          <ac:spMkLst>
            <pc:docMk/>
            <pc:sldMk cId="802776431" sldId="2147479224"/>
            <ac:spMk id="2" creationId="{2F38C86E-2356-A2D4-C8D7-E5BEEEC1DAD4}"/>
          </ac:spMkLst>
        </pc:spChg>
        <pc:spChg chg="add mod">
          <ac:chgData name="Mohan, Poornima Swarna (Cognizant)" userId="36824357-ffbd-40a5-b000-b82d0f7dca89" providerId="ADAL" clId="{BB20CA10-5FC3-4CCD-8518-89B0931CAB48}" dt="2025-12-22T10:41:21.350" v="3265" actId="20577"/>
          <ac:spMkLst>
            <pc:docMk/>
            <pc:sldMk cId="802776431" sldId="2147479224"/>
            <ac:spMk id="7" creationId="{66E911A8-1E25-1BCF-D253-7F960C72F2D0}"/>
          </ac:spMkLst>
        </pc:spChg>
      </pc:sldChg>
      <pc:sldChg chg="addSp delSp modSp add mod">
        <pc:chgData name="Mohan, Poornima Swarna (Cognizant)" userId="36824357-ffbd-40a5-b000-b82d0f7dca89" providerId="ADAL" clId="{BB20CA10-5FC3-4CCD-8518-89B0931CAB48}" dt="2025-12-22T10:49:41.773" v="3310" actId="1076"/>
        <pc:sldMkLst>
          <pc:docMk/>
          <pc:sldMk cId="2561868549" sldId="2147479225"/>
        </pc:sldMkLst>
        <pc:spChg chg="mod">
          <ac:chgData name="Mohan, Poornima Swarna (Cognizant)" userId="36824357-ffbd-40a5-b000-b82d0f7dca89" providerId="ADAL" clId="{BB20CA10-5FC3-4CCD-8518-89B0931CAB48}" dt="2025-12-22T10:47:26.309" v="3294" actId="20577"/>
          <ac:spMkLst>
            <pc:docMk/>
            <pc:sldMk cId="2561868549" sldId="2147479225"/>
            <ac:spMk id="2" creationId="{652A44CD-03C7-64BE-98AB-0575F118F3F9}"/>
          </ac:spMkLst>
        </pc:spChg>
        <pc:spChg chg="add mod">
          <ac:chgData name="Mohan, Poornima Swarna (Cognizant)" userId="36824357-ffbd-40a5-b000-b82d0f7dca89" providerId="ADAL" clId="{BB20CA10-5FC3-4CCD-8518-89B0931CAB48}" dt="2025-12-22T10:49:39.731" v="3309" actId="1076"/>
          <ac:spMkLst>
            <pc:docMk/>
            <pc:sldMk cId="2561868549" sldId="2147479225"/>
            <ac:spMk id="3" creationId="{C3C55886-F1F6-624B-6ECD-74368E82DF60}"/>
          </ac:spMkLst>
        </pc:spChg>
        <pc:spChg chg="add mod">
          <ac:chgData name="Mohan, Poornima Swarna (Cognizant)" userId="36824357-ffbd-40a5-b000-b82d0f7dca89" providerId="ADAL" clId="{BB20CA10-5FC3-4CCD-8518-89B0931CAB48}" dt="2025-12-22T10:49:41.773" v="3310" actId="1076"/>
          <ac:spMkLst>
            <pc:docMk/>
            <pc:sldMk cId="2561868549" sldId="2147479225"/>
            <ac:spMk id="8" creationId="{E343EEB5-7E1D-A9BD-6FD4-D63AC7406CA7}"/>
          </ac:spMkLst>
        </pc:spChg>
      </pc:sldChg>
      <pc:sldChg chg="addSp delSp modSp add mod">
        <pc:chgData name="Mohan, Poornima Swarna (Cognizant)" userId="36824357-ffbd-40a5-b000-b82d0f7dca89" providerId="ADAL" clId="{BB20CA10-5FC3-4CCD-8518-89B0931CAB48}" dt="2025-12-22T10:54:33.429" v="3334" actId="1076"/>
        <pc:sldMkLst>
          <pc:docMk/>
          <pc:sldMk cId="469692684" sldId="2147479226"/>
        </pc:sldMkLst>
        <pc:spChg chg="add mod">
          <ac:chgData name="Mohan, Poornima Swarna (Cognizant)" userId="36824357-ffbd-40a5-b000-b82d0f7dca89" providerId="ADAL" clId="{BB20CA10-5FC3-4CCD-8518-89B0931CAB48}" dt="2025-12-22T10:54:33.429" v="3334" actId="1076"/>
          <ac:spMkLst>
            <pc:docMk/>
            <pc:sldMk cId="469692684" sldId="2147479226"/>
            <ac:spMk id="14" creationId="{C6192362-85B6-4CC3-B1A5-C8009E56190E}"/>
          </ac:spMkLst>
        </pc:spChg>
        <pc:spChg chg="add mod">
          <ac:chgData name="Mohan, Poornima Swarna (Cognizant)" userId="36824357-ffbd-40a5-b000-b82d0f7dca89" providerId="ADAL" clId="{BB20CA10-5FC3-4CCD-8518-89B0931CAB48}" dt="2025-12-22T10:54:29.466" v="3333" actId="14100"/>
          <ac:spMkLst>
            <pc:docMk/>
            <pc:sldMk cId="469692684" sldId="2147479226"/>
            <ac:spMk id="15" creationId="{ABA13509-920E-E8F2-8068-396CD272CF9A}"/>
          </ac:spMkLst>
        </pc:spChg>
        <pc:spChg chg="add mod">
          <ac:chgData name="Mohan, Poornima Swarna (Cognizant)" userId="36824357-ffbd-40a5-b000-b82d0f7dca89" providerId="ADAL" clId="{BB20CA10-5FC3-4CCD-8518-89B0931CAB48}" dt="2025-12-22T10:54:22.279" v="3331" actId="1076"/>
          <ac:spMkLst>
            <pc:docMk/>
            <pc:sldMk cId="469692684" sldId="2147479226"/>
            <ac:spMk id="16" creationId="{FFE6202E-7760-D87F-DE0E-C0C881439DF2}"/>
          </ac:spMkLst>
        </pc:spChg>
      </pc:sldChg>
      <pc:sldChg chg="addSp delSp modSp add mod">
        <pc:chgData name="Mohan, Poornima Swarna (Cognizant)" userId="36824357-ffbd-40a5-b000-b82d0f7dca89" providerId="ADAL" clId="{BB20CA10-5FC3-4CCD-8518-89B0931CAB48}" dt="2025-12-22T10:56:11.124" v="3343" actId="1076"/>
        <pc:sldMkLst>
          <pc:docMk/>
          <pc:sldMk cId="3787071963" sldId="2147479227"/>
        </pc:sldMkLst>
        <pc:spChg chg="add mod">
          <ac:chgData name="Mohan, Poornima Swarna (Cognizant)" userId="36824357-ffbd-40a5-b000-b82d0f7dca89" providerId="ADAL" clId="{BB20CA10-5FC3-4CCD-8518-89B0931CAB48}" dt="2025-12-22T10:56:11.124" v="3343" actId="1076"/>
          <ac:spMkLst>
            <pc:docMk/>
            <pc:sldMk cId="3787071963" sldId="2147479227"/>
            <ac:spMk id="3" creationId="{2F54A314-9F90-9A2C-1EB5-2E41544BC014}"/>
          </ac:spMkLst>
        </pc:spChg>
        <pc:spChg chg="add mod">
          <ac:chgData name="Mohan, Poornima Swarna (Cognizant)" userId="36824357-ffbd-40a5-b000-b82d0f7dca89" providerId="ADAL" clId="{BB20CA10-5FC3-4CCD-8518-89B0931CAB48}" dt="2025-12-22T10:56:08.673" v="3342" actId="1076"/>
          <ac:spMkLst>
            <pc:docMk/>
            <pc:sldMk cId="3787071963" sldId="2147479227"/>
            <ac:spMk id="6" creationId="{E67C5B61-0C2D-179D-A342-4D8B16F81C80}"/>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1/9/2026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1/9/2026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1/9/2026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1/9/2026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1/9/2026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1/9/2026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1/9/2026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1/9/2026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1/9/2026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1/9/2026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1/9/2026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1/9/2026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1/9/2026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1/9/2026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1/9/2026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1/9/2026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1/9/2026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1/9/2026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1/9/2026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1/9/2026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1/9/2026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1/9/2026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1/9/2026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1/9/2026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1/9/2026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1/9/2026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1/9/2026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1/9/2026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1/9/2026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1/9/2026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1/9/2026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1/9/2026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hyperlink" Target="http://org.openqa.selenium.chrome/" TargetMode="External"/><Relationship Id="rId2" Type="http://schemas.openxmlformats.org/officeDocument/2006/relationships/hyperlink" Target="http://org.openqa.selenium.io/" TargetMode="External"/><Relationship Id="rId1" Type="http://schemas.openxmlformats.org/officeDocument/2006/relationships/slideLayout" Target="../slideLayouts/slideLayout24.xml"/><Relationship Id="rId5" Type="http://schemas.openxmlformats.org/officeDocument/2006/relationships/hyperlink" Target="https://example.com/" TargetMode="External"/><Relationship Id="rId4" Type="http://schemas.openxmlformats.org/officeDocument/2006/relationships/hyperlink" Target="http://java.io/"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Mouse Actions, </a:t>
            </a:r>
            <a:r>
              <a:rPr lang="en-US" dirty="0" err="1"/>
              <a:t>Javascript</a:t>
            </a:r>
            <a:r>
              <a:rPr lang="en-US" dirty="0"/>
              <a:t> Executor</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2813F-43C5-7D50-CF3D-4ED913606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530D2-1E0A-1D64-965E-F61DCD0E3A34}"/>
              </a:ext>
            </a:extLst>
          </p:cNvPr>
          <p:cNvSpPr>
            <a:spLocks noGrp="1"/>
          </p:cNvSpPr>
          <p:nvPr>
            <p:ph type="title"/>
          </p:nvPr>
        </p:nvSpPr>
        <p:spPr/>
        <p:txBody>
          <a:bodyPr/>
          <a:lstStyle/>
          <a:p>
            <a:r>
              <a:rPr lang="en-IN" dirty="0"/>
              <a:t>Mouse Actions</a:t>
            </a:r>
          </a:p>
        </p:txBody>
      </p:sp>
      <p:sp>
        <p:nvSpPr>
          <p:cNvPr id="4" name="Footer Placeholder 3">
            <a:extLst>
              <a:ext uri="{FF2B5EF4-FFF2-40B4-BE49-F238E27FC236}">
                <a16:creationId xmlns:a16="http://schemas.microsoft.com/office/drawing/2014/main" id="{C2DA060A-A68B-7739-31BE-AB0FB6A560E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BF71A4C-D55C-39ED-C3A5-1501619B457F}"/>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6" name="TextBox 5">
            <a:extLst>
              <a:ext uri="{FF2B5EF4-FFF2-40B4-BE49-F238E27FC236}">
                <a16:creationId xmlns:a16="http://schemas.microsoft.com/office/drawing/2014/main" id="{159EB154-02E8-DF66-BD75-1A54BE9746B1}"/>
              </a:ext>
            </a:extLst>
          </p:cNvPr>
          <p:cNvSpPr txBox="1"/>
          <p:nvPr/>
        </p:nvSpPr>
        <p:spPr>
          <a:xfrm>
            <a:off x="721360" y="1232099"/>
            <a:ext cx="9733280" cy="1477328"/>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2"/>
                </a:solidFill>
                <a:latin typeface="Comic Sans MS" panose="030F0702030302020204" pitchFamily="66" charset="0"/>
              </a:rPr>
              <a:t>The Action class handles advanced user interactions in Selenium, like mouse movements, keyboard inputs, and context-click (right-click) actions.</a:t>
            </a:r>
          </a:p>
          <a:p>
            <a:pPr marL="285750" indent="-285750">
              <a:buFont typeface="Arial" panose="020B0604020202020204" pitchFamily="34" charset="0"/>
              <a:buChar char="•"/>
            </a:pPr>
            <a:endParaRPr lang="en-US" sz="1800" dirty="0">
              <a:solidFill>
                <a:schemeClr val="tx2"/>
              </a:solidFill>
              <a:latin typeface="Comic Sans MS" panose="030F0702030302020204" pitchFamily="66" charset="0"/>
            </a:endParaRPr>
          </a:p>
          <a:p>
            <a:pPr marL="285750" indent="-285750">
              <a:buFont typeface="Arial" panose="020B0604020202020204" pitchFamily="34" charset="0"/>
              <a:buChar char="•"/>
            </a:pPr>
            <a:r>
              <a:rPr lang="en-US" sz="1800" dirty="0">
                <a:solidFill>
                  <a:schemeClr val="tx2"/>
                </a:solidFill>
                <a:latin typeface="Comic Sans MS" panose="030F0702030302020204" pitchFamily="66" charset="0"/>
              </a:rPr>
              <a:t> It provides more control and flexibility in automated testing, allowing you to simulate complex user actions that can't be achieved with basic WebDriver commands.</a:t>
            </a:r>
          </a:p>
        </p:txBody>
      </p:sp>
      <p:sp>
        <p:nvSpPr>
          <p:cNvPr id="15" name="TextBox 14">
            <a:extLst>
              <a:ext uri="{FF2B5EF4-FFF2-40B4-BE49-F238E27FC236}">
                <a16:creationId xmlns:a16="http://schemas.microsoft.com/office/drawing/2014/main" id="{2C56CC5B-F30C-552D-DEEE-97E5919C4082}"/>
              </a:ext>
            </a:extLst>
          </p:cNvPr>
          <p:cNvSpPr txBox="1"/>
          <p:nvPr/>
        </p:nvSpPr>
        <p:spPr>
          <a:xfrm>
            <a:off x="670560" y="2853913"/>
            <a:ext cx="4969764" cy="1569660"/>
          </a:xfrm>
          <a:prstGeom prst="rect">
            <a:avLst/>
          </a:prstGeom>
          <a:noFill/>
        </p:spPr>
        <p:txBody>
          <a:bodyPr wrap="square">
            <a:spAutoFit/>
          </a:bodyPr>
          <a:lstStyle/>
          <a:p>
            <a:pPr>
              <a:buNone/>
            </a:pPr>
            <a:r>
              <a:rPr lang="en-US" sz="1600" b="1" dirty="0">
                <a:latin typeface="Comic Sans MS" panose="030F0702030302020204" pitchFamily="66" charset="0"/>
              </a:rPr>
              <a:t>✅ Steps to Perform Mouse Hover</a:t>
            </a:r>
          </a:p>
          <a:p>
            <a:pPr>
              <a:buNone/>
            </a:pPr>
            <a:endParaRPr lang="en-US" sz="1600" dirty="0">
              <a:latin typeface="Comic Sans MS" panose="030F0702030302020204" pitchFamily="66" charset="0"/>
            </a:endParaRPr>
          </a:p>
          <a:p>
            <a:pPr marL="285750" indent="-285750">
              <a:buFont typeface="Wingdings" panose="05000000000000000000" pitchFamily="2" charset="2"/>
              <a:buChar char="Ø"/>
            </a:pPr>
            <a:r>
              <a:rPr lang="en-US" sz="1600" dirty="0">
                <a:latin typeface="Comic Sans MS" panose="030F0702030302020204" pitchFamily="66" charset="0"/>
              </a:rPr>
              <a:t>Create an instance of </a:t>
            </a:r>
            <a:r>
              <a:rPr lang="en-US" sz="1600" dirty="0">
                <a:effectLst/>
                <a:latin typeface="Comic Sans MS" panose="030F0702030302020204" pitchFamily="66" charset="0"/>
              </a:rPr>
              <a:t>Actions</a:t>
            </a:r>
            <a:r>
              <a:rPr lang="en-US" sz="1600" dirty="0">
                <a:latin typeface="Comic Sans MS" panose="030F0702030302020204" pitchFamily="66" charset="0"/>
              </a:rPr>
              <a:t> class.</a:t>
            </a:r>
          </a:p>
          <a:p>
            <a:pPr marL="285750" indent="-285750">
              <a:buFont typeface="Wingdings" panose="05000000000000000000" pitchFamily="2" charset="2"/>
              <a:buChar char="Ø"/>
            </a:pPr>
            <a:r>
              <a:rPr lang="en-US" sz="1600" dirty="0">
                <a:latin typeface="Comic Sans MS" panose="030F0702030302020204" pitchFamily="66" charset="0"/>
              </a:rPr>
              <a:t>Locate the target element.</a:t>
            </a:r>
          </a:p>
          <a:p>
            <a:pPr marL="285750" indent="-285750">
              <a:buFont typeface="Wingdings" panose="05000000000000000000" pitchFamily="2" charset="2"/>
              <a:buChar char="Ø"/>
            </a:pPr>
            <a:r>
              <a:rPr lang="en-US" sz="1600" dirty="0">
                <a:latin typeface="Comic Sans MS" panose="030F0702030302020204" pitchFamily="66" charset="0"/>
              </a:rPr>
              <a:t>Use </a:t>
            </a:r>
            <a:r>
              <a:rPr lang="en-US" sz="1600" dirty="0">
                <a:effectLst/>
                <a:latin typeface="Comic Sans MS" panose="030F0702030302020204" pitchFamily="66" charset="0"/>
              </a:rPr>
              <a:t>.</a:t>
            </a:r>
            <a:r>
              <a:rPr lang="en-US" sz="1600" dirty="0" err="1">
                <a:effectLst/>
                <a:latin typeface="Comic Sans MS" panose="030F0702030302020204" pitchFamily="66" charset="0"/>
              </a:rPr>
              <a:t>moveToElement</a:t>
            </a:r>
            <a:r>
              <a:rPr lang="en-US" sz="1600" dirty="0">
                <a:effectLst/>
                <a:latin typeface="Comic Sans MS" panose="030F0702030302020204" pitchFamily="66" charset="0"/>
              </a:rPr>
              <a:t>(element).perform()</a:t>
            </a:r>
            <a:r>
              <a:rPr lang="en-US" sz="1600" dirty="0">
                <a:latin typeface="Comic Sans MS" panose="030F0702030302020204" pitchFamily="66" charset="0"/>
              </a:rPr>
              <a:t> to hover over it.</a:t>
            </a:r>
          </a:p>
        </p:txBody>
      </p:sp>
      <p:sp>
        <p:nvSpPr>
          <p:cNvPr id="16" name="TextBox 15">
            <a:extLst>
              <a:ext uri="{FF2B5EF4-FFF2-40B4-BE49-F238E27FC236}">
                <a16:creationId xmlns:a16="http://schemas.microsoft.com/office/drawing/2014/main" id="{241B24B1-A926-BDF6-D8EE-AE1B691975FA}"/>
              </a:ext>
            </a:extLst>
          </p:cNvPr>
          <p:cNvSpPr txBox="1"/>
          <p:nvPr/>
        </p:nvSpPr>
        <p:spPr>
          <a:xfrm>
            <a:off x="5640324" y="2796817"/>
            <a:ext cx="6094476" cy="3539430"/>
          </a:xfrm>
          <a:prstGeom prst="rect">
            <a:avLst/>
          </a:prstGeom>
          <a:noFill/>
        </p:spPr>
        <p:txBody>
          <a:bodyPr wrap="square">
            <a:spAutoFit/>
          </a:bodyPr>
          <a:lstStyle/>
          <a:p>
            <a:pPr>
              <a:buNone/>
            </a:pPr>
            <a:r>
              <a:rPr lang="en-IN" sz="1600" b="1" dirty="0">
                <a:latin typeface="Comic Sans MS" panose="030F0702030302020204" pitchFamily="66" charset="0"/>
              </a:rPr>
              <a:t>🔧 Example: Hover to Display Tooltip</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1. Locate the element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hoverElement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toolTipButton</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2. Create Actions object and hover</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Actions action = new Actions(driver);</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action.moveToElement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hoverElement</a:t>
            </a:r>
            <a:r>
              <a:rPr lang="en-IN" sz="1600" dirty="0">
                <a:effectLst/>
                <a:latin typeface="Comic Sans MS" panose="030F0702030302020204" pitchFamily="66" charset="0"/>
              </a:rPr>
              <a:t>).perform();</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Capturing Tooltip Text</a:t>
            </a:r>
            <a:endParaRPr lang="en-IN" sz="1600" dirty="0">
              <a:latin typeface="Comic Sans MS" panose="030F0702030302020204" pitchFamily="66" charset="0"/>
            </a:endParaRPr>
          </a:p>
          <a:p>
            <a:pPr>
              <a:buNone/>
            </a:pPr>
            <a:r>
              <a:rPr lang="en-IN" sz="1600" dirty="0">
                <a:latin typeface="Comic Sans MS" panose="030F0702030302020204" pitchFamily="66" charset="0"/>
              </a:rPr>
              <a:t>Some tooltips are implemented using the </a:t>
            </a:r>
            <a:r>
              <a:rPr lang="en-IN" sz="1600" dirty="0">
                <a:effectLst/>
                <a:latin typeface="Comic Sans MS" panose="030F0702030302020204" pitchFamily="66" charset="0"/>
              </a:rPr>
              <a:t>title</a:t>
            </a:r>
            <a:r>
              <a:rPr lang="en-IN" sz="1600" dirty="0">
                <a:latin typeface="Comic Sans MS" panose="030F0702030302020204" pitchFamily="66" charset="0"/>
              </a:rPr>
              <a:t> attribute.</a:t>
            </a:r>
          </a:p>
          <a:p>
            <a:pPr>
              <a:buNone/>
            </a:pPr>
            <a:r>
              <a:rPr lang="en-IN" sz="1600" dirty="0">
                <a:effectLst/>
                <a:latin typeface="Comic Sans MS" panose="030F0702030302020204" pitchFamily="66" charset="0"/>
              </a:rPr>
              <a:t>String </a:t>
            </a:r>
            <a:r>
              <a:rPr lang="en-IN" sz="1600" dirty="0" err="1">
                <a:effectLst/>
                <a:latin typeface="Comic Sans MS" panose="030F0702030302020204" pitchFamily="66" charset="0"/>
              </a:rPr>
              <a:t>tooltipText</a:t>
            </a:r>
            <a:r>
              <a:rPr lang="en-IN" sz="1600" dirty="0">
                <a:effectLst/>
                <a:latin typeface="Comic Sans MS" panose="030F0702030302020204" pitchFamily="66" charset="0"/>
              </a:rPr>
              <a:t> = </a:t>
            </a:r>
            <a:r>
              <a:rPr lang="en-IN" sz="1600" dirty="0" err="1">
                <a:effectLst/>
                <a:latin typeface="Comic Sans MS" panose="030F0702030302020204" pitchFamily="66" charset="0"/>
              </a:rPr>
              <a:t>hoverElement.getAttribute</a:t>
            </a:r>
            <a:r>
              <a:rPr lang="en-IN" sz="1600" dirty="0">
                <a:effectLst/>
                <a:latin typeface="Comic Sans MS" panose="030F0702030302020204" pitchFamily="66" charset="0"/>
              </a:rPr>
              <a:t>("title");</a:t>
            </a:r>
            <a:endParaRPr lang="en-IN" sz="1600" dirty="0">
              <a:latin typeface="Comic Sans MS" panose="030F0702030302020204" pitchFamily="66" charset="0"/>
            </a:endParaRPr>
          </a:p>
          <a:p>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("Tooltip is: " + </a:t>
            </a:r>
            <a:r>
              <a:rPr lang="en-IN" sz="1600" dirty="0" err="1">
                <a:effectLst/>
                <a:latin typeface="Comic Sans MS" panose="030F0702030302020204" pitchFamily="66" charset="0"/>
              </a:rPr>
              <a:t>tooltipText</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18" name="TextBox 17">
            <a:extLst>
              <a:ext uri="{FF2B5EF4-FFF2-40B4-BE49-F238E27FC236}">
                <a16:creationId xmlns:a16="http://schemas.microsoft.com/office/drawing/2014/main" id="{53FC15A4-A477-595C-52CA-53F25330809A}"/>
              </a:ext>
            </a:extLst>
          </p:cNvPr>
          <p:cNvSpPr txBox="1"/>
          <p:nvPr/>
        </p:nvSpPr>
        <p:spPr>
          <a:xfrm>
            <a:off x="1315720" y="5625901"/>
            <a:ext cx="3865880" cy="707501"/>
          </a:xfrm>
          <a:prstGeom prst="rect">
            <a:avLst/>
          </a:prstGeom>
          <a:noFill/>
        </p:spPr>
        <p:txBody>
          <a:bodyPr wrap="square">
            <a:spAutoFit/>
          </a:bodyPr>
          <a:lstStyle/>
          <a:p>
            <a:pPr>
              <a:lnSpc>
                <a:spcPct val="107000"/>
              </a:lnSpc>
              <a:spcAft>
                <a:spcPts val="800"/>
              </a:spcAft>
              <a:buNone/>
            </a:pPr>
            <a:r>
              <a:rPr lang="en-IN" sz="1600" kern="100" dirty="0">
                <a:effectLst/>
                <a:latin typeface="Comic Sans MS" panose="030F0702030302020204" pitchFamily="66" charset="0"/>
                <a:ea typeface="Aptos" panose="020B0004020202020204" pitchFamily="34" charset="0"/>
                <a:cs typeface="Times New Roman" panose="02020603050405020304" pitchFamily="18" charset="0"/>
              </a:rPr>
              <a:t>build() - create an action</a:t>
            </a:r>
          </a:p>
          <a:p>
            <a:pPr>
              <a:lnSpc>
                <a:spcPct val="107000"/>
              </a:lnSpc>
              <a:spcAft>
                <a:spcPts val="800"/>
              </a:spcAft>
              <a:buNone/>
            </a:pPr>
            <a:r>
              <a:rPr lang="en-IN" sz="1600" kern="100" dirty="0">
                <a:effectLst/>
                <a:latin typeface="Comic Sans MS" panose="030F0702030302020204" pitchFamily="66" charset="0"/>
                <a:ea typeface="Aptos" panose="020B0004020202020204" pitchFamily="34" charset="0"/>
                <a:cs typeface="Times New Roman" panose="02020603050405020304" pitchFamily="18" charset="0"/>
              </a:rPr>
              <a:t>perform() - complete an action</a:t>
            </a:r>
          </a:p>
        </p:txBody>
      </p:sp>
    </p:spTree>
    <p:extLst>
      <p:ext uri="{BB962C8B-B14F-4D97-AF65-F5344CB8AC3E}">
        <p14:creationId xmlns:p14="http://schemas.microsoft.com/office/powerpoint/2010/main" val="250902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135C-0A00-D04B-1A27-C9FC472FB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AC15A-6E24-C07B-879D-2ABED1B941D4}"/>
              </a:ext>
            </a:extLst>
          </p:cNvPr>
          <p:cNvSpPr>
            <a:spLocks noGrp="1"/>
          </p:cNvSpPr>
          <p:nvPr>
            <p:ph type="title"/>
          </p:nvPr>
        </p:nvSpPr>
        <p:spPr/>
        <p:txBody>
          <a:bodyPr/>
          <a:lstStyle/>
          <a:p>
            <a:r>
              <a:rPr lang="en-IN" dirty="0"/>
              <a:t>Mouse Actions</a:t>
            </a:r>
          </a:p>
        </p:txBody>
      </p:sp>
      <p:sp>
        <p:nvSpPr>
          <p:cNvPr id="4" name="Footer Placeholder 3">
            <a:extLst>
              <a:ext uri="{FF2B5EF4-FFF2-40B4-BE49-F238E27FC236}">
                <a16:creationId xmlns:a16="http://schemas.microsoft.com/office/drawing/2014/main" id="{29F940C9-4DC7-A565-D98F-2F8F497218E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79B1D25-49AF-3DB4-2430-FC4F84832D57}"/>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8" name="TextBox 7">
            <a:extLst>
              <a:ext uri="{FF2B5EF4-FFF2-40B4-BE49-F238E27FC236}">
                <a16:creationId xmlns:a16="http://schemas.microsoft.com/office/drawing/2014/main" id="{3F508E92-2E51-8052-3B57-C718E0775166}"/>
              </a:ext>
            </a:extLst>
          </p:cNvPr>
          <p:cNvSpPr txBox="1"/>
          <p:nvPr/>
        </p:nvSpPr>
        <p:spPr>
          <a:xfrm>
            <a:off x="894080" y="1652369"/>
            <a:ext cx="10068560" cy="3889719"/>
          </a:xfrm>
          <a:prstGeom prst="rect">
            <a:avLst/>
          </a:prstGeom>
          <a:noFill/>
        </p:spPr>
        <p:txBody>
          <a:bodyPr wrap="square">
            <a:spAutoFit/>
          </a:bodyPr>
          <a:lstStyle/>
          <a:p>
            <a:pPr>
              <a:lnSpc>
                <a:spcPct val="200000"/>
              </a:lnSpc>
            </a:pPr>
            <a:r>
              <a:rPr lang="en-US" sz="1800" b="1" dirty="0" err="1">
                <a:solidFill>
                  <a:schemeClr val="tx2"/>
                </a:solidFill>
                <a:latin typeface="Comic Sans MS" panose="030F0702030302020204" pitchFamily="66" charset="0"/>
              </a:rPr>
              <a:t>doubleClick</a:t>
            </a:r>
            <a:r>
              <a:rPr lang="en-US" sz="1800" b="1" dirty="0">
                <a:solidFill>
                  <a:schemeClr val="tx2"/>
                </a:solidFill>
                <a:latin typeface="Comic Sans MS" panose="030F0702030302020204" pitchFamily="66" charset="0"/>
              </a:rPr>
              <a:t>(</a:t>
            </a:r>
            <a:r>
              <a:rPr lang="en-US" sz="1800" b="1" dirty="0" err="1">
                <a:solidFill>
                  <a:schemeClr val="tx2"/>
                </a:solidFill>
                <a:latin typeface="Comic Sans MS" panose="030F0702030302020204" pitchFamily="66" charset="0"/>
              </a:rPr>
              <a:t>WebElement</a:t>
            </a:r>
            <a:r>
              <a:rPr lang="en-US" sz="1800" b="1" dirty="0">
                <a:solidFill>
                  <a:schemeClr val="tx2"/>
                </a:solidFill>
                <a:latin typeface="Comic Sans MS" panose="030F0702030302020204" pitchFamily="66" charset="0"/>
              </a:rPr>
              <a:t> element)</a:t>
            </a:r>
            <a:r>
              <a:rPr lang="en-US" sz="1800" dirty="0">
                <a:solidFill>
                  <a:schemeClr val="tx2"/>
                </a:solidFill>
                <a:latin typeface="Comic Sans MS" panose="030F0702030302020204" pitchFamily="66" charset="0"/>
              </a:rPr>
              <a:t>: Performs double click on the element</a:t>
            </a:r>
          </a:p>
          <a:p>
            <a:pPr>
              <a:lnSpc>
                <a:spcPct val="200000"/>
              </a:lnSpc>
            </a:pPr>
            <a:r>
              <a:rPr lang="en-US" sz="1800" b="1" dirty="0" err="1">
                <a:solidFill>
                  <a:schemeClr val="tx2"/>
                </a:solidFill>
                <a:latin typeface="Comic Sans MS" panose="030F0702030302020204" pitchFamily="66" charset="0"/>
              </a:rPr>
              <a:t>clickAndHold</a:t>
            </a:r>
            <a:r>
              <a:rPr lang="en-US" sz="1800" b="1" dirty="0">
                <a:solidFill>
                  <a:schemeClr val="tx2"/>
                </a:solidFill>
                <a:latin typeface="Comic Sans MS" panose="030F0702030302020204" pitchFamily="66" charset="0"/>
              </a:rPr>
              <a:t>(</a:t>
            </a:r>
            <a:r>
              <a:rPr lang="en-US" b="1" dirty="0" err="1">
                <a:solidFill>
                  <a:schemeClr val="tx2"/>
                </a:solidFill>
                <a:latin typeface="Comic Sans MS" panose="030F0702030302020204" pitchFamily="66" charset="0"/>
              </a:rPr>
              <a:t>WebElement</a:t>
            </a:r>
            <a:r>
              <a:rPr lang="en-US" b="1" dirty="0">
                <a:solidFill>
                  <a:schemeClr val="tx2"/>
                </a:solidFill>
                <a:latin typeface="Comic Sans MS" panose="030F0702030302020204" pitchFamily="66" charset="0"/>
              </a:rPr>
              <a:t> element</a:t>
            </a:r>
            <a:r>
              <a:rPr lang="en-US" sz="1800" b="1" dirty="0">
                <a:solidFill>
                  <a:schemeClr val="tx2"/>
                </a:solidFill>
                <a:latin typeface="Comic Sans MS" panose="030F0702030302020204" pitchFamily="66" charset="0"/>
              </a:rPr>
              <a:t>)</a:t>
            </a:r>
            <a:r>
              <a:rPr lang="en-US" sz="1800" dirty="0">
                <a:solidFill>
                  <a:schemeClr val="tx2"/>
                </a:solidFill>
                <a:latin typeface="Comic Sans MS" panose="030F0702030302020204" pitchFamily="66" charset="0"/>
              </a:rPr>
              <a:t>: Performs long click on the mouse without releasing it</a:t>
            </a:r>
          </a:p>
          <a:p>
            <a:pPr>
              <a:lnSpc>
                <a:spcPct val="200000"/>
              </a:lnSpc>
            </a:pPr>
            <a:r>
              <a:rPr lang="en-US" sz="1800" b="1" dirty="0" err="1">
                <a:solidFill>
                  <a:schemeClr val="tx2"/>
                </a:solidFill>
                <a:latin typeface="Comic Sans MS" panose="030F0702030302020204" pitchFamily="66" charset="0"/>
              </a:rPr>
              <a:t>dragAndDrop</a:t>
            </a:r>
            <a:r>
              <a:rPr lang="en-US" sz="1800" b="1" dirty="0">
                <a:solidFill>
                  <a:schemeClr val="tx2"/>
                </a:solidFill>
                <a:latin typeface="Comic Sans MS" panose="030F0702030302020204" pitchFamily="66" charset="0"/>
              </a:rPr>
              <a:t>(</a:t>
            </a:r>
            <a:r>
              <a:rPr lang="en-US" sz="1800" b="1" dirty="0" err="1">
                <a:solidFill>
                  <a:schemeClr val="tx2"/>
                </a:solidFill>
                <a:latin typeface="Comic Sans MS" panose="030F0702030302020204" pitchFamily="66" charset="0"/>
              </a:rPr>
              <a:t>Sourcelocator,Destinationlocator</a:t>
            </a:r>
            <a:r>
              <a:rPr lang="en-US" sz="1800" b="1" dirty="0">
                <a:solidFill>
                  <a:schemeClr val="tx2"/>
                </a:solidFill>
                <a:latin typeface="Comic Sans MS" panose="030F0702030302020204" pitchFamily="66" charset="0"/>
              </a:rPr>
              <a:t>)</a:t>
            </a:r>
            <a:r>
              <a:rPr lang="en-US" sz="1800" dirty="0">
                <a:solidFill>
                  <a:schemeClr val="tx2"/>
                </a:solidFill>
                <a:latin typeface="Comic Sans MS" panose="030F0702030302020204" pitchFamily="66" charset="0"/>
              </a:rPr>
              <a:t>: Drags the element from one point and drops to another</a:t>
            </a:r>
          </a:p>
          <a:p>
            <a:pPr>
              <a:lnSpc>
                <a:spcPct val="200000"/>
              </a:lnSpc>
            </a:pPr>
            <a:r>
              <a:rPr lang="en-US" sz="1800" b="1" dirty="0" err="1">
                <a:solidFill>
                  <a:schemeClr val="tx2"/>
                </a:solidFill>
                <a:latin typeface="Comic Sans MS" panose="030F0702030302020204" pitchFamily="66" charset="0"/>
              </a:rPr>
              <a:t>moveToElement</a:t>
            </a:r>
            <a:r>
              <a:rPr lang="en-US" sz="1800" b="1" dirty="0">
                <a:solidFill>
                  <a:schemeClr val="tx2"/>
                </a:solidFill>
                <a:latin typeface="Comic Sans MS" panose="030F0702030302020204" pitchFamily="66" charset="0"/>
              </a:rPr>
              <a:t>(</a:t>
            </a:r>
            <a:r>
              <a:rPr lang="en-US" b="1" dirty="0" err="1">
                <a:solidFill>
                  <a:schemeClr val="tx2"/>
                </a:solidFill>
                <a:latin typeface="Comic Sans MS" panose="030F0702030302020204" pitchFamily="66" charset="0"/>
              </a:rPr>
              <a:t>WebElement</a:t>
            </a:r>
            <a:r>
              <a:rPr lang="en-US" b="1" dirty="0">
                <a:solidFill>
                  <a:schemeClr val="tx2"/>
                </a:solidFill>
                <a:latin typeface="Comic Sans MS" panose="030F0702030302020204" pitchFamily="66" charset="0"/>
              </a:rPr>
              <a:t> element</a:t>
            </a:r>
            <a:r>
              <a:rPr lang="en-US" sz="1800" b="1" dirty="0">
                <a:solidFill>
                  <a:schemeClr val="tx2"/>
                </a:solidFill>
                <a:latin typeface="Comic Sans MS" panose="030F0702030302020204" pitchFamily="66" charset="0"/>
              </a:rPr>
              <a:t>)</a:t>
            </a:r>
            <a:r>
              <a:rPr lang="en-US" sz="1800" dirty="0">
                <a:solidFill>
                  <a:schemeClr val="tx2"/>
                </a:solidFill>
                <a:latin typeface="Comic Sans MS" panose="030F0702030302020204" pitchFamily="66" charset="0"/>
              </a:rPr>
              <a:t>: Shifts the mouse pointer to the center of the element</a:t>
            </a:r>
          </a:p>
          <a:p>
            <a:pPr>
              <a:lnSpc>
                <a:spcPct val="200000"/>
              </a:lnSpc>
            </a:pPr>
            <a:r>
              <a:rPr lang="en-US" sz="1800" b="1" dirty="0" err="1">
                <a:solidFill>
                  <a:schemeClr val="tx2"/>
                </a:solidFill>
                <a:latin typeface="Comic Sans MS" panose="030F0702030302020204" pitchFamily="66" charset="0"/>
              </a:rPr>
              <a:t>contextClick</a:t>
            </a:r>
            <a:r>
              <a:rPr lang="en-US" sz="1800" b="1" dirty="0">
                <a:solidFill>
                  <a:schemeClr val="tx2"/>
                </a:solidFill>
                <a:latin typeface="Comic Sans MS" panose="030F0702030302020204" pitchFamily="66" charset="0"/>
              </a:rPr>
              <a:t>(</a:t>
            </a:r>
            <a:r>
              <a:rPr lang="en-US" b="1" dirty="0" err="1">
                <a:solidFill>
                  <a:schemeClr val="tx2"/>
                </a:solidFill>
                <a:latin typeface="Comic Sans MS" panose="030F0702030302020204" pitchFamily="66" charset="0"/>
              </a:rPr>
              <a:t>WebElement</a:t>
            </a:r>
            <a:r>
              <a:rPr lang="en-US" b="1" dirty="0">
                <a:solidFill>
                  <a:schemeClr val="tx2"/>
                </a:solidFill>
                <a:latin typeface="Comic Sans MS" panose="030F0702030302020204" pitchFamily="66" charset="0"/>
              </a:rPr>
              <a:t> element</a:t>
            </a:r>
            <a:r>
              <a:rPr lang="en-US" sz="1800" b="1" dirty="0">
                <a:solidFill>
                  <a:schemeClr val="tx2"/>
                </a:solidFill>
                <a:latin typeface="Comic Sans MS" panose="030F0702030302020204" pitchFamily="66" charset="0"/>
              </a:rPr>
              <a:t>)</a:t>
            </a:r>
            <a:r>
              <a:rPr lang="en-US" sz="1800" dirty="0">
                <a:solidFill>
                  <a:schemeClr val="tx2"/>
                </a:solidFill>
                <a:latin typeface="Comic Sans MS" panose="030F0702030302020204" pitchFamily="66" charset="0"/>
              </a:rPr>
              <a:t>: Performs right-click on the mouse</a:t>
            </a:r>
          </a:p>
        </p:txBody>
      </p:sp>
    </p:spTree>
    <p:extLst>
      <p:ext uri="{BB962C8B-B14F-4D97-AF65-F5344CB8AC3E}">
        <p14:creationId xmlns:p14="http://schemas.microsoft.com/office/powerpoint/2010/main" val="3282728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F118E-AB19-C121-BC53-34957F39A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03199-6270-FF62-D71D-40CBD51476F2}"/>
              </a:ext>
            </a:extLst>
          </p:cNvPr>
          <p:cNvSpPr>
            <a:spLocks noGrp="1"/>
          </p:cNvSpPr>
          <p:nvPr>
            <p:ph type="title"/>
          </p:nvPr>
        </p:nvSpPr>
        <p:spPr/>
        <p:txBody>
          <a:bodyPr/>
          <a:lstStyle/>
          <a:p>
            <a:r>
              <a:rPr lang="en-IN" dirty="0"/>
              <a:t>Drag and Drop</a:t>
            </a:r>
          </a:p>
        </p:txBody>
      </p:sp>
      <p:sp>
        <p:nvSpPr>
          <p:cNvPr id="4" name="Footer Placeholder 3">
            <a:extLst>
              <a:ext uri="{FF2B5EF4-FFF2-40B4-BE49-F238E27FC236}">
                <a16:creationId xmlns:a16="http://schemas.microsoft.com/office/drawing/2014/main" id="{EB4A30AB-8216-3A17-C123-E643F3245D9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6EE9333-C080-BB34-8D09-BF17B8FD7530}"/>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1927061C-85D0-EC69-B76A-37D40D728D54}"/>
              </a:ext>
            </a:extLst>
          </p:cNvPr>
          <p:cNvSpPr txBox="1"/>
          <p:nvPr/>
        </p:nvSpPr>
        <p:spPr>
          <a:xfrm>
            <a:off x="1132840" y="1170583"/>
            <a:ext cx="10088880" cy="4278094"/>
          </a:xfrm>
          <a:prstGeom prst="rect">
            <a:avLst/>
          </a:prstGeom>
          <a:noFill/>
        </p:spPr>
        <p:txBody>
          <a:bodyPr wrap="square">
            <a:spAutoFit/>
          </a:bodyPr>
          <a:lstStyle/>
          <a:p>
            <a:pPr marL="0" indent="0">
              <a:buNone/>
            </a:pPr>
            <a:r>
              <a:rPr lang="en-US" sz="1600" dirty="0">
                <a:latin typeface="Comic Sans MS" panose="030F0702030302020204" pitchFamily="66" charset="0"/>
                <a:cs typeface="Times New Roman" panose="02020603050405020304" pitchFamily="18" charset="0"/>
              </a:rPr>
              <a:t>//</a:t>
            </a:r>
            <a:r>
              <a:rPr lang="en-US" sz="1600" dirty="0" err="1">
                <a:latin typeface="Comic Sans MS" panose="030F0702030302020204" pitchFamily="66" charset="0"/>
                <a:cs typeface="Times New Roman" panose="02020603050405020304" pitchFamily="18" charset="0"/>
              </a:rPr>
              <a:t>WebElement</a:t>
            </a:r>
            <a:r>
              <a:rPr lang="en-US" sz="1600" dirty="0">
                <a:latin typeface="Comic Sans MS" panose="030F0702030302020204" pitchFamily="66" charset="0"/>
                <a:cs typeface="Times New Roman" panose="02020603050405020304" pitchFamily="18" charset="0"/>
              </a:rPr>
              <a:t> on which drag and drop operation needs to be performed</a:t>
            </a:r>
          </a:p>
          <a:p>
            <a:pPr marL="0" indent="0">
              <a:buNone/>
            </a:pPr>
            <a:r>
              <a:rPr lang="en-US" sz="1600" dirty="0" err="1">
                <a:latin typeface="Comic Sans MS" panose="030F0702030302020204" pitchFamily="66" charset="0"/>
                <a:cs typeface="Times New Roman" panose="02020603050405020304" pitchFamily="18" charset="0"/>
              </a:rPr>
              <a:t>WebElement</a:t>
            </a:r>
            <a:r>
              <a:rPr lang="en-US" sz="1600" dirty="0">
                <a:latin typeface="Comic Sans MS" panose="030F0702030302020204" pitchFamily="66" charset="0"/>
                <a:cs typeface="Times New Roman" panose="02020603050405020304" pitchFamily="18" charset="0"/>
              </a:rPr>
              <a:t> </a:t>
            </a:r>
            <a:r>
              <a:rPr lang="en-US" sz="1600" dirty="0" err="1">
                <a:latin typeface="Comic Sans MS" panose="030F0702030302020204" pitchFamily="66" charset="0"/>
                <a:cs typeface="Times New Roman" panose="02020603050405020304" pitchFamily="18" charset="0"/>
              </a:rPr>
              <a:t>fromElement</a:t>
            </a:r>
            <a:r>
              <a:rPr lang="en-US" sz="1600" dirty="0">
                <a:latin typeface="Comic Sans MS" panose="030F0702030302020204" pitchFamily="66" charset="0"/>
                <a:cs typeface="Times New Roman" panose="02020603050405020304" pitchFamily="18" charset="0"/>
              </a:rPr>
              <a:t> = </a:t>
            </a:r>
            <a:r>
              <a:rPr lang="en-US" sz="1600" dirty="0" err="1">
                <a:latin typeface="Comic Sans MS" panose="030F0702030302020204" pitchFamily="66" charset="0"/>
                <a:cs typeface="Times New Roman" panose="02020603050405020304" pitchFamily="18" charset="0"/>
              </a:rPr>
              <a:t>driver.findElement</a:t>
            </a:r>
            <a:r>
              <a:rPr lang="en-US" sz="1600" dirty="0">
                <a:latin typeface="Comic Sans MS" panose="030F0702030302020204" pitchFamily="66" charset="0"/>
                <a:cs typeface="Times New Roman" panose="02020603050405020304" pitchFamily="18" charset="0"/>
              </a:rPr>
              <a:t>(By Locator of </a:t>
            </a:r>
            <a:r>
              <a:rPr lang="en-US" sz="1600" dirty="0" err="1">
                <a:latin typeface="Comic Sans MS" panose="030F0702030302020204" pitchFamily="66" charset="0"/>
                <a:cs typeface="Times New Roman" panose="02020603050405020304" pitchFamily="18" charset="0"/>
              </a:rPr>
              <a:t>fromElement</a:t>
            </a:r>
            <a:r>
              <a:rPr lang="en-US" sz="1600" dirty="0">
                <a:latin typeface="Comic Sans MS" panose="030F0702030302020204" pitchFamily="66" charset="0"/>
                <a:cs typeface="Times New Roman" panose="02020603050405020304" pitchFamily="18" charset="0"/>
              </a:rPr>
              <a:t>);</a:t>
            </a:r>
          </a:p>
          <a:p>
            <a:pPr marL="0" indent="0">
              <a:buNone/>
            </a:pPr>
            <a:endParaRPr lang="en-US" sz="1600" dirty="0">
              <a:latin typeface="Comic Sans MS" panose="030F0702030302020204" pitchFamily="66" charset="0"/>
              <a:cs typeface="Times New Roman" panose="02020603050405020304" pitchFamily="18" charset="0"/>
            </a:endParaRPr>
          </a:p>
          <a:p>
            <a:pPr marL="0" indent="0">
              <a:buNone/>
            </a:pPr>
            <a:r>
              <a:rPr lang="en-US" sz="1600" dirty="0">
                <a:latin typeface="Comic Sans MS" panose="030F0702030302020204" pitchFamily="66" charset="0"/>
                <a:cs typeface="Times New Roman" panose="02020603050405020304" pitchFamily="18" charset="0"/>
              </a:rPr>
              <a:t>//</a:t>
            </a:r>
            <a:r>
              <a:rPr lang="en-US" sz="1600" dirty="0" err="1">
                <a:latin typeface="Comic Sans MS" panose="030F0702030302020204" pitchFamily="66" charset="0"/>
                <a:cs typeface="Times New Roman" panose="02020603050405020304" pitchFamily="18" charset="0"/>
              </a:rPr>
              <a:t>WebElement</a:t>
            </a:r>
            <a:r>
              <a:rPr lang="en-US" sz="1600" dirty="0">
                <a:latin typeface="Comic Sans MS" panose="030F0702030302020204" pitchFamily="66" charset="0"/>
                <a:cs typeface="Times New Roman" panose="02020603050405020304" pitchFamily="18" charset="0"/>
              </a:rPr>
              <a:t> to which the above object is dropped</a:t>
            </a:r>
          </a:p>
          <a:p>
            <a:pPr marL="0" indent="0">
              <a:buNone/>
            </a:pPr>
            <a:r>
              <a:rPr lang="en-US" sz="1600" dirty="0" err="1">
                <a:latin typeface="Comic Sans MS" panose="030F0702030302020204" pitchFamily="66" charset="0"/>
                <a:cs typeface="Times New Roman" panose="02020603050405020304" pitchFamily="18" charset="0"/>
              </a:rPr>
              <a:t>WebElement</a:t>
            </a:r>
            <a:r>
              <a:rPr lang="en-US" sz="1600" dirty="0">
                <a:latin typeface="Comic Sans MS" panose="030F0702030302020204" pitchFamily="66" charset="0"/>
                <a:cs typeface="Times New Roman" panose="02020603050405020304" pitchFamily="18" charset="0"/>
              </a:rPr>
              <a:t> </a:t>
            </a:r>
            <a:r>
              <a:rPr lang="en-US" sz="1600" dirty="0" err="1">
                <a:latin typeface="Comic Sans MS" panose="030F0702030302020204" pitchFamily="66" charset="0"/>
                <a:cs typeface="Times New Roman" panose="02020603050405020304" pitchFamily="18" charset="0"/>
              </a:rPr>
              <a:t>toElement</a:t>
            </a:r>
            <a:r>
              <a:rPr lang="en-US" sz="1600" dirty="0">
                <a:latin typeface="Comic Sans MS" panose="030F0702030302020204" pitchFamily="66" charset="0"/>
                <a:cs typeface="Times New Roman" panose="02020603050405020304" pitchFamily="18" charset="0"/>
              </a:rPr>
              <a:t> = </a:t>
            </a:r>
            <a:r>
              <a:rPr lang="en-US" sz="1600" dirty="0" err="1">
                <a:latin typeface="Comic Sans MS" panose="030F0702030302020204" pitchFamily="66" charset="0"/>
                <a:cs typeface="Times New Roman" panose="02020603050405020304" pitchFamily="18" charset="0"/>
              </a:rPr>
              <a:t>driver.findElement</a:t>
            </a:r>
            <a:r>
              <a:rPr lang="en-US" sz="1600" dirty="0">
                <a:latin typeface="Comic Sans MS" panose="030F0702030302020204" pitchFamily="66" charset="0"/>
                <a:cs typeface="Times New Roman" panose="02020603050405020304" pitchFamily="18" charset="0"/>
              </a:rPr>
              <a:t>(By Locator of </a:t>
            </a:r>
            <a:r>
              <a:rPr lang="en-US" sz="1600" dirty="0" err="1">
                <a:latin typeface="Comic Sans MS" panose="030F0702030302020204" pitchFamily="66" charset="0"/>
                <a:cs typeface="Times New Roman" panose="02020603050405020304" pitchFamily="18" charset="0"/>
              </a:rPr>
              <a:t>toElement</a:t>
            </a:r>
            <a:r>
              <a:rPr lang="en-US" sz="1600" dirty="0">
                <a:latin typeface="Comic Sans MS" panose="030F0702030302020204" pitchFamily="66" charset="0"/>
                <a:cs typeface="Times New Roman" panose="02020603050405020304" pitchFamily="18" charset="0"/>
              </a:rPr>
              <a:t>);</a:t>
            </a:r>
          </a:p>
          <a:p>
            <a:pPr marL="0" indent="0">
              <a:buNone/>
            </a:pPr>
            <a:endParaRPr lang="en-US" sz="1600" dirty="0">
              <a:latin typeface="Comic Sans MS" panose="030F0702030302020204" pitchFamily="66" charset="0"/>
              <a:cs typeface="Times New Roman" panose="02020603050405020304" pitchFamily="18" charset="0"/>
            </a:endParaRPr>
          </a:p>
          <a:p>
            <a:pPr marL="0" indent="0">
              <a:buNone/>
            </a:pPr>
            <a:r>
              <a:rPr lang="en-US" sz="1600" dirty="0">
                <a:latin typeface="Comic Sans MS" panose="030F0702030302020204" pitchFamily="66" charset="0"/>
                <a:cs typeface="Times New Roman" panose="02020603050405020304" pitchFamily="18" charset="0"/>
              </a:rPr>
              <a:t>//Creating object of Actions class to build composite actions</a:t>
            </a:r>
          </a:p>
          <a:p>
            <a:pPr marL="0" indent="0">
              <a:buNone/>
            </a:pPr>
            <a:r>
              <a:rPr lang="en-US" sz="1600" dirty="0">
                <a:latin typeface="Comic Sans MS" panose="030F0702030302020204" pitchFamily="66" charset="0"/>
                <a:cs typeface="Times New Roman" panose="02020603050405020304" pitchFamily="18" charset="0"/>
              </a:rPr>
              <a:t>Actions builder = new Actions(driver);</a:t>
            </a:r>
          </a:p>
          <a:p>
            <a:pPr marL="0" indent="0">
              <a:buNone/>
            </a:pPr>
            <a:endParaRPr lang="en-US" sz="1600" dirty="0">
              <a:latin typeface="Comic Sans MS" panose="030F0702030302020204" pitchFamily="66" charset="0"/>
              <a:cs typeface="Times New Roman" panose="02020603050405020304" pitchFamily="18" charset="0"/>
            </a:endParaRPr>
          </a:p>
          <a:p>
            <a:pPr marL="0" indent="0">
              <a:buNone/>
            </a:pPr>
            <a:r>
              <a:rPr lang="en-US" sz="1600" dirty="0">
                <a:latin typeface="Comic Sans MS" panose="030F0702030302020204" pitchFamily="66" charset="0"/>
                <a:cs typeface="Times New Roman" panose="02020603050405020304" pitchFamily="18" charset="0"/>
              </a:rPr>
              <a:t>//Building a drag and drop action</a:t>
            </a:r>
          </a:p>
          <a:p>
            <a:pPr marL="0" indent="0">
              <a:buNone/>
            </a:pPr>
            <a:r>
              <a:rPr lang="en-US" sz="1600" dirty="0">
                <a:latin typeface="Comic Sans MS" panose="030F0702030302020204" pitchFamily="66" charset="0"/>
                <a:cs typeface="Times New Roman" panose="02020603050405020304" pitchFamily="18" charset="0"/>
              </a:rPr>
              <a:t>Action </a:t>
            </a:r>
            <a:r>
              <a:rPr lang="en-US" sz="1600" dirty="0" err="1">
                <a:latin typeface="Comic Sans MS" panose="030F0702030302020204" pitchFamily="66" charset="0"/>
                <a:cs typeface="Times New Roman" panose="02020603050405020304" pitchFamily="18" charset="0"/>
              </a:rPr>
              <a:t>dragAndDrop</a:t>
            </a:r>
            <a:r>
              <a:rPr lang="en-US" sz="1600" dirty="0">
                <a:latin typeface="Comic Sans MS" panose="030F0702030302020204" pitchFamily="66" charset="0"/>
                <a:cs typeface="Times New Roman" panose="02020603050405020304" pitchFamily="18" charset="0"/>
              </a:rPr>
              <a:t> = </a:t>
            </a:r>
            <a:r>
              <a:rPr lang="en-US" sz="1600" dirty="0" err="1">
                <a:latin typeface="Comic Sans MS" panose="030F0702030302020204" pitchFamily="66" charset="0"/>
                <a:cs typeface="Times New Roman" panose="02020603050405020304" pitchFamily="18" charset="0"/>
              </a:rPr>
              <a:t>builder.clickAndHold</a:t>
            </a:r>
            <a:r>
              <a:rPr lang="en-US" sz="1600" dirty="0">
                <a:latin typeface="Comic Sans MS" panose="030F0702030302020204" pitchFamily="66" charset="0"/>
                <a:cs typeface="Times New Roman" panose="02020603050405020304" pitchFamily="18" charset="0"/>
              </a:rPr>
              <a:t>(</a:t>
            </a:r>
            <a:r>
              <a:rPr lang="en-US" sz="1600" dirty="0" err="1">
                <a:latin typeface="Comic Sans MS" panose="030F0702030302020204" pitchFamily="66" charset="0"/>
                <a:cs typeface="Times New Roman" panose="02020603050405020304" pitchFamily="18" charset="0"/>
              </a:rPr>
              <a:t>fromElement</a:t>
            </a:r>
            <a:r>
              <a:rPr lang="en-US" sz="1600" dirty="0">
                <a:latin typeface="Comic Sans MS" panose="030F0702030302020204" pitchFamily="66" charset="0"/>
                <a:cs typeface="Times New Roman" panose="02020603050405020304" pitchFamily="18" charset="0"/>
              </a:rPr>
              <a:t>)</a:t>
            </a:r>
          </a:p>
          <a:p>
            <a:pPr marL="0" indent="0">
              <a:buNone/>
            </a:pPr>
            <a:r>
              <a:rPr lang="en-US" sz="1600" dirty="0">
                <a:latin typeface="Comic Sans MS" panose="030F0702030302020204" pitchFamily="66" charset="0"/>
                <a:cs typeface="Times New Roman" panose="02020603050405020304" pitchFamily="18" charset="0"/>
              </a:rPr>
              <a:t>.</a:t>
            </a:r>
            <a:r>
              <a:rPr lang="en-US" sz="1600" dirty="0" err="1">
                <a:latin typeface="Comic Sans MS" panose="030F0702030302020204" pitchFamily="66" charset="0"/>
                <a:cs typeface="Times New Roman" panose="02020603050405020304" pitchFamily="18" charset="0"/>
              </a:rPr>
              <a:t>moveToElement</a:t>
            </a:r>
            <a:r>
              <a:rPr lang="en-US" sz="1600" dirty="0">
                <a:latin typeface="Comic Sans MS" panose="030F0702030302020204" pitchFamily="66" charset="0"/>
                <a:cs typeface="Times New Roman" panose="02020603050405020304" pitchFamily="18" charset="0"/>
              </a:rPr>
              <a:t>(</a:t>
            </a:r>
            <a:r>
              <a:rPr lang="en-US" sz="1600" dirty="0" err="1">
                <a:latin typeface="Comic Sans MS" panose="030F0702030302020204" pitchFamily="66" charset="0"/>
                <a:cs typeface="Times New Roman" panose="02020603050405020304" pitchFamily="18" charset="0"/>
              </a:rPr>
              <a:t>toElement</a:t>
            </a:r>
            <a:r>
              <a:rPr lang="en-US" sz="1600" dirty="0">
                <a:latin typeface="Comic Sans MS" panose="030F0702030302020204" pitchFamily="66" charset="0"/>
                <a:cs typeface="Times New Roman" panose="02020603050405020304" pitchFamily="18" charset="0"/>
              </a:rPr>
              <a:t>)</a:t>
            </a:r>
          </a:p>
          <a:p>
            <a:pPr marL="0" indent="0">
              <a:buNone/>
            </a:pPr>
            <a:r>
              <a:rPr lang="en-US" sz="1600" dirty="0">
                <a:latin typeface="Comic Sans MS" panose="030F0702030302020204" pitchFamily="66" charset="0"/>
                <a:cs typeface="Times New Roman" panose="02020603050405020304" pitchFamily="18" charset="0"/>
              </a:rPr>
              <a:t>.release(</a:t>
            </a:r>
            <a:r>
              <a:rPr lang="en-US" sz="1600" dirty="0" err="1">
                <a:latin typeface="Comic Sans MS" panose="030F0702030302020204" pitchFamily="66" charset="0"/>
                <a:cs typeface="Times New Roman" panose="02020603050405020304" pitchFamily="18" charset="0"/>
              </a:rPr>
              <a:t>toElement</a:t>
            </a:r>
            <a:r>
              <a:rPr lang="en-US" sz="1600" dirty="0">
                <a:latin typeface="Comic Sans MS" panose="030F0702030302020204" pitchFamily="66" charset="0"/>
                <a:cs typeface="Times New Roman" panose="02020603050405020304" pitchFamily="18" charset="0"/>
              </a:rPr>
              <a:t>)</a:t>
            </a:r>
          </a:p>
          <a:p>
            <a:pPr marL="0" indent="0">
              <a:buNone/>
            </a:pPr>
            <a:r>
              <a:rPr lang="en-US" sz="1600" dirty="0">
                <a:latin typeface="Comic Sans MS" panose="030F0702030302020204" pitchFamily="66" charset="0"/>
                <a:cs typeface="Times New Roman" panose="02020603050405020304" pitchFamily="18" charset="0"/>
              </a:rPr>
              <a:t>.build();</a:t>
            </a:r>
          </a:p>
          <a:p>
            <a:pPr marL="0" indent="0">
              <a:buNone/>
            </a:pPr>
            <a:endParaRPr lang="en-US" sz="1600" dirty="0">
              <a:latin typeface="Comic Sans MS" panose="030F0702030302020204" pitchFamily="66" charset="0"/>
              <a:cs typeface="Times New Roman" panose="02020603050405020304" pitchFamily="18" charset="0"/>
            </a:endParaRPr>
          </a:p>
          <a:p>
            <a:pPr marL="0" indent="0">
              <a:buNone/>
            </a:pPr>
            <a:r>
              <a:rPr lang="en-US" sz="1600" dirty="0">
                <a:latin typeface="Comic Sans MS" panose="030F0702030302020204" pitchFamily="66" charset="0"/>
                <a:cs typeface="Times New Roman" panose="02020603050405020304" pitchFamily="18" charset="0"/>
              </a:rPr>
              <a:t>//Performing the drag and drop action</a:t>
            </a:r>
          </a:p>
          <a:p>
            <a:pPr marL="0" indent="0">
              <a:buNone/>
            </a:pPr>
            <a:r>
              <a:rPr lang="en-US" sz="1600" dirty="0" err="1">
                <a:latin typeface="Comic Sans MS" panose="030F0702030302020204" pitchFamily="66" charset="0"/>
                <a:cs typeface="Times New Roman" panose="02020603050405020304" pitchFamily="18" charset="0"/>
              </a:rPr>
              <a:t>dragAndDrop.perform</a:t>
            </a:r>
            <a:r>
              <a:rPr lang="en-US" sz="1600" dirty="0">
                <a:latin typeface="Comic Sans MS" panose="030F0702030302020204" pitchFamily="66" charset="0"/>
                <a:cs typeface="Times New Roman" panose="02020603050405020304" pitchFamily="18" charset="0"/>
              </a:rPr>
              <a:t>();</a:t>
            </a:r>
            <a:endParaRPr lang="en-IN" sz="1600" dirty="0">
              <a:latin typeface="Comic Sans MS" panose="030F0702030302020204" pitchFamily="66" charset="0"/>
            </a:endParaRPr>
          </a:p>
        </p:txBody>
      </p:sp>
    </p:spTree>
    <p:extLst>
      <p:ext uri="{BB962C8B-B14F-4D97-AF65-F5344CB8AC3E}">
        <p14:creationId xmlns:p14="http://schemas.microsoft.com/office/powerpoint/2010/main" val="286299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53626-91B6-4536-FDBF-C47685E07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D5FEB-A61C-8D60-BDDA-116B74E4646A}"/>
              </a:ext>
            </a:extLst>
          </p:cNvPr>
          <p:cNvSpPr>
            <a:spLocks noGrp="1"/>
          </p:cNvSpPr>
          <p:nvPr>
            <p:ph type="title"/>
          </p:nvPr>
        </p:nvSpPr>
        <p:spPr/>
        <p:txBody>
          <a:bodyPr/>
          <a:lstStyle/>
          <a:p>
            <a:r>
              <a:rPr lang="en-IN" dirty="0"/>
              <a:t>Keyboard Actions</a:t>
            </a:r>
          </a:p>
        </p:txBody>
      </p:sp>
      <p:sp>
        <p:nvSpPr>
          <p:cNvPr id="4" name="Footer Placeholder 3">
            <a:extLst>
              <a:ext uri="{FF2B5EF4-FFF2-40B4-BE49-F238E27FC236}">
                <a16:creationId xmlns:a16="http://schemas.microsoft.com/office/drawing/2014/main" id="{234EA0F0-950C-6D39-15FD-89EB67C55DA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4D99944-FFE7-A3E2-AF4D-200EA0022412}"/>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7" name="TextBox 6">
            <a:extLst>
              <a:ext uri="{FF2B5EF4-FFF2-40B4-BE49-F238E27FC236}">
                <a16:creationId xmlns:a16="http://schemas.microsoft.com/office/drawing/2014/main" id="{53CA8D45-7408-CCF3-0E3A-F26CB3410750}"/>
              </a:ext>
            </a:extLst>
          </p:cNvPr>
          <p:cNvSpPr txBox="1"/>
          <p:nvPr/>
        </p:nvSpPr>
        <p:spPr>
          <a:xfrm>
            <a:off x="1087120" y="1120579"/>
            <a:ext cx="9692640" cy="4616841"/>
          </a:xfrm>
          <a:prstGeom prst="rect">
            <a:avLst/>
          </a:prstGeom>
          <a:noFill/>
        </p:spPr>
        <p:txBody>
          <a:bodyPr wrap="square">
            <a:spAutoFit/>
          </a:bodyPr>
          <a:lstStyle/>
          <a:p>
            <a:pPr algn="l">
              <a:lnSpc>
                <a:spcPct val="150000"/>
              </a:lnSpc>
              <a:spcBef>
                <a:spcPts val="750"/>
              </a:spcBef>
              <a:spcAft>
                <a:spcPts val="900"/>
              </a:spcAft>
              <a:buFont typeface="Arial" panose="020B0604020202020204" pitchFamily="34" charset="0"/>
              <a:buChar char="•"/>
            </a:pPr>
            <a:r>
              <a:rPr lang="en-US" sz="1600" b="1" i="0" dirty="0" err="1">
                <a:solidFill>
                  <a:schemeClr val="tx2"/>
                </a:solidFill>
                <a:effectLst/>
                <a:latin typeface="Comic Sans MS" panose="030F0702030302020204" pitchFamily="66" charset="0"/>
              </a:rPr>
              <a:t>sendKeys</a:t>
            </a:r>
            <a:r>
              <a:rPr lang="en-US" sz="1600" b="1" i="0" dirty="0">
                <a:solidFill>
                  <a:schemeClr val="tx2"/>
                </a:solidFill>
                <a:effectLst/>
                <a:latin typeface="Comic Sans MS" panose="030F0702030302020204" pitchFamily="66" charset="0"/>
              </a:rPr>
              <a:t>(</a:t>
            </a:r>
            <a:r>
              <a:rPr lang="en-US" sz="1600" b="1" i="0" dirty="0" err="1">
                <a:solidFill>
                  <a:schemeClr val="tx2"/>
                </a:solidFill>
                <a:effectLst/>
                <a:latin typeface="Comic Sans MS" panose="030F0702030302020204" pitchFamily="66" charset="0"/>
              </a:rPr>
              <a:t>WebElement</a:t>
            </a:r>
            <a:r>
              <a:rPr lang="en-US" sz="1600" b="1" i="0" dirty="0">
                <a:solidFill>
                  <a:schemeClr val="tx2"/>
                </a:solidFill>
                <a:effectLst/>
                <a:latin typeface="Comic Sans MS" panose="030F0702030302020204" pitchFamily="66" charset="0"/>
              </a:rPr>
              <a:t> target, </a:t>
            </a:r>
            <a:r>
              <a:rPr lang="en-US" sz="1600" b="1" i="0" dirty="0" err="1">
                <a:solidFill>
                  <a:schemeClr val="tx2"/>
                </a:solidFill>
                <a:effectLst/>
                <a:latin typeface="Comic Sans MS" panose="030F0702030302020204" pitchFamily="66" charset="0"/>
              </a:rPr>
              <a:t>CharSequence</a:t>
            </a:r>
            <a:r>
              <a:rPr lang="en-US" sz="1600" b="1" i="0" dirty="0">
                <a:solidFill>
                  <a:schemeClr val="tx2"/>
                </a:solidFill>
                <a:effectLst/>
                <a:latin typeface="Comic Sans MS" panose="030F0702030302020204" pitchFamily="66" charset="0"/>
              </a:rPr>
              <a:t>... keys)</a:t>
            </a:r>
            <a:r>
              <a:rPr lang="en-US" sz="1600" b="0" i="0" dirty="0">
                <a:solidFill>
                  <a:schemeClr val="tx2"/>
                </a:solidFill>
                <a:effectLst/>
                <a:latin typeface="Comic Sans MS" panose="030F0702030302020204" pitchFamily="66" charset="0"/>
              </a:rPr>
              <a:t>: Types a sequence of keys into a specified element. This can be used for standard characters or special keys defined in the Keys </a:t>
            </a:r>
            <a:r>
              <a:rPr lang="en-US" sz="1600" b="0" i="0" dirty="0" err="1">
                <a:solidFill>
                  <a:schemeClr val="tx2"/>
                </a:solidFill>
                <a:effectLst/>
                <a:latin typeface="Comic Sans MS" panose="030F0702030302020204" pitchFamily="66" charset="0"/>
              </a:rPr>
              <a:t>enum</a:t>
            </a:r>
            <a:r>
              <a:rPr lang="en-US" sz="1600" b="0" i="0" dirty="0">
                <a:solidFill>
                  <a:schemeClr val="tx2"/>
                </a:solidFill>
                <a:effectLst/>
                <a:latin typeface="Comic Sans MS" panose="030F0702030302020204" pitchFamily="66" charset="0"/>
              </a:rPr>
              <a:t> (e.g., </a:t>
            </a:r>
            <a:r>
              <a:rPr lang="en-US" sz="1600" b="0" i="0" dirty="0" err="1">
                <a:solidFill>
                  <a:schemeClr val="tx2"/>
                </a:solidFill>
                <a:effectLst/>
                <a:latin typeface="Comic Sans MS" panose="030F0702030302020204" pitchFamily="66" charset="0"/>
              </a:rPr>
              <a:t>Keys.ENTER</a:t>
            </a:r>
            <a:r>
              <a:rPr lang="en-US" sz="1600" b="0" i="0" dirty="0">
                <a:solidFill>
                  <a:schemeClr val="tx2"/>
                </a:solidFill>
                <a:effectLst/>
                <a:latin typeface="Comic Sans MS" panose="030F0702030302020204" pitchFamily="66" charset="0"/>
              </a:rPr>
              <a:t>, </a:t>
            </a:r>
            <a:r>
              <a:rPr lang="en-US" sz="1600" b="0" i="0" dirty="0" err="1">
                <a:solidFill>
                  <a:schemeClr val="tx2"/>
                </a:solidFill>
                <a:effectLst/>
                <a:latin typeface="Comic Sans MS" panose="030F0702030302020204" pitchFamily="66" charset="0"/>
              </a:rPr>
              <a:t>Keys.TAB</a:t>
            </a:r>
            <a:r>
              <a:rPr lang="en-US" sz="1600" b="0" i="0" dirty="0">
                <a:solidFill>
                  <a:schemeClr val="tx2"/>
                </a:solidFill>
                <a:effectLst/>
                <a:latin typeface="Comic Sans MS" panose="030F0702030302020204" pitchFamily="66" charset="0"/>
              </a:rPr>
              <a:t>, </a:t>
            </a:r>
            <a:r>
              <a:rPr lang="en-US" sz="1600" b="0" i="0" dirty="0" err="1">
                <a:solidFill>
                  <a:schemeClr val="tx2"/>
                </a:solidFill>
                <a:effectLst/>
                <a:latin typeface="Comic Sans MS" panose="030F0702030302020204" pitchFamily="66" charset="0"/>
              </a:rPr>
              <a:t>Keys.SPACE</a:t>
            </a:r>
            <a:r>
              <a:rPr lang="en-US" sz="1600" b="0" i="0" dirty="0">
                <a:solidFill>
                  <a:schemeClr val="tx2"/>
                </a:solidFill>
                <a:effectLst/>
                <a:latin typeface="Comic Sans MS" panose="030F0702030302020204" pitchFamily="66" charset="0"/>
              </a:rPr>
              <a:t>).</a:t>
            </a:r>
          </a:p>
          <a:p>
            <a:pPr algn="l">
              <a:lnSpc>
                <a:spcPct val="150000"/>
              </a:lnSpc>
              <a:spcBef>
                <a:spcPts val="750"/>
              </a:spcBef>
              <a:spcAft>
                <a:spcPts val="900"/>
              </a:spcAft>
              <a:buFont typeface="Arial" panose="020B0604020202020204" pitchFamily="34" charset="0"/>
              <a:buChar char="•"/>
            </a:pPr>
            <a:r>
              <a:rPr lang="en-US" sz="1600" b="1" i="0" dirty="0" err="1">
                <a:solidFill>
                  <a:schemeClr val="tx2"/>
                </a:solidFill>
                <a:effectLst/>
                <a:latin typeface="Comic Sans MS" panose="030F0702030302020204" pitchFamily="66" charset="0"/>
              </a:rPr>
              <a:t>keyDown</a:t>
            </a:r>
            <a:r>
              <a:rPr lang="en-US" sz="1600" b="1" i="0" dirty="0">
                <a:solidFill>
                  <a:schemeClr val="tx2"/>
                </a:solidFill>
                <a:effectLst/>
                <a:latin typeface="Comic Sans MS" panose="030F0702030302020204" pitchFamily="66" charset="0"/>
              </a:rPr>
              <a:t>(</a:t>
            </a:r>
            <a:r>
              <a:rPr lang="en-US" sz="1600" b="1" i="0" dirty="0" err="1">
                <a:solidFill>
                  <a:schemeClr val="tx2"/>
                </a:solidFill>
                <a:effectLst/>
                <a:latin typeface="Comic Sans MS" panose="030F0702030302020204" pitchFamily="66" charset="0"/>
              </a:rPr>
              <a:t>WebElement</a:t>
            </a:r>
            <a:r>
              <a:rPr lang="en-US" sz="1600" b="1" i="0" dirty="0">
                <a:solidFill>
                  <a:schemeClr val="tx2"/>
                </a:solidFill>
                <a:effectLst/>
                <a:latin typeface="Comic Sans MS" panose="030F0702030302020204" pitchFamily="66" charset="0"/>
              </a:rPr>
              <a:t> target, </a:t>
            </a:r>
            <a:r>
              <a:rPr lang="en-US" sz="1600" b="1" i="0" dirty="0" err="1">
                <a:solidFill>
                  <a:schemeClr val="tx2"/>
                </a:solidFill>
                <a:effectLst/>
                <a:latin typeface="Comic Sans MS" panose="030F0702030302020204" pitchFamily="66" charset="0"/>
              </a:rPr>
              <a:t>CharSequence</a:t>
            </a:r>
            <a:r>
              <a:rPr lang="en-US" sz="1600" b="1" i="0" dirty="0">
                <a:solidFill>
                  <a:schemeClr val="tx2"/>
                </a:solidFill>
                <a:effectLst/>
                <a:latin typeface="Comic Sans MS" panose="030F0702030302020204" pitchFamily="66" charset="0"/>
              </a:rPr>
              <a:t> key)</a:t>
            </a:r>
            <a:r>
              <a:rPr lang="en-US" sz="1600" b="0" i="0" dirty="0">
                <a:solidFill>
                  <a:schemeClr val="tx2"/>
                </a:solidFill>
                <a:effectLst/>
                <a:latin typeface="Comic Sans MS" panose="030F0702030302020204" pitchFamily="66" charset="0"/>
              </a:rPr>
              <a:t>: Performs a key press without releasing it. This is typically used with modifier keys (Control, Shift, Alt) to simulate key combinations.</a:t>
            </a:r>
          </a:p>
          <a:p>
            <a:pPr algn="l">
              <a:lnSpc>
                <a:spcPct val="150000"/>
              </a:lnSpc>
              <a:spcBef>
                <a:spcPts val="750"/>
              </a:spcBef>
              <a:spcAft>
                <a:spcPts val="900"/>
              </a:spcAft>
              <a:buFont typeface="Arial" panose="020B0604020202020204" pitchFamily="34" charset="0"/>
              <a:buChar char="•"/>
            </a:pPr>
            <a:r>
              <a:rPr lang="en-US" sz="1600" b="1" i="0" dirty="0" err="1">
                <a:solidFill>
                  <a:schemeClr val="tx2"/>
                </a:solidFill>
                <a:effectLst/>
                <a:latin typeface="Comic Sans MS" panose="030F0702030302020204" pitchFamily="66" charset="0"/>
              </a:rPr>
              <a:t>keyUp</a:t>
            </a:r>
            <a:r>
              <a:rPr lang="en-US" sz="1600" b="1" i="0" dirty="0">
                <a:solidFill>
                  <a:schemeClr val="tx2"/>
                </a:solidFill>
                <a:effectLst/>
                <a:latin typeface="Comic Sans MS" panose="030F0702030302020204" pitchFamily="66" charset="0"/>
              </a:rPr>
              <a:t>(</a:t>
            </a:r>
            <a:r>
              <a:rPr lang="en-US" sz="1600" b="1" i="0" dirty="0" err="1">
                <a:solidFill>
                  <a:schemeClr val="tx2"/>
                </a:solidFill>
                <a:effectLst/>
                <a:latin typeface="Comic Sans MS" panose="030F0702030302020204" pitchFamily="66" charset="0"/>
              </a:rPr>
              <a:t>WebElement</a:t>
            </a:r>
            <a:r>
              <a:rPr lang="en-US" sz="1600" b="1" i="0" dirty="0">
                <a:solidFill>
                  <a:schemeClr val="tx2"/>
                </a:solidFill>
                <a:effectLst/>
                <a:latin typeface="Comic Sans MS" panose="030F0702030302020204" pitchFamily="66" charset="0"/>
              </a:rPr>
              <a:t> target, </a:t>
            </a:r>
            <a:r>
              <a:rPr lang="en-US" sz="1600" b="1" i="0" dirty="0" err="1">
                <a:solidFill>
                  <a:schemeClr val="tx2"/>
                </a:solidFill>
                <a:effectLst/>
                <a:latin typeface="Comic Sans MS" panose="030F0702030302020204" pitchFamily="66" charset="0"/>
              </a:rPr>
              <a:t>CharSequence</a:t>
            </a:r>
            <a:r>
              <a:rPr lang="en-US" sz="1600" b="1" i="0" dirty="0">
                <a:solidFill>
                  <a:schemeClr val="tx2"/>
                </a:solidFill>
                <a:effectLst/>
                <a:latin typeface="Comic Sans MS" panose="030F0702030302020204" pitchFamily="66" charset="0"/>
              </a:rPr>
              <a:t> key)</a:t>
            </a:r>
            <a:r>
              <a:rPr lang="en-US" sz="1600" b="0" i="0" dirty="0">
                <a:solidFill>
                  <a:schemeClr val="tx2"/>
                </a:solidFill>
                <a:effectLst/>
                <a:latin typeface="Comic Sans MS" panose="030F0702030302020204" pitchFamily="66" charset="0"/>
              </a:rPr>
              <a:t>: Releases a pressed key. This is used in conjunction with </a:t>
            </a:r>
            <a:r>
              <a:rPr lang="en-US" sz="1600" b="0" i="0" dirty="0" err="1">
                <a:solidFill>
                  <a:schemeClr val="tx2"/>
                </a:solidFill>
                <a:effectLst/>
                <a:latin typeface="Comic Sans MS" panose="030F0702030302020204" pitchFamily="66" charset="0"/>
              </a:rPr>
              <a:t>keyDown</a:t>
            </a:r>
            <a:r>
              <a:rPr lang="en-US" sz="1600" b="0" i="0" dirty="0">
                <a:solidFill>
                  <a:schemeClr val="tx2"/>
                </a:solidFill>
                <a:effectLst/>
                <a:latin typeface="Comic Sans MS" panose="030F0702030302020204" pitchFamily="66" charset="0"/>
              </a:rPr>
              <a:t> to end a key combination action.</a:t>
            </a:r>
          </a:p>
          <a:p>
            <a:pPr algn="l">
              <a:lnSpc>
                <a:spcPct val="150000"/>
              </a:lnSpc>
              <a:spcBef>
                <a:spcPts val="750"/>
              </a:spcBef>
              <a:spcAft>
                <a:spcPts val="900"/>
              </a:spcAft>
              <a:buFont typeface="Arial" panose="020B0604020202020204" pitchFamily="34" charset="0"/>
              <a:buChar char="•"/>
            </a:pPr>
            <a:r>
              <a:rPr lang="en-US" sz="1600" b="1" i="0" dirty="0">
                <a:solidFill>
                  <a:schemeClr val="tx2"/>
                </a:solidFill>
                <a:effectLst/>
                <a:latin typeface="Comic Sans MS" panose="030F0702030302020204" pitchFamily="66" charset="0"/>
              </a:rPr>
              <a:t>build()</a:t>
            </a:r>
            <a:r>
              <a:rPr lang="en-US" sz="1600" b="0" i="0" dirty="0">
                <a:solidFill>
                  <a:schemeClr val="tx2"/>
                </a:solidFill>
                <a:effectLst/>
                <a:latin typeface="Comic Sans MS" panose="030F0702030302020204" pitchFamily="66" charset="0"/>
              </a:rPr>
              <a:t>: Compiles the chained actions into a single, composite action (optional if using .perform() at the end of the chain).</a:t>
            </a:r>
          </a:p>
          <a:p>
            <a:pPr algn="l">
              <a:lnSpc>
                <a:spcPct val="150000"/>
              </a:lnSpc>
              <a:spcBef>
                <a:spcPts val="750"/>
              </a:spcBef>
              <a:spcAft>
                <a:spcPts val="900"/>
              </a:spcAft>
              <a:buFont typeface="Arial" panose="020B0604020202020204" pitchFamily="34" charset="0"/>
              <a:buChar char="•"/>
            </a:pPr>
            <a:r>
              <a:rPr lang="en-US" sz="1600" b="1" i="0" dirty="0">
                <a:solidFill>
                  <a:schemeClr val="tx2"/>
                </a:solidFill>
                <a:effectLst/>
                <a:latin typeface="Comic Sans MS" panose="030F0702030302020204" pitchFamily="66" charset="0"/>
              </a:rPr>
              <a:t>perform()</a:t>
            </a:r>
            <a:r>
              <a:rPr lang="en-US" sz="1600" b="0" i="0" dirty="0">
                <a:solidFill>
                  <a:schemeClr val="tx2"/>
                </a:solidFill>
                <a:effectLst/>
                <a:latin typeface="Comic Sans MS" panose="030F0702030302020204" pitchFamily="66" charset="0"/>
              </a:rPr>
              <a:t>: Executes the stored actions. </a:t>
            </a:r>
          </a:p>
        </p:txBody>
      </p:sp>
    </p:spTree>
    <p:extLst>
      <p:ext uri="{BB962C8B-B14F-4D97-AF65-F5344CB8AC3E}">
        <p14:creationId xmlns:p14="http://schemas.microsoft.com/office/powerpoint/2010/main" val="345489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5095-B606-8E38-C7A6-B6BCEE1656A5}"/>
              </a:ext>
            </a:extLst>
          </p:cNvPr>
          <p:cNvSpPr>
            <a:spLocks noGrp="1"/>
          </p:cNvSpPr>
          <p:nvPr>
            <p:ph type="title"/>
          </p:nvPr>
        </p:nvSpPr>
        <p:spPr/>
        <p:txBody>
          <a:bodyPr/>
          <a:lstStyle/>
          <a:p>
            <a:r>
              <a:rPr lang="en-IN" dirty="0"/>
              <a:t>JavaScript Executor</a:t>
            </a:r>
          </a:p>
        </p:txBody>
      </p:sp>
      <p:sp>
        <p:nvSpPr>
          <p:cNvPr id="4" name="Footer Placeholder 3">
            <a:extLst>
              <a:ext uri="{FF2B5EF4-FFF2-40B4-BE49-F238E27FC236}">
                <a16:creationId xmlns:a16="http://schemas.microsoft.com/office/drawing/2014/main" id="{7FCC076F-81CB-A8F2-D4DD-3400D620B20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9A80968-FF29-3350-E94C-9E292977A8AF}"/>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7" name="TextBox 6">
            <a:extLst>
              <a:ext uri="{FF2B5EF4-FFF2-40B4-BE49-F238E27FC236}">
                <a16:creationId xmlns:a16="http://schemas.microsoft.com/office/drawing/2014/main" id="{B3B08536-F69E-C655-0BB7-0709F4C8EC94}"/>
              </a:ext>
            </a:extLst>
          </p:cNvPr>
          <p:cNvSpPr txBox="1"/>
          <p:nvPr/>
        </p:nvSpPr>
        <p:spPr>
          <a:xfrm>
            <a:off x="640080" y="1031578"/>
            <a:ext cx="11094720" cy="1754326"/>
          </a:xfrm>
          <a:prstGeom prst="rect">
            <a:avLst/>
          </a:prstGeom>
          <a:noFill/>
        </p:spPr>
        <p:txBody>
          <a:bodyPr wrap="square">
            <a:spAutoFit/>
          </a:bodyPr>
          <a:lstStyle/>
          <a:p>
            <a:r>
              <a:rPr lang="en-US" b="1" i="0" dirty="0" err="1">
                <a:solidFill>
                  <a:schemeClr val="tx2"/>
                </a:solidFill>
                <a:effectLst/>
                <a:latin typeface="Comic Sans MS" panose="030F0702030302020204" pitchFamily="66" charset="0"/>
              </a:rPr>
              <a:t>JavaScriptExecutor</a:t>
            </a:r>
            <a:r>
              <a:rPr lang="en-US" b="0" i="0" dirty="0">
                <a:solidFill>
                  <a:schemeClr val="tx2"/>
                </a:solidFill>
                <a:effectLst/>
                <a:latin typeface="Comic Sans MS" panose="030F0702030302020204" pitchFamily="66" charset="0"/>
              </a:rPr>
              <a:t> is </a:t>
            </a:r>
            <a:r>
              <a:rPr lang="en-US" dirty="0">
                <a:solidFill>
                  <a:schemeClr val="tx2"/>
                </a:solidFill>
                <a:latin typeface="Comic Sans MS" panose="030F0702030302020204" pitchFamily="66" charset="0"/>
              </a:rPr>
              <a:t>a specialized interface in Selenium WebDriver that allows you to execute JavaScript directly within the browser</a:t>
            </a:r>
            <a:r>
              <a:rPr lang="en-US" b="0" i="0" dirty="0">
                <a:solidFill>
                  <a:schemeClr val="tx2"/>
                </a:solidFill>
                <a:effectLst/>
                <a:latin typeface="Comic Sans MS" panose="030F0702030302020204" pitchFamily="66" charset="0"/>
              </a:rPr>
              <a:t>. </a:t>
            </a:r>
          </a:p>
          <a:p>
            <a:endParaRPr lang="en-US" b="0" i="0" dirty="0">
              <a:solidFill>
                <a:schemeClr val="tx2"/>
              </a:solidFill>
              <a:effectLst/>
              <a:latin typeface="Comic Sans MS" panose="030F0702030302020204" pitchFamily="66" charset="0"/>
            </a:endParaRPr>
          </a:p>
          <a:p>
            <a:r>
              <a:rPr lang="en-US" b="0" i="0" dirty="0">
                <a:solidFill>
                  <a:schemeClr val="tx2"/>
                </a:solidFill>
                <a:effectLst/>
                <a:latin typeface="Comic Sans MS" panose="030F0702030302020204" pitchFamily="66" charset="0"/>
              </a:rPr>
              <a:t>It acts as a bridge to interact with the Document Object Model (DOM) when standard Selenium commands—like .click() or .</a:t>
            </a:r>
            <a:r>
              <a:rPr lang="en-US" b="0" i="0" dirty="0" err="1">
                <a:solidFill>
                  <a:schemeClr val="tx2"/>
                </a:solidFill>
                <a:effectLst/>
                <a:latin typeface="Comic Sans MS" panose="030F0702030302020204" pitchFamily="66" charset="0"/>
              </a:rPr>
              <a:t>sendKeys</a:t>
            </a:r>
            <a:r>
              <a:rPr lang="en-US" b="0" i="0" dirty="0">
                <a:solidFill>
                  <a:schemeClr val="tx2"/>
                </a:solidFill>
                <a:effectLst/>
                <a:latin typeface="Comic Sans MS" panose="030F0702030302020204" pitchFamily="66" charset="0"/>
              </a:rPr>
              <a:t>()—fail due to hidden elements, complex overlays, or browser-specific limitations.</a:t>
            </a:r>
            <a:endParaRPr lang="en-IN" dirty="0">
              <a:solidFill>
                <a:schemeClr val="tx2"/>
              </a:solidFill>
              <a:latin typeface="Comic Sans MS" panose="030F0702030302020204" pitchFamily="66" charset="0"/>
            </a:endParaRPr>
          </a:p>
        </p:txBody>
      </p:sp>
      <p:pic>
        <p:nvPicPr>
          <p:cNvPr id="8" name="Picture 7" descr="A diagram of a driver&#10;&#10;AI-generated content may be incorrect.">
            <a:extLst>
              <a:ext uri="{FF2B5EF4-FFF2-40B4-BE49-F238E27FC236}">
                <a16:creationId xmlns:a16="http://schemas.microsoft.com/office/drawing/2014/main" id="{879795B5-5BD0-57C9-9ABC-B46457DD3D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21685" y="2859702"/>
            <a:ext cx="5731510" cy="2966720"/>
          </a:xfrm>
          <a:prstGeom prst="rect">
            <a:avLst/>
          </a:prstGeom>
          <a:noFill/>
          <a:ln>
            <a:noFill/>
          </a:ln>
        </p:spPr>
      </p:pic>
    </p:spTree>
    <p:extLst>
      <p:ext uri="{BB962C8B-B14F-4D97-AF65-F5344CB8AC3E}">
        <p14:creationId xmlns:p14="http://schemas.microsoft.com/office/powerpoint/2010/main" val="1495591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873E-0089-F700-AA82-D9E1B94B6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6434D-BD20-D7D5-BB93-F4F7C590FF6E}"/>
              </a:ext>
            </a:extLst>
          </p:cNvPr>
          <p:cNvSpPr>
            <a:spLocks noGrp="1"/>
          </p:cNvSpPr>
          <p:nvPr>
            <p:ph type="title"/>
          </p:nvPr>
        </p:nvSpPr>
        <p:spPr/>
        <p:txBody>
          <a:bodyPr/>
          <a:lstStyle/>
          <a:p>
            <a:r>
              <a:rPr lang="en-IN" dirty="0"/>
              <a:t>JavaScript Executor</a:t>
            </a:r>
          </a:p>
        </p:txBody>
      </p:sp>
      <p:sp>
        <p:nvSpPr>
          <p:cNvPr id="4" name="Footer Placeholder 3">
            <a:extLst>
              <a:ext uri="{FF2B5EF4-FFF2-40B4-BE49-F238E27FC236}">
                <a16:creationId xmlns:a16="http://schemas.microsoft.com/office/drawing/2014/main" id="{FF6FAB0D-68F9-C27F-0EEE-8726735E29A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3F7DAF4-7052-5101-1D55-F36E2C2C4CFC}"/>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6" name="TextBox 5">
            <a:extLst>
              <a:ext uri="{FF2B5EF4-FFF2-40B4-BE49-F238E27FC236}">
                <a16:creationId xmlns:a16="http://schemas.microsoft.com/office/drawing/2014/main" id="{96F48B43-378A-C638-973D-3B8E84697290}"/>
              </a:ext>
            </a:extLst>
          </p:cNvPr>
          <p:cNvSpPr txBox="1"/>
          <p:nvPr/>
        </p:nvSpPr>
        <p:spPr>
          <a:xfrm>
            <a:off x="1076960" y="1007363"/>
            <a:ext cx="9804400" cy="877356"/>
          </a:xfrm>
          <a:prstGeom prst="rect">
            <a:avLst/>
          </a:prstGeom>
          <a:noFill/>
        </p:spPr>
        <p:txBody>
          <a:bodyPr wrap="square">
            <a:spAutoFit/>
          </a:bodyPr>
          <a:lstStyle/>
          <a:p>
            <a:pPr algn="l">
              <a:lnSpc>
                <a:spcPct val="150000"/>
              </a:lnSpc>
              <a:spcBef>
                <a:spcPts val="1200"/>
              </a:spcBef>
              <a:spcAft>
                <a:spcPts val="900"/>
              </a:spcAft>
              <a:buFont typeface="Arial" panose="020B0604020202020204" pitchFamily="34" charset="0"/>
              <a:buChar char="•"/>
            </a:pPr>
            <a:r>
              <a:rPr lang="en-US" b="1" i="0" dirty="0" err="1">
                <a:solidFill>
                  <a:schemeClr val="tx2"/>
                </a:solidFill>
                <a:effectLst/>
                <a:latin typeface="Comic Sans MS" panose="030F0702030302020204" pitchFamily="66" charset="0"/>
              </a:rPr>
              <a:t>executeScript</a:t>
            </a:r>
            <a:r>
              <a:rPr lang="en-US" b="1" i="0" dirty="0">
                <a:solidFill>
                  <a:schemeClr val="tx2"/>
                </a:solidFill>
                <a:effectLst/>
                <a:latin typeface="Comic Sans MS" panose="030F0702030302020204" pitchFamily="66" charset="0"/>
              </a:rPr>
              <a:t>(String script, Object... </a:t>
            </a:r>
            <a:r>
              <a:rPr lang="en-US" b="1" i="0" dirty="0" err="1">
                <a:solidFill>
                  <a:schemeClr val="tx2"/>
                </a:solidFill>
                <a:effectLst/>
                <a:latin typeface="Comic Sans MS" panose="030F0702030302020204" pitchFamily="66" charset="0"/>
              </a:rPr>
              <a:t>args</a:t>
            </a:r>
            <a:r>
              <a:rPr lang="en-US" b="1" i="0" dirty="0">
                <a:solidFill>
                  <a:schemeClr val="tx2"/>
                </a:solidFill>
                <a:effectLst/>
                <a:latin typeface="Comic Sans MS" panose="030F0702030302020204" pitchFamily="66" charset="0"/>
              </a:rPr>
              <a:t>)</a:t>
            </a:r>
            <a:r>
              <a:rPr lang="en-US" b="0" i="0" dirty="0">
                <a:solidFill>
                  <a:schemeClr val="tx2"/>
                </a:solidFill>
                <a:effectLst/>
                <a:latin typeface="Comic Sans MS" panose="030F0702030302020204" pitchFamily="66" charset="0"/>
              </a:rPr>
              <a:t>: Executes </a:t>
            </a:r>
            <a:r>
              <a:rPr lang="en-US" b="1" i="0" dirty="0">
                <a:solidFill>
                  <a:schemeClr val="tx2"/>
                </a:solidFill>
                <a:effectLst/>
                <a:latin typeface="Comic Sans MS" panose="030F0702030302020204" pitchFamily="66" charset="0"/>
              </a:rPr>
              <a:t>synchronous</a:t>
            </a:r>
            <a:r>
              <a:rPr lang="en-US" b="0" i="0" dirty="0">
                <a:solidFill>
                  <a:schemeClr val="tx2"/>
                </a:solidFill>
                <a:effectLst/>
                <a:latin typeface="Comic Sans MS" panose="030F0702030302020204" pitchFamily="66" charset="0"/>
              </a:rPr>
              <a:t> JavaScript. The test script pauses until the JavaScript finishes executing.</a:t>
            </a:r>
          </a:p>
        </p:txBody>
      </p:sp>
      <p:sp>
        <p:nvSpPr>
          <p:cNvPr id="12" name="TextBox 11">
            <a:extLst>
              <a:ext uri="{FF2B5EF4-FFF2-40B4-BE49-F238E27FC236}">
                <a16:creationId xmlns:a16="http://schemas.microsoft.com/office/drawing/2014/main" id="{4626FFBF-389B-3D05-5ED5-4795F7D07716}"/>
              </a:ext>
            </a:extLst>
          </p:cNvPr>
          <p:cNvSpPr txBox="1"/>
          <p:nvPr/>
        </p:nvSpPr>
        <p:spPr>
          <a:xfrm>
            <a:off x="822960" y="2392742"/>
            <a:ext cx="6096000" cy="646331"/>
          </a:xfrm>
          <a:prstGeom prst="rect">
            <a:avLst/>
          </a:prstGeom>
          <a:noFill/>
        </p:spPr>
        <p:txBody>
          <a:bodyPr wrap="square">
            <a:spAutoFit/>
          </a:bodyPr>
          <a:lstStyle/>
          <a:p>
            <a:r>
              <a:rPr lang="en-US" b="0" i="0" dirty="0">
                <a:solidFill>
                  <a:schemeClr val="tx2"/>
                </a:solidFill>
                <a:effectLst/>
                <a:latin typeface="Comic Sans MS" panose="030F0702030302020204" pitchFamily="66" charset="0"/>
              </a:rPr>
              <a:t>To use this interface in Java, you must type-cast your WebDriver instance</a:t>
            </a:r>
            <a:endParaRPr lang="en-IN" dirty="0">
              <a:solidFill>
                <a:schemeClr val="tx2"/>
              </a:solidFill>
              <a:latin typeface="Comic Sans MS" panose="030F0702030302020204" pitchFamily="66" charset="0"/>
            </a:endParaRPr>
          </a:p>
        </p:txBody>
      </p:sp>
      <p:sp>
        <p:nvSpPr>
          <p:cNvPr id="14" name="TextBox 13">
            <a:extLst>
              <a:ext uri="{FF2B5EF4-FFF2-40B4-BE49-F238E27FC236}">
                <a16:creationId xmlns:a16="http://schemas.microsoft.com/office/drawing/2014/main" id="{333F6531-6627-2FC0-1874-B423890A5DEB}"/>
              </a:ext>
            </a:extLst>
          </p:cNvPr>
          <p:cNvSpPr txBox="1"/>
          <p:nvPr/>
        </p:nvSpPr>
        <p:spPr>
          <a:xfrm>
            <a:off x="822960" y="3256837"/>
            <a:ext cx="6096000" cy="2062103"/>
          </a:xfrm>
          <a:prstGeom prst="rect">
            <a:avLst/>
          </a:prstGeom>
          <a:noFill/>
        </p:spPr>
        <p:txBody>
          <a:bodyPr wrap="square">
            <a:spAutoFit/>
          </a:bodyPr>
          <a:lstStyle/>
          <a:p>
            <a:pPr algn="l">
              <a:buNone/>
            </a:pPr>
            <a:r>
              <a:rPr lang="en-IN" sz="1600" b="0" i="1" dirty="0">
                <a:solidFill>
                  <a:srgbClr val="80868B"/>
                </a:solidFill>
                <a:effectLst/>
                <a:latin typeface="Comic Sans MS" panose="030F0702030302020204" pitchFamily="66" charset="0"/>
              </a:rPr>
              <a:t>// Import the package</a:t>
            </a:r>
            <a:endParaRPr lang="en-IN" sz="1600" b="0" i="0" dirty="0">
              <a:solidFill>
                <a:srgbClr val="0A0A0A"/>
              </a:solidFill>
              <a:effectLst/>
              <a:latin typeface="Comic Sans MS" panose="030F0702030302020204" pitchFamily="66" charset="0"/>
            </a:endParaRPr>
          </a:p>
          <a:p>
            <a:pPr algn="l">
              <a:buNone/>
            </a:pPr>
            <a:r>
              <a:rPr lang="en-IN" sz="1600" b="0" i="0" dirty="0">
                <a:solidFill>
                  <a:srgbClr val="9334E6"/>
                </a:solidFill>
                <a:effectLst/>
                <a:latin typeface="Comic Sans MS" panose="030F0702030302020204" pitchFamily="66" charset="0"/>
              </a:rPr>
              <a:t>import</a:t>
            </a:r>
            <a:r>
              <a:rPr lang="en-IN" sz="1600" b="0" i="0" dirty="0">
                <a:solidFill>
                  <a:srgbClr val="0A0A0A"/>
                </a:solidFill>
                <a:effectLst/>
                <a:latin typeface="Comic Sans MS" panose="030F0702030302020204" pitchFamily="66" charset="0"/>
              </a:rPr>
              <a:t> </a:t>
            </a:r>
            <a:r>
              <a:rPr lang="en-IN" sz="1600" b="0" i="0" dirty="0" err="1">
                <a:solidFill>
                  <a:srgbClr val="0A0A0A"/>
                </a:solidFill>
                <a:effectLst/>
                <a:latin typeface="Comic Sans MS" panose="030F0702030302020204" pitchFamily="66" charset="0"/>
              </a:rPr>
              <a:t>org.openqa.selenium.JavascriptExecutor</a:t>
            </a:r>
            <a:r>
              <a:rPr lang="en-IN" sz="1600" b="0" i="0" dirty="0">
                <a:solidFill>
                  <a:srgbClr val="0A0A0A"/>
                </a:solidFill>
                <a:effectLst/>
                <a:latin typeface="Comic Sans MS" panose="030F0702030302020204" pitchFamily="66" charset="0"/>
              </a:rPr>
              <a:t>;</a:t>
            </a:r>
          </a:p>
          <a:p>
            <a:pPr algn="l">
              <a:buNone/>
            </a:pPr>
            <a:endParaRPr lang="en-IN" sz="1600" b="0" i="0" dirty="0">
              <a:solidFill>
                <a:srgbClr val="0A0A0A"/>
              </a:solidFill>
              <a:effectLst/>
              <a:latin typeface="Comic Sans MS" panose="030F0702030302020204" pitchFamily="66" charset="0"/>
            </a:endParaRPr>
          </a:p>
          <a:p>
            <a:pPr algn="l">
              <a:buNone/>
            </a:pPr>
            <a:r>
              <a:rPr lang="en-IN" sz="1600" b="0" i="1" dirty="0">
                <a:solidFill>
                  <a:srgbClr val="80868B"/>
                </a:solidFill>
                <a:effectLst/>
                <a:latin typeface="Comic Sans MS" panose="030F0702030302020204" pitchFamily="66" charset="0"/>
              </a:rPr>
              <a:t>// Type-cast the driver</a:t>
            </a:r>
            <a:endParaRPr lang="en-IN" sz="1600" b="0" i="0" dirty="0">
              <a:solidFill>
                <a:srgbClr val="0A0A0A"/>
              </a:solidFill>
              <a:effectLst/>
              <a:latin typeface="Comic Sans MS" panose="030F0702030302020204" pitchFamily="66" charset="0"/>
            </a:endParaRPr>
          </a:p>
          <a:p>
            <a:pPr algn="l">
              <a:buNone/>
            </a:pPr>
            <a:r>
              <a:rPr lang="en-IN" sz="1600" b="0" i="0" dirty="0" err="1">
                <a:solidFill>
                  <a:srgbClr val="0A0A0A"/>
                </a:solidFill>
                <a:effectLst/>
                <a:latin typeface="Comic Sans MS" panose="030F0702030302020204" pitchFamily="66" charset="0"/>
              </a:rPr>
              <a:t>JavascriptExecutor</a:t>
            </a:r>
            <a:r>
              <a:rPr lang="en-IN" sz="1600" b="0" i="0" dirty="0">
                <a:solidFill>
                  <a:srgbClr val="0A0A0A"/>
                </a:solidFill>
                <a:effectLst/>
                <a:latin typeface="Comic Sans MS" panose="030F0702030302020204" pitchFamily="66" charset="0"/>
              </a:rPr>
              <a:t> </a:t>
            </a:r>
            <a:r>
              <a:rPr lang="en-IN" sz="1600" b="0" i="0" dirty="0" err="1">
                <a:solidFill>
                  <a:srgbClr val="0A0A0A"/>
                </a:solidFill>
                <a:effectLst/>
                <a:latin typeface="Comic Sans MS" panose="030F0702030302020204" pitchFamily="66" charset="0"/>
              </a:rPr>
              <a:t>js</a:t>
            </a:r>
            <a:r>
              <a:rPr lang="en-IN" sz="1600" b="0" i="0" dirty="0">
                <a:solidFill>
                  <a:srgbClr val="0A0A0A"/>
                </a:solidFill>
                <a:effectLst/>
                <a:latin typeface="Comic Sans MS" panose="030F0702030302020204" pitchFamily="66" charset="0"/>
              </a:rPr>
              <a:t> = (</a:t>
            </a:r>
            <a:r>
              <a:rPr lang="en-IN" sz="1600" b="0" i="0" dirty="0" err="1">
                <a:solidFill>
                  <a:srgbClr val="0A0A0A"/>
                </a:solidFill>
                <a:effectLst/>
                <a:latin typeface="Comic Sans MS" panose="030F0702030302020204" pitchFamily="66" charset="0"/>
              </a:rPr>
              <a:t>JavascriptExecutor</a:t>
            </a:r>
            <a:r>
              <a:rPr lang="en-IN" sz="1600" b="0" i="0" dirty="0">
                <a:solidFill>
                  <a:srgbClr val="0A0A0A"/>
                </a:solidFill>
                <a:effectLst/>
                <a:latin typeface="Comic Sans MS" panose="030F0702030302020204" pitchFamily="66" charset="0"/>
              </a:rPr>
              <a:t>) driver;</a:t>
            </a:r>
          </a:p>
          <a:p>
            <a:pPr algn="l">
              <a:buNone/>
            </a:pPr>
            <a:endParaRPr lang="en-IN" sz="1600" b="0" i="0" dirty="0">
              <a:solidFill>
                <a:srgbClr val="0A0A0A"/>
              </a:solidFill>
              <a:effectLst/>
              <a:latin typeface="Comic Sans MS" panose="030F0702030302020204" pitchFamily="66" charset="0"/>
            </a:endParaRPr>
          </a:p>
          <a:p>
            <a:pPr algn="l">
              <a:buNone/>
            </a:pPr>
            <a:r>
              <a:rPr lang="en-IN" sz="1600" b="0" i="1" dirty="0">
                <a:solidFill>
                  <a:srgbClr val="80868B"/>
                </a:solidFill>
                <a:effectLst/>
                <a:latin typeface="Comic Sans MS" panose="030F0702030302020204" pitchFamily="66" charset="0"/>
              </a:rPr>
              <a:t>// Execute a script</a:t>
            </a:r>
            <a:endParaRPr lang="en-IN" sz="1600" b="0" i="0" dirty="0">
              <a:solidFill>
                <a:srgbClr val="0A0A0A"/>
              </a:solidFill>
              <a:effectLst/>
              <a:latin typeface="Comic Sans MS" panose="030F0702030302020204" pitchFamily="66" charset="0"/>
            </a:endParaRPr>
          </a:p>
          <a:p>
            <a:pPr algn="l">
              <a:buNone/>
            </a:pPr>
            <a:r>
              <a:rPr lang="en-IN" sz="1600" b="0" i="0" dirty="0" err="1">
                <a:solidFill>
                  <a:srgbClr val="0A0A0A"/>
                </a:solidFill>
                <a:effectLst/>
                <a:latin typeface="Comic Sans MS" panose="030F0702030302020204" pitchFamily="66" charset="0"/>
              </a:rPr>
              <a:t>js.executeScript</a:t>
            </a:r>
            <a:r>
              <a:rPr lang="en-IN" sz="1600" b="0" i="0" dirty="0">
                <a:solidFill>
                  <a:srgbClr val="0A0A0A"/>
                </a:solidFill>
                <a:effectLst/>
                <a:latin typeface="Comic Sans MS" panose="030F0702030302020204" pitchFamily="66" charset="0"/>
              </a:rPr>
              <a:t>(</a:t>
            </a:r>
            <a:r>
              <a:rPr lang="en-IN" sz="1600" b="0" i="0" dirty="0">
                <a:solidFill>
                  <a:srgbClr val="188038"/>
                </a:solidFill>
                <a:effectLst/>
                <a:latin typeface="Comic Sans MS" panose="030F0702030302020204" pitchFamily="66" charset="0"/>
              </a:rPr>
              <a:t>"</a:t>
            </a:r>
            <a:r>
              <a:rPr lang="en-IN" sz="1600" b="0" i="0" dirty="0" err="1">
                <a:solidFill>
                  <a:srgbClr val="188038"/>
                </a:solidFill>
                <a:effectLst/>
                <a:latin typeface="Comic Sans MS" panose="030F0702030302020204" pitchFamily="66" charset="0"/>
              </a:rPr>
              <a:t>window.scrollBy</a:t>
            </a:r>
            <a:r>
              <a:rPr lang="en-IN" sz="1600" b="0" i="0" dirty="0">
                <a:solidFill>
                  <a:srgbClr val="188038"/>
                </a:solidFill>
                <a:effectLst/>
                <a:latin typeface="Comic Sans MS" panose="030F0702030302020204" pitchFamily="66" charset="0"/>
              </a:rPr>
              <a:t>(0, 500)"</a:t>
            </a:r>
            <a:r>
              <a:rPr lang="en-IN" sz="1600" b="0" i="0" dirty="0">
                <a:solidFill>
                  <a:srgbClr val="0A0A0A"/>
                </a:solidFill>
                <a:effectLst/>
                <a:latin typeface="Comic Sans MS" panose="030F0702030302020204" pitchFamily="66" charset="0"/>
              </a:rPr>
              <a:t>);</a:t>
            </a:r>
          </a:p>
        </p:txBody>
      </p:sp>
    </p:spTree>
    <p:extLst>
      <p:ext uri="{BB962C8B-B14F-4D97-AF65-F5344CB8AC3E}">
        <p14:creationId xmlns:p14="http://schemas.microsoft.com/office/powerpoint/2010/main" val="1590833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8C86E-2356-A2D4-C8D7-E5BEEEC1DAD4}"/>
              </a:ext>
            </a:extLst>
          </p:cNvPr>
          <p:cNvSpPr>
            <a:spLocks noGrp="1"/>
          </p:cNvSpPr>
          <p:nvPr>
            <p:ph type="title"/>
          </p:nvPr>
        </p:nvSpPr>
        <p:spPr/>
        <p:txBody>
          <a:bodyPr/>
          <a:lstStyle/>
          <a:p>
            <a:r>
              <a:rPr lang="en-IN" dirty="0"/>
              <a:t>JavaScript Executor</a:t>
            </a:r>
          </a:p>
        </p:txBody>
      </p:sp>
      <p:sp>
        <p:nvSpPr>
          <p:cNvPr id="4" name="Footer Placeholder 3">
            <a:extLst>
              <a:ext uri="{FF2B5EF4-FFF2-40B4-BE49-F238E27FC236}">
                <a16:creationId xmlns:a16="http://schemas.microsoft.com/office/drawing/2014/main" id="{E18509B5-E86E-7F32-897C-B0D93407A73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0D6DA51-F5C7-B29A-1F69-0EB935FF5943}"/>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7" name="Rectangle 2">
            <a:extLst>
              <a:ext uri="{FF2B5EF4-FFF2-40B4-BE49-F238E27FC236}">
                <a16:creationId xmlns:a16="http://schemas.microsoft.com/office/drawing/2014/main" id="{66E911A8-1E25-1BCF-D253-7F960C72F2D0}"/>
              </a:ext>
            </a:extLst>
          </p:cNvPr>
          <p:cNvSpPr>
            <a:spLocks noGrp="1" noChangeArrowheads="1"/>
          </p:cNvSpPr>
          <p:nvPr>
            <p:ph idx="1"/>
          </p:nvPr>
        </p:nvSpPr>
        <p:spPr bwMode="auto">
          <a:xfrm>
            <a:off x="457200" y="927393"/>
            <a:ext cx="11043920" cy="5704254"/>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101568"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a:ln>
                  <a:noFill/>
                </a:ln>
                <a:solidFill>
                  <a:schemeClr val="tx2"/>
                </a:solidFill>
                <a:effectLst/>
                <a:latin typeface="Comic Sans MS" panose="030F0702030302020204" pitchFamily="66" charset="0"/>
              </a:rPr>
              <a:t>JavaScriptExecutor</a:t>
            </a:r>
            <a:r>
              <a:rPr kumimoji="0" lang="en-US" altLang="en-US" b="0" i="0" u="none" strike="noStrike" cap="none" normalizeH="0" baseline="0" dirty="0">
                <a:ln>
                  <a:noFill/>
                </a:ln>
                <a:solidFill>
                  <a:schemeClr val="tx2"/>
                </a:solidFill>
                <a:effectLst/>
                <a:latin typeface="Comic Sans MS" panose="030F0702030302020204" pitchFamily="66" charset="0"/>
              </a:rPr>
              <a:t> is typically used as a fallback for the following scenarios: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omic Sans MS" panose="030F0702030302020204" pitchFamily="66" charset="0"/>
              </a:rPr>
              <a:t>Clicking Elements:</a:t>
            </a:r>
            <a:r>
              <a:rPr kumimoji="0" lang="en-US" altLang="en-US" b="0" i="0" u="none" strike="noStrike" cap="none" normalizeH="0" baseline="0" dirty="0">
                <a:ln>
                  <a:noFill/>
                </a:ln>
                <a:solidFill>
                  <a:schemeClr val="tx2"/>
                </a:solidFill>
                <a:effectLst/>
                <a:latin typeface="Comic Sans MS" panose="030F0702030302020204" pitchFamily="66" charset="0"/>
              </a:rPr>
              <a:t> Bypasses "Element Not Interactable" errors by triggering a click directly on the DOM.</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("arguments[0].click();", </a:t>
            </a:r>
            <a:r>
              <a:rPr kumimoji="0" lang="en-US" altLang="en-US" sz="1600" b="0" i="0" u="none" strike="noStrike" cap="none" normalizeH="0" baseline="0" dirty="0" err="1">
                <a:ln>
                  <a:noFill/>
                </a:ln>
                <a:solidFill>
                  <a:schemeClr val="tx2"/>
                </a:solidFill>
                <a:effectLst/>
                <a:latin typeface="Comic Sans MS" panose="030F0702030302020204" pitchFamily="66" charset="0"/>
              </a:rPr>
              <a:t>webElement</a:t>
            </a:r>
            <a:r>
              <a:rPr kumimoji="0" lang="en-US" altLang="en-US" sz="1600" b="0" i="0" u="none" strike="noStrike" cap="none" normalizeH="0" baseline="0" dirty="0">
                <a:ln>
                  <a:noFill/>
                </a:ln>
                <a:solidFill>
                  <a:schemeClr val="tx2"/>
                </a:solidFill>
                <a:effectLst/>
                <a:latin typeface="Comic Sans MS" panose="030F0702030302020204" pitchFamily="66"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omic Sans MS" panose="030F0702030302020204" pitchFamily="66" charset="0"/>
              </a:rPr>
              <a:t>Scrolling:</a:t>
            </a:r>
            <a:r>
              <a:rPr kumimoji="0" lang="en-US" altLang="en-US" b="0" i="0" u="none" strike="noStrike" cap="none" normalizeH="0" baseline="0" dirty="0">
                <a:ln>
                  <a:noFill/>
                </a:ln>
                <a:solidFill>
                  <a:schemeClr val="tx2"/>
                </a:solidFill>
                <a:effectLst/>
                <a:latin typeface="Comic Sans MS" panose="030F0702030302020204" pitchFamily="66" charset="0"/>
              </a:rPr>
              <a:t> Enables precise scrolling to a specific element or coordinate.</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t>
            </a:r>
            <a:r>
              <a:rPr kumimoji="0" lang="en-US" altLang="en-US" sz="1600" b="0" i="0" u="none" strike="noStrike" cap="none" normalizeH="0" baseline="0" dirty="0" err="1">
                <a:ln>
                  <a:noFill/>
                </a:ln>
                <a:solidFill>
                  <a:schemeClr val="tx2"/>
                </a:solidFill>
                <a:effectLst/>
                <a:latin typeface="Comic Sans MS" panose="030F0702030302020204" pitchFamily="66" charset="0"/>
              </a:rPr>
              <a:t>window.scrollTo</a:t>
            </a:r>
            <a:r>
              <a:rPr kumimoji="0" lang="en-US" altLang="en-US" sz="1600" b="0" i="0" u="none" strike="noStrike" cap="none" normalizeH="0" baseline="0" dirty="0">
                <a:ln>
                  <a:noFill/>
                </a:ln>
                <a:solidFill>
                  <a:schemeClr val="tx2"/>
                </a:solidFill>
                <a:effectLst/>
                <a:latin typeface="Comic Sans MS" panose="030F0702030302020204" pitchFamily="66" charset="0"/>
              </a:rPr>
              <a:t>(0, </a:t>
            </a:r>
            <a:r>
              <a:rPr kumimoji="0" lang="en-US" altLang="en-US" sz="1600" b="0" i="0" u="none" strike="noStrike" cap="none" normalizeH="0" baseline="0" dirty="0" err="1">
                <a:ln>
                  <a:noFill/>
                </a:ln>
                <a:solidFill>
                  <a:schemeClr val="tx2"/>
                </a:solidFill>
                <a:effectLst/>
                <a:latin typeface="Comic Sans MS" panose="030F0702030302020204" pitchFamily="66" charset="0"/>
              </a:rPr>
              <a:t>document.body.scrollHeight</a:t>
            </a:r>
            <a:r>
              <a:rPr kumimoji="0" lang="en-US" altLang="en-US" sz="1600" b="0" i="0" u="none" strike="noStrike" cap="none" normalizeH="0" baseline="0" dirty="0">
                <a:ln>
                  <a:noFill/>
                </a:ln>
                <a:solidFill>
                  <a:schemeClr val="tx2"/>
                </a:solidFill>
                <a:effectLst/>
                <a:latin typeface="Comic Sans MS" panose="030F0702030302020204" pitchFamily="66" charset="0"/>
              </a:rPr>
              <a:t>);"); (Scroll to bottom)</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("arguments[0].</a:t>
            </a:r>
            <a:r>
              <a:rPr kumimoji="0" lang="en-US" altLang="en-US" sz="1600" b="0" i="0" u="none" strike="noStrike" cap="none" normalizeH="0" baseline="0" dirty="0" err="1">
                <a:ln>
                  <a:noFill/>
                </a:ln>
                <a:solidFill>
                  <a:schemeClr val="tx2"/>
                </a:solidFill>
                <a:effectLst/>
                <a:latin typeface="Comic Sans MS" panose="030F0702030302020204" pitchFamily="66" charset="0"/>
              </a:rPr>
              <a:t>scrollIntoView</a:t>
            </a:r>
            <a:r>
              <a:rPr kumimoji="0" lang="en-US" altLang="en-US" sz="1600" b="0" i="0" u="none" strike="noStrike" cap="none" normalizeH="0" baseline="0" dirty="0">
                <a:ln>
                  <a:noFill/>
                </a:ln>
                <a:solidFill>
                  <a:schemeClr val="tx2"/>
                </a:solidFill>
                <a:effectLst/>
                <a:latin typeface="Comic Sans MS" panose="030F0702030302020204" pitchFamily="66" charset="0"/>
              </a:rPr>
              <a:t>(true);", </a:t>
            </a:r>
            <a:r>
              <a:rPr kumimoji="0" lang="en-US" altLang="en-US" sz="1600" b="0" i="0" u="none" strike="noStrike" cap="none" normalizeH="0" baseline="0" dirty="0" err="1">
                <a:ln>
                  <a:noFill/>
                </a:ln>
                <a:solidFill>
                  <a:schemeClr val="tx2"/>
                </a:solidFill>
                <a:effectLst/>
                <a:latin typeface="Comic Sans MS" panose="030F0702030302020204" pitchFamily="66" charset="0"/>
              </a:rPr>
              <a:t>webElement</a:t>
            </a:r>
            <a:r>
              <a:rPr kumimoji="0" lang="en-US" altLang="en-US" sz="1600" b="0" i="0" u="none" strike="noStrike" cap="none" normalizeH="0" baseline="0" dirty="0">
                <a:ln>
                  <a:noFill/>
                </a:ln>
                <a:solidFill>
                  <a:schemeClr val="tx2"/>
                </a:solidFill>
                <a:effectLst/>
                <a:latin typeface="Comic Sans MS" panose="030F0702030302020204" pitchFamily="66" charset="0"/>
              </a:rPr>
              <a:t>); (Scroll to element)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t>
            </a:r>
            <a:r>
              <a:rPr kumimoji="0" lang="en-US" altLang="en-US" sz="1600" b="0" i="0" u="none" strike="noStrike" cap="none" normalizeH="0" baseline="0" dirty="0" err="1">
                <a:ln>
                  <a:noFill/>
                </a:ln>
                <a:solidFill>
                  <a:schemeClr val="tx2"/>
                </a:solidFill>
                <a:effectLst/>
                <a:latin typeface="Comic Sans MS" panose="030F0702030302020204" pitchFamily="66" charset="0"/>
              </a:rPr>
              <a:t>window.scrollBy</a:t>
            </a:r>
            <a:r>
              <a:rPr kumimoji="0" lang="en-US" altLang="en-US" sz="1600" b="0" i="0" u="none" strike="noStrike" cap="none" normalizeH="0" baseline="0" dirty="0">
                <a:ln>
                  <a:noFill/>
                </a:ln>
                <a:solidFill>
                  <a:schemeClr val="tx2"/>
                </a:solidFill>
                <a:effectLst/>
                <a:latin typeface="Comic Sans MS" panose="030F0702030302020204" pitchFamily="66" charset="0"/>
              </a:rPr>
              <a:t>(0,1500)", "");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omic Sans MS" panose="030F0702030302020204" pitchFamily="66" charset="0"/>
              </a:rPr>
              <a:t>Interacting with Hidden/Disabled Elements:</a:t>
            </a:r>
            <a:r>
              <a:rPr kumimoji="0" lang="en-US" altLang="en-US" b="0" i="0" u="none" strike="noStrike" cap="none" normalizeH="0" baseline="0" dirty="0">
                <a:ln>
                  <a:noFill/>
                </a:ln>
                <a:solidFill>
                  <a:schemeClr val="tx2"/>
                </a:solidFill>
                <a:effectLst/>
                <a:latin typeface="Comic Sans MS" panose="030F0702030302020204" pitchFamily="66" charset="0"/>
              </a:rPr>
              <a:t> Can change the value of hidden fields or enable disabled buttons.</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t>
            </a:r>
            <a:r>
              <a:rPr kumimoji="0" lang="en-US" altLang="en-US" sz="1600" b="0" i="0" u="none" strike="noStrike" cap="none" normalizeH="0" baseline="0" dirty="0" err="1">
                <a:ln>
                  <a:noFill/>
                </a:ln>
                <a:solidFill>
                  <a:schemeClr val="tx2"/>
                </a:solidFill>
                <a:effectLst/>
                <a:latin typeface="Comic Sans MS" panose="030F0702030302020204" pitchFamily="66" charset="0"/>
              </a:rPr>
              <a:t>document.getElementById</a:t>
            </a:r>
            <a:r>
              <a:rPr kumimoji="0" lang="en-US" altLang="en-US" sz="1600" b="0" i="0" u="none" strike="noStrike" cap="none" normalizeH="0" baseline="0" dirty="0">
                <a:ln>
                  <a:noFill/>
                </a:ln>
                <a:solidFill>
                  <a:schemeClr val="tx2"/>
                </a:solidFill>
                <a:effectLst/>
                <a:latin typeface="Comic Sans MS" panose="030F0702030302020204" pitchFamily="66" charset="0"/>
              </a:rPr>
              <a:t>('id').value='text';");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omic Sans MS" panose="030F0702030302020204" pitchFamily="66" charset="0"/>
              </a:rPr>
              <a:t>Retrieving Page Data:</a:t>
            </a:r>
            <a:r>
              <a:rPr kumimoji="0" lang="en-US" altLang="en-US" b="0" i="0" u="none" strike="noStrike" cap="none" normalizeH="0" baseline="0" dirty="0">
                <a:ln>
                  <a:noFill/>
                </a:ln>
                <a:solidFill>
                  <a:schemeClr val="tx2"/>
                </a:solidFill>
                <a:effectLst/>
                <a:latin typeface="Comic Sans MS" panose="030F0702030302020204" pitchFamily="66" charset="0"/>
              </a:rPr>
              <a:t> Fetches information like the current URL, page title, or domain when standard methods are unavailable.</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2"/>
                </a:solidFill>
                <a:effectLst/>
                <a:latin typeface="Comic Sans MS" panose="030F0702030302020204" pitchFamily="66" charset="0"/>
              </a:rPr>
              <a:t>String title = </a:t>
            </a: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("return </a:t>
            </a:r>
            <a:r>
              <a:rPr kumimoji="0" lang="en-US" altLang="en-US" sz="1600" b="0" i="0" u="none" strike="noStrike" cap="none" normalizeH="0" baseline="0" dirty="0" err="1">
                <a:ln>
                  <a:noFill/>
                </a:ln>
                <a:solidFill>
                  <a:schemeClr val="tx2"/>
                </a:solidFill>
                <a:effectLst/>
                <a:latin typeface="Comic Sans MS" panose="030F0702030302020204" pitchFamily="66" charset="0"/>
              </a:rPr>
              <a:t>document.title</a:t>
            </a:r>
            <a:r>
              <a:rPr kumimoji="0" lang="en-US" altLang="en-US" sz="1600" b="0" i="0" u="none" strike="noStrike" cap="none" normalizeH="0" baseline="0" dirty="0">
                <a:ln>
                  <a:noFill/>
                </a:ln>
                <a:solidFill>
                  <a:schemeClr val="tx2"/>
                </a:solidFill>
                <a:effectLst/>
                <a:latin typeface="Comic Sans MS" panose="030F0702030302020204" pitchFamily="66" charset="0"/>
              </a:rPr>
              <a:t>;").</a:t>
            </a:r>
            <a:r>
              <a:rPr kumimoji="0" lang="en-US" altLang="en-US" sz="1600" b="0" i="0" u="none" strike="noStrike" cap="none" normalizeH="0" baseline="0" dirty="0" err="1">
                <a:ln>
                  <a:noFill/>
                </a:ln>
                <a:solidFill>
                  <a:schemeClr val="tx2"/>
                </a:solidFill>
                <a:effectLst/>
                <a:latin typeface="Comic Sans MS" panose="030F0702030302020204" pitchFamily="66" charset="0"/>
              </a:rPr>
              <a:t>toString</a:t>
            </a:r>
            <a:r>
              <a:rPr kumimoji="0" lang="en-US" altLang="en-US" sz="1600" b="0" i="0" u="none" strike="noStrike" cap="none" normalizeH="0" baseline="0" dirty="0">
                <a:ln>
                  <a:noFill/>
                </a:ln>
                <a:solidFill>
                  <a:schemeClr val="tx2"/>
                </a:solidFill>
                <a:effectLst/>
                <a:latin typeface="Comic Sans MS" panose="030F0702030302020204" pitchFamily="66"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omic Sans MS" panose="030F0702030302020204" pitchFamily="66" charset="0"/>
              </a:rPr>
              <a:t>Handling Alerts:</a:t>
            </a:r>
            <a:r>
              <a:rPr kumimoji="0" lang="en-US" altLang="en-US" b="0" i="0" u="none" strike="noStrike" cap="none" normalizeH="0" baseline="0" dirty="0">
                <a:ln>
                  <a:noFill/>
                </a:ln>
                <a:solidFill>
                  <a:schemeClr val="tx2"/>
                </a:solidFill>
                <a:effectLst/>
                <a:latin typeface="Comic Sans MS" panose="030F0702030302020204" pitchFamily="66" charset="0"/>
              </a:rPr>
              <a:t> Generates custom browser alerts for testing.</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2"/>
                </a:solidFill>
                <a:effectLst/>
                <a:latin typeface="Comic Sans MS" panose="030F0702030302020204" pitchFamily="66" charset="0"/>
              </a:rPr>
              <a:t>js.executeScript</a:t>
            </a:r>
            <a:r>
              <a:rPr kumimoji="0" lang="en-US" altLang="en-US" sz="1600" b="0" i="0" u="none" strike="noStrike" cap="none" normalizeH="0" baseline="0" dirty="0">
                <a:ln>
                  <a:noFill/>
                </a:ln>
                <a:solidFill>
                  <a:schemeClr val="tx2"/>
                </a:solidFill>
                <a:effectLst/>
                <a:latin typeface="Comic Sans MS" panose="030F0702030302020204" pitchFamily="66" charset="0"/>
              </a:rPr>
              <a:t>("alert('Hello World!');");</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2"/>
              </a:solidFill>
              <a:effectLst/>
              <a:latin typeface="Comic Sans MS" panose="030F0702030302020204" pitchFamily="66" charset="0"/>
            </a:endParaRPr>
          </a:p>
        </p:txBody>
      </p:sp>
    </p:spTree>
    <p:extLst>
      <p:ext uri="{BB962C8B-B14F-4D97-AF65-F5344CB8AC3E}">
        <p14:creationId xmlns:p14="http://schemas.microsoft.com/office/powerpoint/2010/main" val="802776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EE5B5-2BEF-4648-5A40-1218DF956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A44CD-03C7-64BE-98AB-0575F118F3F9}"/>
              </a:ext>
            </a:extLst>
          </p:cNvPr>
          <p:cNvSpPr>
            <a:spLocks noGrp="1"/>
          </p:cNvSpPr>
          <p:nvPr>
            <p:ph type="title"/>
          </p:nvPr>
        </p:nvSpPr>
        <p:spPr/>
        <p:txBody>
          <a:bodyPr/>
          <a:lstStyle/>
          <a:p>
            <a:r>
              <a:rPr lang="en-IN" dirty="0" err="1"/>
              <a:t>TakeScreenshot</a:t>
            </a:r>
            <a:r>
              <a:rPr lang="en-IN" dirty="0"/>
              <a:t> Interface</a:t>
            </a:r>
          </a:p>
        </p:txBody>
      </p:sp>
      <p:sp>
        <p:nvSpPr>
          <p:cNvPr id="4" name="Footer Placeholder 3">
            <a:extLst>
              <a:ext uri="{FF2B5EF4-FFF2-40B4-BE49-F238E27FC236}">
                <a16:creationId xmlns:a16="http://schemas.microsoft.com/office/drawing/2014/main" id="{54D4205E-D5D2-306A-5AA6-AB829852D93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DA829AA-925F-D3DD-9D1D-A6307ADFCD5A}"/>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3" name="Content Placeholder 2">
            <a:extLst>
              <a:ext uri="{FF2B5EF4-FFF2-40B4-BE49-F238E27FC236}">
                <a16:creationId xmlns:a16="http://schemas.microsoft.com/office/drawing/2014/main" id="{C3C55886-F1F6-624B-6ECD-74368E82DF60}"/>
              </a:ext>
            </a:extLst>
          </p:cNvPr>
          <p:cNvSpPr>
            <a:spLocks noGrp="1"/>
          </p:cNvSpPr>
          <p:nvPr>
            <p:ph idx="1"/>
          </p:nvPr>
        </p:nvSpPr>
        <p:spPr>
          <a:xfrm>
            <a:off x="457200" y="1219200"/>
            <a:ext cx="11440160" cy="1715724"/>
          </a:xfrm>
        </p:spPr>
        <p:txBody>
          <a:bodyPr/>
          <a:lstStyle/>
          <a:p>
            <a:pPr>
              <a:lnSpc>
                <a:spcPct val="150000"/>
              </a:lnSpc>
            </a:pPr>
            <a:r>
              <a:rPr lang="en-US" sz="1800" dirty="0">
                <a:latin typeface="Comic Sans MS" panose="030F0702030302020204" pitchFamily="66" charset="0"/>
              </a:rPr>
              <a:t>In Selenium, the </a:t>
            </a:r>
            <a:r>
              <a:rPr lang="en-US" sz="1800" dirty="0" err="1">
                <a:latin typeface="Comic Sans MS" panose="030F0702030302020204" pitchFamily="66" charset="0"/>
              </a:rPr>
              <a:t>TakesScreenshot</a:t>
            </a:r>
            <a:r>
              <a:rPr lang="en-US" sz="1800" b="1" dirty="0">
                <a:latin typeface="Comic Sans MS" panose="030F0702030302020204" pitchFamily="66" charset="0"/>
              </a:rPr>
              <a:t> interface</a:t>
            </a:r>
            <a:r>
              <a:rPr lang="en-US" sz="1800" dirty="0">
                <a:latin typeface="Comic Sans MS" panose="030F0702030302020204" pitchFamily="66" charset="0"/>
              </a:rPr>
              <a:t> allows WebDriver (and even </a:t>
            </a:r>
            <a:r>
              <a:rPr lang="en-US" sz="1800" dirty="0" err="1">
                <a:latin typeface="Comic Sans MS" panose="030F0702030302020204" pitchFamily="66" charset="0"/>
              </a:rPr>
              <a:t>WebElements</a:t>
            </a:r>
            <a:r>
              <a:rPr lang="en-US" sz="1800" dirty="0">
                <a:latin typeface="Comic Sans MS" panose="030F0702030302020204" pitchFamily="66" charset="0"/>
              </a:rPr>
              <a:t>) to capture screenshots of the browser window or specific elements. It provides the method </a:t>
            </a:r>
            <a:r>
              <a:rPr lang="en-US" sz="1800" dirty="0" err="1">
                <a:latin typeface="Comic Sans MS" panose="030F0702030302020204" pitchFamily="66" charset="0"/>
              </a:rPr>
              <a:t>getScreenshotAs</a:t>
            </a:r>
            <a:r>
              <a:rPr lang="en-US" sz="1800" dirty="0">
                <a:latin typeface="Comic Sans MS" panose="030F0702030302020204" pitchFamily="66" charset="0"/>
              </a:rPr>
              <a:t>(</a:t>
            </a:r>
            <a:r>
              <a:rPr lang="en-US" sz="1800" dirty="0" err="1">
                <a:latin typeface="Comic Sans MS" panose="030F0702030302020204" pitchFamily="66" charset="0"/>
              </a:rPr>
              <a:t>OutputType</a:t>
            </a:r>
            <a:r>
              <a:rPr lang="en-US" sz="1800" dirty="0">
                <a:latin typeface="Comic Sans MS" panose="030F0702030302020204" pitchFamily="66" charset="0"/>
              </a:rPr>
              <a:t>&lt;T&gt; target) to save the screenshot in different formats like FILE, BASE64, or BYTES</a:t>
            </a:r>
            <a:endParaRPr lang="en-IN" sz="1800" dirty="0">
              <a:latin typeface="Comic Sans MS" panose="030F0702030302020204" pitchFamily="66" charset="0"/>
            </a:endParaRPr>
          </a:p>
        </p:txBody>
      </p:sp>
      <p:sp>
        <p:nvSpPr>
          <p:cNvPr id="8" name="TextBox 7">
            <a:extLst>
              <a:ext uri="{FF2B5EF4-FFF2-40B4-BE49-F238E27FC236}">
                <a16:creationId xmlns:a16="http://schemas.microsoft.com/office/drawing/2014/main" id="{E343EEB5-7E1D-A9BD-6FD4-D63AC7406CA7}"/>
              </a:ext>
            </a:extLst>
          </p:cNvPr>
          <p:cNvSpPr txBox="1"/>
          <p:nvPr/>
        </p:nvSpPr>
        <p:spPr>
          <a:xfrm>
            <a:off x="1319266" y="3060898"/>
            <a:ext cx="9570720" cy="2954848"/>
          </a:xfrm>
          <a:prstGeom prst="rect">
            <a:avLst/>
          </a:prstGeom>
          <a:noFill/>
        </p:spPr>
        <p:txBody>
          <a:bodyPr wrap="square">
            <a:spAutoFit/>
          </a:bodyPr>
          <a:lstStyle/>
          <a:p>
            <a:pPr>
              <a:lnSpc>
                <a:spcPct val="150000"/>
              </a:lnSpc>
              <a:buNone/>
            </a:pPr>
            <a:r>
              <a:rPr lang="en-US" b="1" dirty="0">
                <a:effectLst/>
                <a:latin typeface="Comic Sans MS" panose="030F0702030302020204" pitchFamily="66" charset="0"/>
              </a:rPr>
              <a:t>What is </a:t>
            </a:r>
            <a:r>
              <a:rPr lang="en-US" b="1" dirty="0" err="1">
                <a:effectLst/>
                <a:latin typeface="Comic Sans MS" panose="030F0702030302020204" pitchFamily="66" charset="0"/>
              </a:rPr>
              <a:t>TakesScreenshot</a:t>
            </a:r>
            <a:r>
              <a:rPr lang="en-US" b="1" dirty="0">
                <a:effectLst/>
                <a:latin typeface="Comic Sans MS" panose="030F0702030302020204" pitchFamily="66" charset="0"/>
              </a:rPr>
              <a:t>?</a:t>
            </a:r>
          </a:p>
          <a:p>
            <a:pPr>
              <a:lnSpc>
                <a:spcPct val="150000"/>
              </a:lnSpc>
              <a:buFont typeface="Arial" panose="020B0604020202020204" pitchFamily="34" charset="0"/>
              <a:buChar char="•"/>
            </a:pPr>
            <a:r>
              <a:rPr lang="en-US" b="1" dirty="0">
                <a:effectLst/>
                <a:latin typeface="Comic Sans MS" panose="030F0702030302020204" pitchFamily="66" charset="0"/>
              </a:rPr>
              <a:t>Definition:</a:t>
            </a:r>
            <a:r>
              <a:rPr lang="en-US" dirty="0">
                <a:effectLst/>
                <a:latin typeface="Comic Sans MS" panose="030F0702030302020204" pitchFamily="66" charset="0"/>
              </a:rPr>
              <a:t> A Selenium interface that indicates a driver or element can capture a screenshot.</a:t>
            </a:r>
          </a:p>
          <a:p>
            <a:pPr>
              <a:lnSpc>
                <a:spcPct val="150000"/>
              </a:lnSpc>
              <a:buFont typeface="Arial" panose="020B0604020202020204" pitchFamily="34" charset="0"/>
              <a:buChar char="•"/>
            </a:pPr>
            <a:r>
              <a:rPr lang="en-US" b="1" dirty="0">
                <a:effectLst/>
                <a:latin typeface="Comic Sans MS" panose="030F0702030302020204" pitchFamily="66" charset="0"/>
              </a:rPr>
              <a:t>Implemented by:</a:t>
            </a:r>
            <a:r>
              <a:rPr lang="en-US" dirty="0">
                <a:effectLst/>
                <a:latin typeface="Comic Sans MS" panose="030F0702030302020204" pitchFamily="66" charset="0"/>
              </a:rPr>
              <a:t> Most browser drivers (e.g., </a:t>
            </a:r>
            <a:r>
              <a:rPr lang="en-US" dirty="0" err="1">
                <a:effectLst/>
                <a:latin typeface="Comic Sans MS" panose="030F0702030302020204" pitchFamily="66" charset="0"/>
              </a:rPr>
              <a:t>ChromeDriver</a:t>
            </a:r>
            <a:r>
              <a:rPr lang="en-US" dirty="0">
                <a:effectLst/>
                <a:latin typeface="Comic Sans MS" panose="030F0702030302020204" pitchFamily="66" charset="0"/>
              </a:rPr>
              <a:t>, </a:t>
            </a:r>
            <a:r>
              <a:rPr lang="en-US" dirty="0" err="1">
                <a:effectLst/>
                <a:latin typeface="Comic Sans MS" panose="030F0702030302020204" pitchFamily="66" charset="0"/>
              </a:rPr>
              <a:t>FirefoxDriver</a:t>
            </a:r>
            <a:r>
              <a:rPr lang="en-US" dirty="0">
                <a:effectLst/>
                <a:latin typeface="Comic Sans MS" panose="030F0702030302020204" pitchFamily="66" charset="0"/>
              </a:rPr>
              <a:t>, </a:t>
            </a:r>
            <a:r>
              <a:rPr lang="en-US" dirty="0" err="1">
                <a:effectLst/>
                <a:latin typeface="Comic Sans MS" panose="030F0702030302020204" pitchFamily="66" charset="0"/>
              </a:rPr>
              <a:t>EdgeDriver</a:t>
            </a:r>
            <a:r>
              <a:rPr lang="en-US" dirty="0">
                <a:effectLst/>
                <a:latin typeface="Comic Sans MS" panose="030F0702030302020204" pitchFamily="66" charset="0"/>
              </a:rPr>
              <a:t>, </a:t>
            </a:r>
            <a:r>
              <a:rPr lang="en-US" dirty="0" err="1">
                <a:effectLst/>
                <a:latin typeface="Comic Sans MS" panose="030F0702030302020204" pitchFamily="66" charset="0"/>
              </a:rPr>
              <a:t>SafariDriver</a:t>
            </a:r>
            <a:r>
              <a:rPr lang="en-US" dirty="0">
                <a:effectLst/>
                <a:latin typeface="Comic Sans MS" panose="030F0702030302020204" pitchFamily="66" charset="0"/>
              </a:rPr>
              <a:t>, </a:t>
            </a:r>
            <a:r>
              <a:rPr lang="en-US" dirty="0" err="1">
                <a:effectLst/>
                <a:latin typeface="Comic Sans MS" panose="030F0702030302020204" pitchFamily="66" charset="0"/>
              </a:rPr>
              <a:t>RemoteWebDriver</a:t>
            </a:r>
            <a:r>
              <a:rPr lang="en-US" dirty="0">
                <a:effectLst/>
                <a:latin typeface="Comic Sans MS" panose="030F0702030302020204" pitchFamily="66" charset="0"/>
              </a:rPr>
              <a:t>) and </a:t>
            </a:r>
            <a:r>
              <a:rPr lang="en-US" dirty="0" err="1">
                <a:effectLst/>
                <a:latin typeface="Comic Sans MS" panose="030F0702030302020204" pitchFamily="66" charset="0"/>
              </a:rPr>
              <a:t>WebElement</a:t>
            </a:r>
            <a:r>
              <a:rPr lang="en-US" dirty="0">
                <a:effectLst/>
                <a:latin typeface="Comic Sans MS" panose="030F0702030302020204" pitchFamily="66" charset="0"/>
              </a:rPr>
              <a:t>.</a:t>
            </a:r>
          </a:p>
          <a:p>
            <a:pPr>
              <a:lnSpc>
                <a:spcPct val="150000"/>
              </a:lnSpc>
              <a:buFont typeface="Arial" panose="020B0604020202020204" pitchFamily="34" charset="0"/>
              <a:buChar char="•"/>
            </a:pPr>
            <a:r>
              <a:rPr lang="en-US" b="1" dirty="0">
                <a:effectLst/>
                <a:latin typeface="Comic Sans MS" panose="030F0702030302020204" pitchFamily="66" charset="0"/>
              </a:rPr>
              <a:t>Purpose:</a:t>
            </a:r>
            <a:r>
              <a:rPr lang="en-US" dirty="0">
                <a:effectLst/>
                <a:latin typeface="Comic Sans MS" panose="030F0702030302020204" pitchFamily="66" charset="0"/>
              </a:rPr>
              <a:t> Helps testers capture the state of the application during test execution for debugging, reporting, and validation.</a:t>
            </a:r>
          </a:p>
        </p:txBody>
      </p:sp>
    </p:spTree>
    <p:extLst>
      <p:ext uri="{BB962C8B-B14F-4D97-AF65-F5344CB8AC3E}">
        <p14:creationId xmlns:p14="http://schemas.microsoft.com/office/powerpoint/2010/main" val="256186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B0A91-EA2D-2799-BDE7-44A7045ED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7A44B-93EB-9E57-AF62-619EB0006A31}"/>
              </a:ext>
            </a:extLst>
          </p:cNvPr>
          <p:cNvSpPr>
            <a:spLocks noGrp="1"/>
          </p:cNvSpPr>
          <p:nvPr>
            <p:ph type="title"/>
          </p:nvPr>
        </p:nvSpPr>
        <p:spPr/>
        <p:txBody>
          <a:bodyPr/>
          <a:lstStyle/>
          <a:p>
            <a:r>
              <a:rPr lang="en-IN" dirty="0" err="1"/>
              <a:t>TakeScreenshot</a:t>
            </a:r>
            <a:r>
              <a:rPr lang="en-IN" dirty="0"/>
              <a:t> Interface</a:t>
            </a:r>
          </a:p>
        </p:txBody>
      </p:sp>
      <p:sp>
        <p:nvSpPr>
          <p:cNvPr id="4" name="Footer Placeholder 3">
            <a:extLst>
              <a:ext uri="{FF2B5EF4-FFF2-40B4-BE49-F238E27FC236}">
                <a16:creationId xmlns:a16="http://schemas.microsoft.com/office/drawing/2014/main" id="{EDC94CE9-D41C-2198-0245-F6FF1617114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D65DAA9-5B25-CF1F-E9A9-F6E6270C22D1}"/>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14" name="TextBox 13">
            <a:extLst>
              <a:ext uri="{FF2B5EF4-FFF2-40B4-BE49-F238E27FC236}">
                <a16:creationId xmlns:a16="http://schemas.microsoft.com/office/drawing/2014/main" id="{C6192362-85B6-4CC3-B1A5-C8009E56190E}"/>
              </a:ext>
            </a:extLst>
          </p:cNvPr>
          <p:cNvSpPr txBox="1"/>
          <p:nvPr/>
        </p:nvSpPr>
        <p:spPr>
          <a:xfrm>
            <a:off x="457200" y="1405210"/>
            <a:ext cx="6096000" cy="1815882"/>
          </a:xfrm>
          <a:prstGeom prst="rect">
            <a:avLst/>
          </a:prstGeom>
          <a:noFill/>
        </p:spPr>
        <p:txBody>
          <a:bodyPr wrap="square">
            <a:spAutoFit/>
          </a:bodyPr>
          <a:lstStyle/>
          <a:p>
            <a:pPr>
              <a:buNone/>
            </a:pPr>
            <a:r>
              <a:rPr lang="en-IN" sz="1600" b="1" dirty="0">
                <a:latin typeface="Comic Sans MS" panose="030F0702030302020204" pitchFamily="66" charset="0"/>
              </a:rPr>
              <a:t>✅ 1. Import Required Packages</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import </a:t>
            </a:r>
            <a:r>
              <a:rPr lang="en-IN" sz="1600" dirty="0" err="1">
                <a:effectLst/>
                <a:latin typeface="Comic Sans MS" panose="030F0702030302020204" pitchFamily="66" charset="0"/>
              </a:rPr>
              <a:t>org.openqa.selenium</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import </a:t>
            </a:r>
            <a:r>
              <a:rPr lang="en-IN" sz="1600" dirty="0" err="1">
                <a:effectLst/>
                <a:latin typeface="Comic Sans MS" panose="030F0702030302020204" pitchFamily="66" charset="0"/>
                <a:hlinkClick r:id="rId2" tooltip="http://org.openqa.selenium.io/"/>
              </a:rPr>
              <a:t>org.openqa.selenium.io</a:t>
            </a:r>
            <a:r>
              <a:rPr lang="en-IN" sz="1600" dirty="0" err="1">
                <a:effectLst/>
                <a:latin typeface="Comic Sans MS" panose="030F0702030302020204" pitchFamily="66" charset="0"/>
              </a:rPr>
              <a:t>.FileHandler</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import </a:t>
            </a:r>
            <a:r>
              <a:rPr lang="en-IN" sz="1600" dirty="0" err="1">
                <a:effectLst/>
                <a:latin typeface="Comic Sans MS" panose="030F0702030302020204" pitchFamily="66" charset="0"/>
                <a:hlinkClick r:id="rId3" tooltip="http://org.openqa.selenium.chrome/"/>
              </a:rPr>
              <a:t>org.openqa.selenium.chrome</a:t>
            </a:r>
            <a:r>
              <a:rPr lang="en-IN" sz="1600" dirty="0" err="1">
                <a:effectLst/>
                <a:latin typeface="Comic Sans MS" panose="030F0702030302020204" pitchFamily="66" charset="0"/>
              </a:rPr>
              <a:t>.ChromeDriver</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import </a:t>
            </a:r>
            <a:r>
              <a:rPr lang="en-IN" sz="1600" dirty="0" err="1">
                <a:effectLst/>
                <a:latin typeface="Comic Sans MS" panose="030F0702030302020204" pitchFamily="66" charset="0"/>
                <a:hlinkClick r:id="rId4" tooltip="http://java.io/"/>
              </a:rPr>
              <a:t>java.io</a:t>
            </a:r>
            <a:r>
              <a:rPr lang="en-IN" sz="1600" dirty="0" err="1">
                <a:effectLst/>
                <a:latin typeface="Comic Sans MS" panose="030F0702030302020204" pitchFamily="66" charset="0"/>
              </a:rPr>
              <a:t>.File</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a:effectLst/>
                <a:latin typeface="Comic Sans MS" panose="030F0702030302020204" pitchFamily="66" charset="0"/>
              </a:rPr>
              <a:t>import </a:t>
            </a:r>
            <a:r>
              <a:rPr lang="en-IN" sz="1600" dirty="0" err="1">
                <a:effectLst/>
                <a:latin typeface="Comic Sans MS" panose="030F0702030302020204" pitchFamily="66" charset="0"/>
                <a:hlinkClick r:id="rId4" tooltip="http://java.io/"/>
              </a:rPr>
              <a:t>java.io</a:t>
            </a:r>
            <a:r>
              <a:rPr lang="en-IN" sz="1600" dirty="0" err="1">
                <a:effectLst/>
                <a:latin typeface="Comic Sans MS" panose="030F0702030302020204" pitchFamily="66" charset="0"/>
              </a:rPr>
              <a:t>.IOException</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15" name="TextBox 14">
            <a:extLst>
              <a:ext uri="{FF2B5EF4-FFF2-40B4-BE49-F238E27FC236}">
                <a16:creationId xmlns:a16="http://schemas.microsoft.com/office/drawing/2014/main" id="{ABA13509-920E-E8F2-8068-396CD272CF9A}"/>
              </a:ext>
            </a:extLst>
          </p:cNvPr>
          <p:cNvSpPr txBox="1"/>
          <p:nvPr/>
        </p:nvSpPr>
        <p:spPr>
          <a:xfrm>
            <a:off x="6258560" y="1328266"/>
            <a:ext cx="5611224" cy="3785652"/>
          </a:xfrm>
          <a:prstGeom prst="rect">
            <a:avLst/>
          </a:prstGeom>
          <a:noFill/>
        </p:spPr>
        <p:txBody>
          <a:bodyPr wrap="square">
            <a:spAutoFit/>
          </a:bodyPr>
          <a:lstStyle/>
          <a:p>
            <a:pPr>
              <a:buNone/>
            </a:pPr>
            <a:r>
              <a:rPr lang="en-IN" sz="1600" b="1" dirty="0">
                <a:effectLst/>
                <a:latin typeface="Comic Sans MS" panose="030F0702030302020204" pitchFamily="66" charset="0"/>
              </a:rPr>
              <a:t>✅ 2. Basic Screenshot Example</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WebDriver driver = new </a:t>
            </a:r>
            <a:r>
              <a:rPr lang="en-IN" sz="1600" dirty="0" err="1">
                <a:effectLst/>
                <a:latin typeface="Comic Sans MS" panose="030F0702030302020204" pitchFamily="66" charset="0"/>
              </a:rPr>
              <a:t>ChromeDriver</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driver.get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5" tooltip="https://example.com/"/>
              </a:rPr>
              <a:t>https://example.com</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err="1">
                <a:effectLst/>
                <a:latin typeface="Comic Sans MS" panose="030F0702030302020204" pitchFamily="66" charset="0"/>
              </a:rPr>
              <a:t>TakesScreenshot</a:t>
            </a:r>
            <a:r>
              <a:rPr lang="en-IN" sz="1600" dirty="0">
                <a:effectLst/>
                <a:latin typeface="Comic Sans MS" panose="030F0702030302020204" pitchFamily="66" charset="0"/>
              </a:rPr>
              <a:t> </a:t>
            </a:r>
            <a:r>
              <a:rPr lang="en-IN" sz="1600" dirty="0" err="1">
                <a:effectLst/>
                <a:latin typeface="Comic Sans MS" panose="030F0702030302020204" pitchFamily="66" charset="0"/>
              </a:rPr>
              <a:t>ts</a:t>
            </a:r>
            <a:r>
              <a:rPr lang="en-IN" sz="1600" dirty="0">
                <a:effectLst/>
                <a:latin typeface="Comic Sans MS" panose="030F0702030302020204" pitchFamily="66" charset="0"/>
              </a:rPr>
              <a:t> = (</a:t>
            </a:r>
            <a:r>
              <a:rPr lang="en-IN" sz="1600" dirty="0" err="1">
                <a:effectLst/>
                <a:latin typeface="Comic Sans MS" panose="030F0702030302020204" pitchFamily="66" charset="0"/>
              </a:rPr>
              <a:t>TakesScreenshot</a:t>
            </a:r>
            <a:r>
              <a:rPr lang="en-IN" sz="1600" dirty="0">
                <a:effectLst/>
                <a:latin typeface="Comic Sans MS" panose="030F0702030302020204" pitchFamily="66" charset="0"/>
              </a:rPr>
              <a:t>) driver;</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File </a:t>
            </a:r>
            <a:r>
              <a:rPr lang="en-IN" sz="1600" dirty="0" err="1">
                <a:effectLst/>
                <a:latin typeface="Comic Sans MS" panose="030F0702030302020204" pitchFamily="66" charset="0"/>
              </a:rPr>
              <a:t>srcFile</a:t>
            </a:r>
            <a:r>
              <a:rPr lang="en-IN" sz="1600" dirty="0">
                <a:effectLst/>
                <a:latin typeface="Comic Sans MS" panose="030F0702030302020204" pitchFamily="66" charset="0"/>
              </a:rPr>
              <a:t> = </a:t>
            </a:r>
            <a:r>
              <a:rPr lang="en-IN" sz="1600" dirty="0" err="1">
                <a:effectLst/>
                <a:latin typeface="Comic Sans MS" panose="030F0702030302020204" pitchFamily="66" charset="0"/>
              </a:rPr>
              <a:t>ts.getScreenshotAs</a:t>
            </a:r>
            <a:r>
              <a:rPr lang="en-IN" sz="1600" dirty="0">
                <a:effectLst/>
                <a:latin typeface="Comic Sans MS" panose="030F0702030302020204" pitchFamily="66" charset="0"/>
              </a:rPr>
              <a:t>(</a:t>
            </a:r>
            <a:r>
              <a:rPr lang="en-IN" sz="1600" dirty="0" err="1">
                <a:effectLst/>
                <a:latin typeface="Comic Sans MS" panose="030F0702030302020204" pitchFamily="66" charset="0"/>
              </a:rPr>
              <a:t>OutputType.FILE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File </a:t>
            </a:r>
            <a:r>
              <a:rPr lang="en-IN" sz="1600" dirty="0" err="1">
                <a:effectLst/>
                <a:latin typeface="Comic Sans MS" panose="030F0702030302020204" pitchFamily="66" charset="0"/>
              </a:rPr>
              <a:t>destFile</a:t>
            </a:r>
            <a:r>
              <a:rPr lang="en-IN" sz="1600" dirty="0">
                <a:effectLst/>
                <a:latin typeface="Comic Sans MS" panose="030F0702030302020204" pitchFamily="66" charset="0"/>
              </a:rPr>
              <a:t> = new File("screenshot.png");</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try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FileHandler.copy</a:t>
            </a:r>
            <a:r>
              <a:rPr lang="en-IN" sz="1600" dirty="0">
                <a:effectLst/>
                <a:latin typeface="Comic Sans MS" panose="030F0702030302020204" pitchFamily="66" charset="0"/>
              </a:rPr>
              <a:t>(</a:t>
            </a:r>
            <a:r>
              <a:rPr lang="en-IN" sz="1600" dirty="0" err="1">
                <a:effectLst/>
                <a:latin typeface="Comic Sans MS" panose="030F0702030302020204" pitchFamily="66" charset="0"/>
              </a:rPr>
              <a:t>srcFile</a:t>
            </a:r>
            <a:r>
              <a:rPr lang="en-IN" sz="1600" dirty="0">
                <a:effectLst/>
                <a:latin typeface="Comic Sans MS" panose="030F0702030302020204" pitchFamily="66" charset="0"/>
              </a:rPr>
              <a:t>, </a:t>
            </a:r>
            <a:r>
              <a:rPr lang="en-IN" sz="1600" dirty="0" err="1">
                <a:effectLst/>
                <a:latin typeface="Comic Sans MS" panose="030F0702030302020204" pitchFamily="66" charset="0"/>
              </a:rPr>
              <a:t>destFile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("Screenshot saved successfully.");</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catch (</a:t>
            </a:r>
            <a:r>
              <a:rPr lang="en-IN" sz="1600" dirty="0" err="1">
                <a:effectLst/>
                <a:latin typeface="Comic Sans MS" panose="030F0702030302020204" pitchFamily="66" charset="0"/>
              </a:rPr>
              <a:t>IOException</a:t>
            </a:r>
            <a:r>
              <a:rPr lang="en-IN" sz="1600" dirty="0">
                <a:effectLst/>
                <a:latin typeface="Comic Sans MS" panose="030F0702030302020204" pitchFamily="66" charset="0"/>
              </a:rPr>
              <a:t> e) </a:t>
            </a: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e.printStackTrace</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16" name="TextBox 15">
            <a:extLst>
              <a:ext uri="{FF2B5EF4-FFF2-40B4-BE49-F238E27FC236}">
                <a16:creationId xmlns:a16="http://schemas.microsoft.com/office/drawing/2014/main" id="{FFE6202E-7760-D87F-DE0E-C0C881439DF2}"/>
              </a:ext>
            </a:extLst>
          </p:cNvPr>
          <p:cNvSpPr txBox="1"/>
          <p:nvPr/>
        </p:nvSpPr>
        <p:spPr>
          <a:xfrm>
            <a:off x="322216" y="4221424"/>
            <a:ext cx="6096000" cy="1077218"/>
          </a:xfrm>
          <a:prstGeom prst="rect">
            <a:avLst/>
          </a:prstGeom>
          <a:noFill/>
        </p:spPr>
        <p:txBody>
          <a:bodyPr wrap="square">
            <a:spAutoFit/>
          </a:bodyPr>
          <a:lstStyle/>
          <a:p>
            <a:pPr>
              <a:buNone/>
            </a:pPr>
            <a:r>
              <a:rPr lang="en-IN" sz="1600" b="1" dirty="0">
                <a:effectLst/>
                <a:latin typeface="Comic Sans MS" panose="030F0702030302020204" pitchFamily="66" charset="0"/>
              </a:rPr>
              <a:t>📁 Save with Timestamp (Dynamic Naming)</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String timestamp = </a:t>
            </a:r>
            <a:r>
              <a:rPr lang="en-IN" sz="1600" dirty="0" err="1">
                <a:effectLst/>
                <a:latin typeface="Comic Sans MS" panose="030F0702030302020204" pitchFamily="66" charset="0"/>
              </a:rPr>
              <a:t>String.valueOf</a:t>
            </a:r>
            <a:r>
              <a:rPr lang="en-IN" sz="1600" dirty="0">
                <a:effectLst/>
                <a:latin typeface="Comic Sans MS" panose="030F0702030302020204" pitchFamily="66" charset="0"/>
              </a:rPr>
              <a:t>(</a:t>
            </a:r>
            <a:r>
              <a:rPr lang="en-IN" sz="1600" dirty="0" err="1">
                <a:effectLst/>
                <a:latin typeface="Comic Sans MS" panose="030F0702030302020204" pitchFamily="66" charset="0"/>
              </a:rPr>
              <a:t>System.currentTimeMillis</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a:effectLst/>
                <a:latin typeface="Comic Sans MS" panose="030F0702030302020204" pitchFamily="66" charset="0"/>
              </a:rPr>
              <a:t>File </a:t>
            </a:r>
            <a:r>
              <a:rPr lang="en-IN" sz="1600" dirty="0" err="1">
                <a:effectLst/>
                <a:latin typeface="Comic Sans MS" panose="030F0702030302020204" pitchFamily="66" charset="0"/>
              </a:rPr>
              <a:t>destFile</a:t>
            </a:r>
            <a:r>
              <a:rPr lang="en-IN" sz="1600" dirty="0">
                <a:effectLst/>
                <a:latin typeface="Comic Sans MS" panose="030F0702030302020204" pitchFamily="66" charset="0"/>
              </a:rPr>
              <a:t> = new File("screenshot_" + timestamp + ".</a:t>
            </a:r>
            <a:r>
              <a:rPr lang="en-IN" sz="1600" dirty="0" err="1">
                <a:effectLst/>
                <a:latin typeface="Comic Sans MS" panose="030F0702030302020204" pitchFamily="66" charset="0"/>
              </a:rPr>
              <a:t>png</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Tree>
    <p:extLst>
      <p:ext uri="{BB962C8B-B14F-4D97-AF65-F5344CB8AC3E}">
        <p14:creationId xmlns:p14="http://schemas.microsoft.com/office/powerpoint/2010/main" val="469692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A26F0-92A8-161B-3433-2AE513A37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54EC9-1160-CC57-9803-F3ED2E8248D7}"/>
              </a:ext>
            </a:extLst>
          </p:cNvPr>
          <p:cNvSpPr>
            <a:spLocks noGrp="1"/>
          </p:cNvSpPr>
          <p:nvPr>
            <p:ph type="title"/>
          </p:nvPr>
        </p:nvSpPr>
        <p:spPr/>
        <p:txBody>
          <a:bodyPr/>
          <a:lstStyle/>
          <a:p>
            <a:r>
              <a:rPr lang="en-IN" dirty="0" err="1"/>
              <a:t>TakeScreenshot</a:t>
            </a:r>
            <a:r>
              <a:rPr lang="en-IN" dirty="0"/>
              <a:t> Interface</a:t>
            </a:r>
          </a:p>
        </p:txBody>
      </p:sp>
      <p:sp>
        <p:nvSpPr>
          <p:cNvPr id="4" name="Footer Placeholder 3">
            <a:extLst>
              <a:ext uri="{FF2B5EF4-FFF2-40B4-BE49-F238E27FC236}">
                <a16:creationId xmlns:a16="http://schemas.microsoft.com/office/drawing/2014/main" id="{0D3F6CE1-A133-6CA3-7284-3C501A3BE83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FB1B15F-C2FA-7188-FA12-5035D5C21C0E}"/>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3" name="TextBox 2">
            <a:extLst>
              <a:ext uri="{FF2B5EF4-FFF2-40B4-BE49-F238E27FC236}">
                <a16:creationId xmlns:a16="http://schemas.microsoft.com/office/drawing/2014/main" id="{2F54A314-9F90-9A2C-1EB5-2E41544BC014}"/>
              </a:ext>
            </a:extLst>
          </p:cNvPr>
          <p:cNvSpPr txBox="1"/>
          <p:nvPr/>
        </p:nvSpPr>
        <p:spPr>
          <a:xfrm>
            <a:off x="822960" y="1060656"/>
            <a:ext cx="10624457" cy="1077218"/>
          </a:xfrm>
          <a:prstGeom prst="rect">
            <a:avLst/>
          </a:prstGeom>
          <a:noFill/>
        </p:spPr>
        <p:txBody>
          <a:bodyPr wrap="square">
            <a:spAutoFit/>
          </a:bodyPr>
          <a:lstStyle/>
          <a:p>
            <a:pPr>
              <a:buNone/>
            </a:pPr>
            <a:r>
              <a:rPr lang="en-IN" sz="1600" b="1" dirty="0">
                <a:effectLst/>
                <a:latin typeface="Comic Sans MS" panose="030F0702030302020204" pitchFamily="66" charset="0"/>
              </a:rPr>
              <a:t>🔹 Capture Screenshot of a Specific Element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element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("logo"));</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File </a:t>
            </a:r>
            <a:r>
              <a:rPr lang="en-IN" sz="1600" dirty="0" err="1">
                <a:effectLst/>
                <a:latin typeface="Comic Sans MS" panose="030F0702030302020204" pitchFamily="66" charset="0"/>
              </a:rPr>
              <a:t>src</a:t>
            </a:r>
            <a:r>
              <a:rPr lang="en-IN" sz="1600" dirty="0">
                <a:effectLst/>
                <a:latin typeface="Comic Sans MS" panose="030F0702030302020204" pitchFamily="66" charset="0"/>
              </a:rPr>
              <a:t> = </a:t>
            </a:r>
            <a:r>
              <a:rPr lang="en-IN" sz="1600" dirty="0" err="1">
                <a:effectLst/>
                <a:latin typeface="Comic Sans MS" panose="030F0702030302020204" pitchFamily="66" charset="0"/>
              </a:rPr>
              <a:t>element.getScreenshotAs</a:t>
            </a:r>
            <a:r>
              <a:rPr lang="en-IN" sz="1600" dirty="0">
                <a:effectLst/>
                <a:latin typeface="Comic Sans MS" panose="030F0702030302020204" pitchFamily="66" charset="0"/>
              </a:rPr>
              <a:t>(</a:t>
            </a:r>
            <a:r>
              <a:rPr lang="en-IN" sz="1600" dirty="0" err="1">
                <a:effectLst/>
                <a:latin typeface="Comic Sans MS" panose="030F0702030302020204" pitchFamily="66" charset="0"/>
              </a:rPr>
              <a:t>OutputType.FILE</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err="1">
                <a:effectLst/>
                <a:latin typeface="Comic Sans MS" panose="030F0702030302020204" pitchFamily="66" charset="0"/>
              </a:rPr>
              <a:t>FileHandler.copy</a:t>
            </a:r>
            <a:r>
              <a:rPr lang="en-IN" sz="1600" dirty="0">
                <a:effectLst/>
                <a:latin typeface="Comic Sans MS" panose="030F0702030302020204" pitchFamily="66" charset="0"/>
              </a:rPr>
              <a:t>(</a:t>
            </a:r>
            <a:r>
              <a:rPr lang="en-IN" sz="1600" dirty="0" err="1">
                <a:effectLst/>
                <a:latin typeface="Comic Sans MS" panose="030F0702030302020204" pitchFamily="66" charset="0"/>
              </a:rPr>
              <a:t>src</a:t>
            </a:r>
            <a:r>
              <a:rPr lang="en-IN" sz="1600" dirty="0">
                <a:effectLst/>
                <a:latin typeface="Comic Sans MS" panose="030F0702030302020204" pitchFamily="66" charset="0"/>
              </a:rPr>
              <a:t>, new File("element.png"));</a:t>
            </a:r>
            <a:endParaRPr lang="en-IN" sz="1600" dirty="0">
              <a:latin typeface="Comic Sans MS" panose="030F0702030302020204" pitchFamily="66" charset="0"/>
            </a:endParaRPr>
          </a:p>
        </p:txBody>
      </p:sp>
      <p:sp>
        <p:nvSpPr>
          <p:cNvPr id="6" name="TextBox 5">
            <a:extLst>
              <a:ext uri="{FF2B5EF4-FFF2-40B4-BE49-F238E27FC236}">
                <a16:creationId xmlns:a16="http://schemas.microsoft.com/office/drawing/2014/main" id="{E67C5B61-0C2D-179D-A342-4D8B16F81C80}"/>
              </a:ext>
            </a:extLst>
          </p:cNvPr>
          <p:cNvSpPr txBox="1"/>
          <p:nvPr/>
        </p:nvSpPr>
        <p:spPr>
          <a:xfrm>
            <a:off x="822960" y="2530852"/>
            <a:ext cx="11068595" cy="3785652"/>
          </a:xfrm>
          <a:prstGeom prst="rect">
            <a:avLst/>
          </a:prstGeom>
          <a:noFill/>
        </p:spPr>
        <p:txBody>
          <a:bodyPr wrap="square">
            <a:spAutoFit/>
          </a:bodyPr>
          <a:lstStyle/>
          <a:p>
            <a:pPr>
              <a:buNone/>
            </a:pPr>
            <a:r>
              <a:rPr lang="en-IN" sz="1600" b="1" dirty="0">
                <a:latin typeface="Comic Sans MS" panose="030F0702030302020204" pitchFamily="66" charset="0"/>
              </a:rPr>
              <a:t>🔹 Capture Screenshot on Test Failure (TestNG Example)</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public void </a:t>
            </a:r>
            <a:r>
              <a:rPr lang="en-IN" sz="1600" dirty="0" err="1">
                <a:effectLst/>
                <a:latin typeface="Comic Sans MS" panose="030F0702030302020204" pitchFamily="66" charset="0"/>
              </a:rPr>
              <a:t>takeScreenshot</a:t>
            </a:r>
            <a:r>
              <a:rPr lang="en-IN" sz="1600" dirty="0">
                <a:effectLst/>
                <a:latin typeface="Comic Sans MS" panose="030F0702030302020204" pitchFamily="66" charset="0"/>
              </a:rPr>
              <a:t>(WebDriver driver, String </a:t>
            </a:r>
            <a:r>
              <a:rPr lang="en-IN" sz="1600" dirty="0" err="1">
                <a:effectLst/>
                <a:latin typeface="Comic Sans MS" panose="030F0702030302020204" pitchFamily="66" charset="0"/>
              </a:rPr>
              <a:t>testName</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TakesScreenshot</a:t>
            </a:r>
            <a:r>
              <a:rPr lang="en-IN" sz="1600" dirty="0">
                <a:effectLst/>
                <a:latin typeface="Comic Sans MS" panose="030F0702030302020204" pitchFamily="66" charset="0"/>
              </a:rPr>
              <a:t> </a:t>
            </a:r>
            <a:r>
              <a:rPr lang="en-IN" sz="1600" dirty="0" err="1">
                <a:effectLst/>
                <a:latin typeface="Comic Sans MS" panose="030F0702030302020204" pitchFamily="66" charset="0"/>
              </a:rPr>
              <a:t>ts</a:t>
            </a:r>
            <a:r>
              <a:rPr lang="en-IN" sz="1600" dirty="0">
                <a:effectLst/>
                <a:latin typeface="Comic Sans MS" panose="030F0702030302020204" pitchFamily="66" charset="0"/>
              </a:rPr>
              <a:t> = (</a:t>
            </a:r>
            <a:r>
              <a:rPr lang="en-IN" sz="1600" dirty="0" err="1">
                <a:effectLst/>
                <a:latin typeface="Comic Sans MS" panose="030F0702030302020204" pitchFamily="66" charset="0"/>
              </a:rPr>
              <a:t>TakesScreenshot</a:t>
            </a:r>
            <a:r>
              <a:rPr lang="en-IN" sz="1600" dirty="0">
                <a:effectLst/>
                <a:latin typeface="Comic Sans MS" panose="030F0702030302020204" pitchFamily="66" charset="0"/>
              </a:rPr>
              <a:t>) driver;</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File </a:t>
            </a:r>
            <a:r>
              <a:rPr lang="en-IN" sz="1600" dirty="0" err="1">
                <a:effectLst/>
                <a:latin typeface="Comic Sans MS" panose="030F0702030302020204" pitchFamily="66" charset="0"/>
              </a:rPr>
              <a:t>src</a:t>
            </a:r>
            <a:r>
              <a:rPr lang="en-IN" sz="1600" dirty="0">
                <a:effectLst/>
                <a:latin typeface="Comic Sans MS" panose="030F0702030302020204" pitchFamily="66" charset="0"/>
              </a:rPr>
              <a:t> = </a:t>
            </a:r>
            <a:r>
              <a:rPr lang="en-IN" sz="1600" dirty="0" err="1">
                <a:effectLst/>
                <a:latin typeface="Comic Sans MS" panose="030F0702030302020204" pitchFamily="66" charset="0"/>
              </a:rPr>
              <a:t>ts.getScreenshotAs</a:t>
            </a:r>
            <a:r>
              <a:rPr lang="en-IN" sz="1600" dirty="0">
                <a:effectLst/>
                <a:latin typeface="Comic Sans MS" panose="030F0702030302020204" pitchFamily="66" charset="0"/>
              </a:rPr>
              <a:t>(</a:t>
            </a:r>
            <a:r>
              <a:rPr lang="en-IN" sz="1600" dirty="0" err="1">
                <a:effectLst/>
                <a:latin typeface="Comic Sans MS" panose="030F0702030302020204" pitchFamily="66" charset="0"/>
              </a:rPr>
              <a:t>OutputType.FILE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File </a:t>
            </a:r>
            <a:r>
              <a:rPr lang="en-IN" sz="1600" dirty="0" err="1">
                <a:effectLst/>
                <a:latin typeface="Comic Sans MS" panose="030F0702030302020204" pitchFamily="66" charset="0"/>
              </a:rPr>
              <a:t>dest</a:t>
            </a:r>
            <a:r>
              <a:rPr lang="en-IN" sz="1600" dirty="0">
                <a:effectLst/>
                <a:latin typeface="Comic Sans MS" panose="030F0702030302020204" pitchFamily="66" charset="0"/>
              </a:rPr>
              <a:t> = new File("screenshots/" + </a:t>
            </a:r>
            <a:r>
              <a:rPr lang="en-IN" sz="1600" dirty="0" err="1">
                <a:effectLst/>
                <a:latin typeface="Comic Sans MS" panose="030F0702030302020204" pitchFamily="66" charset="0"/>
              </a:rPr>
              <a:t>testName</a:t>
            </a:r>
            <a:r>
              <a:rPr lang="en-IN" sz="1600" dirty="0">
                <a:effectLst/>
                <a:latin typeface="Comic Sans MS" panose="030F0702030302020204" pitchFamily="66" charset="0"/>
              </a:rPr>
              <a:t> + ".</a:t>
            </a:r>
            <a:r>
              <a:rPr lang="en-IN" sz="1600" dirty="0" err="1">
                <a:effectLst/>
                <a:latin typeface="Comic Sans MS" panose="030F0702030302020204" pitchFamily="66" charset="0"/>
              </a:rPr>
              <a:t>png</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try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FileHandler.copy</a:t>
            </a:r>
            <a:r>
              <a:rPr lang="en-IN" sz="1600" dirty="0">
                <a:effectLst/>
                <a:latin typeface="Comic Sans MS" panose="030F0702030302020204" pitchFamily="66" charset="0"/>
              </a:rPr>
              <a:t>(</a:t>
            </a:r>
            <a:r>
              <a:rPr lang="en-IN" sz="1600" dirty="0" err="1">
                <a:effectLst/>
                <a:latin typeface="Comic Sans MS" panose="030F0702030302020204" pitchFamily="66" charset="0"/>
              </a:rPr>
              <a:t>src</a:t>
            </a:r>
            <a:r>
              <a:rPr lang="en-IN" sz="1600" dirty="0">
                <a:effectLst/>
                <a:latin typeface="Comic Sans MS" panose="030F0702030302020204" pitchFamily="66" charset="0"/>
              </a:rPr>
              <a:t>, </a:t>
            </a:r>
            <a:r>
              <a:rPr lang="en-IN" sz="1600" dirty="0" err="1">
                <a:effectLst/>
                <a:latin typeface="Comic Sans MS" panose="030F0702030302020204" pitchFamily="66" charset="0"/>
              </a:rPr>
              <a:t>dest</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 catch (</a:t>
            </a:r>
            <a:r>
              <a:rPr lang="en-IN" sz="1600" dirty="0" err="1">
                <a:effectLst/>
                <a:latin typeface="Comic Sans MS" panose="030F0702030302020204" pitchFamily="66" charset="0"/>
              </a:rPr>
              <a:t>IOException</a:t>
            </a:r>
            <a:r>
              <a:rPr lang="en-IN" sz="1600" dirty="0">
                <a:effectLst/>
                <a:latin typeface="Comic Sans MS" panose="030F0702030302020204" pitchFamily="66" charset="0"/>
              </a:rPr>
              <a:t> e)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e.printStackTrace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p>
          <a:p>
            <a:pPr>
              <a:buNone/>
            </a:pPr>
            <a:endParaRPr lang="en-IN" sz="1600" dirty="0">
              <a:latin typeface="Comic Sans MS" panose="030F0702030302020204" pitchFamily="66" charset="0"/>
            </a:endParaRPr>
          </a:p>
          <a:p>
            <a:r>
              <a:rPr lang="en-IN" sz="1600" dirty="0">
                <a:effectLst/>
                <a:latin typeface="Comic Sans MS" panose="030F0702030302020204" pitchFamily="66" charset="0"/>
              </a:rPr>
              <a:t>Call this method in @AfterMethod block if test fails.</a:t>
            </a:r>
            <a:endParaRPr lang="en-IN" sz="1600" dirty="0">
              <a:latin typeface="Comic Sans MS" panose="030F0702030302020204" pitchFamily="66" charset="0"/>
            </a:endParaRPr>
          </a:p>
        </p:txBody>
      </p:sp>
    </p:spTree>
    <p:extLst>
      <p:ext uri="{BB962C8B-B14F-4D97-AF65-F5344CB8AC3E}">
        <p14:creationId xmlns:p14="http://schemas.microsoft.com/office/powerpoint/2010/main" val="37870719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B404F-09F1-40CA-84E2-FD9F4E5EB219}">
  <ds:schemaRefs>
    <ds:schemaRef ds:uri="http://purl.org/dc/elements/1.1/"/>
    <ds:schemaRef ds:uri="http://schemas.microsoft.com/office/2006/documentManagement/types"/>
    <ds:schemaRef ds:uri="http://purl.org/dc/dcmitype/"/>
    <ds:schemaRef ds:uri="85aa0b7b-c2ff-4619-b015-c2745a4ebbba"/>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3890</TotalTime>
  <Words>1357</Words>
  <Application>Microsoft Office PowerPoint</Application>
  <PresentationFormat>Widescreen</PresentationFormat>
  <Paragraphs>163</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Comic Sans MS</vt:lpstr>
      <vt:lpstr>Wingdings</vt:lpstr>
      <vt:lpstr>Cognizant_2024</vt:lpstr>
      <vt:lpstr>Mouse Actions, Javascript Executor</vt:lpstr>
      <vt:lpstr>Mouse Actions</vt:lpstr>
      <vt:lpstr>Mouse Actions</vt:lpstr>
      <vt:lpstr>Drag and Drop</vt:lpstr>
      <vt:lpstr>Keyboard Actions</vt:lpstr>
      <vt:lpstr>JavaScript Executor</vt:lpstr>
      <vt:lpstr>JavaScript Executor</vt:lpstr>
      <vt:lpstr>JavaScript Executor</vt:lpstr>
      <vt:lpstr>TakeScreenshot Interface</vt:lpstr>
      <vt:lpstr>TakeScreenshot Interface</vt:lpstr>
      <vt:lpstr>TakeScreenshot Interface</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Venu, Yejjavarapu (Cognizant)</cp:lastModifiedBy>
  <cp:revision>1</cp:revision>
  <dcterms:created xsi:type="dcterms:W3CDTF">2025-09-17T08:32:50Z</dcterms:created>
  <dcterms:modified xsi:type="dcterms:W3CDTF">2026-01-09T09:24:27Z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