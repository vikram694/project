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26" r:id="rId4"/>
  </p:sldMasterIdLst>
  <p:notesMasterIdLst>
    <p:notesMasterId r:id="rId14"/>
  </p:notesMasterIdLst>
  <p:handoutMasterIdLst>
    <p:handoutMasterId r:id="rId15"/>
  </p:handoutMasterIdLst>
  <p:sldIdLst>
    <p:sldId id="2147479184" r:id="rId5"/>
    <p:sldId id="2147479193" r:id="rId6"/>
    <p:sldId id="2147479209" r:id="rId7"/>
    <p:sldId id="2147479194" r:id="rId8"/>
    <p:sldId id="2147479195" r:id="rId9"/>
    <p:sldId id="2147479210" r:id="rId10"/>
    <p:sldId id="2147479211" r:id="rId11"/>
    <p:sldId id="2147479201" r:id="rId12"/>
    <p:sldId id="214747921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77CDB0-C659-4732-AF31-DB671C4C7C53}" v="43" dt="2026-01-08T07:53:59.917"/>
    <p1510:client id="{D0F91013-8CE9-40AC-8ABD-7B0C7248B227}" v="1" dt="2026-01-08T10:41:23.054"/>
  </p1510:revLst>
</p1510:revInfo>
</file>

<file path=ppt/tableStyles.xml><?xml version="1.0" encoding="utf-8"?>
<a:tblStyleLst xmlns:a="http://schemas.openxmlformats.org/drawingml/2006/main" def="{8EC20E35-A176-4012-BC5E-935CFFF8708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339" autoAdjust="0"/>
  </p:normalViewPr>
  <p:slideViewPr>
    <p:cSldViewPr snapToGrid="0">
      <p:cViewPr varScale="1">
        <p:scale>
          <a:sx n="63" d="100"/>
          <a:sy n="63" d="100"/>
        </p:scale>
        <p:origin x="804" y="56"/>
      </p:cViewPr>
      <p:guideLst/>
    </p:cSldViewPr>
  </p:slideViewPr>
  <p:outlineViewPr>
    <p:cViewPr>
      <p:scale>
        <a:sx n="33" d="100"/>
        <a:sy n="33" d="100"/>
      </p:scale>
      <p:origin x="0" y="-19659"/>
    </p:cViewPr>
  </p:outlineViewPr>
  <p:notesTextViewPr>
    <p:cViewPr>
      <p:scale>
        <a:sx n="125" d="100"/>
        <a:sy n="125" d="100"/>
      </p:scale>
      <p:origin x="0" y="0"/>
    </p:cViewPr>
  </p:notesTextViewPr>
  <p:sorterViewPr>
    <p:cViewPr varScale="1">
      <p:scale>
        <a:sx n="1" d="1"/>
        <a:sy n="1" d="1"/>
      </p:scale>
      <p:origin x="0" y="0"/>
    </p:cViewPr>
  </p:sorterViewPr>
  <p:notesViewPr>
    <p:cSldViewPr snapToGrid="0">
      <p:cViewPr>
        <p:scale>
          <a:sx n="86" d="100"/>
          <a:sy n="86" d="100"/>
        </p:scale>
        <p:origin x="6440" y="228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 Id="rId2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n, Poornima Swarna (Cognizant)" userId="36824357-ffbd-40a5-b000-b82d0f7dca89" providerId="ADAL" clId="{BB20CA10-5FC3-4CCD-8518-89B0931CAB48}"/>
    <pc:docChg chg="undo custSel addSld delSld modSld">
      <pc:chgData name="Mohan, Poornima Swarna (Cognizant)" userId="36824357-ffbd-40a5-b000-b82d0f7dca89" providerId="ADAL" clId="{BB20CA10-5FC3-4CCD-8518-89B0931CAB48}" dt="2026-01-08T10:42:06.964" v="261" actId="1076"/>
      <pc:docMkLst>
        <pc:docMk/>
      </pc:docMkLst>
      <pc:sldChg chg="modSp mod">
        <pc:chgData name="Mohan, Poornima Swarna (Cognizant)" userId="36824357-ffbd-40a5-b000-b82d0f7dca89" providerId="ADAL" clId="{BB20CA10-5FC3-4CCD-8518-89B0931CAB48}" dt="2026-01-08T10:40:40.158" v="231" actId="20577"/>
        <pc:sldMkLst>
          <pc:docMk/>
          <pc:sldMk cId="2713534842" sldId="2147479184"/>
        </pc:sldMkLst>
        <pc:spChg chg="mod">
          <ac:chgData name="Mohan, Poornima Swarna (Cognizant)" userId="36824357-ffbd-40a5-b000-b82d0f7dca89" providerId="ADAL" clId="{BB20CA10-5FC3-4CCD-8518-89B0931CAB48}" dt="2026-01-08T10:40:40.158" v="231" actId="20577"/>
          <ac:spMkLst>
            <pc:docMk/>
            <pc:sldMk cId="2713534842" sldId="2147479184"/>
            <ac:spMk id="5" creationId="{09D9EB17-9965-3523-3F99-EF5E53642703}"/>
          </ac:spMkLst>
        </pc:spChg>
      </pc:sldChg>
      <pc:sldChg chg="delSp modSp mod">
        <pc:chgData name="Mohan, Poornima Swarna (Cognizant)" userId="36824357-ffbd-40a5-b000-b82d0f7dca89" providerId="ADAL" clId="{BB20CA10-5FC3-4CCD-8518-89B0931CAB48}" dt="2026-01-08T07:06:03.571" v="41" actId="5793"/>
        <pc:sldMkLst>
          <pc:docMk/>
          <pc:sldMk cId="2325673391" sldId="2147479193"/>
        </pc:sldMkLst>
        <pc:spChg chg="mod">
          <ac:chgData name="Mohan, Poornima Swarna (Cognizant)" userId="36824357-ffbd-40a5-b000-b82d0f7dca89" providerId="ADAL" clId="{BB20CA10-5FC3-4CCD-8518-89B0931CAB48}" dt="2026-01-08T07:06:03.571" v="41" actId="5793"/>
          <ac:spMkLst>
            <pc:docMk/>
            <pc:sldMk cId="2325673391" sldId="2147479193"/>
            <ac:spMk id="3" creationId="{3497C1FB-C7FA-B9BE-D081-5DA108FFD338}"/>
          </ac:spMkLst>
        </pc:spChg>
        <pc:spChg chg="del mod">
          <ac:chgData name="Mohan, Poornima Swarna (Cognizant)" userId="36824357-ffbd-40a5-b000-b82d0f7dca89" providerId="ADAL" clId="{BB20CA10-5FC3-4CCD-8518-89B0931CAB48}" dt="2026-01-08T07:04:30.325" v="25" actId="478"/>
          <ac:spMkLst>
            <pc:docMk/>
            <pc:sldMk cId="2325673391" sldId="2147479193"/>
            <ac:spMk id="10" creationId="{417543FD-C07E-C176-E984-AF8885143CCD}"/>
          </ac:spMkLst>
        </pc:spChg>
        <pc:picChg chg="mod">
          <ac:chgData name="Mohan, Poornima Swarna (Cognizant)" userId="36824357-ffbd-40a5-b000-b82d0f7dca89" providerId="ADAL" clId="{BB20CA10-5FC3-4CCD-8518-89B0931CAB48}" dt="2026-01-08T07:06:00.440" v="40" actId="14100"/>
          <ac:picMkLst>
            <pc:docMk/>
            <pc:sldMk cId="2325673391" sldId="2147479193"/>
            <ac:picMk id="1032" creationId="{97601AB2-5585-B6CA-41FD-D3A306DD03AF}"/>
          </ac:picMkLst>
        </pc:picChg>
      </pc:sldChg>
      <pc:sldChg chg="modSp mod">
        <pc:chgData name="Mohan, Poornima Swarna (Cognizant)" userId="36824357-ffbd-40a5-b000-b82d0f7dca89" providerId="ADAL" clId="{BB20CA10-5FC3-4CCD-8518-89B0931CAB48}" dt="2026-01-08T07:02:04.785" v="9" actId="20577"/>
        <pc:sldMkLst>
          <pc:docMk/>
          <pc:sldMk cId="3537339539" sldId="2147479194"/>
        </pc:sldMkLst>
        <pc:spChg chg="mod">
          <ac:chgData name="Mohan, Poornima Swarna (Cognizant)" userId="36824357-ffbd-40a5-b000-b82d0f7dca89" providerId="ADAL" clId="{BB20CA10-5FC3-4CCD-8518-89B0931CAB48}" dt="2026-01-08T07:02:04.785" v="9" actId="20577"/>
          <ac:spMkLst>
            <pc:docMk/>
            <pc:sldMk cId="3537339539" sldId="2147479194"/>
            <ac:spMk id="3" creationId="{4C0DFDBB-FEE2-3EF6-B068-6EE3E2181C04}"/>
          </ac:spMkLst>
        </pc:spChg>
      </pc:sldChg>
      <pc:sldChg chg="modSp mod">
        <pc:chgData name="Mohan, Poornima Swarna (Cognizant)" userId="36824357-ffbd-40a5-b000-b82d0f7dca89" providerId="ADAL" clId="{BB20CA10-5FC3-4CCD-8518-89B0931CAB48}" dt="2026-01-08T07:47:07.659" v="155" actId="20577"/>
        <pc:sldMkLst>
          <pc:docMk/>
          <pc:sldMk cId="3033916755" sldId="2147479195"/>
        </pc:sldMkLst>
        <pc:spChg chg="mod">
          <ac:chgData name="Mohan, Poornima Swarna (Cognizant)" userId="36824357-ffbd-40a5-b000-b82d0f7dca89" providerId="ADAL" clId="{BB20CA10-5FC3-4CCD-8518-89B0931CAB48}" dt="2026-01-08T07:47:07.659" v="155" actId="20577"/>
          <ac:spMkLst>
            <pc:docMk/>
            <pc:sldMk cId="3033916755" sldId="2147479195"/>
            <ac:spMk id="3" creationId="{82C7138D-5F1A-C636-7C4C-9623200B2DC5}"/>
          </ac:spMkLst>
        </pc:spChg>
      </pc:sldChg>
      <pc:sldChg chg="del">
        <pc:chgData name="Mohan, Poornima Swarna (Cognizant)" userId="36824357-ffbd-40a5-b000-b82d0f7dca89" providerId="ADAL" clId="{BB20CA10-5FC3-4CCD-8518-89B0931CAB48}" dt="2026-01-08T10:41:20.744" v="249" actId="47"/>
        <pc:sldMkLst>
          <pc:docMk/>
          <pc:sldMk cId="3473122175" sldId="2147479196"/>
        </pc:sldMkLst>
      </pc:sldChg>
      <pc:sldChg chg="del">
        <pc:chgData name="Mohan, Poornima Swarna (Cognizant)" userId="36824357-ffbd-40a5-b000-b82d0f7dca89" providerId="ADAL" clId="{BB20CA10-5FC3-4CCD-8518-89B0931CAB48}" dt="2026-01-08T10:40:46.353" v="232" actId="47"/>
        <pc:sldMkLst>
          <pc:docMk/>
          <pc:sldMk cId="2149385648" sldId="2147479197"/>
        </pc:sldMkLst>
      </pc:sldChg>
      <pc:sldChg chg="del">
        <pc:chgData name="Mohan, Poornima Swarna (Cognizant)" userId="36824357-ffbd-40a5-b000-b82d0f7dca89" providerId="ADAL" clId="{BB20CA10-5FC3-4CCD-8518-89B0931CAB48}" dt="2026-01-08T10:40:47.200" v="234" actId="47"/>
        <pc:sldMkLst>
          <pc:docMk/>
          <pc:sldMk cId="485292008" sldId="2147479198"/>
        </pc:sldMkLst>
      </pc:sldChg>
      <pc:sldChg chg="del">
        <pc:chgData name="Mohan, Poornima Swarna (Cognizant)" userId="36824357-ffbd-40a5-b000-b82d0f7dca89" providerId="ADAL" clId="{BB20CA10-5FC3-4CCD-8518-89B0931CAB48}" dt="2026-01-08T10:40:48.709" v="236" actId="47"/>
        <pc:sldMkLst>
          <pc:docMk/>
          <pc:sldMk cId="1682504427" sldId="2147479199"/>
        </pc:sldMkLst>
      </pc:sldChg>
      <pc:sldChg chg="add del">
        <pc:chgData name="Mohan, Poornima Swarna (Cognizant)" userId="36824357-ffbd-40a5-b000-b82d0f7dca89" providerId="ADAL" clId="{BB20CA10-5FC3-4CCD-8518-89B0931CAB48}" dt="2026-01-08T10:40:56.590" v="244" actId="47"/>
        <pc:sldMkLst>
          <pc:docMk/>
          <pc:sldMk cId="4091573018" sldId="2147479200"/>
        </pc:sldMkLst>
      </pc:sldChg>
      <pc:sldChg chg="delSp modSp add del mod">
        <pc:chgData name="Mohan, Poornima Swarna (Cognizant)" userId="36824357-ffbd-40a5-b000-b82d0f7dca89" providerId="ADAL" clId="{BB20CA10-5FC3-4CCD-8518-89B0931CAB48}" dt="2026-01-08T10:42:06.964" v="261" actId="1076"/>
        <pc:sldMkLst>
          <pc:docMk/>
          <pc:sldMk cId="744728184" sldId="2147479201"/>
        </pc:sldMkLst>
        <pc:spChg chg="mod">
          <ac:chgData name="Mohan, Poornima Swarna (Cognizant)" userId="36824357-ffbd-40a5-b000-b82d0f7dca89" providerId="ADAL" clId="{BB20CA10-5FC3-4CCD-8518-89B0931CAB48}" dt="2026-01-08T10:42:06.964" v="261" actId="1076"/>
          <ac:spMkLst>
            <pc:docMk/>
            <pc:sldMk cId="744728184" sldId="2147479201"/>
            <ac:spMk id="6" creationId="{DAAFD1F0-A909-740D-93D6-F0FC94893B1A}"/>
          </ac:spMkLst>
        </pc:spChg>
        <pc:spChg chg="mod">
          <ac:chgData name="Mohan, Poornima Swarna (Cognizant)" userId="36824357-ffbd-40a5-b000-b82d0f7dca89" providerId="ADAL" clId="{BB20CA10-5FC3-4CCD-8518-89B0931CAB48}" dt="2026-01-08T10:42:04.185" v="260" actId="1076"/>
          <ac:spMkLst>
            <pc:docMk/>
            <pc:sldMk cId="744728184" sldId="2147479201"/>
            <ac:spMk id="12" creationId="{55839DF9-FC03-66C7-342C-A39CA10A037F}"/>
          </ac:spMkLst>
        </pc:spChg>
        <pc:spChg chg="del mod">
          <ac:chgData name="Mohan, Poornima Swarna (Cognizant)" userId="36824357-ffbd-40a5-b000-b82d0f7dca89" providerId="ADAL" clId="{BB20CA10-5FC3-4CCD-8518-89B0931CAB48}" dt="2026-01-08T10:41:49.646" v="257" actId="478"/>
          <ac:spMkLst>
            <pc:docMk/>
            <pc:sldMk cId="744728184" sldId="2147479201"/>
            <ac:spMk id="15" creationId="{F5B7835E-459E-0F5E-DE13-10265101DF84}"/>
          </ac:spMkLst>
        </pc:spChg>
      </pc:sldChg>
      <pc:sldChg chg="del">
        <pc:chgData name="Mohan, Poornima Swarna (Cognizant)" userId="36824357-ffbd-40a5-b000-b82d0f7dca89" providerId="ADAL" clId="{BB20CA10-5FC3-4CCD-8518-89B0931CAB48}" dt="2026-01-08T10:40:46.747" v="233" actId="47"/>
        <pc:sldMkLst>
          <pc:docMk/>
          <pc:sldMk cId="3024006411" sldId="2147479202"/>
        </pc:sldMkLst>
      </pc:sldChg>
      <pc:sldChg chg="del">
        <pc:chgData name="Mohan, Poornima Swarna (Cognizant)" userId="36824357-ffbd-40a5-b000-b82d0f7dca89" providerId="ADAL" clId="{BB20CA10-5FC3-4CCD-8518-89B0931CAB48}" dt="2026-01-08T10:40:48.353" v="235" actId="47"/>
        <pc:sldMkLst>
          <pc:docMk/>
          <pc:sldMk cId="1437126648" sldId="2147479205"/>
        </pc:sldMkLst>
      </pc:sldChg>
      <pc:sldChg chg="add del">
        <pc:chgData name="Mohan, Poornima Swarna (Cognizant)" userId="36824357-ffbd-40a5-b000-b82d0f7dca89" providerId="ADAL" clId="{BB20CA10-5FC3-4CCD-8518-89B0931CAB48}" dt="2026-01-08T10:40:56.262" v="243" actId="47"/>
        <pc:sldMkLst>
          <pc:docMk/>
          <pc:sldMk cId="1943087419" sldId="2147479206"/>
        </pc:sldMkLst>
      </pc:sldChg>
      <pc:sldChg chg="del">
        <pc:chgData name="Mohan, Poornima Swarna (Cognizant)" userId="36824357-ffbd-40a5-b000-b82d0f7dca89" providerId="ADAL" clId="{BB20CA10-5FC3-4CCD-8518-89B0931CAB48}" dt="2026-01-08T10:40:49.115" v="237" actId="47"/>
        <pc:sldMkLst>
          <pc:docMk/>
          <pc:sldMk cId="485552287" sldId="2147479207"/>
        </pc:sldMkLst>
      </pc:sldChg>
      <pc:sldChg chg="del">
        <pc:chgData name="Mohan, Poornima Swarna (Cognizant)" userId="36824357-ffbd-40a5-b000-b82d0f7dca89" providerId="ADAL" clId="{BB20CA10-5FC3-4CCD-8518-89B0931CAB48}" dt="2026-01-08T10:40:49.559" v="238" actId="47"/>
        <pc:sldMkLst>
          <pc:docMk/>
          <pc:sldMk cId="516937420" sldId="2147479208"/>
        </pc:sldMkLst>
      </pc:sldChg>
      <pc:sldChg chg="addSp delSp modSp add mod">
        <pc:chgData name="Mohan, Poornima Swarna (Cognizant)" userId="36824357-ffbd-40a5-b000-b82d0f7dca89" providerId="ADAL" clId="{BB20CA10-5FC3-4CCD-8518-89B0931CAB48}" dt="2026-01-08T07:07:35.001" v="44" actId="14100"/>
        <pc:sldMkLst>
          <pc:docMk/>
          <pc:sldMk cId="29680071" sldId="2147479209"/>
        </pc:sldMkLst>
        <pc:spChg chg="del">
          <ac:chgData name="Mohan, Poornima Swarna (Cognizant)" userId="36824357-ffbd-40a5-b000-b82d0f7dca89" providerId="ADAL" clId="{BB20CA10-5FC3-4CCD-8518-89B0931CAB48}" dt="2026-01-08T07:03:48.743" v="15" actId="478"/>
          <ac:spMkLst>
            <pc:docMk/>
            <pc:sldMk cId="29680071" sldId="2147479209"/>
            <ac:spMk id="3" creationId="{71096FE6-832A-D06B-05A7-1A57AC4375DA}"/>
          </ac:spMkLst>
        </pc:spChg>
        <pc:spChg chg="add del mod">
          <ac:chgData name="Mohan, Poornima Swarna (Cognizant)" userId="36824357-ffbd-40a5-b000-b82d0f7dca89" providerId="ADAL" clId="{BB20CA10-5FC3-4CCD-8518-89B0931CAB48}" dt="2026-01-08T07:03:52.199" v="16" actId="478"/>
          <ac:spMkLst>
            <pc:docMk/>
            <pc:sldMk cId="29680071" sldId="2147479209"/>
            <ac:spMk id="6" creationId="{E27581CC-D6D8-A932-5816-29076D715994}"/>
          </ac:spMkLst>
        </pc:spChg>
        <pc:spChg chg="mod">
          <ac:chgData name="Mohan, Poornima Swarna (Cognizant)" userId="36824357-ffbd-40a5-b000-b82d0f7dca89" providerId="ADAL" clId="{BB20CA10-5FC3-4CCD-8518-89B0931CAB48}" dt="2026-01-08T07:07:35.001" v="44" actId="14100"/>
          <ac:spMkLst>
            <pc:docMk/>
            <pc:sldMk cId="29680071" sldId="2147479209"/>
            <ac:spMk id="10" creationId="{F85BBDB9-66C9-F929-C4C8-D6DC50F48C74}"/>
          </ac:spMkLst>
        </pc:spChg>
        <pc:picChg chg="del mod">
          <ac:chgData name="Mohan, Poornima Swarna (Cognizant)" userId="36824357-ffbd-40a5-b000-b82d0f7dca89" providerId="ADAL" clId="{BB20CA10-5FC3-4CCD-8518-89B0931CAB48}" dt="2026-01-08T07:04:33.243" v="26" actId="478"/>
          <ac:picMkLst>
            <pc:docMk/>
            <pc:sldMk cId="29680071" sldId="2147479209"/>
            <ac:picMk id="1032" creationId="{4E9ED6F5-7787-B1EB-648B-306AA48A79D5}"/>
          </ac:picMkLst>
        </pc:picChg>
      </pc:sldChg>
      <pc:sldChg chg="addSp delSp modSp add mod">
        <pc:chgData name="Mohan, Poornima Swarna (Cognizant)" userId="36824357-ffbd-40a5-b000-b82d0f7dca89" providerId="ADAL" clId="{BB20CA10-5FC3-4CCD-8518-89B0931CAB48}" dt="2026-01-08T07:47:48.800" v="177" actId="1076"/>
        <pc:sldMkLst>
          <pc:docMk/>
          <pc:sldMk cId="3609040386" sldId="2147479210"/>
        </pc:sldMkLst>
        <pc:spChg chg="mod">
          <ac:chgData name="Mohan, Poornima Swarna (Cognizant)" userId="36824357-ffbd-40a5-b000-b82d0f7dca89" providerId="ADAL" clId="{BB20CA10-5FC3-4CCD-8518-89B0931CAB48}" dt="2026-01-08T07:47:37.125" v="172" actId="1076"/>
          <ac:spMkLst>
            <pc:docMk/>
            <pc:sldMk cId="3609040386" sldId="2147479210"/>
            <ac:spMk id="3" creationId="{9387BA78-BBCC-A230-8E47-C35523ED19A9}"/>
          </ac:spMkLst>
        </pc:spChg>
        <pc:spChg chg="add del mod">
          <ac:chgData name="Mohan, Poornima Swarna (Cognizant)" userId="36824357-ffbd-40a5-b000-b82d0f7dca89" providerId="ADAL" clId="{BB20CA10-5FC3-4CCD-8518-89B0931CAB48}" dt="2026-01-08T07:43:54.713" v="140" actId="478"/>
          <ac:spMkLst>
            <pc:docMk/>
            <pc:sldMk cId="3609040386" sldId="2147479210"/>
            <ac:spMk id="9" creationId="{F00A06FB-76A2-7FF6-7743-9B0EA395B2CA}"/>
          </ac:spMkLst>
        </pc:spChg>
        <pc:spChg chg="add mod">
          <ac:chgData name="Mohan, Poornima Swarna (Cognizant)" userId="36824357-ffbd-40a5-b000-b82d0f7dca89" providerId="ADAL" clId="{BB20CA10-5FC3-4CCD-8518-89B0931CAB48}" dt="2026-01-08T07:47:48.800" v="177" actId="1076"/>
          <ac:spMkLst>
            <pc:docMk/>
            <pc:sldMk cId="3609040386" sldId="2147479210"/>
            <ac:spMk id="13" creationId="{6ECD79A7-0DFD-A6FA-D137-6EFD250216D8}"/>
          </ac:spMkLst>
        </pc:spChg>
        <pc:picChg chg="add mod">
          <ac:chgData name="Mohan, Poornima Swarna (Cognizant)" userId="36824357-ffbd-40a5-b000-b82d0f7dca89" providerId="ADAL" clId="{BB20CA10-5FC3-4CCD-8518-89B0931CAB48}" dt="2026-01-08T07:47:34.592" v="171" actId="1076"/>
          <ac:picMkLst>
            <pc:docMk/>
            <pc:sldMk cId="3609040386" sldId="2147479210"/>
            <ac:picMk id="6" creationId="{052C7E23-7451-6BB0-B143-4B7A33A11E4F}"/>
          </ac:picMkLst>
        </pc:picChg>
        <pc:picChg chg="add mod">
          <ac:chgData name="Mohan, Poornima Swarna (Cognizant)" userId="36824357-ffbd-40a5-b000-b82d0f7dca89" providerId="ADAL" clId="{BB20CA10-5FC3-4CCD-8518-89B0931CAB48}" dt="2026-01-08T07:47:32.181" v="170" actId="1076"/>
          <ac:picMkLst>
            <pc:docMk/>
            <pc:sldMk cId="3609040386" sldId="2147479210"/>
            <ac:picMk id="11" creationId="{4950F7D8-02CC-471F-3C72-2EBC56A2B1E8}"/>
          </ac:picMkLst>
        </pc:picChg>
      </pc:sldChg>
      <pc:sldChg chg="addSp delSp modSp add mod">
        <pc:chgData name="Mohan, Poornima Swarna (Cognizant)" userId="36824357-ffbd-40a5-b000-b82d0f7dca89" providerId="ADAL" clId="{BB20CA10-5FC3-4CCD-8518-89B0931CAB48}" dt="2026-01-08T07:54:07.697" v="228" actId="1076"/>
        <pc:sldMkLst>
          <pc:docMk/>
          <pc:sldMk cId="3788634588" sldId="2147479211"/>
        </pc:sldMkLst>
        <pc:spChg chg="del">
          <ac:chgData name="Mohan, Poornima Swarna (Cognizant)" userId="36824357-ffbd-40a5-b000-b82d0f7dca89" providerId="ADAL" clId="{BB20CA10-5FC3-4CCD-8518-89B0931CAB48}" dt="2026-01-08T07:48:22.689" v="178" actId="478"/>
          <ac:spMkLst>
            <pc:docMk/>
            <pc:sldMk cId="3788634588" sldId="2147479211"/>
            <ac:spMk id="3" creationId="{56C114B0-47D7-12EE-0DA7-E7D45E4F1452}"/>
          </ac:spMkLst>
        </pc:spChg>
        <pc:spChg chg="add del mod">
          <ac:chgData name="Mohan, Poornima Swarna (Cognizant)" userId="36824357-ffbd-40a5-b000-b82d0f7dca89" providerId="ADAL" clId="{BB20CA10-5FC3-4CCD-8518-89B0931CAB48}" dt="2026-01-08T07:49:00.843" v="195" actId="478"/>
          <ac:spMkLst>
            <pc:docMk/>
            <pc:sldMk cId="3788634588" sldId="2147479211"/>
            <ac:spMk id="8" creationId="{3E5D255E-1EC6-095C-6020-4A1CE3A71BB5}"/>
          </ac:spMkLst>
        </pc:spChg>
        <pc:spChg chg="add">
          <ac:chgData name="Mohan, Poornima Swarna (Cognizant)" userId="36824357-ffbd-40a5-b000-b82d0f7dca89" providerId="ADAL" clId="{BB20CA10-5FC3-4CCD-8518-89B0931CAB48}" dt="2026-01-08T07:48:57.484" v="194"/>
          <ac:spMkLst>
            <pc:docMk/>
            <pc:sldMk cId="3788634588" sldId="2147479211"/>
            <ac:spMk id="9" creationId="{C749AA6A-0454-C053-04CC-5645C6C44841}"/>
          </ac:spMkLst>
        </pc:spChg>
        <pc:spChg chg="add del mod">
          <ac:chgData name="Mohan, Poornima Swarna (Cognizant)" userId="36824357-ffbd-40a5-b000-b82d0f7dca89" providerId="ADAL" clId="{BB20CA10-5FC3-4CCD-8518-89B0931CAB48}" dt="2026-01-08T07:49:04.473" v="196" actId="478"/>
          <ac:spMkLst>
            <pc:docMk/>
            <pc:sldMk cId="3788634588" sldId="2147479211"/>
            <ac:spMk id="12" creationId="{25FBDD3A-335E-DF34-67F9-F536940C11AD}"/>
          </ac:spMkLst>
        </pc:spChg>
        <pc:spChg chg="add">
          <ac:chgData name="Mohan, Poornima Swarna (Cognizant)" userId="36824357-ffbd-40a5-b000-b82d0f7dca89" providerId="ADAL" clId="{BB20CA10-5FC3-4CCD-8518-89B0931CAB48}" dt="2026-01-08T07:52:40.239" v="197"/>
          <ac:spMkLst>
            <pc:docMk/>
            <pc:sldMk cId="3788634588" sldId="2147479211"/>
            <ac:spMk id="13" creationId="{33306F3E-C2D2-9F24-6C83-FB5E6238048A}"/>
          </ac:spMkLst>
        </pc:spChg>
        <pc:spChg chg="add mod">
          <ac:chgData name="Mohan, Poornima Swarna (Cognizant)" userId="36824357-ffbd-40a5-b000-b82d0f7dca89" providerId="ADAL" clId="{BB20CA10-5FC3-4CCD-8518-89B0931CAB48}" dt="2026-01-08T07:53:49.444" v="221" actId="1076"/>
          <ac:spMkLst>
            <pc:docMk/>
            <pc:sldMk cId="3788634588" sldId="2147479211"/>
            <ac:spMk id="14" creationId="{28427B37-094C-A871-A731-D8F8A26ACFD4}"/>
          </ac:spMkLst>
        </pc:spChg>
        <pc:picChg chg="del">
          <ac:chgData name="Mohan, Poornima Swarna (Cognizant)" userId="36824357-ffbd-40a5-b000-b82d0f7dca89" providerId="ADAL" clId="{BB20CA10-5FC3-4CCD-8518-89B0931CAB48}" dt="2026-01-08T07:48:25.232" v="179" actId="478"/>
          <ac:picMkLst>
            <pc:docMk/>
            <pc:sldMk cId="3788634588" sldId="2147479211"/>
            <ac:picMk id="6" creationId="{43CE0775-50B2-E6E7-7C5A-10E974E0D827}"/>
          </ac:picMkLst>
        </pc:picChg>
        <pc:picChg chg="del">
          <ac:chgData name="Mohan, Poornima Swarna (Cognizant)" userId="36824357-ffbd-40a5-b000-b82d0f7dca89" providerId="ADAL" clId="{BB20CA10-5FC3-4CCD-8518-89B0931CAB48}" dt="2026-01-08T07:48:25.232" v="179" actId="478"/>
          <ac:picMkLst>
            <pc:docMk/>
            <pc:sldMk cId="3788634588" sldId="2147479211"/>
            <ac:picMk id="11" creationId="{3F3B6A8E-761C-4C63-AFE1-14D956ECEB02}"/>
          </ac:picMkLst>
        </pc:picChg>
        <pc:picChg chg="add mod">
          <ac:chgData name="Mohan, Poornima Swarna (Cognizant)" userId="36824357-ffbd-40a5-b000-b82d0f7dca89" providerId="ADAL" clId="{BB20CA10-5FC3-4CCD-8518-89B0931CAB48}" dt="2026-01-08T07:54:07.697" v="228" actId="1076"/>
          <ac:picMkLst>
            <pc:docMk/>
            <pc:sldMk cId="3788634588" sldId="2147479211"/>
            <ac:picMk id="16" creationId="{6627BE95-0571-AA69-6847-71C952BF5C29}"/>
          </ac:picMkLst>
        </pc:picChg>
      </pc:sldChg>
      <pc:sldChg chg="addSp delSp modSp add mod">
        <pc:chgData name="Mohan, Poornima Swarna (Cognizant)" userId="36824357-ffbd-40a5-b000-b82d0f7dca89" providerId="ADAL" clId="{BB20CA10-5FC3-4CCD-8518-89B0931CAB48}" dt="2026-01-08T10:41:39.106" v="256" actId="2710"/>
        <pc:sldMkLst>
          <pc:docMk/>
          <pc:sldMk cId="372121310" sldId="2147479212"/>
        </pc:sldMkLst>
        <pc:spChg chg="del">
          <ac:chgData name="Mohan, Poornima Swarna (Cognizant)" userId="36824357-ffbd-40a5-b000-b82d0f7dca89" providerId="ADAL" clId="{BB20CA10-5FC3-4CCD-8518-89B0931CAB48}" dt="2026-01-08T10:41:30.873" v="253" actId="478"/>
          <ac:spMkLst>
            <pc:docMk/>
            <pc:sldMk cId="372121310" sldId="2147479212"/>
            <ac:spMk id="6" creationId="{9F14BFE1-6CC0-28AE-163A-98D4AB0B87DD}"/>
          </ac:spMkLst>
        </pc:spChg>
        <pc:spChg chg="del">
          <ac:chgData name="Mohan, Poornima Swarna (Cognizant)" userId="36824357-ffbd-40a5-b000-b82d0f7dca89" providerId="ADAL" clId="{BB20CA10-5FC3-4CCD-8518-89B0931CAB48}" dt="2026-01-08T10:41:30.873" v="253" actId="478"/>
          <ac:spMkLst>
            <pc:docMk/>
            <pc:sldMk cId="372121310" sldId="2147479212"/>
            <ac:spMk id="12" creationId="{D57FF28C-3328-DADD-89ED-C1FE1839DF49}"/>
          </ac:spMkLst>
        </pc:spChg>
        <pc:spChg chg="add del mod">
          <ac:chgData name="Mohan, Poornima Swarna (Cognizant)" userId="36824357-ffbd-40a5-b000-b82d0f7dca89" providerId="ADAL" clId="{BB20CA10-5FC3-4CCD-8518-89B0931CAB48}" dt="2026-01-08T10:41:39.106" v="256" actId="2710"/>
          <ac:spMkLst>
            <pc:docMk/>
            <pc:sldMk cId="372121310" sldId="2147479212"/>
            <ac:spMk id="15" creationId="{C7B2A2E1-70AA-A46E-88FD-944CE3B3D9E1}"/>
          </ac:spMkLst>
        </pc:spChg>
      </pc:sldChg>
    </pc:docChg>
  </pc:docChgLst>
</pc:chgInfo>
</file>

<file path=ppt/handoutMasters/_rels/handout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30F5A08-7575-F725-BFF1-D935F90F92AC}"/>
              </a:ext>
            </a:extLst>
          </p:cNvPr>
          <p:cNvSpPr>
            <a:spLocks noGrp="1"/>
          </p:cNvSpPr>
          <p:nvPr>
            <p:ph type="dt" sz="quarter" idx="1"/>
          </p:nvPr>
        </p:nvSpPr>
        <p:spPr>
          <a:xfrm>
            <a:off x="2743200" y="8778240"/>
            <a:ext cx="685800" cy="186772"/>
          </a:xfrm>
          <a:prstGeom prst="rect">
            <a:avLst/>
          </a:prstGeom>
        </p:spPr>
        <p:txBody>
          <a:bodyPr vert="horz" lIns="0" tIns="0" rIns="0" bIns="0" rtlCol="0" anchor="ctr"/>
          <a:lstStyle>
            <a:lvl1pPr algn="r">
              <a:defRPr sz="1200"/>
            </a:lvl1pPr>
          </a:lstStyle>
          <a:p>
            <a:pPr algn="l"/>
            <a:fld id="{29AC45B9-84CC-40E1-828C-10F71E33992E}" type="datetimeFigureOut">
              <a:rPr lang="en-US" sz="700" smtClean="0"/>
              <a:pPr algn="l"/>
              <a:t>1/8/2026</a:t>
            </a:fld>
            <a:endParaRPr lang="en-US" sz="700" dirty="0"/>
          </a:p>
        </p:txBody>
      </p:sp>
      <p:sp>
        <p:nvSpPr>
          <p:cNvPr id="4" name="Footer Placeholder 3">
            <a:extLst>
              <a:ext uri="{FF2B5EF4-FFF2-40B4-BE49-F238E27FC236}">
                <a16:creationId xmlns:a16="http://schemas.microsoft.com/office/drawing/2014/main" id="{37A56218-DB2F-0418-99B8-6A1ACC2C9AFC}"/>
              </a:ext>
            </a:extLst>
          </p:cNvPr>
          <p:cNvSpPr>
            <a:spLocks noGrp="1"/>
          </p:cNvSpPr>
          <p:nvPr>
            <p:ph type="ftr" sz="quarter" idx="2"/>
          </p:nvPr>
        </p:nvSpPr>
        <p:spPr>
          <a:xfrm>
            <a:off x="1005840" y="8778240"/>
            <a:ext cx="1645920" cy="186772"/>
          </a:xfrm>
          <a:prstGeom prst="rect">
            <a:avLst/>
          </a:prstGeom>
        </p:spPr>
        <p:txBody>
          <a:bodyPr vert="horz" lIns="0" tIns="0" rIns="0" bIns="0" rtlCol="0" anchor="ctr"/>
          <a:lstStyle>
            <a:lvl1pPr algn="l">
              <a:defRPr sz="1200"/>
            </a:lvl1pPr>
          </a:lstStyle>
          <a:p>
            <a:r>
              <a:rPr lang="en-US" sz="700" dirty="0"/>
              <a:t>© 2024 Cognizant | Private</a:t>
            </a:r>
          </a:p>
        </p:txBody>
      </p:sp>
      <p:sp>
        <p:nvSpPr>
          <p:cNvPr id="5" name="Slide Number Placeholder 4">
            <a:extLst>
              <a:ext uri="{FF2B5EF4-FFF2-40B4-BE49-F238E27FC236}">
                <a16:creationId xmlns:a16="http://schemas.microsoft.com/office/drawing/2014/main" id="{E623B4F1-BEDD-220B-3FE3-DF0A0400F465}"/>
              </a:ext>
            </a:extLst>
          </p:cNvPr>
          <p:cNvSpPr>
            <a:spLocks noGrp="1"/>
          </p:cNvSpPr>
          <p:nvPr>
            <p:ph type="sldNum" sz="quarter" idx="3"/>
          </p:nvPr>
        </p:nvSpPr>
        <p:spPr>
          <a:xfrm>
            <a:off x="457200" y="8778240"/>
            <a:ext cx="457200" cy="186772"/>
          </a:xfrm>
          <a:prstGeom prst="rect">
            <a:avLst/>
          </a:prstGeom>
        </p:spPr>
        <p:txBody>
          <a:bodyPr vert="horz" lIns="0" tIns="0" rIns="0" bIns="0" rtlCol="0" anchor="ctr"/>
          <a:lstStyle>
            <a:lvl1pPr algn="r">
              <a:defRPr sz="1200"/>
            </a:lvl1pPr>
          </a:lstStyle>
          <a:p>
            <a:pPr algn="l"/>
            <a:fld id="{885E0265-FDA2-4E8C-937F-39DAB9288447}" type="slidenum">
              <a:rPr lang="en-US" sz="700" smtClean="0"/>
              <a:pPr algn="l"/>
              <a:t>‹#›</a:t>
            </a:fld>
            <a:endParaRPr lang="en-US" sz="700" dirty="0"/>
          </a:p>
        </p:txBody>
      </p:sp>
      <p:pic>
        <p:nvPicPr>
          <p:cNvPr id="6" name="Cognizant Logo_rgb_pos_2023">
            <a:extLst>
              <a:ext uri="{FF2B5EF4-FFF2-40B4-BE49-F238E27FC236}">
                <a16:creationId xmlns:a16="http://schemas.microsoft.com/office/drawing/2014/main" id="{77CDF549-6216-3CBB-4649-15E94847D77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0368" y="8782531"/>
            <a:ext cx="1170432" cy="205449"/>
          </a:xfrm>
          <a:prstGeom prst="rect">
            <a:avLst/>
          </a:prstGeom>
        </p:spPr>
      </p:pic>
    </p:spTree>
    <p:extLst>
      <p:ext uri="{BB962C8B-B14F-4D97-AF65-F5344CB8AC3E}">
        <p14:creationId xmlns:p14="http://schemas.microsoft.com/office/powerpoint/2010/main" val="2023093806"/>
      </p:ext>
    </p:extLst>
  </p:cSld>
  <p:clrMap bg1="lt1" tx1="dk1" bg2="lt2" tx2="dk2" accent1="accent1" accent2="accent2" accent3="accent3" accent4="accent4" accent5="accent5" accent6="accent6" hlink="hlink" folHlink="folHlink"/>
  <p:hf dt="0"/>
  <p:extLst>
    <p:ext uri="{56416CCD-93CA-4268-BC5B-53C4BB910035}">
      <p15:sldGuideLst xmlns:p15="http://schemas.microsoft.com/office/powerpoint/2012/main">
        <p15:guide id="1" orient="horz" pos="288" userDrawn="1">
          <p15:clr>
            <a:srgbClr val="F26B43"/>
          </p15:clr>
        </p15:guide>
        <p15:guide id="2" pos="4008" userDrawn="1">
          <p15:clr>
            <a:srgbClr val="F26B43"/>
          </p15:clr>
        </p15:guide>
        <p15:guide id="3" pos="288"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2743200" y="8778240"/>
            <a:ext cx="685800" cy="182880"/>
          </a:xfrm>
          <a:prstGeom prst="rect">
            <a:avLst/>
          </a:prstGeom>
        </p:spPr>
        <p:txBody>
          <a:bodyPr vert="horz" lIns="0" tIns="0" rIns="0" bIns="0" rtlCol="0" anchor="ctr"/>
          <a:lstStyle>
            <a:lvl1pPr algn="just">
              <a:defRPr sz="700">
                <a:solidFill>
                  <a:schemeClr val="tx1"/>
                </a:solidFill>
              </a:defRPr>
            </a:lvl1pPr>
          </a:lstStyle>
          <a:p>
            <a:fld id="{77F90463-ABF8-694C-8BD0-274F394D1536}" type="datetimeFigureOut">
              <a:rPr lang="en-US" smtClean="0"/>
              <a:pPr/>
              <a:t>1/8/2026</a:t>
            </a:fld>
            <a:endParaRPr lang="en-US" dirty="0"/>
          </a:p>
        </p:txBody>
      </p:sp>
      <p:sp>
        <p:nvSpPr>
          <p:cNvPr id="4" name="Slide Image Placeholder 3"/>
          <p:cNvSpPr>
            <a:spLocks noGrp="1" noRot="1" noChangeAspect="1"/>
          </p:cNvSpPr>
          <p:nvPr>
            <p:ph type="sldImg" idx="2"/>
          </p:nvPr>
        </p:nvSpPr>
        <p:spPr>
          <a:xfrm>
            <a:off x="685800" y="685800"/>
            <a:ext cx="5486400" cy="3086100"/>
          </a:xfrm>
          <a:prstGeom prst="rect">
            <a:avLst/>
          </a:prstGeom>
          <a:noFill/>
          <a:ln w="6350">
            <a:solidFill>
              <a:schemeClr val="accent6"/>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003766"/>
            <a:ext cx="5486400" cy="4572000"/>
          </a:xfrm>
          <a:prstGeom prst="rect">
            <a:avLst/>
          </a:prstGeom>
        </p:spPr>
        <p:txBody>
          <a:bodyPr vert="horz" lIns="0" tIns="0" rIns="0" bIns="0" numCol="2" spcCol="457200" rtlCol="0"/>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Footer Placeholder 5"/>
          <p:cNvSpPr>
            <a:spLocks noGrp="1"/>
          </p:cNvSpPr>
          <p:nvPr>
            <p:ph type="ftr" sz="quarter" idx="4"/>
          </p:nvPr>
        </p:nvSpPr>
        <p:spPr>
          <a:xfrm>
            <a:off x="1005839" y="8778240"/>
            <a:ext cx="1645920" cy="182880"/>
          </a:xfrm>
          <a:prstGeom prst="rect">
            <a:avLst/>
          </a:prstGeom>
        </p:spPr>
        <p:txBody>
          <a:bodyPr vert="horz" lIns="0" tIns="0" rIns="0" bIns="0" rtlCol="0" anchor="ctr"/>
          <a:lstStyle>
            <a:lvl1pPr algn="l">
              <a:defRPr sz="700">
                <a:solidFill>
                  <a:schemeClr val="tx1"/>
                </a:solidFill>
              </a:defRPr>
            </a:lvl1pPr>
          </a:lstStyle>
          <a:p>
            <a:r>
              <a:rPr lang="en-US" dirty="0"/>
              <a:t>© 2024 Cognizant | Private</a:t>
            </a:r>
          </a:p>
        </p:txBody>
      </p:sp>
      <p:sp>
        <p:nvSpPr>
          <p:cNvPr id="7" name="Slide Number Placeholder 6"/>
          <p:cNvSpPr>
            <a:spLocks noGrp="1"/>
          </p:cNvSpPr>
          <p:nvPr>
            <p:ph type="sldNum" sz="quarter" idx="5"/>
          </p:nvPr>
        </p:nvSpPr>
        <p:spPr>
          <a:xfrm>
            <a:off x="457200" y="8778240"/>
            <a:ext cx="457200" cy="182880"/>
          </a:xfrm>
          <a:prstGeom prst="rect">
            <a:avLst/>
          </a:prstGeom>
        </p:spPr>
        <p:txBody>
          <a:bodyPr vert="horz" lIns="0" tIns="0" rIns="0" bIns="0" rtlCol="0" anchor="ctr"/>
          <a:lstStyle>
            <a:lvl1pPr algn="l">
              <a:defRPr sz="700">
                <a:solidFill>
                  <a:schemeClr val="tx1"/>
                </a:solidFill>
              </a:defRPr>
            </a:lvl1pPr>
          </a:lstStyle>
          <a:p>
            <a:fld id="{3B1EFD08-C94F-6048-8AD6-4B7ED2EB73E5}" type="slidenum">
              <a:rPr lang="en-US" smtClean="0"/>
              <a:pPr/>
              <a:t>‹#›</a:t>
            </a:fld>
            <a:endParaRPr lang="en-US" dirty="0"/>
          </a:p>
        </p:txBody>
      </p:sp>
      <p:pic>
        <p:nvPicPr>
          <p:cNvPr id="14" name="Cognizant Logo_rgb_pos_2023">
            <a:extLst>
              <a:ext uri="{FF2B5EF4-FFF2-40B4-BE49-F238E27FC236}">
                <a16:creationId xmlns:a16="http://schemas.microsoft.com/office/drawing/2014/main" id="{A2974059-71CF-4B2E-674F-C2960C7D063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0368" y="8782531"/>
            <a:ext cx="1170432" cy="205449"/>
          </a:xfrm>
          <a:prstGeom prst="rect">
            <a:avLst/>
          </a:prstGeom>
        </p:spPr>
      </p:pic>
      <p:sp>
        <p:nvSpPr>
          <p:cNvPr id="9" name="TextBox 8">
            <a:extLst>
              <a:ext uri="{FF2B5EF4-FFF2-40B4-BE49-F238E27FC236}">
                <a16:creationId xmlns:a16="http://schemas.microsoft.com/office/drawing/2014/main" id="{A173F526-7A43-BDC0-E786-AC0B86C66A25}"/>
              </a:ext>
            </a:extLst>
          </p:cNvPr>
          <p:cNvSpPr txBox="1"/>
          <p:nvPr/>
        </p:nvSpPr>
        <p:spPr>
          <a:xfrm>
            <a:off x="7246125" y="4003766"/>
            <a:ext cx="2779024" cy="1061829"/>
          </a:xfrm>
          <a:prstGeom prst="rect">
            <a:avLst/>
          </a:prstGeom>
          <a:solidFill>
            <a:schemeClr val="accent6"/>
          </a:solidFill>
        </p:spPr>
        <p:txBody>
          <a:bodyPr wrap="square" rtlCol="0">
            <a:spAutoFit/>
          </a:bodyPr>
          <a:lstStyle/>
          <a:p>
            <a:r>
              <a:rPr lang="en-US" sz="1050" dirty="0">
                <a:solidFill>
                  <a:schemeClr val="tx1"/>
                </a:solidFill>
              </a:rPr>
              <a:t>Speaker Notes will automatically appear in the text box on the page. To design the handout page differently, insert any additional text boxes and graphics as needed, and move the Speaker Notes box off of the page, but do not delete it. </a:t>
            </a:r>
          </a:p>
        </p:txBody>
      </p:sp>
    </p:spTree>
    <p:extLst>
      <p:ext uri="{BB962C8B-B14F-4D97-AF65-F5344CB8AC3E}">
        <p14:creationId xmlns:p14="http://schemas.microsoft.com/office/powerpoint/2010/main" val="3393915420"/>
      </p:ext>
    </p:extLst>
  </p:cSld>
  <p:clrMap bg1="lt1" tx1="dk1" bg2="lt2" tx2="dk2" accent1="accent1" accent2="accent2" accent3="accent3" accent4="accent4" accent5="accent5" accent6="accent6" hlink="hlink" folHlink="folHlink"/>
  <p:hf dt="0"/>
  <p:notesStyle>
    <a:lvl1pPr marL="0" algn="l" defTabSz="914400" rtl="0" eaLnBrk="1" latinLnBrk="0" hangingPunct="1">
      <a:spcBef>
        <a:spcPts val="900"/>
      </a:spcBef>
      <a:defRPr sz="1050" kern="1200">
        <a:solidFill>
          <a:schemeClr val="tx1"/>
        </a:solidFill>
        <a:latin typeface="+mn-lt"/>
        <a:ea typeface="+mn-ea"/>
        <a:cs typeface="+mn-cs"/>
      </a:defRPr>
    </a:lvl1pPr>
    <a:lvl2pPr marL="231775" indent="-13716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2pPr>
    <a:lvl3pPr marL="411480" indent="-13716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3pPr>
    <a:lvl4pPr marL="573088" indent="-12700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4pPr>
    <a:lvl5pPr marL="1828800" algn="l" defTabSz="914400" rtl="0" eaLnBrk="1" latinLnBrk="0" hangingPunct="1">
      <a:spcBef>
        <a:spcPts val="900"/>
      </a:spcBef>
      <a:defRPr sz="105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2" pos="432" userDrawn="1">
          <p15:clr>
            <a:srgbClr val="F26B43"/>
          </p15:clr>
        </p15:guide>
        <p15:guide id="3" pos="3888" userDrawn="1">
          <p15:clr>
            <a:srgbClr val="F26B43"/>
          </p15:clr>
        </p15:guide>
        <p15:guide id="4" orient="horz" pos="432" userDrawn="1">
          <p15:clr>
            <a:srgbClr val="F26B43"/>
          </p15:clr>
        </p15:guide>
        <p15:guide id="5" pos="2064" userDrawn="1">
          <p15:clr>
            <a:srgbClr val="F26B43"/>
          </p15:clr>
        </p15:guide>
        <p15:guide id="6" pos="225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Header Placeholder 4">
            <a:extLst>
              <a:ext uri="{FF2B5EF4-FFF2-40B4-BE49-F238E27FC236}">
                <a16:creationId xmlns:a16="http://schemas.microsoft.com/office/drawing/2014/main" id="{AD61830B-85AB-908F-E819-D770B13C7699}"/>
              </a:ext>
            </a:extLst>
          </p:cNvPr>
          <p:cNvSpPr>
            <a:spLocks noGrp="1"/>
          </p:cNvSpPr>
          <p:nvPr>
            <p:ph type="hdr" sz="quarter"/>
          </p:nvPr>
        </p:nvSpPr>
        <p:spPr>
          <a:xfrm>
            <a:off x="0" y="228600"/>
            <a:ext cx="3429000" cy="228600"/>
          </a:xfrm>
          <a:prstGeom prst="rect">
            <a:avLst/>
          </a:prstGeom>
        </p:spPr>
        <p:txBody>
          <a:bodyPr/>
          <a:lstStyle/>
          <a:p>
            <a:r>
              <a:rPr lang="en-US" dirty="0"/>
              <a:t>Presentation title</a:t>
            </a:r>
          </a:p>
        </p:txBody>
      </p:sp>
      <p:sp>
        <p:nvSpPr>
          <p:cNvPr id="6" name="Footer Placeholder 5">
            <a:extLst>
              <a:ext uri="{FF2B5EF4-FFF2-40B4-BE49-F238E27FC236}">
                <a16:creationId xmlns:a16="http://schemas.microsoft.com/office/drawing/2014/main" id="{5F2BB85D-C5E9-56A1-5B2C-F294052461D5}"/>
              </a:ext>
            </a:extLst>
          </p:cNvPr>
          <p:cNvSpPr>
            <a:spLocks noGrp="1"/>
          </p:cNvSpPr>
          <p:nvPr>
            <p:ph type="ftr" sz="quarter" idx="4"/>
          </p:nvPr>
        </p:nvSpPr>
        <p:spPr/>
        <p:txBody>
          <a:bodyPr/>
          <a:lstStyle/>
          <a:p>
            <a:r>
              <a:rPr lang="en-US" dirty="0"/>
              <a:t>© 2024 Cognizant | Private</a:t>
            </a:r>
          </a:p>
        </p:txBody>
      </p:sp>
      <p:sp>
        <p:nvSpPr>
          <p:cNvPr id="7" name="Slide Number Placeholder 6">
            <a:extLst>
              <a:ext uri="{FF2B5EF4-FFF2-40B4-BE49-F238E27FC236}">
                <a16:creationId xmlns:a16="http://schemas.microsoft.com/office/drawing/2014/main" id="{0FFF4630-F4DE-449C-EDFB-181F737A1EDF}"/>
              </a:ext>
            </a:extLst>
          </p:cNvPr>
          <p:cNvSpPr>
            <a:spLocks noGrp="1"/>
          </p:cNvSpPr>
          <p:nvPr>
            <p:ph type="sldNum" sz="quarter" idx="5"/>
          </p:nvPr>
        </p:nvSpPr>
        <p:spPr/>
        <p:txBody>
          <a:bodyPr/>
          <a:lstStyle/>
          <a:p>
            <a:fld id="{3B1EFD08-C94F-6048-8AD6-4B7ED2EB73E5}" type="slidenum">
              <a:rPr lang="en-US" smtClean="0"/>
              <a:pPr/>
              <a:t>1</a:t>
            </a:fld>
            <a:endParaRPr lang="en-US" dirty="0"/>
          </a:p>
        </p:txBody>
      </p:sp>
    </p:spTree>
    <p:extLst>
      <p:ext uri="{BB962C8B-B14F-4D97-AF65-F5344CB8AC3E}">
        <p14:creationId xmlns:p14="http://schemas.microsoft.com/office/powerpoint/2010/main" val="5804080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C3777184-81F0-E0F2-1EC9-0750B464E46C}"/>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EA061DD8-6B28-F45C-129C-A5B6E28BFA86}"/>
              </a:ext>
            </a:extLst>
          </p:cNvPr>
          <p:cNvSpPr>
            <a:spLocks noGrp="1"/>
          </p:cNvSpPr>
          <p:nvPr>
            <p:ph type="ftr" sz="quarter" idx="4"/>
          </p:nvPr>
        </p:nvSpPr>
        <p:spPr/>
        <p:txBody>
          <a:bodyPr/>
          <a:lstStyle/>
          <a:p>
            <a:r>
              <a:rPr lang="en-US"/>
              <a:t>© 2024 Cognizant | Private</a:t>
            </a:r>
          </a:p>
        </p:txBody>
      </p:sp>
      <p:sp>
        <p:nvSpPr>
          <p:cNvPr id="7" name="Slide Number Placeholder 6">
            <a:extLst>
              <a:ext uri="{FF2B5EF4-FFF2-40B4-BE49-F238E27FC236}">
                <a16:creationId xmlns:a16="http://schemas.microsoft.com/office/drawing/2014/main" id="{70599BD7-15A2-3D63-399B-63FFA4543D68}"/>
              </a:ext>
            </a:extLst>
          </p:cNvPr>
          <p:cNvSpPr>
            <a:spLocks noGrp="1"/>
          </p:cNvSpPr>
          <p:nvPr>
            <p:ph type="sldNum" sz="quarter" idx="5"/>
          </p:nvPr>
        </p:nvSpPr>
        <p:spPr/>
        <p:txBody>
          <a:bodyPr/>
          <a:lstStyle/>
          <a:p>
            <a:fld id="{3B1EFD08-C94F-6048-8AD6-4B7ED2EB73E5}" type="slidenum">
              <a:rPr lang="en-US" smtClean="0"/>
              <a:pPr/>
              <a:t>2</a:t>
            </a:fld>
            <a:endParaRPr lang="en-US"/>
          </a:p>
        </p:txBody>
      </p:sp>
    </p:spTree>
    <p:extLst>
      <p:ext uri="{BB962C8B-B14F-4D97-AF65-F5344CB8AC3E}">
        <p14:creationId xmlns:p14="http://schemas.microsoft.com/office/powerpoint/2010/main" val="20469354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19C65-B8C2-8D77-C63B-0FCBFB1677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75F3BB-427E-1529-C9C3-23B5CAC04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DCFA11-03EE-465E-916E-F451B2140AE6}"/>
              </a:ext>
            </a:extLst>
          </p:cNvPr>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5E44D2B5-EF71-FE2A-6611-3E95FA79751F}"/>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86BEDBBF-2E79-783F-ED7D-656464727E03}"/>
              </a:ext>
            </a:extLst>
          </p:cNvPr>
          <p:cNvSpPr>
            <a:spLocks noGrp="1"/>
          </p:cNvSpPr>
          <p:nvPr>
            <p:ph type="ftr" sz="quarter" idx="4"/>
          </p:nvPr>
        </p:nvSpPr>
        <p:spPr/>
        <p:txBody>
          <a:bodyPr/>
          <a:lstStyle/>
          <a:p>
            <a:r>
              <a:rPr lang="en-US"/>
              <a:t>© 2024 Cognizant | Private</a:t>
            </a:r>
          </a:p>
        </p:txBody>
      </p:sp>
      <p:sp>
        <p:nvSpPr>
          <p:cNvPr id="7" name="Slide Number Placeholder 6">
            <a:extLst>
              <a:ext uri="{FF2B5EF4-FFF2-40B4-BE49-F238E27FC236}">
                <a16:creationId xmlns:a16="http://schemas.microsoft.com/office/drawing/2014/main" id="{74224AAE-5393-1892-2AE3-21F2596FCD90}"/>
              </a:ext>
            </a:extLst>
          </p:cNvPr>
          <p:cNvSpPr>
            <a:spLocks noGrp="1"/>
          </p:cNvSpPr>
          <p:nvPr>
            <p:ph type="sldNum" sz="quarter" idx="5"/>
          </p:nvPr>
        </p:nvSpPr>
        <p:spPr/>
        <p:txBody>
          <a:bodyPr/>
          <a:lstStyle/>
          <a:p>
            <a:fld id="{3B1EFD08-C94F-6048-8AD6-4B7ED2EB73E5}" type="slidenum">
              <a:rPr lang="en-US" smtClean="0"/>
              <a:pPr/>
              <a:t>3</a:t>
            </a:fld>
            <a:endParaRPr lang="en-US"/>
          </a:p>
        </p:txBody>
      </p:sp>
    </p:spTree>
    <p:extLst>
      <p:ext uri="{BB962C8B-B14F-4D97-AF65-F5344CB8AC3E}">
        <p14:creationId xmlns:p14="http://schemas.microsoft.com/office/powerpoint/2010/main" val="41465980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4CF15-35AD-9906-6148-BD52992A31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565B2-B53A-4B2B-1C40-8003309E80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C1F31A-9478-DDFC-53BB-5E202732BB5B}"/>
              </a:ext>
            </a:extLst>
          </p:cNvPr>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D67A8028-03E5-3424-FD05-B7BDE565B234}"/>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AED976B9-70AD-3BE9-1AE8-E96C3883A587}"/>
              </a:ext>
            </a:extLst>
          </p:cNvPr>
          <p:cNvSpPr>
            <a:spLocks noGrp="1"/>
          </p:cNvSpPr>
          <p:nvPr>
            <p:ph type="ftr" sz="quarter" idx="4"/>
          </p:nvPr>
        </p:nvSpPr>
        <p:spPr/>
        <p:txBody>
          <a:bodyPr/>
          <a:lstStyle/>
          <a:p>
            <a:r>
              <a:rPr lang="en-US"/>
              <a:t>© 2024 Cognizant | Private</a:t>
            </a:r>
          </a:p>
        </p:txBody>
      </p:sp>
      <p:sp>
        <p:nvSpPr>
          <p:cNvPr id="7" name="Slide Number Placeholder 6">
            <a:extLst>
              <a:ext uri="{FF2B5EF4-FFF2-40B4-BE49-F238E27FC236}">
                <a16:creationId xmlns:a16="http://schemas.microsoft.com/office/drawing/2014/main" id="{3F9F7E60-BDE7-C0FD-130A-D72B5F499BFB}"/>
              </a:ext>
            </a:extLst>
          </p:cNvPr>
          <p:cNvSpPr>
            <a:spLocks noGrp="1"/>
          </p:cNvSpPr>
          <p:nvPr>
            <p:ph type="sldNum" sz="quarter" idx="5"/>
          </p:nvPr>
        </p:nvSpPr>
        <p:spPr/>
        <p:txBody>
          <a:bodyPr/>
          <a:lstStyle/>
          <a:p>
            <a:fld id="{3B1EFD08-C94F-6048-8AD6-4B7ED2EB73E5}" type="slidenum">
              <a:rPr lang="en-US" smtClean="0"/>
              <a:pPr/>
              <a:t>4</a:t>
            </a:fld>
            <a:endParaRPr lang="en-US"/>
          </a:p>
        </p:txBody>
      </p:sp>
    </p:spTree>
    <p:extLst>
      <p:ext uri="{BB962C8B-B14F-4D97-AF65-F5344CB8AC3E}">
        <p14:creationId xmlns:p14="http://schemas.microsoft.com/office/powerpoint/2010/main" val="1175467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3492B-AA2B-246A-20FB-E27D9BB7B5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7D3AB8-2150-55B5-DC05-FAD45B28F9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ABDB3E-522F-1F0A-A871-CAA9F459B09C}"/>
              </a:ext>
            </a:extLst>
          </p:cNvPr>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377AD0A5-78B0-604B-1112-2ED2194B93AB}"/>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F524496E-D6AD-35A8-CCBC-FCA6F8969C40}"/>
              </a:ext>
            </a:extLst>
          </p:cNvPr>
          <p:cNvSpPr>
            <a:spLocks noGrp="1"/>
          </p:cNvSpPr>
          <p:nvPr>
            <p:ph type="ftr" sz="quarter" idx="4"/>
          </p:nvPr>
        </p:nvSpPr>
        <p:spPr/>
        <p:txBody>
          <a:bodyPr/>
          <a:lstStyle/>
          <a:p>
            <a:r>
              <a:rPr lang="en-US"/>
              <a:t>© 2024 Cognizant | Private</a:t>
            </a:r>
          </a:p>
        </p:txBody>
      </p:sp>
      <p:sp>
        <p:nvSpPr>
          <p:cNvPr id="7" name="Slide Number Placeholder 6">
            <a:extLst>
              <a:ext uri="{FF2B5EF4-FFF2-40B4-BE49-F238E27FC236}">
                <a16:creationId xmlns:a16="http://schemas.microsoft.com/office/drawing/2014/main" id="{E051F9CF-2947-3891-A626-5F91C7F5EEE2}"/>
              </a:ext>
            </a:extLst>
          </p:cNvPr>
          <p:cNvSpPr>
            <a:spLocks noGrp="1"/>
          </p:cNvSpPr>
          <p:nvPr>
            <p:ph type="sldNum" sz="quarter" idx="5"/>
          </p:nvPr>
        </p:nvSpPr>
        <p:spPr/>
        <p:txBody>
          <a:bodyPr/>
          <a:lstStyle/>
          <a:p>
            <a:fld id="{3B1EFD08-C94F-6048-8AD6-4B7ED2EB73E5}" type="slidenum">
              <a:rPr lang="en-US" smtClean="0"/>
              <a:pPr/>
              <a:t>5</a:t>
            </a:fld>
            <a:endParaRPr lang="en-US"/>
          </a:p>
        </p:txBody>
      </p:sp>
    </p:spTree>
    <p:extLst>
      <p:ext uri="{BB962C8B-B14F-4D97-AF65-F5344CB8AC3E}">
        <p14:creationId xmlns:p14="http://schemas.microsoft.com/office/powerpoint/2010/main" val="13199549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B7274-F8BC-D7BA-A4EA-60FFC2AD0E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1E2035-1B98-494D-E45C-329C729B35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A32C06-00D7-CD1D-68B8-4576A4EAB1E3}"/>
              </a:ext>
            </a:extLst>
          </p:cNvPr>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E3B6B195-52BE-76A8-2A68-AC3CA91C2597}"/>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D6E4A91E-2666-4D70-5ACF-0242EB06070B}"/>
              </a:ext>
            </a:extLst>
          </p:cNvPr>
          <p:cNvSpPr>
            <a:spLocks noGrp="1"/>
          </p:cNvSpPr>
          <p:nvPr>
            <p:ph type="ftr" sz="quarter" idx="4"/>
          </p:nvPr>
        </p:nvSpPr>
        <p:spPr/>
        <p:txBody>
          <a:bodyPr/>
          <a:lstStyle/>
          <a:p>
            <a:r>
              <a:rPr lang="en-US"/>
              <a:t>© 2024 Cognizant | Private</a:t>
            </a:r>
          </a:p>
        </p:txBody>
      </p:sp>
      <p:sp>
        <p:nvSpPr>
          <p:cNvPr id="7" name="Slide Number Placeholder 6">
            <a:extLst>
              <a:ext uri="{FF2B5EF4-FFF2-40B4-BE49-F238E27FC236}">
                <a16:creationId xmlns:a16="http://schemas.microsoft.com/office/drawing/2014/main" id="{7229D5DE-1812-7ADE-F5E2-68BE14A04750}"/>
              </a:ext>
            </a:extLst>
          </p:cNvPr>
          <p:cNvSpPr>
            <a:spLocks noGrp="1"/>
          </p:cNvSpPr>
          <p:nvPr>
            <p:ph type="sldNum" sz="quarter" idx="5"/>
          </p:nvPr>
        </p:nvSpPr>
        <p:spPr/>
        <p:txBody>
          <a:bodyPr/>
          <a:lstStyle/>
          <a:p>
            <a:fld id="{3B1EFD08-C94F-6048-8AD6-4B7ED2EB73E5}" type="slidenum">
              <a:rPr lang="en-US" smtClean="0"/>
              <a:pPr/>
              <a:t>6</a:t>
            </a:fld>
            <a:endParaRPr lang="en-US"/>
          </a:p>
        </p:txBody>
      </p:sp>
    </p:spTree>
    <p:extLst>
      <p:ext uri="{BB962C8B-B14F-4D97-AF65-F5344CB8AC3E}">
        <p14:creationId xmlns:p14="http://schemas.microsoft.com/office/powerpoint/2010/main" val="8828841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1E14E-8F0D-A16B-9E79-0C94C1301D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54840-3527-6D60-1098-5DC3A99A8A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ADAB9F-50F6-8645-ADAC-823844F40257}"/>
              </a:ext>
            </a:extLst>
          </p:cNvPr>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AE615F62-6B18-70BC-60FD-AD2FFFBFAB1D}"/>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195E9B10-5A99-4683-F4A2-6A917A2C5181}"/>
              </a:ext>
            </a:extLst>
          </p:cNvPr>
          <p:cNvSpPr>
            <a:spLocks noGrp="1"/>
          </p:cNvSpPr>
          <p:nvPr>
            <p:ph type="ftr" sz="quarter" idx="4"/>
          </p:nvPr>
        </p:nvSpPr>
        <p:spPr/>
        <p:txBody>
          <a:bodyPr/>
          <a:lstStyle/>
          <a:p>
            <a:r>
              <a:rPr lang="en-US"/>
              <a:t>© 2024 Cognizant | Private</a:t>
            </a:r>
          </a:p>
        </p:txBody>
      </p:sp>
      <p:sp>
        <p:nvSpPr>
          <p:cNvPr id="7" name="Slide Number Placeholder 6">
            <a:extLst>
              <a:ext uri="{FF2B5EF4-FFF2-40B4-BE49-F238E27FC236}">
                <a16:creationId xmlns:a16="http://schemas.microsoft.com/office/drawing/2014/main" id="{35A18532-0EA9-6700-E90E-F735435896E5}"/>
              </a:ext>
            </a:extLst>
          </p:cNvPr>
          <p:cNvSpPr>
            <a:spLocks noGrp="1"/>
          </p:cNvSpPr>
          <p:nvPr>
            <p:ph type="sldNum" sz="quarter" idx="5"/>
          </p:nvPr>
        </p:nvSpPr>
        <p:spPr/>
        <p:txBody>
          <a:bodyPr/>
          <a:lstStyle/>
          <a:p>
            <a:fld id="{3B1EFD08-C94F-6048-8AD6-4B7ED2EB73E5}" type="slidenum">
              <a:rPr lang="en-US" smtClean="0"/>
              <a:pPr/>
              <a:t>7</a:t>
            </a:fld>
            <a:endParaRPr lang="en-US"/>
          </a:p>
        </p:txBody>
      </p:sp>
    </p:spTree>
    <p:extLst>
      <p:ext uri="{BB962C8B-B14F-4D97-AF65-F5344CB8AC3E}">
        <p14:creationId xmlns:p14="http://schemas.microsoft.com/office/powerpoint/2010/main" val="32613347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COVER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600379" y="2407182"/>
            <a:ext cx="8991244"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COVERS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334358417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ver 1">
    <p:bg bwMode="auto">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8B373-B954-E6CF-C9C8-9AC20DDB2431}"/>
              </a:ext>
            </a:extLst>
          </p:cNvPr>
          <p:cNvSpPr>
            <a:spLocks noGrp="1"/>
          </p:cNvSpPr>
          <p:nvPr>
            <p:ph type="ctrTitle" hasCustomPrompt="1"/>
          </p:nvPr>
        </p:nvSpPr>
        <p:spPr bwMode="white">
          <a:xfrm>
            <a:off x="1005839" y="2936367"/>
            <a:ext cx="4023360" cy="997196"/>
          </a:xfrm>
        </p:spPr>
        <p:txBody>
          <a:bodyPr anchor="b"/>
          <a:lstStyle>
            <a:lvl1pPr algn="l">
              <a:defRPr sz="3600" b="1"/>
            </a:lvl1pPr>
          </a:lstStyle>
          <a:p>
            <a:r>
              <a:rPr lang="en-US" dirty="0"/>
              <a:t>Click to add title Arial 36pt bold</a:t>
            </a:r>
          </a:p>
        </p:txBody>
      </p:sp>
      <p:sp>
        <p:nvSpPr>
          <p:cNvPr id="3" name="Subtitle 2">
            <a:extLst>
              <a:ext uri="{FF2B5EF4-FFF2-40B4-BE49-F238E27FC236}">
                <a16:creationId xmlns:a16="http://schemas.microsoft.com/office/drawing/2014/main" id="{0C972F9C-09A7-DBD8-2D67-0D748097DF24}"/>
              </a:ext>
            </a:extLst>
          </p:cNvPr>
          <p:cNvSpPr>
            <a:spLocks noGrp="1"/>
          </p:cNvSpPr>
          <p:nvPr>
            <p:ph type="subTitle" idx="1" hasCustomPrompt="1"/>
          </p:nvPr>
        </p:nvSpPr>
        <p:spPr bwMode="white">
          <a:xfrm>
            <a:off x="1005839" y="4187952"/>
            <a:ext cx="4023360" cy="332399"/>
          </a:xfrm>
        </p:spPr>
        <p:txBody>
          <a:bodyPr>
            <a:spAutoFit/>
          </a:bodyPr>
          <a:lstStyle>
            <a:lvl1pPr marL="0" indent="0" algn="l">
              <a:lnSpc>
                <a:spcPct val="90000"/>
              </a:lnSpc>
              <a:buNone/>
              <a:defRPr sz="24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6" name="Text Placeholder 15">
            <a:extLst>
              <a:ext uri="{FF2B5EF4-FFF2-40B4-BE49-F238E27FC236}">
                <a16:creationId xmlns:a16="http://schemas.microsoft.com/office/drawing/2014/main" id="{368BAD18-89D3-751D-5AD5-9D192969E4B8}"/>
              </a:ext>
            </a:extLst>
          </p:cNvPr>
          <p:cNvSpPr>
            <a:spLocks noGrp="1"/>
          </p:cNvSpPr>
          <p:nvPr>
            <p:ph type="body" sz="quarter" idx="13" hasCustomPrompt="1"/>
          </p:nvPr>
        </p:nvSpPr>
        <p:spPr bwMode="white">
          <a:xfrm>
            <a:off x="1005840" y="5221923"/>
            <a:ext cx="4023360" cy="187359"/>
          </a:xfrm>
        </p:spPr>
        <p:txBody>
          <a:bodyPr>
            <a:spAutoFit/>
          </a:bodyPr>
          <a:lstStyle>
            <a:lvl1pPr marL="0" indent="0">
              <a:buNone/>
              <a:defRPr sz="1200"/>
            </a:lvl1pPr>
          </a:lstStyle>
          <a:p>
            <a:pPr lvl="0"/>
            <a:r>
              <a:rPr lang="en-US" dirty="0"/>
              <a:t>Click to add date</a:t>
            </a:r>
          </a:p>
        </p:txBody>
      </p:sp>
      <p:pic>
        <p:nvPicPr>
          <p:cNvPr id="5" name="Cognizant Logo_rgb_rev_2023">
            <a:extLst>
              <a:ext uri="{FF2B5EF4-FFF2-40B4-BE49-F238E27FC236}">
                <a16:creationId xmlns:a16="http://schemas.microsoft.com/office/drawing/2014/main" id="{6D31EA89-5C1D-DE6B-0A5E-E426A85A669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7141" y="534665"/>
            <a:ext cx="1783080" cy="312988"/>
          </a:xfrm>
          <a:prstGeom prst="rect">
            <a:avLst/>
          </a:prstGeom>
        </p:spPr>
      </p:pic>
      <p:sp>
        <p:nvSpPr>
          <p:cNvPr id="4" name="Date Placeholder 3">
            <a:extLst>
              <a:ext uri="{FF2B5EF4-FFF2-40B4-BE49-F238E27FC236}">
                <a16:creationId xmlns:a16="http://schemas.microsoft.com/office/drawing/2014/main" id="{F704D708-80D4-E81A-396C-38F535D61CAA}"/>
              </a:ext>
            </a:extLst>
          </p:cNvPr>
          <p:cNvSpPr>
            <a:spLocks noGrp="1"/>
          </p:cNvSpPr>
          <p:nvPr>
            <p:ph type="dt" sz="half" idx="14"/>
          </p:nvPr>
        </p:nvSpPr>
        <p:spPr bwMode="white"/>
        <p:txBody>
          <a:bodyPr/>
          <a:lstStyle/>
          <a:p>
            <a:fld id="{C654E610-DB42-4088-BCAC-33270A5A4A3B}" type="datetime1">
              <a:rPr lang="en-US" smtClean="0"/>
              <a:t>1/8/2026</a:t>
            </a:fld>
            <a:endParaRPr lang="en-US" dirty="0"/>
          </a:p>
        </p:txBody>
      </p:sp>
      <p:sp>
        <p:nvSpPr>
          <p:cNvPr id="6" name="Footer Placeholder 5">
            <a:extLst>
              <a:ext uri="{FF2B5EF4-FFF2-40B4-BE49-F238E27FC236}">
                <a16:creationId xmlns:a16="http://schemas.microsoft.com/office/drawing/2014/main" id="{A7F602FB-08B6-9224-2ED9-82E1EB902A97}"/>
              </a:ext>
            </a:extLst>
          </p:cNvPr>
          <p:cNvSpPr>
            <a:spLocks noGrp="1"/>
          </p:cNvSpPr>
          <p:nvPr>
            <p:ph type="ftr" sz="quarter" idx="15"/>
          </p:nvPr>
        </p:nvSpPr>
        <p:spPr bwMode="white">
          <a:xfrm>
            <a:off x="1005840" y="6400800"/>
            <a:ext cx="1371600" cy="228600"/>
          </a:xfrm>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C08A7654-3A43-87A9-ABBA-350B88EB467E}"/>
              </a:ext>
            </a:extLst>
          </p:cNvPr>
          <p:cNvSpPr>
            <a:spLocks noGrp="1"/>
          </p:cNvSpPr>
          <p:nvPr>
            <p:ph type="sldNum" sz="quarter" idx="16"/>
          </p:nvPr>
        </p:nvSpPr>
        <p:spPr bwMode="white"/>
        <p:txBody>
          <a:bodyPr/>
          <a:lstStyle/>
          <a:p>
            <a:fld id="{38826FC0-333C-E549-9FA3-0EE43DF298A3}" type="slidenum">
              <a:rPr lang="en-US" smtClean="0"/>
              <a:pPr/>
              <a:t>‹#›</a:t>
            </a:fld>
            <a:endParaRPr lang="en-US" dirty="0"/>
          </a:p>
        </p:txBody>
      </p:sp>
      <p:pic>
        <p:nvPicPr>
          <p:cNvPr id="14" name="Picture 13">
            <a:extLst>
              <a:ext uri="{FF2B5EF4-FFF2-40B4-BE49-F238E27FC236}">
                <a16:creationId xmlns:a16="http://schemas.microsoft.com/office/drawing/2014/main" id="{D0F03245-CDE7-48AA-BD1B-F0D6935521F6}"/>
              </a:ext>
            </a:extLst>
          </p:cNvPr>
          <p:cNvPicPr>
            <a:picLocks noChangeAspect="1"/>
          </p:cNvPicPr>
          <p:nvPr/>
        </p:nvPicPr>
        <p:blipFill rotWithShape="1">
          <a:blip r:embed="rId4">
            <a:alphaModFix/>
          </a:blip>
          <a:srcRect l="-2" r="-9" b="23"/>
          <a:stretch/>
        </p:blipFill>
        <p:spPr>
          <a:xfrm>
            <a:off x="5221960" y="-2"/>
            <a:ext cx="6970040" cy="6858002"/>
          </a:xfrm>
          <a:prstGeom prst="rect">
            <a:avLst/>
          </a:prstGeom>
        </p:spPr>
      </p:pic>
    </p:spTree>
    <p:extLst>
      <p:ext uri="{BB962C8B-B14F-4D97-AF65-F5344CB8AC3E}">
        <p14:creationId xmlns:p14="http://schemas.microsoft.com/office/powerpoint/2010/main" val="8384312"/>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Cover 2">
    <p:bg>
      <p:bgRef idx="1001">
        <a:schemeClr val="bg2"/>
      </p:bgRef>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BF4556C-7350-8344-8FD3-376E341E16C7}"/>
              </a:ext>
            </a:extLst>
          </p:cNvPr>
          <p:cNvSpPr>
            <a:spLocks noGrp="1"/>
          </p:cNvSpPr>
          <p:nvPr>
            <p:ph type="ctrTitle" hasCustomPrompt="1"/>
          </p:nvPr>
        </p:nvSpPr>
        <p:spPr>
          <a:xfrm>
            <a:off x="1005840" y="2431804"/>
            <a:ext cx="8712200" cy="997196"/>
          </a:xfrm>
        </p:spPr>
        <p:txBody>
          <a:bodyPr anchor="b">
            <a:spAutoFit/>
          </a:bodyPr>
          <a:lstStyle>
            <a:lvl1pPr algn="l">
              <a:defRPr sz="3600" b="1">
                <a:solidFill>
                  <a:schemeClr val="tx2"/>
                </a:solidFill>
              </a:defRPr>
            </a:lvl1pPr>
          </a:lstStyle>
          <a:p>
            <a:r>
              <a:rPr lang="en-US" dirty="0"/>
              <a:t>Click to add extra long presentation </a:t>
            </a:r>
            <a:br>
              <a:rPr lang="en-US" dirty="0"/>
            </a:br>
            <a:r>
              <a:rPr lang="en-US" dirty="0"/>
              <a:t>title Arial 36pt bold</a:t>
            </a:r>
          </a:p>
        </p:txBody>
      </p:sp>
      <p:sp>
        <p:nvSpPr>
          <p:cNvPr id="17" name="Subtitle 2">
            <a:extLst>
              <a:ext uri="{FF2B5EF4-FFF2-40B4-BE49-F238E27FC236}">
                <a16:creationId xmlns:a16="http://schemas.microsoft.com/office/drawing/2014/main" id="{57AC9073-4735-234C-8722-537F8383011D}"/>
              </a:ext>
            </a:extLst>
          </p:cNvPr>
          <p:cNvSpPr>
            <a:spLocks noGrp="1"/>
          </p:cNvSpPr>
          <p:nvPr>
            <p:ph type="subTitle" idx="1" hasCustomPrompt="1"/>
          </p:nvPr>
        </p:nvSpPr>
        <p:spPr>
          <a:xfrm>
            <a:off x="1005840" y="3885739"/>
            <a:ext cx="8712200" cy="276999"/>
          </a:xfrm>
          <a:prstGeom prst="rect">
            <a:avLst/>
          </a:prstGeom>
        </p:spPr>
        <p:txBody>
          <a:bodyPr wrap="square" lIns="0" tIns="0" rIns="0" bIns="0">
            <a:spAutoFit/>
          </a:bodyPr>
          <a:lstStyle>
            <a:lvl1pPr marL="0" indent="0" algn="l">
              <a:lnSpc>
                <a:spcPct val="90000"/>
              </a:lnSpc>
              <a:buNone/>
              <a:defRPr sz="20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sp>
        <p:nvSpPr>
          <p:cNvPr id="18" name="Text Placeholder 2">
            <a:extLst>
              <a:ext uri="{FF2B5EF4-FFF2-40B4-BE49-F238E27FC236}">
                <a16:creationId xmlns:a16="http://schemas.microsoft.com/office/drawing/2014/main" id="{FBEE8D4C-39E3-9745-8EF7-EE363873ECE4}"/>
              </a:ext>
            </a:extLst>
          </p:cNvPr>
          <p:cNvSpPr>
            <a:spLocks noGrp="1"/>
          </p:cNvSpPr>
          <p:nvPr>
            <p:ph type="body" idx="12" hasCustomPrompt="1"/>
          </p:nvPr>
        </p:nvSpPr>
        <p:spPr>
          <a:xfrm>
            <a:off x="1005840" y="5221922"/>
            <a:ext cx="4023360" cy="187359"/>
          </a:xfrm>
          <a:prstGeom prst="rect">
            <a:avLst/>
          </a:prstGeom>
        </p:spPr>
        <p:txBody>
          <a:bodyPr wrap="none">
            <a:spAutoFit/>
          </a:bodyPr>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add date</a:t>
            </a:r>
          </a:p>
        </p:txBody>
      </p:sp>
      <p:pic>
        <p:nvPicPr>
          <p:cNvPr id="2" name="Cognizant Logo_rgb_rev_2023">
            <a:extLst>
              <a:ext uri="{FF2B5EF4-FFF2-40B4-BE49-F238E27FC236}">
                <a16:creationId xmlns:a16="http://schemas.microsoft.com/office/drawing/2014/main" id="{A289B6B7-484E-820F-55A6-B545B1D7FEA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invGray">
          <a:xfrm>
            <a:off x="376990" y="1095300"/>
            <a:ext cx="2624328" cy="460654"/>
          </a:xfrm>
          <a:prstGeom prst="rect">
            <a:avLst/>
          </a:prstGeom>
        </p:spPr>
      </p:pic>
      <p:sp>
        <p:nvSpPr>
          <p:cNvPr id="5" name="Date Placeholder 4">
            <a:extLst>
              <a:ext uri="{FF2B5EF4-FFF2-40B4-BE49-F238E27FC236}">
                <a16:creationId xmlns:a16="http://schemas.microsoft.com/office/drawing/2014/main" id="{7ED7D619-D61B-E60B-63C9-B090CABB0105}"/>
              </a:ext>
            </a:extLst>
          </p:cNvPr>
          <p:cNvSpPr>
            <a:spLocks noGrp="1"/>
          </p:cNvSpPr>
          <p:nvPr>
            <p:ph type="dt" sz="half" idx="13"/>
          </p:nvPr>
        </p:nvSpPr>
        <p:spPr/>
        <p:txBody>
          <a:bodyPr/>
          <a:lstStyle/>
          <a:p>
            <a:fld id="{295A92A4-D239-4DAC-83D7-9560A78607E9}" type="datetime1">
              <a:rPr lang="en-US" smtClean="0"/>
              <a:t>1/8/2026</a:t>
            </a:fld>
            <a:endParaRPr lang="en-US" dirty="0"/>
          </a:p>
        </p:txBody>
      </p:sp>
      <p:sp>
        <p:nvSpPr>
          <p:cNvPr id="6" name="Footer Placeholder 5">
            <a:extLst>
              <a:ext uri="{FF2B5EF4-FFF2-40B4-BE49-F238E27FC236}">
                <a16:creationId xmlns:a16="http://schemas.microsoft.com/office/drawing/2014/main" id="{70F51BFC-5EC2-9CD1-7F12-40FA9671C977}"/>
              </a:ext>
            </a:extLst>
          </p:cNvPr>
          <p:cNvSpPr>
            <a:spLocks noGrp="1"/>
          </p:cNvSpPr>
          <p:nvPr>
            <p:ph type="ftr" sz="quarter" idx="14"/>
          </p:nvPr>
        </p:nvSpPr>
        <p:spPr>
          <a:xfrm>
            <a:off x="1005840" y="6400800"/>
            <a:ext cx="1371600" cy="228600"/>
          </a:xfrm>
        </p:spPr>
        <p:txBody>
          <a:bodyPr/>
          <a:lstStyle/>
          <a:p>
            <a:r>
              <a:rPr lang="en-US"/>
              <a:t>© 2025–2027 Cognizant | Private</a:t>
            </a:r>
            <a:endParaRPr lang="en-US" dirty="0"/>
          </a:p>
        </p:txBody>
      </p:sp>
      <p:sp>
        <p:nvSpPr>
          <p:cNvPr id="7" name="Slide Number Placeholder 6">
            <a:extLst>
              <a:ext uri="{FF2B5EF4-FFF2-40B4-BE49-F238E27FC236}">
                <a16:creationId xmlns:a16="http://schemas.microsoft.com/office/drawing/2014/main" id="{5A2E8399-6911-0E44-17E5-8C2D8297AA27}"/>
              </a:ext>
            </a:extLst>
          </p:cNvPr>
          <p:cNvSpPr>
            <a:spLocks noGrp="1"/>
          </p:cNvSpPr>
          <p:nvPr>
            <p:ph type="sldNum" sz="quarter" idx="1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9631327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Agenda - ligh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1" y="2930402"/>
            <a:ext cx="4754880" cy="997196"/>
          </a:xfrm>
        </p:spPr>
        <p:txBody>
          <a:bodyPr anchor="ctr"/>
          <a:lstStyle>
            <a:lvl1pPr algn="l">
              <a:defRPr sz="3600"/>
            </a:lvl1pPr>
          </a:lstStyle>
          <a:p>
            <a:r>
              <a:rPr lang="en-US" dirty="0"/>
              <a:t>Click to add agenda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6096000" y="914400"/>
            <a:ext cx="5635752" cy="5029200"/>
          </a:xfrm>
        </p:spPr>
        <p:txBody>
          <a:bodyPr anchor="ctr">
            <a:noAutofit/>
          </a:bodyPr>
          <a:lstStyle>
            <a:lvl1pPr marL="457200" indent="-457200">
              <a:spcBef>
                <a:spcPts val="900"/>
              </a:spcBef>
              <a:spcAft>
                <a:spcPts val="0"/>
              </a:spcAft>
              <a:buClrTx/>
              <a:buFont typeface="+mj-lt"/>
              <a:buAutoNum type="arabicPeriod"/>
              <a:defRPr sz="2000"/>
            </a:lvl1pPr>
            <a:lvl2pPr marL="731520" indent="-228600">
              <a:spcBef>
                <a:spcPts val="600"/>
              </a:spcBef>
              <a:spcAft>
                <a:spcPts val="0"/>
              </a:spcAft>
              <a:buClrTx/>
              <a:buFont typeface="Arial" panose="020B0604020202020204" pitchFamily="34" charset="0"/>
              <a:buChar char="•"/>
              <a:tabLst/>
              <a:defRPr sz="1600"/>
            </a:lvl2pPr>
            <a:lvl3pPr marL="1005840" indent="-228600">
              <a:spcBef>
                <a:spcPts val="600"/>
              </a:spcBef>
              <a:spcAft>
                <a:spcPts val="0"/>
              </a:spcAft>
              <a:buClrTx/>
              <a:buFont typeface="Arial" panose="020B0604020202020204" pitchFamily="34" charset="0"/>
              <a:buChar char="•"/>
              <a:tabLst/>
              <a:defRPr sz="1400"/>
            </a:lvl3pPr>
            <a:lvl4pPr marL="1051560" indent="-228600">
              <a:spcBef>
                <a:spcPts val="900"/>
              </a:spcBef>
              <a:buFont typeface="+mj-lt"/>
              <a:buAutoNum type="arabicPeriod"/>
              <a:defRPr sz="1400"/>
            </a:lvl4pPr>
            <a:lvl5pPr marL="1325880" indent="-228600">
              <a:spcBef>
                <a:spcPts val="900"/>
              </a:spcBef>
              <a:buFont typeface="+mj-lt"/>
              <a:buAutoNum type="arabicPeriod"/>
              <a:defRPr sz="1400"/>
            </a:lvl5pPr>
          </a:lstStyle>
          <a:p>
            <a:pPr lvl="0"/>
            <a:r>
              <a:rPr lang="en-US" dirty="0"/>
              <a:t>Click to add content</a:t>
            </a:r>
          </a:p>
          <a:p>
            <a:pPr lvl="1"/>
            <a:r>
              <a:rPr lang="en-US" dirty="0"/>
              <a:t>2nd level text</a:t>
            </a:r>
          </a:p>
          <a:p>
            <a:pPr lvl="2"/>
            <a:r>
              <a:rPr lang="en-US" dirty="0"/>
              <a:t>3rd level text</a:t>
            </a:r>
          </a:p>
        </p:txBody>
      </p:sp>
      <p:cxnSp>
        <p:nvCxnSpPr>
          <p:cNvPr id="9" name="Straight Connector 8">
            <a:extLst>
              <a:ext uri="{FF2B5EF4-FFF2-40B4-BE49-F238E27FC236}">
                <a16:creationId xmlns:a16="http://schemas.microsoft.com/office/drawing/2014/main" id="{06654D8E-53D7-24EA-BE00-553663804946}"/>
              </a:ext>
            </a:extLst>
          </p:cNvPr>
          <p:cNvCxnSpPr>
            <a:cxnSpLocks/>
          </p:cNvCxnSpPr>
          <p:nvPr/>
        </p:nvCxnSpPr>
        <p:spPr>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4" name="Date Placeholder 3">
            <a:extLst>
              <a:ext uri="{FF2B5EF4-FFF2-40B4-BE49-F238E27FC236}">
                <a16:creationId xmlns:a16="http://schemas.microsoft.com/office/drawing/2014/main" id="{31347B8F-702B-F8D2-3BCF-E1C9AEB86CEC}"/>
              </a:ext>
            </a:extLst>
          </p:cNvPr>
          <p:cNvSpPr>
            <a:spLocks noGrp="1"/>
          </p:cNvSpPr>
          <p:nvPr>
            <p:ph type="dt" sz="half" idx="10"/>
          </p:nvPr>
        </p:nvSpPr>
        <p:spPr/>
        <p:txBody>
          <a:bodyPr/>
          <a:lstStyle/>
          <a:p>
            <a:fld id="{7BD0C447-63DF-4D3E-8633-1F74B6350F13}" type="datetime1">
              <a:rPr lang="en-US" smtClean="0"/>
              <a:t>1/8/2026</a:t>
            </a:fld>
            <a:endParaRPr lang="en-US" dirty="0"/>
          </a:p>
        </p:txBody>
      </p:sp>
      <p:sp>
        <p:nvSpPr>
          <p:cNvPr id="8" name="Footer Placeholder 7">
            <a:extLst>
              <a:ext uri="{FF2B5EF4-FFF2-40B4-BE49-F238E27FC236}">
                <a16:creationId xmlns:a16="http://schemas.microsoft.com/office/drawing/2014/main" id="{2D295671-87C9-E086-9979-83CE71CF0FF1}"/>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3DF2403-9115-12D2-6006-6F820363A79D}"/>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5" name="Straight Connector 4">
            <a:extLst>
              <a:ext uri="{FF2B5EF4-FFF2-40B4-BE49-F238E27FC236}">
                <a16:creationId xmlns:a16="http://schemas.microsoft.com/office/drawing/2014/main" id="{46BFA7A6-B1A7-45E7-3AC5-3E0FB62C8ACD}"/>
              </a:ext>
            </a:extLst>
          </p:cNvPr>
          <p:cNvCxnSpPr>
            <a:cxnSpLocks/>
          </p:cNvCxnSpPr>
          <p:nvPr/>
        </p:nvCxnSpPr>
        <p:spPr>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4722089"/>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Agenda - dark">
    <p:bg bwMode="ltGray">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bwMode="white">
          <a:xfrm>
            <a:off x="457201" y="2930402"/>
            <a:ext cx="4754880" cy="997196"/>
          </a:xfrm>
        </p:spPr>
        <p:txBody>
          <a:bodyPr anchor="ctr"/>
          <a:lstStyle>
            <a:lvl1pPr algn="l">
              <a:defRPr sz="3600"/>
            </a:lvl1pPr>
          </a:lstStyle>
          <a:p>
            <a:r>
              <a:rPr lang="en-US" dirty="0"/>
              <a:t>Click to add agenda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bwMode="white">
          <a:xfrm>
            <a:off x="6096000" y="914400"/>
            <a:ext cx="5635752" cy="5029200"/>
          </a:xfrm>
        </p:spPr>
        <p:txBody>
          <a:bodyPr anchor="ctr">
            <a:noAutofit/>
          </a:bodyPr>
          <a:lstStyle>
            <a:lvl1pPr marL="457200" indent="-457200">
              <a:spcBef>
                <a:spcPts val="900"/>
              </a:spcBef>
              <a:spcAft>
                <a:spcPts val="0"/>
              </a:spcAft>
              <a:buClrTx/>
              <a:buFont typeface="+mj-lt"/>
              <a:buAutoNum type="arabicPeriod"/>
              <a:defRPr sz="2000"/>
            </a:lvl1pPr>
            <a:lvl2pPr marL="731520" indent="-228600">
              <a:spcBef>
                <a:spcPts val="600"/>
              </a:spcBef>
              <a:spcAft>
                <a:spcPts val="0"/>
              </a:spcAft>
              <a:buClrTx/>
              <a:buFont typeface="Arial" panose="020B0604020202020204" pitchFamily="34" charset="0"/>
              <a:buChar char="•"/>
              <a:tabLst/>
              <a:defRPr sz="1600"/>
            </a:lvl2pPr>
            <a:lvl3pPr marL="1005840" indent="-228600">
              <a:spcBef>
                <a:spcPts val="600"/>
              </a:spcBef>
              <a:spcAft>
                <a:spcPts val="0"/>
              </a:spcAft>
              <a:buClrTx/>
              <a:buFont typeface="Arial" panose="020B0604020202020204" pitchFamily="34" charset="0"/>
              <a:buChar char="•"/>
              <a:tabLst/>
              <a:defRPr sz="1400"/>
            </a:lvl3pPr>
            <a:lvl4pPr marL="1051560" indent="-228600">
              <a:spcBef>
                <a:spcPts val="900"/>
              </a:spcBef>
              <a:buFont typeface="+mj-lt"/>
              <a:buAutoNum type="arabicPeriod"/>
              <a:defRPr sz="1400"/>
            </a:lvl4pPr>
            <a:lvl5pPr marL="1325880" indent="-228600">
              <a:spcBef>
                <a:spcPts val="900"/>
              </a:spcBef>
              <a:buFont typeface="+mj-lt"/>
              <a:buAutoNum type="arabicPeriod"/>
              <a:defRPr sz="1400"/>
            </a:lvl5pPr>
          </a:lstStyle>
          <a:p>
            <a:pPr lvl="0"/>
            <a:r>
              <a:rPr lang="en-US" dirty="0"/>
              <a:t>Click to add text</a:t>
            </a:r>
          </a:p>
          <a:p>
            <a:pPr lvl="1"/>
            <a:r>
              <a:rPr lang="en-US" dirty="0"/>
              <a:t>Second level</a:t>
            </a:r>
          </a:p>
          <a:p>
            <a:pPr lvl="2"/>
            <a:r>
              <a:rPr lang="en-US" dirty="0"/>
              <a:t>Third level</a:t>
            </a:r>
          </a:p>
        </p:txBody>
      </p:sp>
      <p:cxnSp>
        <p:nvCxnSpPr>
          <p:cNvPr id="9" name="Straight Connector 8">
            <a:extLst>
              <a:ext uri="{FF2B5EF4-FFF2-40B4-BE49-F238E27FC236}">
                <a16:creationId xmlns:a16="http://schemas.microsoft.com/office/drawing/2014/main" id="{06654D8E-53D7-24EA-BE00-553663804946}"/>
              </a:ext>
            </a:extLst>
          </p:cNvPr>
          <p:cNvCxnSpPr>
            <a:cxnSpLocks/>
          </p:cNvCxnSpPr>
          <p:nvPr/>
        </p:nvCxnSpPr>
        <p:spPr bwMode="white">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10" name="Date Placeholder 9">
            <a:extLst>
              <a:ext uri="{FF2B5EF4-FFF2-40B4-BE49-F238E27FC236}">
                <a16:creationId xmlns:a16="http://schemas.microsoft.com/office/drawing/2014/main" id="{3721A195-6B8B-725F-D366-5DEA3DB95C6B}"/>
              </a:ext>
            </a:extLst>
          </p:cNvPr>
          <p:cNvSpPr>
            <a:spLocks noGrp="1"/>
          </p:cNvSpPr>
          <p:nvPr>
            <p:ph type="dt" sz="half" idx="10"/>
          </p:nvPr>
        </p:nvSpPr>
        <p:spPr bwMode="white"/>
        <p:txBody>
          <a:bodyPr/>
          <a:lstStyle/>
          <a:p>
            <a:fld id="{35804F47-C571-497F-BD65-F5BF142AEBFB}" type="datetime1">
              <a:rPr lang="en-US" smtClean="0"/>
              <a:t>1/8/2026</a:t>
            </a:fld>
            <a:endParaRPr lang="en-US" dirty="0"/>
          </a:p>
        </p:txBody>
      </p:sp>
      <p:sp>
        <p:nvSpPr>
          <p:cNvPr id="11" name="Footer Placeholder 10">
            <a:extLst>
              <a:ext uri="{FF2B5EF4-FFF2-40B4-BE49-F238E27FC236}">
                <a16:creationId xmlns:a16="http://schemas.microsoft.com/office/drawing/2014/main" id="{0526A62E-F7DF-7CEE-ED9A-0CD867A6E84B}"/>
              </a:ext>
            </a:extLst>
          </p:cNvPr>
          <p:cNvSpPr>
            <a:spLocks noGrp="1"/>
          </p:cNvSpPr>
          <p:nvPr>
            <p:ph type="ftr" sz="quarter" idx="11"/>
          </p:nvPr>
        </p:nvSpPr>
        <p:spPr bwMode="white"/>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7A014AE8-178B-A9BA-EAEA-F7363ADD19D1}"/>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cxnSp>
        <p:nvCxnSpPr>
          <p:cNvPr id="4" name="Straight Connector 3">
            <a:extLst>
              <a:ext uri="{FF2B5EF4-FFF2-40B4-BE49-F238E27FC236}">
                <a16:creationId xmlns:a16="http://schemas.microsoft.com/office/drawing/2014/main" id="{02972682-3F2E-080B-6434-DA84A8F99BEB}"/>
              </a:ext>
            </a:extLst>
          </p:cNvPr>
          <p:cNvCxnSpPr>
            <a:cxnSpLocks/>
          </p:cNvCxnSpPr>
          <p:nvPr/>
        </p:nvCxnSpPr>
        <p:spPr bwMode="white">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pic>
        <p:nvPicPr>
          <p:cNvPr id="5" name="Cognizant Logo_rgb_rev_2023" descr="Cognizant logo reversed, SVG format">
            <a:extLst>
              <a:ext uri="{FF2B5EF4-FFF2-40B4-BE49-F238E27FC236}">
                <a16:creationId xmlns:a16="http://schemas.microsoft.com/office/drawing/2014/main" id="{EC1DBD74-512D-7084-97CF-8AB4F27F93C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947480793"/>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02199" y="-16933"/>
            <a:ext cx="7307799" cy="6874933"/>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hasCustomPrompt="1"/>
          </p:nvPr>
        </p:nvSpPr>
        <p:spPr>
          <a:xfrm>
            <a:off x="1005840" y="2563670"/>
            <a:ext cx="6969760" cy="1477328"/>
          </a:xfrm>
        </p:spPr>
        <p:txBody>
          <a:bodyPr wrap="square" anchor="b" anchorCtr="0">
            <a:spAutoFit/>
          </a:bodyPr>
          <a:lstStyle>
            <a:lvl1pPr algn="l">
              <a:lnSpc>
                <a:spcPct val="80000"/>
              </a:lnSpc>
              <a:defRPr sz="6000" b="1">
                <a:solidFill>
                  <a:schemeClr val="tx1"/>
                </a:solidFill>
              </a:defRPr>
            </a:lvl1pPr>
          </a:lstStyle>
          <a:p>
            <a:r>
              <a:rPr lang="en-US" dirty="0"/>
              <a:t>Click to add thank you Arial 60pt bold</a:t>
            </a:r>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hasCustomPrompt="1"/>
          </p:nvPr>
        </p:nvSpPr>
        <p:spPr>
          <a:xfrm>
            <a:off x="1005839" y="4187952"/>
            <a:ext cx="6969759" cy="738664"/>
          </a:xfrm>
          <a:prstGeom prst="rect">
            <a:avLst/>
          </a:prstGeom>
        </p:spPr>
        <p:txBody>
          <a:bodyPr wrap="square">
            <a:spAutoFit/>
          </a:bodyPr>
          <a:lstStyle>
            <a:lvl1pPr marL="0" indent="0">
              <a:lnSpc>
                <a:spcPct val="100000"/>
              </a:lnSpc>
              <a:buNone/>
              <a:defRPr sz="2400"/>
            </a:lvl1pPr>
          </a:lstStyle>
          <a:p>
            <a:r>
              <a:rPr lang="en-US" dirty="0"/>
              <a:t>Presenter’s name will go here</a:t>
            </a:r>
            <a:br>
              <a:rPr lang="en-US" dirty="0"/>
            </a:br>
            <a:r>
              <a:rPr lang="en-US" dirty="0"/>
              <a:t>Contact information will go here</a:t>
            </a:r>
          </a:p>
        </p:txBody>
      </p:sp>
      <p:pic>
        <p:nvPicPr>
          <p:cNvPr id="4" name="Cognizant Logo_rgb_pos_2023">
            <a:extLst>
              <a:ext uri="{FF2B5EF4-FFF2-40B4-BE49-F238E27FC236}">
                <a16:creationId xmlns:a16="http://schemas.microsoft.com/office/drawing/2014/main" id="{933CBE7C-62A0-B842-444A-9CB149FE479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7141" y="536757"/>
            <a:ext cx="1771158" cy="310896"/>
          </a:xfrm>
          <a:prstGeom prst="rect">
            <a:avLst/>
          </a:prstGeom>
        </p:spPr>
      </p:pic>
      <p:sp>
        <p:nvSpPr>
          <p:cNvPr id="8" name="Date Placeholder 7">
            <a:extLst>
              <a:ext uri="{FF2B5EF4-FFF2-40B4-BE49-F238E27FC236}">
                <a16:creationId xmlns:a16="http://schemas.microsoft.com/office/drawing/2014/main" id="{63AB218E-6446-9119-F020-EA0226D5EA00}"/>
              </a:ext>
            </a:extLst>
          </p:cNvPr>
          <p:cNvSpPr>
            <a:spLocks noGrp="1"/>
          </p:cNvSpPr>
          <p:nvPr>
            <p:ph type="dt" sz="half" idx="14"/>
          </p:nvPr>
        </p:nvSpPr>
        <p:spPr/>
        <p:txBody>
          <a:bodyPr/>
          <a:lstStyle/>
          <a:p>
            <a:fld id="{FC49663A-D29C-4B22-94EC-2FFD1DA1E12C}" type="datetime1">
              <a:rPr lang="en-US" smtClean="0"/>
              <a:t>1/8/2026</a:t>
            </a:fld>
            <a:endParaRPr lang="en-US" dirty="0"/>
          </a:p>
        </p:txBody>
      </p:sp>
      <p:sp>
        <p:nvSpPr>
          <p:cNvPr id="10" name="Footer Placeholder 9">
            <a:extLst>
              <a:ext uri="{FF2B5EF4-FFF2-40B4-BE49-F238E27FC236}">
                <a16:creationId xmlns:a16="http://schemas.microsoft.com/office/drawing/2014/main" id="{6A69099E-58E8-F0C3-D6AC-8BF8CA47CAAD}"/>
              </a:ext>
            </a:extLst>
          </p:cNvPr>
          <p:cNvSpPr>
            <a:spLocks noGrp="1"/>
          </p:cNvSpPr>
          <p:nvPr>
            <p:ph type="ftr" sz="quarter" idx="15"/>
          </p:nvPr>
        </p:nvSpPr>
        <p:spPr>
          <a:xfrm>
            <a:off x="1005840" y="6400800"/>
            <a:ext cx="1371600" cy="228600"/>
          </a:xfrm>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007F51C3-FF3D-0A66-9CCC-77DE445C7F3A}"/>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82390701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2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DIVIDER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068183" y="2407183"/>
            <a:ext cx="10055638"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DIVIDERS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74000778"/>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ivider 1 - gradient 1">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BD76384-5270-C4A7-D992-81F8ADBA5582}"/>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dirty="0"/>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ED23DD35-F8AD-429C-B3C1-6AFB057088C6}" type="datetime1">
              <a:rPr lang="en-US" smtClean="0"/>
              <a:t>1/8/2026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199557932"/>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ivider 1 - gradient 2">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EED6A89-35BA-3F8A-D8BB-D4E661AF1A89}"/>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dirty="0"/>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2025E2AA-42C1-4AB1-ACA0-4028843E7AE5}" type="datetime1">
              <a:rPr lang="en-US" smtClean="0"/>
              <a:t>1/8/2026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011931059"/>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ivider 1 - gradient 3">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30394C-5C91-9DEE-E78B-8B2737F22E88}"/>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1F9A45AA-4C9B-4F3D-9B00-955010BFFB10}" type="datetime1">
              <a:rPr lang="en-US" smtClean="0"/>
              <a:t>1/8/2026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270063619"/>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1">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B92954D4-551A-42ED-A500-34A95CD5658A}" type="datetime1">
              <a:rPr lang="en-US" smtClean="0"/>
              <a:t>1/8/2026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14" name="Freeform 13">
            <a:extLst>
              <a:ext uri="{FF2B5EF4-FFF2-40B4-BE49-F238E27FC236}">
                <a16:creationId xmlns:a16="http://schemas.microsoft.com/office/drawing/2014/main" id="{69E4B4AD-C523-76D6-5AD9-AFCAA5B2EB62}"/>
              </a:ext>
            </a:extLst>
          </p:cNvPr>
          <p:cNvSpPr/>
          <p:nvPr userDrawn="1"/>
        </p:nvSpPr>
        <p:spPr>
          <a:xfrm rot="16200000">
            <a:off x="12208180" y="2015939"/>
            <a:ext cx="11205" cy="11205"/>
          </a:xfrm>
          <a:custGeom>
            <a:avLst/>
            <a:gdLst>
              <a:gd name="connsiteX0" fmla="*/ 0 w 11205"/>
              <a:gd name="connsiteY0" fmla="*/ 0 h 11205"/>
              <a:gd name="connsiteX1" fmla="*/ 0 w 11205"/>
              <a:gd name="connsiteY1" fmla="*/ 0 h 11205"/>
              <a:gd name="connsiteX2" fmla="*/ 0 w 11205"/>
              <a:gd name="connsiteY2" fmla="*/ 0 h 11205"/>
            </a:gdLst>
            <a:ahLst/>
            <a:cxnLst>
              <a:cxn ang="0">
                <a:pos x="connsiteX0" y="connsiteY0"/>
              </a:cxn>
              <a:cxn ang="0">
                <a:pos x="connsiteX1" y="connsiteY1"/>
              </a:cxn>
              <a:cxn ang="0">
                <a:pos x="connsiteX2" y="connsiteY2"/>
              </a:cxn>
            </a:cxnLst>
            <a:rect l="l" t="t" r="r" b="b"/>
            <a:pathLst>
              <a:path w="11205" h="11205">
                <a:moveTo>
                  <a:pt x="0" y="0"/>
                </a:moveTo>
                <a:lnTo>
                  <a:pt x="0" y="0"/>
                </a:lnTo>
                <a:lnTo>
                  <a:pt x="0" y="0"/>
                </a:lnTo>
                <a:close/>
              </a:path>
            </a:pathLst>
          </a:custGeom>
          <a:noFill/>
          <a:ln w="11206" cap="flat">
            <a:noFill/>
            <a:prstDash val="solid"/>
            <a:miter/>
          </a:ln>
        </p:spPr>
        <p:txBody>
          <a:bodyPr rtlCol="0" anchor="ctr"/>
          <a:lstStyle/>
          <a:p>
            <a:endParaRPr lang="en-US"/>
          </a:p>
        </p:txBody>
      </p:sp>
      <p:pic>
        <p:nvPicPr>
          <p:cNvPr id="3" name="Picture 2">
            <a:extLst>
              <a:ext uri="{FF2B5EF4-FFF2-40B4-BE49-F238E27FC236}">
                <a16:creationId xmlns:a16="http://schemas.microsoft.com/office/drawing/2014/main" id="{B400FEF8-3A34-CD8C-A6FB-CE13CAA3B7DD}"/>
              </a:ext>
            </a:extLst>
          </p:cNvPr>
          <p:cNvPicPr>
            <a:picLocks noChangeAspect="1"/>
          </p:cNvPicPr>
          <p:nvPr userDrawn="1"/>
        </p:nvPicPr>
        <p:blipFill>
          <a:blip r:embed="rId2"/>
          <a:stretch>
            <a:fillRect/>
          </a:stretch>
        </p:blipFill>
        <p:spPr>
          <a:xfrm rot="16200000">
            <a:off x="4555191"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a:t>
            </a:r>
            <a:br>
              <a:rPr lang="en-US" dirty="0"/>
            </a:br>
            <a:r>
              <a:rPr lang="en-US" dirty="0"/>
              <a:t>divider title</a:t>
            </a:r>
          </a:p>
        </p:txBody>
      </p:sp>
      <p:pic>
        <p:nvPicPr>
          <p:cNvPr id="6" name="Cognizant Logo_rgb_rev_2023" descr="Cognizant logo reversed, SVG format">
            <a:extLst>
              <a:ext uri="{FF2B5EF4-FFF2-40B4-BE49-F238E27FC236}">
                <a16:creationId xmlns:a16="http://schemas.microsoft.com/office/drawing/2014/main" id="{82FF47A8-7CF0-F27D-023E-57FE9B713819}"/>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897666278"/>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2">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AF7C349D-DFBC-444A-B2F5-B5608581AD28}" type="datetime1">
              <a:rPr lang="en-US" smtClean="0"/>
              <a:t>1/8/2026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14" name="Freeform 13">
            <a:extLst>
              <a:ext uri="{FF2B5EF4-FFF2-40B4-BE49-F238E27FC236}">
                <a16:creationId xmlns:a16="http://schemas.microsoft.com/office/drawing/2014/main" id="{69E4B4AD-C523-76D6-5AD9-AFCAA5B2EB62}"/>
              </a:ext>
            </a:extLst>
          </p:cNvPr>
          <p:cNvSpPr/>
          <p:nvPr userDrawn="1"/>
        </p:nvSpPr>
        <p:spPr>
          <a:xfrm rot="16200000">
            <a:off x="12208180" y="2015939"/>
            <a:ext cx="11205" cy="11205"/>
          </a:xfrm>
          <a:custGeom>
            <a:avLst/>
            <a:gdLst>
              <a:gd name="connsiteX0" fmla="*/ 0 w 11205"/>
              <a:gd name="connsiteY0" fmla="*/ 0 h 11205"/>
              <a:gd name="connsiteX1" fmla="*/ 0 w 11205"/>
              <a:gd name="connsiteY1" fmla="*/ 0 h 11205"/>
              <a:gd name="connsiteX2" fmla="*/ 0 w 11205"/>
              <a:gd name="connsiteY2" fmla="*/ 0 h 11205"/>
            </a:gdLst>
            <a:ahLst/>
            <a:cxnLst>
              <a:cxn ang="0">
                <a:pos x="connsiteX0" y="connsiteY0"/>
              </a:cxn>
              <a:cxn ang="0">
                <a:pos x="connsiteX1" y="connsiteY1"/>
              </a:cxn>
              <a:cxn ang="0">
                <a:pos x="connsiteX2" y="connsiteY2"/>
              </a:cxn>
            </a:cxnLst>
            <a:rect l="l" t="t" r="r" b="b"/>
            <a:pathLst>
              <a:path w="11205" h="11205">
                <a:moveTo>
                  <a:pt x="0" y="0"/>
                </a:moveTo>
                <a:lnTo>
                  <a:pt x="0" y="0"/>
                </a:lnTo>
                <a:lnTo>
                  <a:pt x="0" y="0"/>
                </a:lnTo>
                <a:close/>
              </a:path>
            </a:pathLst>
          </a:custGeom>
          <a:noFill/>
          <a:ln w="11206" cap="flat">
            <a:noFill/>
            <a:prstDash val="solid"/>
            <a:miter/>
          </a:ln>
        </p:spPr>
        <p:txBody>
          <a:bodyPr rtlCol="0" anchor="ctr"/>
          <a:lstStyle/>
          <a:p>
            <a:endParaRPr lang="en-US"/>
          </a:p>
        </p:txBody>
      </p:sp>
      <p:pic>
        <p:nvPicPr>
          <p:cNvPr id="6" name="Picture 5">
            <a:extLst>
              <a:ext uri="{FF2B5EF4-FFF2-40B4-BE49-F238E27FC236}">
                <a16:creationId xmlns:a16="http://schemas.microsoft.com/office/drawing/2014/main" id="{D7B5A0F4-9AAB-4DDF-CF55-9A7C1A97CF2F}"/>
              </a:ext>
            </a:extLst>
          </p:cNvPr>
          <p:cNvPicPr>
            <a:picLocks noChangeAspect="1"/>
          </p:cNvPicPr>
          <p:nvPr userDrawn="1"/>
        </p:nvPicPr>
        <p:blipFill>
          <a:blip r:embed="rId2"/>
          <a:stretch>
            <a:fillRect/>
          </a:stretch>
        </p:blipFill>
        <p:spPr>
          <a:xfrm rot="16200000">
            <a:off x="4555190"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a:t>
            </a:r>
            <a:br>
              <a:rPr lang="en-US" dirty="0"/>
            </a:br>
            <a:r>
              <a:rPr lang="en-US" dirty="0"/>
              <a:t>divider title</a:t>
            </a:r>
          </a:p>
        </p:txBody>
      </p:sp>
      <p:pic>
        <p:nvPicPr>
          <p:cNvPr id="3" name="Cognizant Logo_rgb_rev_2023" descr="Cognizant logo reversed, SVG format">
            <a:extLst>
              <a:ext uri="{FF2B5EF4-FFF2-40B4-BE49-F238E27FC236}">
                <a16:creationId xmlns:a16="http://schemas.microsoft.com/office/drawing/2014/main" id="{10928C0D-93E9-B015-DAA2-F15DE1B8AA52}"/>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693668669"/>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3">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10" name="Picture 9">
            <a:extLst>
              <a:ext uri="{FF2B5EF4-FFF2-40B4-BE49-F238E27FC236}">
                <a16:creationId xmlns:a16="http://schemas.microsoft.com/office/drawing/2014/main" id="{A7CFA061-257C-B680-CB8A-410FE77C6A85}"/>
              </a:ext>
            </a:extLst>
          </p:cNvPr>
          <p:cNvPicPr>
            <a:picLocks noChangeAspect="1"/>
          </p:cNvPicPr>
          <p:nvPr userDrawn="1"/>
        </p:nvPicPr>
        <p:blipFill>
          <a:blip r:embed="rId2"/>
          <a:stretch>
            <a:fillRect/>
          </a:stretch>
        </p:blipFill>
        <p:spPr>
          <a:xfrm rot="16200000">
            <a:off x="4555190"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05BEDD96-87AA-4299-8CE3-CAAE9239AB8E}" type="datetime1">
              <a:rPr lang="en-US" smtClean="0"/>
              <a:t>1/8/2026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pic>
        <p:nvPicPr>
          <p:cNvPr id="3" name="Cognizant Logo_rgb_rev_2023" descr="Cognizant logo reversed, SVG format">
            <a:extLst>
              <a:ext uri="{FF2B5EF4-FFF2-40B4-BE49-F238E27FC236}">
                <a16:creationId xmlns:a16="http://schemas.microsoft.com/office/drawing/2014/main" id="{9CDEB77C-83A9-471E-0DD7-632772E158A5}"/>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04379831"/>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1">
    <p:bg>
      <p:bgRef idx="1001">
        <a:schemeClr val="bg2"/>
      </p:bgRef>
    </p:bg>
    <p:spTree>
      <p:nvGrpSpPr>
        <p:cNvPr id="1" name=""/>
        <p:cNvGrpSpPr/>
        <p:nvPr/>
      </p:nvGrpSpPr>
      <p:grpSpPr>
        <a:xfrm>
          <a:off x="0" y="0"/>
          <a:ext cx="0" cy="0"/>
          <a:chOff x="0" y="0"/>
          <a:chExt cx="0" cy="0"/>
        </a:xfrm>
      </p:grpSpPr>
      <p:sp>
        <p:nvSpPr>
          <p:cNvPr id="3" name="Picture Placeholder 5">
            <a:extLst>
              <a:ext uri="{FF2B5EF4-FFF2-40B4-BE49-F238E27FC236}">
                <a16:creationId xmlns:a16="http://schemas.microsoft.com/office/drawing/2014/main" id="{6DF08015-38F6-54F7-EFDB-1C1EAF004ABF}"/>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5" name="Picture 4">
            <a:extLst>
              <a:ext uri="{FF2B5EF4-FFF2-40B4-BE49-F238E27FC236}">
                <a16:creationId xmlns:a16="http://schemas.microsoft.com/office/drawing/2014/main" id="{A43E2038-CC00-155F-8A24-AE9D3A85692F}"/>
              </a:ext>
            </a:extLst>
          </p:cNvPr>
          <p:cNvPicPr>
            <a:picLocks noChangeAspect="1"/>
          </p:cNvPicPr>
          <p:nvPr userDrawn="1"/>
        </p:nvPicPr>
        <p:blipFill rotWithShape="1">
          <a:blip r:embed="rId2"/>
          <a:srcRect t="20568"/>
          <a:stretch/>
        </p:blipFill>
        <p:spPr>
          <a:xfrm rot="16200000">
            <a:off x="-86681" y="86681"/>
            <a:ext cx="6858000" cy="6684639"/>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5005AE86-1640-4D8B-A4F0-019A930B54B1}" type="datetime1">
              <a:rPr lang="en-US" smtClean="0"/>
              <a:t>1/8/2026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7" name="Table Placeholder 6">
            <a:extLst>
              <a:ext uri="{FF2B5EF4-FFF2-40B4-BE49-F238E27FC236}">
                <a16:creationId xmlns:a16="http://schemas.microsoft.com/office/drawing/2014/main" id="{E6CF90BD-F1D4-0D82-4CDD-222505B22CE8}"/>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480968809"/>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2">
    <p:bg>
      <p:bgRef idx="1001">
        <a:schemeClr val="bg2"/>
      </p:bgRef>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A0D8AB6-3AED-7935-402A-4053B324B5CB}"/>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26" name="Picture 25">
            <a:extLst>
              <a:ext uri="{FF2B5EF4-FFF2-40B4-BE49-F238E27FC236}">
                <a16:creationId xmlns:a16="http://schemas.microsoft.com/office/drawing/2014/main" id="{2E287986-5735-CAAE-7F1D-D641F5BF13F7}"/>
              </a:ext>
            </a:extLst>
          </p:cNvPr>
          <p:cNvPicPr>
            <a:picLocks noChangeAspect="1"/>
          </p:cNvPicPr>
          <p:nvPr userDrawn="1"/>
        </p:nvPicPr>
        <p:blipFill rotWithShape="1">
          <a:blip r:embed="rId2"/>
          <a:srcRect t="20568"/>
          <a:stretch/>
        </p:blipFill>
        <p:spPr>
          <a:xfrm rot="16200000">
            <a:off x="-86682" y="86681"/>
            <a:ext cx="6858000" cy="6684637"/>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E03C1F63-A2DD-4DE2-8D77-4EDDD69835E5}" type="datetime1">
              <a:rPr lang="en-US" smtClean="0"/>
              <a:t>1/8/2026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5" name="Table Placeholder 6">
            <a:extLst>
              <a:ext uri="{FF2B5EF4-FFF2-40B4-BE49-F238E27FC236}">
                <a16:creationId xmlns:a16="http://schemas.microsoft.com/office/drawing/2014/main" id="{E57C6CAD-0EE0-4D1F-585B-3C9CA1A4DCF4}"/>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858845412"/>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3">
    <p:bg>
      <p:bgRef idx="1001">
        <a:schemeClr val="bg2"/>
      </p:bgRef>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DE083EF2-B9ED-A8EB-E84E-F0E0FBE4C14E}"/>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24" name="Picture 23">
            <a:extLst>
              <a:ext uri="{FF2B5EF4-FFF2-40B4-BE49-F238E27FC236}">
                <a16:creationId xmlns:a16="http://schemas.microsoft.com/office/drawing/2014/main" id="{D3B5FB7A-3A13-9083-843A-06B731B02439}"/>
              </a:ext>
            </a:extLst>
          </p:cNvPr>
          <p:cNvPicPr>
            <a:picLocks noChangeAspect="1"/>
          </p:cNvPicPr>
          <p:nvPr userDrawn="1"/>
        </p:nvPicPr>
        <p:blipFill rotWithShape="1">
          <a:blip r:embed="rId2"/>
          <a:srcRect t="20568"/>
          <a:stretch/>
        </p:blipFill>
        <p:spPr>
          <a:xfrm rot="16200000">
            <a:off x="-86681" y="86682"/>
            <a:ext cx="6858000" cy="668463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 </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894E410E-EBAE-44D2-861A-9BA5FD172332}" type="datetime1">
              <a:rPr lang="en-US" smtClean="0"/>
              <a:t>1/8/2026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3" name="Table Placeholder 6">
            <a:extLst>
              <a:ext uri="{FF2B5EF4-FFF2-40B4-BE49-F238E27FC236}">
                <a16:creationId xmlns:a16="http://schemas.microsoft.com/office/drawing/2014/main" id="{14B17B9E-37F1-2E25-4E4D-4BE64E780B04}"/>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369510336"/>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4 - gradient 1">
    <p:bg>
      <p:bgRef idx="1001">
        <a:schemeClr val="bg1"/>
      </p:bgRef>
    </p:bg>
    <p:spTree>
      <p:nvGrpSpPr>
        <p:cNvPr id="1" name=""/>
        <p:cNvGrpSpPr/>
        <p:nvPr/>
      </p:nvGrpSpPr>
      <p:grpSpPr>
        <a:xfrm>
          <a:off x="0" y="0"/>
          <a:ext cx="0" cy="0"/>
          <a:chOff x="0" y="0"/>
          <a:chExt cx="0" cy="0"/>
        </a:xfrm>
      </p:grpSpPr>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pic>
        <p:nvPicPr>
          <p:cNvPr id="5" name="Picture 4">
            <a:extLst>
              <a:ext uri="{FF2B5EF4-FFF2-40B4-BE49-F238E27FC236}">
                <a16:creationId xmlns:a16="http://schemas.microsoft.com/office/drawing/2014/main" id="{A43E2038-CC00-155F-8A24-AE9D3A85692F}"/>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F4124EB5-51FD-40CC-8D44-0DC571C5E665}" type="datetime1">
              <a:rPr lang="en-US" smtClean="0"/>
              <a:t>1/8/2026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236406410"/>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4 - gradient 2">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1231D93-F448-189B-0481-564A24064BF8}"/>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6C725206-C539-4CD5-9A96-6A6EA4047699}" type="datetime1">
              <a:rPr lang="en-US" smtClean="0"/>
              <a:t>1/8/2026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spTree>
    <p:extLst>
      <p:ext uri="{BB962C8B-B14F-4D97-AF65-F5344CB8AC3E}">
        <p14:creationId xmlns:p14="http://schemas.microsoft.com/office/powerpoint/2010/main" val="1820287847"/>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4 - gradient 3">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EC6B776-428C-5C39-6B96-46437F782E11}"/>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609EE139-3B1D-4FC0-A0F3-A113B4CC045D}" type="datetime1">
              <a:rPr lang="en-US" smtClean="0"/>
              <a:t>1/8/2026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spTree>
    <p:extLst>
      <p:ext uri="{BB962C8B-B14F-4D97-AF65-F5344CB8AC3E}">
        <p14:creationId xmlns:p14="http://schemas.microsoft.com/office/powerpoint/2010/main" val="2271147822"/>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5 - gradient 1">
    <p:bg>
      <p:bgRef idx="1001">
        <a:schemeClr val="bg1"/>
      </p:bgRef>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A000023D-E955-5182-3282-0810B76F4603}"/>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3" name="Picture Placeholder 42">
            <a:extLst>
              <a:ext uri="{FF2B5EF4-FFF2-40B4-BE49-F238E27FC236}">
                <a16:creationId xmlns:a16="http://schemas.microsoft.com/office/drawing/2014/main" id="{EC842FEB-95BB-4FB4-3FA3-1E474B85B1F9}"/>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3EAF8B40-B29E-414A-9231-017F753B963C}" type="datetime1">
              <a:rPr lang="en-US" smtClean="0"/>
              <a:t>1/8/2026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44" name="Title 43">
            <a:extLst>
              <a:ext uri="{FF2B5EF4-FFF2-40B4-BE49-F238E27FC236}">
                <a16:creationId xmlns:a16="http://schemas.microsoft.com/office/drawing/2014/main" id="{B01F0658-A406-0A81-8740-42D0296493A0}"/>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2026314163"/>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5 - gradient 2">
    <p:bg>
      <p:bgRef idx="1001">
        <a:schemeClr val="bg1"/>
      </p:bgRef>
    </p:bg>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2409E97D-0361-7DD7-5A21-A33316BCCCD6}"/>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9D2A95BB-6B24-408C-A56B-816E9D0158BB}" type="datetime1">
              <a:rPr lang="en-US" smtClean="0"/>
              <a:t>1/8/2026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2" name="Picture Placeholder 1">
            <a:extLst>
              <a:ext uri="{FF2B5EF4-FFF2-40B4-BE49-F238E27FC236}">
                <a16:creationId xmlns:a16="http://schemas.microsoft.com/office/drawing/2014/main" id="{C783E89B-070C-A8F7-620B-402672D863BE}"/>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3" name="Title 43">
            <a:extLst>
              <a:ext uri="{FF2B5EF4-FFF2-40B4-BE49-F238E27FC236}">
                <a16:creationId xmlns:a16="http://schemas.microsoft.com/office/drawing/2014/main" id="{6F701354-590A-2F87-01D8-E966A92E9AC2}"/>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1429952451"/>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 5 - gradient 3">
    <p:bg>
      <p:bgRef idx="1001">
        <a:schemeClr val="bg1"/>
      </p:bgRef>
    </p:bg>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14C4F196-D7A9-ED2E-C141-813614D36A3A}"/>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8C4B3C08-E32E-46A6-9940-C674B78126A2}" type="datetime1">
              <a:rPr lang="en-US" smtClean="0"/>
              <a:t>1/8/2026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2" name="Picture Placeholder 1">
            <a:extLst>
              <a:ext uri="{FF2B5EF4-FFF2-40B4-BE49-F238E27FC236}">
                <a16:creationId xmlns:a16="http://schemas.microsoft.com/office/drawing/2014/main" id="{4C31AD8D-BE37-52EE-F12C-2DD4458EFD1C}"/>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3" name="Title 43">
            <a:extLst>
              <a:ext uri="{FF2B5EF4-FFF2-40B4-BE49-F238E27FC236}">
                <a16:creationId xmlns:a16="http://schemas.microsoft.com/office/drawing/2014/main" id="{142A0D92-C0EF-2935-ECF6-3D38467DA7E3}"/>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3167360719"/>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951966" y="2407183"/>
            <a:ext cx="10288073"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CONTENT</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984837384"/>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BAA707EB-F149-4F65-A059-3E9202505DFA}" type="datetime1">
              <a:rPr lang="en-US" smtClean="0"/>
              <a:t>1/8/2026</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1541436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uper head, sub head, footnote - Super head, sub head, footnote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457200" y="1447800"/>
            <a:ext cx="7518400" cy="42976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7">
            <a:extLst>
              <a:ext uri="{FF2B5EF4-FFF2-40B4-BE49-F238E27FC236}">
                <a16:creationId xmlns:a16="http://schemas.microsoft.com/office/drawing/2014/main" id="{EDCB0FDA-E923-182E-F7E1-D663EE4D60C4}"/>
              </a:ext>
            </a:extLst>
          </p:cNvPr>
          <p:cNvSpPr>
            <a:spLocks noGrp="1"/>
          </p:cNvSpPr>
          <p:nvPr>
            <p:ph type="body" sz="quarter" idx="14" hasCustomPrompt="1"/>
          </p:nvPr>
        </p:nvSpPr>
        <p:spPr>
          <a:xfrm>
            <a:off x="457200" y="228600"/>
            <a:ext cx="11277600" cy="163956"/>
          </a:xfrm>
        </p:spPr>
        <p:txBody>
          <a:bodyPr anchor="b">
            <a:spAutoFit/>
          </a:bodyPr>
          <a:lstStyle>
            <a:lvl1pPr marL="0" indent="0">
              <a:buNone/>
              <a:defRPr sz="1050">
                <a:solidFill>
                  <a:schemeClr val="accent2"/>
                </a:solidFill>
              </a:defRPr>
            </a:lvl1pPr>
          </a:lstStyle>
          <a:p>
            <a:pPr lvl="0"/>
            <a:r>
              <a:rPr lang="en-US"/>
              <a:t>Super head</a:t>
            </a:r>
          </a:p>
        </p:txBody>
      </p:sp>
      <p:sp>
        <p:nvSpPr>
          <p:cNvPr id="8" name="Text Placeholder 7">
            <a:extLst>
              <a:ext uri="{FF2B5EF4-FFF2-40B4-BE49-F238E27FC236}">
                <a16:creationId xmlns:a16="http://schemas.microsoft.com/office/drawing/2014/main" id="{8D4F1D73-B5B0-2DD9-9E22-084F619A1164}"/>
              </a:ext>
            </a:extLst>
          </p:cNvPr>
          <p:cNvSpPr>
            <a:spLocks noGrp="1"/>
          </p:cNvSpPr>
          <p:nvPr>
            <p:ph type="body" sz="quarter" idx="15" hasCustomPrompt="1"/>
          </p:nvPr>
        </p:nvSpPr>
        <p:spPr>
          <a:xfrm>
            <a:off x="457200" y="822960"/>
            <a:ext cx="11277600" cy="281039"/>
          </a:xfrm>
        </p:spPr>
        <p:txBody>
          <a:bodyPr anchor="t">
            <a:spAutoFit/>
          </a:bodyPr>
          <a:lstStyle>
            <a:lvl1pPr marL="0" indent="0">
              <a:lnSpc>
                <a:spcPct val="100000"/>
              </a:lnSpc>
              <a:buNone/>
              <a:defRPr sz="1800">
                <a:solidFill>
                  <a:schemeClr val="accent2"/>
                </a:solidFill>
              </a:defRPr>
            </a:lvl1pPr>
          </a:lstStyle>
          <a:p>
            <a:pPr lvl="0"/>
            <a:r>
              <a:rPr lang="en-US" dirty="0"/>
              <a:t>Subhead</a:t>
            </a:r>
          </a:p>
        </p:txBody>
      </p:sp>
      <p:sp>
        <p:nvSpPr>
          <p:cNvPr id="9" name="Text Placeholder 7">
            <a:extLst>
              <a:ext uri="{FF2B5EF4-FFF2-40B4-BE49-F238E27FC236}">
                <a16:creationId xmlns:a16="http://schemas.microsoft.com/office/drawing/2014/main" id="{8B225166-D739-CEC1-F817-8B08A1CA46F7}"/>
              </a:ext>
            </a:extLst>
          </p:cNvPr>
          <p:cNvSpPr>
            <a:spLocks noGrp="1"/>
          </p:cNvSpPr>
          <p:nvPr>
            <p:ph type="body" sz="quarter" idx="16" hasCustomPrompt="1"/>
          </p:nvPr>
        </p:nvSpPr>
        <p:spPr>
          <a:xfrm>
            <a:off x="457200" y="5947090"/>
            <a:ext cx="7518400" cy="124906"/>
          </a:xfrm>
        </p:spPr>
        <p:txBody>
          <a:bodyPr wrap="square" anchor="t" anchorCtr="0">
            <a:spAutoFit/>
          </a:bodyPr>
          <a:lstStyle>
            <a:lvl1pPr marL="0" indent="0">
              <a:buNone/>
              <a:defRPr sz="800">
                <a:solidFill>
                  <a:schemeClr val="accent6">
                    <a:lumMod val="50000"/>
                  </a:schemeClr>
                </a:solidFill>
              </a:defRPr>
            </a:lvl1pPr>
          </a:lstStyle>
          <a:p>
            <a:pPr lvl="0"/>
            <a:r>
              <a:rPr lang="en-US" dirty="0"/>
              <a:t>Insert source or footnote here</a:t>
            </a:r>
          </a:p>
        </p:txBody>
      </p:sp>
      <p:sp>
        <p:nvSpPr>
          <p:cNvPr id="10" name="Date Placeholder 9">
            <a:extLst>
              <a:ext uri="{FF2B5EF4-FFF2-40B4-BE49-F238E27FC236}">
                <a16:creationId xmlns:a16="http://schemas.microsoft.com/office/drawing/2014/main" id="{BB09AAF3-3252-489D-5FB0-6293AC9FF0F1}"/>
              </a:ext>
            </a:extLst>
          </p:cNvPr>
          <p:cNvSpPr>
            <a:spLocks noGrp="1"/>
          </p:cNvSpPr>
          <p:nvPr>
            <p:ph type="dt" sz="half" idx="17"/>
          </p:nvPr>
        </p:nvSpPr>
        <p:spPr/>
        <p:txBody>
          <a:bodyPr/>
          <a:lstStyle/>
          <a:p>
            <a:fld id="{163F489F-9B53-4FCC-B3C2-252173530A19}" type="datetime1">
              <a:rPr lang="en-US" smtClean="0"/>
              <a:t>1/8/2026</a:t>
            </a:fld>
            <a:endParaRPr lang="en-US" dirty="0"/>
          </a:p>
        </p:txBody>
      </p:sp>
      <p:sp>
        <p:nvSpPr>
          <p:cNvPr id="11" name="Footer Placeholder 10">
            <a:extLst>
              <a:ext uri="{FF2B5EF4-FFF2-40B4-BE49-F238E27FC236}">
                <a16:creationId xmlns:a16="http://schemas.microsoft.com/office/drawing/2014/main" id="{0D47B63B-3488-B9A8-9702-4FB8F539BC94}"/>
              </a:ext>
            </a:extLst>
          </p:cNvPr>
          <p:cNvSpPr>
            <a:spLocks noGrp="1"/>
          </p:cNvSpPr>
          <p:nvPr>
            <p:ph type="ftr" sz="quarter" idx="18"/>
          </p:nvPr>
        </p:nvSpPr>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1BA67573-B992-F2E1-F4A6-9434D3134383}"/>
              </a:ext>
            </a:extLst>
          </p:cNvPr>
          <p:cNvSpPr>
            <a:spLocks noGrp="1"/>
          </p:cNvSpPr>
          <p:nvPr>
            <p:ph type="sldNum" sz="quarter" idx="19"/>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09232931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 light">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AE93934B-F4CE-AD9A-35D6-CC331792B5C3}"/>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3CA3A05-DC05-1CC5-ED65-5734138EE80C}"/>
              </a:ext>
            </a:extLst>
          </p:cNvPr>
          <p:cNvSpPr>
            <a:spLocks noGrp="1"/>
          </p:cNvSpPr>
          <p:nvPr>
            <p:ph type="title" hasCustomPrompt="1"/>
          </p:nvPr>
        </p:nvSpPr>
        <p:spPr/>
        <p:txBody>
          <a:bodyPr/>
          <a:lstStyle/>
          <a:p>
            <a:r>
              <a:rPr lang="en-US" dirty="0"/>
              <a:t>Click to add title</a:t>
            </a:r>
          </a:p>
        </p:txBody>
      </p:sp>
      <p:sp>
        <p:nvSpPr>
          <p:cNvPr id="3" name="Date Placeholder 2">
            <a:extLst>
              <a:ext uri="{FF2B5EF4-FFF2-40B4-BE49-F238E27FC236}">
                <a16:creationId xmlns:a16="http://schemas.microsoft.com/office/drawing/2014/main" id="{84022F7E-4713-F54B-0D06-50B8F5080741}"/>
              </a:ext>
            </a:extLst>
          </p:cNvPr>
          <p:cNvSpPr>
            <a:spLocks noGrp="1"/>
          </p:cNvSpPr>
          <p:nvPr>
            <p:ph type="dt" sz="half" idx="10"/>
          </p:nvPr>
        </p:nvSpPr>
        <p:spPr/>
        <p:txBody>
          <a:bodyPr/>
          <a:lstStyle/>
          <a:p>
            <a:fld id="{32523293-0015-4865-92C0-63029C67C08B}" type="datetime1">
              <a:rPr lang="en-US" smtClean="0"/>
              <a:t>1/8/2026</a:t>
            </a:fld>
            <a:endParaRPr lang="en-US" dirty="0"/>
          </a:p>
        </p:txBody>
      </p:sp>
      <p:sp>
        <p:nvSpPr>
          <p:cNvPr id="7" name="Footer Placeholder 6">
            <a:extLst>
              <a:ext uri="{FF2B5EF4-FFF2-40B4-BE49-F238E27FC236}">
                <a16:creationId xmlns:a16="http://schemas.microsoft.com/office/drawing/2014/main" id="{E800DDDC-1A7E-DB83-3DF7-C1422F0007E3}"/>
              </a:ext>
            </a:extLst>
          </p:cNvPr>
          <p:cNvSpPr>
            <a:spLocks noGrp="1"/>
          </p:cNvSpPr>
          <p:nvPr>
            <p:ph type="ftr" sz="quarter" idx="11"/>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ACBA0657-9DC2-4B9A-96F7-59E8C05D92C8}"/>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8471106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86AB16-C89B-C286-D054-A2D5DB5C460C}"/>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
        <p:nvSpPr>
          <p:cNvPr id="2" name="Date Placeholder 1">
            <a:extLst>
              <a:ext uri="{FF2B5EF4-FFF2-40B4-BE49-F238E27FC236}">
                <a16:creationId xmlns:a16="http://schemas.microsoft.com/office/drawing/2014/main" id="{782BD780-BD7C-D16D-9867-3767997FAF91}"/>
              </a:ext>
            </a:extLst>
          </p:cNvPr>
          <p:cNvSpPr>
            <a:spLocks noGrp="1"/>
          </p:cNvSpPr>
          <p:nvPr>
            <p:ph type="dt" sz="half" idx="10"/>
          </p:nvPr>
        </p:nvSpPr>
        <p:spPr/>
        <p:txBody>
          <a:bodyPr/>
          <a:lstStyle/>
          <a:p>
            <a:fld id="{D0AD1154-7DA6-4D00-9C05-2C627858BDDF}" type="datetime1">
              <a:rPr lang="en-US" smtClean="0"/>
              <a:t>1/8/2026</a:t>
            </a:fld>
            <a:endParaRPr lang="en-US" dirty="0"/>
          </a:p>
        </p:txBody>
      </p:sp>
      <p:sp>
        <p:nvSpPr>
          <p:cNvPr id="7" name="Footer Placeholder 6">
            <a:extLst>
              <a:ext uri="{FF2B5EF4-FFF2-40B4-BE49-F238E27FC236}">
                <a16:creationId xmlns:a16="http://schemas.microsoft.com/office/drawing/2014/main" id="{A5ABA333-FF45-AB19-E8F1-74BC796D7D7D}"/>
              </a:ext>
            </a:extLst>
          </p:cNvPr>
          <p:cNvSpPr>
            <a:spLocks noGrp="1"/>
          </p:cNvSpPr>
          <p:nvPr>
            <p:ph type="ftr" sz="quarter" idx="11"/>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D83C6AAA-8E03-CCE1-302E-C26D372E0547}"/>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41404100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column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199" y="1447800"/>
            <a:ext cx="5212080" cy="281103"/>
          </a:xfrm>
        </p:spPr>
        <p:txBody>
          <a:bodyPr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6522720" y="1447800"/>
            <a:ext cx="5183188" cy="281103"/>
          </a:xfrm>
        </p:spPr>
        <p:txBody>
          <a:bodyPr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6522720" y="1943099"/>
            <a:ext cx="5212080" cy="3840480"/>
          </a:xfrm>
        </p:spPr>
        <p:txBody>
          <a:bodyPr/>
          <a:lstStyle>
            <a:lvl1pPr marL="0" indent="0">
              <a:buNone/>
              <a:defRPr/>
            </a:lvl1pPr>
          </a:lstStyle>
          <a:p>
            <a:pPr marL="182880" marR="0" lvl="0" indent="-182880" algn="l" defTabSz="914400" rtl="0" eaLnBrk="1" fontAlgn="auto" latinLnBrk="0" hangingPunct="1">
              <a:lnSpc>
                <a:spcPct val="110000"/>
              </a:lnSpc>
              <a:spcBef>
                <a:spcPts val="600"/>
              </a:spcBef>
              <a:spcAft>
                <a:spcPts val="0"/>
              </a:spcAft>
              <a:buClr>
                <a:schemeClr val="tx1"/>
              </a:buClr>
              <a:buSzTx/>
              <a:buFont typeface="Arial" panose="020B0604020202020204" pitchFamily="34" charset="0"/>
              <a:buChar char="•"/>
              <a:tabLst/>
              <a:defRPr/>
            </a:pPr>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cxnSp>
        <p:nvCxnSpPr>
          <p:cNvPr id="11" name="Straight Connector 10">
            <a:extLst>
              <a:ext uri="{FF2B5EF4-FFF2-40B4-BE49-F238E27FC236}">
                <a16:creationId xmlns:a16="http://schemas.microsoft.com/office/drawing/2014/main" id="{CAC5B4FD-126E-C923-20FE-0F5752D73F74}"/>
              </a:ext>
            </a:extLst>
          </p:cNvPr>
          <p:cNvCxnSpPr>
            <a:cxnSpLocks/>
          </p:cNvCxnSpPr>
          <p:nvPr/>
        </p:nvCxnSpPr>
        <p:spPr>
          <a:xfrm>
            <a:off x="6096000" y="1444752"/>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Date Placeholder 11">
            <a:extLst>
              <a:ext uri="{FF2B5EF4-FFF2-40B4-BE49-F238E27FC236}">
                <a16:creationId xmlns:a16="http://schemas.microsoft.com/office/drawing/2014/main" id="{3935A7ED-6F86-9D0C-DCB0-7B1E2AC5270D}"/>
              </a:ext>
            </a:extLst>
          </p:cNvPr>
          <p:cNvSpPr>
            <a:spLocks noGrp="1"/>
          </p:cNvSpPr>
          <p:nvPr>
            <p:ph type="dt" sz="half" idx="10"/>
          </p:nvPr>
        </p:nvSpPr>
        <p:spPr/>
        <p:txBody>
          <a:bodyPr/>
          <a:lstStyle/>
          <a:p>
            <a:fld id="{CF52D24F-A919-4C36-9BB0-CC56D69F5134}" type="datetime1">
              <a:rPr lang="en-US" smtClean="0"/>
              <a:t>1/8/2026</a:t>
            </a:fld>
            <a:endParaRPr lang="en-US" dirty="0"/>
          </a:p>
        </p:txBody>
      </p:sp>
      <p:sp>
        <p:nvSpPr>
          <p:cNvPr id="13" name="Footer Placeholder 12">
            <a:extLst>
              <a:ext uri="{FF2B5EF4-FFF2-40B4-BE49-F238E27FC236}">
                <a16:creationId xmlns:a16="http://schemas.microsoft.com/office/drawing/2014/main" id="{3B6D255F-8835-8DBB-9F90-569D07917B7B}"/>
              </a:ext>
            </a:extLst>
          </p:cNvPr>
          <p:cNvSpPr>
            <a:spLocks noGrp="1"/>
          </p:cNvSpPr>
          <p:nvPr>
            <p:ph type="ftr" sz="quarter" idx="11"/>
          </p:nvPr>
        </p:nvSpPr>
        <p:spPr/>
        <p:txBody>
          <a:bodyPr/>
          <a:lstStyle/>
          <a:p>
            <a:r>
              <a:rPr lang="en-US"/>
              <a:t>© 2025–2027 Cognizant | Private</a:t>
            </a:r>
            <a:endParaRPr lang="en-US" dirty="0"/>
          </a:p>
        </p:txBody>
      </p:sp>
      <p:sp>
        <p:nvSpPr>
          <p:cNvPr id="14" name="Slide Number Placeholder 13">
            <a:extLst>
              <a:ext uri="{FF2B5EF4-FFF2-40B4-BE49-F238E27FC236}">
                <a16:creationId xmlns:a16="http://schemas.microsoft.com/office/drawing/2014/main" id="{22927497-DF06-5FD3-E29B-027FB589C8A5}"/>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93345791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hree column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4th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435864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4358640" y="1943099"/>
            <a:ext cx="3474720" cy="3840480"/>
          </a:xfrm>
        </p:spPr>
        <p:txBody>
          <a:bodyPr/>
          <a:lstStyle/>
          <a:p>
            <a:pPr lvl="0"/>
            <a:r>
              <a:rPr lang="en-US" dirty="0"/>
              <a:t>Click to add content</a:t>
            </a:r>
          </a:p>
          <a:p>
            <a:pPr lvl="1"/>
            <a:r>
              <a:rPr lang="en-US" dirty="0"/>
              <a:t>2nd level</a:t>
            </a:r>
          </a:p>
          <a:p>
            <a:pPr lvl="2"/>
            <a:r>
              <a:rPr lang="en-US" dirty="0"/>
              <a:t>3rd level text</a:t>
            </a:r>
          </a:p>
          <a:p>
            <a:pPr lvl="3"/>
            <a:r>
              <a:rPr lang="en-US" dirty="0"/>
              <a:t>4th level text</a:t>
            </a:r>
          </a:p>
          <a:p>
            <a:pPr lvl="4"/>
            <a:r>
              <a:rPr lang="en-US" dirty="0"/>
              <a:t>4th level text</a:t>
            </a:r>
          </a:p>
        </p:txBody>
      </p:sp>
      <p:sp>
        <p:nvSpPr>
          <p:cNvPr id="11" name="Text Placeholder 4">
            <a:extLst>
              <a:ext uri="{FF2B5EF4-FFF2-40B4-BE49-F238E27FC236}">
                <a16:creationId xmlns:a16="http://schemas.microsoft.com/office/drawing/2014/main" id="{86FD443D-34B0-9A83-29DB-8F197FDBF4CC}"/>
              </a:ext>
            </a:extLst>
          </p:cNvPr>
          <p:cNvSpPr>
            <a:spLocks noGrp="1"/>
          </p:cNvSpPr>
          <p:nvPr>
            <p:ph type="body" sz="quarter" idx="14" hasCustomPrompt="1"/>
          </p:nvPr>
        </p:nvSpPr>
        <p:spPr>
          <a:xfrm>
            <a:off x="826008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12" name="Content Placeholder 5">
            <a:extLst>
              <a:ext uri="{FF2B5EF4-FFF2-40B4-BE49-F238E27FC236}">
                <a16:creationId xmlns:a16="http://schemas.microsoft.com/office/drawing/2014/main" id="{149D936A-CA93-6EC3-649C-C64805636A41}"/>
              </a:ext>
            </a:extLst>
          </p:cNvPr>
          <p:cNvSpPr>
            <a:spLocks noGrp="1"/>
          </p:cNvSpPr>
          <p:nvPr>
            <p:ph sz="quarter" idx="15" hasCustomPrompt="1"/>
          </p:nvPr>
        </p:nvSpPr>
        <p:spPr>
          <a:xfrm>
            <a:off x="826008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4th level text</a:t>
            </a:r>
          </a:p>
        </p:txBody>
      </p:sp>
      <p:cxnSp>
        <p:nvCxnSpPr>
          <p:cNvPr id="13" name="Straight Connector 12">
            <a:extLst>
              <a:ext uri="{FF2B5EF4-FFF2-40B4-BE49-F238E27FC236}">
                <a16:creationId xmlns:a16="http://schemas.microsoft.com/office/drawing/2014/main" id="{68E36702-0CEF-D114-17AE-83A7C377C9A7}"/>
              </a:ext>
            </a:extLst>
          </p:cNvPr>
          <p:cNvCxnSpPr>
            <a:cxnSpLocks/>
          </p:cNvCxnSpPr>
          <p:nvPr/>
        </p:nvCxnSpPr>
        <p:spPr>
          <a:xfrm>
            <a:off x="414528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B5AB7EC-316C-897C-CA19-9CEC9B880398}"/>
              </a:ext>
            </a:extLst>
          </p:cNvPr>
          <p:cNvCxnSpPr>
            <a:cxnSpLocks/>
          </p:cNvCxnSpPr>
          <p:nvPr/>
        </p:nvCxnSpPr>
        <p:spPr>
          <a:xfrm>
            <a:off x="804672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F5B8B50B-AB16-A20B-185B-36DFF37B0A24}"/>
              </a:ext>
            </a:extLst>
          </p:cNvPr>
          <p:cNvSpPr>
            <a:spLocks noGrp="1"/>
          </p:cNvSpPr>
          <p:nvPr>
            <p:ph type="dt" sz="half" idx="16"/>
          </p:nvPr>
        </p:nvSpPr>
        <p:spPr/>
        <p:txBody>
          <a:bodyPr/>
          <a:lstStyle/>
          <a:p>
            <a:fld id="{54255A21-2286-48B2-85B8-09A3AB748CB1}" type="datetime1">
              <a:rPr lang="en-US" smtClean="0"/>
              <a:t>1/8/2026</a:t>
            </a:fld>
            <a:endParaRPr lang="en-US" dirty="0"/>
          </a:p>
        </p:txBody>
      </p:sp>
      <p:sp>
        <p:nvSpPr>
          <p:cNvPr id="17" name="Footer Placeholder 16">
            <a:extLst>
              <a:ext uri="{FF2B5EF4-FFF2-40B4-BE49-F238E27FC236}">
                <a16:creationId xmlns:a16="http://schemas.microsoft.com/office/drawing/2014/main" id="{05375221-EE8E-370B-A5A8-1CA07AEA3C8F}"/>
              </a:ext>
            </a:extLst>
          </p:cNvPr>
          <p:cNvSpPr>
            <a:spLocks noGrp="1"/>
          </p:cNvSpPr>
          <p:nvPr>
            <p:ph type="ftr" sz="quarter" idx="17"/>
          </p:nvPr>
        </p:nvSpPr>
        <p:spPr/>
        <p:txBody>
          <a:bodyPr/>
          <a:lstStyle/>
          <a:p>
            <a:r>
              <a:rPr lang="en-US"/>
              <a:t>© 2025–2027 Cognizant | Private</a:t>
            </a:r>
            <a:endParaRPr lang="en-US" dirty="0"/>
          </a:p>
        </p:txBody>
      </p:sp>
      <p:sp>
        <p:nvSpPr>
          <p:cNvPr id="18" name="Slide Number Placeholder 17">
            <a:extLst>
              <a:ext uri="{FF2B5EF4-FFF2-40B4-BE49-F238E27FC236}">
                <a16:creationId xmlns:a16="http://schemas.microsoft.com/office/drawing/2014/main" id="{6267E76B-A742-758B-F8B4-A2ECF5BC1DDB}"/>
              </a:ext>
            </a:extLst>
          </p:cNvPr>
          <p:cNvSpPr>
            <a:spLocks noGrp="1"/>
          </p:cNvSpPr>
          <p:nvPr>
            <p:ph type="sldNum" sz="quarter" idx="18"/>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8224414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mparison horizontal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3962400" y="144780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1F36B69E-D9F9-452B-9074-A7489B939D17}" type="datetime1">
              <a:rPr lang="en-US" smtClean="0"/>
              <a:t>1/8/2026</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
        <p:nvSpPr>
          <p:cNvPr id="6" name="Text Placeholder 5">
            <a:extLst>
              <a:ext uri="{FF2B5EF4-FFF2-40B4-BE49-F238E27FC236}">
                <a16:creationId xmlns:a16="http://schemas.microsoft.com/office/drawing/2014/main" id="{E5983A4D-2A2C-B635-2F97-8FF9365D1E60}"/>
              </a:ext>
            </a:extLst>
          </p:cNvPr>
          <p:cNvSpPr>
            <a:spLocks noGrp="1"/>
          </p:cNvSpPr>
          <p:nvPr>
            <p:ph type="body" sz="quarter" idx="13" hasCustomPrompt="1"/>
          </p:nvPr>
        </p:nvSpPr>
        <p:spPr>
          <a:xfrm>
            <a:off x="457200" y="1447800"/>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7" name="Straight Connector 6">
            <a:extLst>
              <a:ext uri="{FF2B5EF4-FFF2-40B4-BE49-F238E27FC236}">
                <a16:creationId xmlns:a16="http://schemas.microsoft.com/office/drawing/2014/main" id="{D44ACB01-6B78-648D-EBF4-7043D32A4DCC}"/>
              </a:ext>
            </a:extLst>
          </p:cNvPr>
          <p:cNvCxnSpPr>
            <a:cxnSpLocks/>
          </p:cNvCxnSpPr>
          <p:nvPr/>
        </p:nvCxnSpPr>
        <p:spPr>
          <a:xfrm>
            <a:off x="452438" y="2847490"/>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B55E037-1D4C-9E0D-9DB6-DCBB7033AC21}"/>
              </a:ext>
            </a:extLst>
          </p:cNvPr>
          <p:cNvCxnSpPr>
            <a:cxnSpLocks/>
          </p:cNvCxnSpPr>
          <p:nvPr/>
        </p:nvCxnSpPr>
        <p:spPr>
          <a:xfrm>
            <a:off x="3962400" y="2847490"/>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B4CBE33-0E3B-B5D6-D276-A5FBB088DD56}"/>
              </a:ext>
            </a:extLst>
          </p:cNvPr>
          <p:cNvSpPr>
            <a:spLocks noGrp="1"/>
          </p:cNvSpPr>
          <p:nvPr>
            <p:ph idx="14" hasCustomPrompt="1"/>
          </p:nvPr>
        </p:nvSpPr>
        <p:spPr>
          <a:xfrm>
            <a:off x="3962400" y="2939080"/>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5" name="Text Placeholder 5">
            <a:extLst>
              <a:ext uri="{FF2B5EF4-FFF2-40B4-BE49-F238E27FC236}">
                <a16:creationId xmlns:a16="http://schemas.microsoft.com/office/drawing/2014/main" id="{300D1863-6D9F-D386-3272-7AE775F597AD}"/>
              </a:ext>
            </a:extLst>
          </p:cNvPr>
          <p:cNvSpPr>
            <a:spLocks noGrp="1"/>
          </p:cNvSpPr>
          <p:nvPr>
            <p:ph type="body" sz="quarter" idx="15" hasCustomPrompt="1"/>
          </p:nvPr>
        </p:nvSpPr>
        <p:spPr>
          <a:xfrm>
            <a:off x="457200" y="2939080"/>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16" name="Straight Connector 15">
            <a:extLst>
              <a:ext uri="{FF2B5EF4-FFF2-40B4-BE49-F238E27FC236}">
                <a16:creationId xmlns:a16="http://schemas.microsoft.com/office/drawing/2014/main" id="{AA5D8537-3CEF-DF78-41F1-0F6312E9645F}"/>
              </a:ext>
            </a:extLst>
          </p:cNvPr>
          <p:cNvCxnSpPr>
            <a:cxnSpLocks/>
          </p:cNvCxnSpPr>
          <p:nvPr/>
        </p:nvCxnSpPr>
        <p:spPr>
          <a:xfrm>
            <a:off x="452438" y="4338770"/>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BFE904F-D475-7593-E45F-BF79A922E831}"/>
              </a:ext>
            </a:extLst>
          </p:cNvPr>
          <p:cNvCxnSpPr>
            <a:cxnSpLocks/>
          </p:cNvCxnSpPr>
          <p:nvPr/>
        </p:nvCxnSpPr>
        <p:spPr>
          <a:xfrm>
            <a:off x="3962400" y="4338770"/>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C42A06B7-2FE2-2908-5164-0845DA34203C}"/>
              </a:ext>
            </a:extLst>
          </p:cNvPr>
          <p:cNvSpPr>
            <a:spLocks noGrp="1"/>
          </p:cNvSpPr>
          <p:nvPr>
            <p:ph idx="16" hasCustomPrompt="1"/>
          </p:nvPr>
        </p:nvSpPr>
        <p:spPr>
          <a:xfrm>
            <a:off x="3962400" y="4430359"/>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9" name="Text Placeholder 5">
            <a:extLst>
              <a:ext uri="{FF2B5EF4-FFF2-40B4-BE49-F238E27FC236}">
                <a16:creationId xmlns:a16="http://schemas.microsoft.com/office/drawing/2014/main" id="{6F293747-E822-8B9A-B250-BD09178A5F10}"/>
              </a:ext>
            </a:extLst>
          </p:cNvPr>
          <p:cNvSpPr>
            <a:spLocks noGrp="1"/>
          </p:cNvSpPr>
          <p:nvPr>
            <p:ph type="body" sz="quarter" idx="17" hasCustomPrompt="1"/>
          </p:nvPr>
        </p:nvSpPr>
        <p:spPr>
          <a:xfrm>
            <a:off x="457200" y="4430359"/>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5" name="Straight Connector 4">
            <a:extLst>
              <a:ext uri="{FF2B5EF4-FFF2-40B4-BE49-F238E27FC236}">
                <a16:creationId xmlns:a16="http://schemas.microsoft.com/office/drawing/2014/main" id="{429A3035-2EDB-6331-792C-C204BF38F6AC}"/>
              </a:ext>
            </a:extLst>
          </p:cNvPr>
          <p:cNvCxnSpPr>
            <a:cxnSpLocks/>
          </p:cNvCxnSpPr>
          <p:nvPr/>
        </p:nvCxnSpPr>
        <p:spPr>
          <a:xfrm>
            <a:off x="452438" y="1342781"/>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6E72534-59BF-D450-E5D9-32D085C7E6D9}"/>
              </a:ext>
            </a:extLst>
          </p:cNvPr>
          <p:cNvCxnSpPr>
            <a:cxnSpLocks/>
          </p:cNvCxnSpPr>
          <p:nvPr/>
        </p:nvCxnSpPr>
        <p:spPr>
          <a:xfrm>
            <a:off x="3962400" y="1342781"/>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81774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AEB62-7BE1-5D8C-1B24-A6872199ABCA}"/>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F3764D86-105F-2A88-55B5-2DAECBD3E8E3}"/>
              </a:ext>
            </a:extLst>
          </p:cNvPr>
          <p:cNvSpPr>
            <a:spLocks noGrp="1"/>
          </p:cNvSpPr>
          <p:nvPr>
            <p:ph sz="half" idx="1" hasCustomPrompt="1"/>
          </p:nvPr>
        </p:nvSpPr>
        <p:spPr>
          <a:xfrm>
            <a:off x="45720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Content Placeholder 3">
            <a:extLst>
              <a:ext uri="{FF2B5EF4-FFF2-40B4-BE49-F238E27FC236}">
                <a16:creationId xmlns:a16="http://schemas.microsoft.com/office/drawing/2014/main" id="{14AB8798-DFE7-49BE-4E9F-920D1EB6D54B}"/>
              </a:ext>
            </a:extLst>
          </p:cNvPr>
          <p:cNvSpPr>
            <a:spLocks noGrp="1"/>
          </p:cNvSpPr>
          <p:nvPr>
            <p:ph sz="half" idx="2" hasCustomPrompt="1"/>
          </p:nvPr>
        </p:nvSpPr>
        <p:spPr>
          <a:xfrm>
            <a:off x="6522720" y="1444750"/>
            <a:ext cx="5212080" cy="4571999"/>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Date Placeholder 4">
            <a:extLst>
              <a:ext uri="{FF2B5EF4-FFF2-40B4-BE49-F238E27FC236}">
                <a16:creationId xmlns:a16="http://schemas.microsoft.com/office/drawing/2014/main" id="{F095D326-A1CD-53C0-6E4B-3792BB1FD4A9}"/>
              </a:ext>
            </a:extLst>
          </p:cNvPr>
          <p:cNvSpPr>
            <a:spLocks noGrp="1"/>
          </p:cNvSpPr>
          <p:nvPr>
            <p:ph type="dt" sz="half" idx="10"/>
          </p:nvPr>
        </p:nvSpPr>
        <p:spPr/>
        <p:txBody>
          <a:bodyPr/>
          <a:lstStyle/>
          <a:p>
            <a:fld id="{0975437E-1DBA-4B9C-9581-0BBB1993339C}" type="datetime1">
              <a:rPr lang="en-US" smtClean="0"/>
              <a:t>1/8/2026</a:t>
            </a:fld>
            <a:endParaRPr lang="en-US" dirty="0"/>
          </a:p>
        </p:txBody>
      </p:sp>
      <p:sp>
        <p:nvSpPr>
          <p:cNvPr id="9" name="Footer Placeholder 8">
            <a:extLst>
              <a:ext uri="{FF2B5EF4-FFF2-40B4-BE49-F238E27FC236}">
                <a16:creationId xmlns:a16="http://schemas.microsoft.com/office/drawing/2014/main" id="{52D2E00C-B7D1-9930-4311-FC69249A0E4C}"/>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2270ADC6-D307-E812-97FA-15F07F1166A3}"/>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6" name="Straight Connector 5">
            <a:extLst>
              <a:ext uri="{FF2B5EF4-FFF2-40B4-BE49-F238E27FC236}">
                <a16:creationId xmlns:a16="http://schemas.microsoft.com/office/drawing/2014/main" id="{124E5F2F-71BE-F7DA-234E-403E9123E2E3}"/>
              </a:ext>
            </a:extLst>
          </p:cNvPr>
          <p:cNvCxnSpPr>
            <a:cxnSpLocks/>
          </p:cNvCxnSpPr>
          <p:nvPr/>
        </p:nvCxnSpPr>
        <p:spPr>
          <a:xfrm>
            <a:off x="6096000" y="1444750"/>
            <a:ext cx="0" cy="4571997"/>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624248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6507-4F3C-6F06-CC64-DCB416815963}"/>
              </a:ext>
            </a:extLst>
          </p:cNvPr>
          <p:cNvSpPr>
            <a:spLocks noGrp="1"/>
          </p:cNvSpPr>
          <p:nvPr>
            <p:ph type="title" hasCustomPrompt="1"/>
          </p:nvPr>
        </p:nvSpPr>
        <p:spPr>
          <a:xfrm>
            <a:off x="457200" y="457200"/>
            <a:ext cx="11277600" cy="329184"/>
          </a:xfrm>
        </p:spPr>
        <p:txBody>
          <a:bodyPr anchor="t"/>
          <a:lstStyle>
            <a:lvl1pPr>
              <a:defRPr sz="2400"/>
            </a:lvl1pPr>
          </a:lstStyle>
          <a:p>
            <a:r>
              <a:rPr lang="en-US" dirty="0"/>
              <a:t>Click to add title</a:t>
            </a:r>
          </a:p>
        </p:txBody>
      </p:sp>
      <p:sp>
        <p:nvSpPr>
          <p:cNvPr id="3" name="Content Placeholder 2">
            <a:extLst>
              <a:ext uri="{FF2B5EF4-FFF2-40B4-BE49-F238E27FC236}">
                <a16:creationId xmlns:a16="http://schemas.microsoft.com/office/drawing/2014/main" id="{9521B89B-1396-CE54-BDAC-657C3A1FCF13}"/>
              </a:ext>
            </a:extLst>
          </p:cNvPr>
          <p:cNvSpPr>
            <a:spLocks noGrp="1"/>
          </p:cNvSpPr>
          <p:nvPr>
            <p:ph idx="1" hasCustomPrompt="1"/>
          </p:nvPr>
        </p:nvSpPr>
        <p:spPr>
          <a:xfrm>
            <a:off x="6096000" y="1447799"/>
            <a:ext cx="5638800" cy="4663440"/>
          </a:xfrm>
        </p:spPr>
        <p:txBody>
          <a:bodyPr>
            <a:noAutofit/>
          </a:bodyPr>
          <a:lstStyle>
            <a:lvl1pPr>
              <a:defRPr sz="16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3">
            <a:extLst>
              <a:ext uri="{FF2B5EF4-FFF2-40B4-BE49-F238E27FC236}">
                <a16:creationId xmlns:a16="http://schemas.microsoft.com/office/drawing/2014/main" id="{68C39DE7-C187-B4C9-7F93-CF29330E94C1}"/>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5724D44-8249-FD9B-C453-3AE49B5F4FF2}"/>
              </a:ext>
            </a:extLst>
          </p:cNvPr>
          <p:cNvSpPr>
            <a:spLocks noGrp="1"/>
          </p:cNvSpPr>
          <p:nvPr>
            <p:ph type="dt" sz="half" idx="10"/>
          </p:nvPr>
        </p:nvSpPr>
        <p:spPr/>
        <p:txBody>
          <a:bodyPr/>
          <a:lstStyle/>
          <a:p>
            <a:fld id="{F634C7C7-C4EF-4670-B999-297CDE7276C2}" type="datetime1">
              <a:rPr lang="en-US" smtClean="0"/>
              <a:t>1/8/2026</a:t>
            </a:fld>
            <a:endParaRPr lang="en-US" dirty="0"/>
          </a:p>
        </p:txBody>
      </p:sp>
      <p:sp>
        <p:nvSpPr>
          <p:cNvPr id="9" name="Footer Placeholder 8">
            <a:extLst>
              <a:ext uri="{FF2B5EF4-FFF2-40B4-BE49-F238E27FC236}">
                <a16:creationId xmlns:a16="http://schemas.microsoft.com/office/drawing/2014/main" id="{FC414F21-A578-2B13-3FC0-80CE780DACE8}"/>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0594F499-4E58-F60A-D1FE-CA8DBFA3324D}"/>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0013306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8CFF2-1ECE-33A6-68A7-0317E0C84DFC}"/>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Picture Placeholder 2">
            <a:extLst>
              <a:ext uri="{FF2B5EF4-FFF2-40B4-BE49-F238E27FC236}">
                <a16:creationId xmlns:a16="http://schemas.microsoft.com/office/drawing/2014/main" id="{B2C56658-0960-E18E-D91E-AA04D27572E7}"/>
              </a:ext>
            </a:extLst>
          </p:cNvPr>
          <p:cNvSpPr>
            <a:spLocks noGrp="1"/>
          </p:cNvSpPr>
          <p:nvPr>
            <p:ph type="pic" idx="1" hasCustomPrompt="1"/>
          </p:nvPr>
        </p:nvSpPr>
        <p:spPr>
          <a:xfrm>
            <a:off x="6096000" y="1447799"/>
            <a:ext cx="5638800" cy="4663439"/>
          </a:xfrm>
          <a:solidFill>
            <a:srgbClr val="ECECEB"/>
          </a:solidFill>
        </p:spPr>
        <p:txBody>
          <a:bodyPr bIns="640080" anchor="ctr">
            <a:normAutofit/>
          </a:bodyPr>
          <a:lstStyle>
            <a:lvl1pPr marL="0" indent="0" algn="ctr">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drag, or paste to add picture</a:t>
            </a:r>
          </a:p>
        </p:txBody>
      </p:sp>
      <p:sp>
        <p:nvSpPr>
          <p:cNvPr id="4" name="Text Placeholder 3">
            <a:extLst>
              <a:ext uri="{FF2B5EF4-FFF2-40B4-BE49-F238E27FC236}">
                <a16:creationId xmlns:a16="http://schemas.microsoft.com/office/drawing/2014/main" id="{8801F393-8308-0D1E-52A2-FC57E4512CCF}"/>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80241F3-9135-92CE-6A1A-5BE0AECC9970}"/>
              </a:ext>
            </a:extLst>
          </p:cNvPr>
          <p:cNvSpPr>
            <a:spLocks noGrp="1"/>
          </p:cNvSpPr>
          <p:nvPr>
            <p:ph type="dt" sz="half" idx="10"/>
          </p:nvPr>
        </p:nvSpPr>
        <p:spPr/>
        <p:txBody>
          <a:bodyPr/>
          <a:lstStyle/>
          <a:p>
            <a:fld id="{08E9509E-2D00-4425-8617-63AD21C2168D}" type="datetime1">
              <a:rPr lang="en-US" smtClean="0"/>
              <a:t>1/8/2026</a:t>
            </a:fld>
            <a:endParaRPr lang="en-US" dirty="0"/>
          </a:p>
        </p:txBody>
      </p:sp>
      <p:sp>
        <p:nvSpPr>
          <p:cNvPr id="9" name="Footer Placeholder 8">
            <a:extLst>
              <a:ext uri="{FF2B5EF4-FFF2-40B4-BE49-F238E27FC236}">
                <a16:creationId xmlns:a16="http://schemas.microsoft.com/office/drawing/2014/main" id="{188FFC8B-A41D-691D-C8C9-0C363B1FD284}"/>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B0EC0125-3406-DCE1-A443-16278DF39252}"/>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5250528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tatement - light">
    <p:bg>
      <p:bgRef idx="1001">
        <a:schemeClr val="bg2"/>
      </p:bgRef>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hasCustomPrompt="1"/>
          </p:nvPr>
        </p:nvSpPr>
        <p:spPr>
          <a:xfrm>
            <a:off x="1005840" y="3429000"/>
            <a:ext cx="8849360" cy="1500188"/>
          </a:xfrm>
          <a:prstGeom prst="rect">
            <a:avLst/>
          </a:prstGeom>
        </p:spPr>
        <p:txBody>
          <a:bodyPr>
            <a:noAutofit/>
          </a:bodyPr>
          <a:lstStyle>
            <a:lvl1pPr marL="0" indent="0">
              <a:buNone/>
              <a:defRPr>
                <a:solidFill>
                  <a:schemeClr val="accent2"/>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dirty="0"/>
              <a:t>Attributor name is 16pt Arial</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05840" y="1943100"/>
            <a:ext cx="8849360" cy="997196"/>
          </a:xfrm>
        </p:spPr>
        <p:txBody>
          <a:bodyPr anchor="b" anchorCtr="0"/>
          <a:lstStyle>
            <a:lvl1pPr algn="l" rtl="0" eaLnBrk="1" latinLnBrk="0" hangingPunct="1">
              <a:defRPr lang="en-US" sz="3600" smtClean="0">
                <a:effectLst/>
              </a:defRPr>
            </a:lvl1pPr>
          </a:lstStyle>
          <a:p>
            <a:pPr rtl="0" eaLnBrk="1" latinLnBrk="0" hangingPunct="1"/>
            <a:r>
              <a:rPr lang="en-US" dirty="0"/>
              <a:t>Click to edit statement or quote </a:t>
            </a:r>
            <a:br>
              <a:rPr lang="en-US" dirty="0"/>
            </a:br>
            <a:r>
              <a:rPr lang="en-US" dirty="0"/>
              <a:t>in Arial 36pt bold</a:t>
            </a:r>
          </a:p>
        </p:txBody>
      </p:sp>
      <p:sp>
        <p:nvSpPr>
          <p:cNvPr id="4" name="Date Placeholder 3">
            <a:extLst>
              <a:ext uri="{FF2B5EF4-FFF2-40B4-BE49-F238E27FC236}">
                <a16:creationId xmlns:a16="http://schemas.microsoft.com/office/drawing/2014/main" id="{A90C7F1F-725F-1A52-1D97-F08B00EAAD97}"/>
              </a:ext>
            </a:extLst>
          </p:cNvPr>
          <p:cNvSpPr>
            <a:spLocks noGrp="1"/>
          </p:cNvSpPr>
          <p:nvPr>
            <p:ph type="dt" sz="half" idx="14"/>
          </p:nvPr>
        </p:nvSpPr>
        <p:spPr/>
        <p:txBody>
          <a:bodyPr/>
          <a:lstStyle/>
          <a:p>
            <a:fld id="{B301B72F-569F-4EC1-BC0D-A48112D7E658}" type="datetime1">
              <a:rPr lang="en-US" smtClean="0"/>
              <a:t>1/8/2026</a:t>
            </a:fld>
            <a:endParaRPr lang="en-US" dirty="0"/>
          </a:p>
        </p:txBody>
      </p:sp>
      <p:sp>
        <p:nvSpPr>
          <p:cNvPr id="7" name="Footer Placeholder 6">
            <a:extLst>
              <a:ext uri="{FF2B5EF4-FFF2-40B4-BE49-F238E27FC236}">
                <a16:creationId xmlns:a16="http://schemas.microsoft.com/office/drawing/2014/main" id="{D50B4EFF-B670-387B-EBF2-318801CE65AB}"/>
              </a:ext>
            </a:extLst>
          </p:cNvPr>
          <p:cNvSpPr>
            <a:spLocks noGrp="1"/>
          </p:cNvSpPr>
          <p:nvPr>
            <p:ph type="ftr" sz="quarter" idx="15"/>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B54DEEBD-7FD8-B1BF-8875-FF2A60284D39}"/>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72647368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24"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ase study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421640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1" y="1078468"/>
            <a:ext cx="3200400" cy="369332"/>
          </a:xfrm>
        </p:spPr>
        <p:txBody>
          <a:bodyPr wrap="square" lIns="0" tIns="0" rIns="0" bIns="0" anchor="t" anchorCtr="0">
            <a:spAutoFit/>
          </a:bodyPr>
          <a:lstStyle>
            <a:lvl1pPr>
              <a:lnSpc>
                <a:spcPct val="100000"/>
              </a:lnSpc>
              <a:defRPr sz="24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E240D85D-6E93-453E-9D10-D2844A4FB22C}" type="datetime1">
              <a:rPr lang="en-US" smtClean="0"/>
              <a:t>1/8/2026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457200" y="457200"/>
            <a:ext cx="3200401" cy="171778"/>
          </a:xfrm>
        </p:spPr>
        <p:txBody>
          <a:bodyPr wrap="square">
            <a:spAutoFit/>
          </a:bodyPr>
          <a:lstStyle>
            <a:lvl1pPr marL="0" indent="0">
              <a:buNone/>
              <a:defRPr sz="1100">
                <a:solidFill>
                  <a:schemeClr val="bg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Case study super head</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5151120" y="1447800"/>
            <a:ext cx="6583680"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Picture Placeholder 6">
            <a:extLst>
              <a:ext uri="{FF2B5EF4-FFF2-40B4-BE49-F238E27FC236}">
                <a16:creationId xmlns:a16="http://schemas.microsoft.com/office/drawing/2014/main" id="{2240FDEC-D5D2-8E2B-9CB8-49F6FABD320A}"/>
              </a:ext>
            </a:extLst>
          </p:cNvPr>
          <p:cNvSpPr>
            <a:spLocks noGrp="1"/>
          </p:cNvSpPr>
          <p:nvPr>
            <p:ph type="pic" sz="quarter" idx="28" hasCustomPrompt="1"/>
          </p:nvPr>
        </p:nvSpPr>
        <p:spPr>
          <a:xfrm>
            <a:off x="9855200" y="457200"/>
            <a:ext cx="1879600" cy="685800"/>
          </a:xfrm>
          <a:noFill/>
        </p:spPr>
        <p:txBody>
          <a:bodyPr bIns="0" anchor="ctr">
            <a:normAutofit/>
          </a:bodyPr>
          <a:lstStyle>
            <a:lvl1pPr marL="0" indent="0" algn="ctr">
              <a:lnSpc>
                <a:spcPct val="100000"/>
              </a:lnSpc>
              <a:buNone/>
              <a:defRPr sz="900">
                <a:solidFill>
                  <a:schemeClr val="tx1"/>
                </a:solidFill>
              </a:defRPr>
            </a:lvl1pPr>
          </a:lstStyle>
          <a:p>
            <a:r>
              <a:rPr lang="en-US" dirty="0"/>
              <a:t>Client logo</a:t>
            </a:r>
            <a:br>
              <a:rPr lang="en-US" dirty="0"/>
            </a:br>
            <a:r>
              <a:rPr lang="en-US" dirty="0"/>
              <a:t>(crop: fit to make sure </a:t>
            </a:r>
            <a:br>
              <a:rPr lang="en-US" dirty="0"/>
            </a:br>
            <a:r>
              <a:rPr lang="en-US" dirty="0"/>
              <a:t>entire logo is visible)</a:t>
            </a:r>
          </a:p>
        </p:txBody>
      </p:sp>
    </p:spTree>
    <p:extLst>
      <p:ext uri="{BB962C8B-B14F-4D97-AF65-F5344CB8AC3E}">
        <p14:creationId xmlns:p14="http://schemas.microsoft.com/office/powerpoint/2010/main" val="2442934130"/>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ase study light - no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E73A3D6-80E4-AC3E-7815-5FDC789342D0}"/>
              </a:ext>
            </a:extLst>
          </p:cNvPr>
          <p:cNvSpPr/>
          <p:nvPr userDrawn="1"/>
        </p:nvSpPr>
        <p:spPr>
          <a:xfrm>
            <a:off x="0" y="0"/>
            <a:ext cx="42164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1" y="1078468"/>
            <a:ext cx="3200400" cy="369332"/>
          </a:xfrm>
        </p:spPr>
        <p:txBody>
          <a:bodyPr wrap="square" lIns="0" tIns="0" rIns="0" bIns="0" anchor="t" anchorCtr="0">
            <a:spAutoFit/>
          </a:bodyPr>
          <a:lstStyle>
            <a:lvl1pPr>
              <a:lnSpc>
                <a:spcPct val="100000"/>
              </a:lnSpc>
              <a:defRPr sz="24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bg1"/>
                </a:solidFill>
              </a:defRPr>
            </a:lvl1pPr>
          </a:lstStyle>
          <a:p>
            <a:fld id="{3D4BFC8A-E4DD-4119-B3BA-BC9D4E473C99}" type="datetime1">
              <a:rPr lang="en-US" smtClean="0"/>
              <a:t>1/8/2026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457200" y="457200"/>
            <a:ext cx="3200401" cy="171778"/>
          </a:xfrm>
        </p:spPr>
        <p:txBody>
          <a:bodyPr wrap="square">
            <a:spAutoFit/>
          </a:bodyPr>
          <a:lstStyle>
            <a:lvl1pPr marL="0" indent="0">
              <a:buNone/>
              <a:defRPr sz="1100">
                <a:solidFill>
                  <a:schemeClr val="bg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Case study super head</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5151120" y="1447800"/>
            <a:ext cx="6583680"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Picture Placeholder 6">
            <a:extLst>
              <a:ext uri="{FF2B5EF4-FFF2-40B4-BE49-F238E27FC236}">
                <a16:creationId xmlns:a16="http://schemas.microsoft.com/office/drawing/2014/main" id="{2240FDEC-D5D2-8E2B-9CB8-49F6FABD320A}"/>
              </a:ext>
            </a:extLst>
          </p:cNvPr>
          <p:cNvSpPr>
            <a:spLocks noGrp="1"/>
          </p:cNvSpPr>
          <p:nvPr>
            <p:ph type="pic" sz="quarter" idx="28" hasCustomPrompt="1"/>
          </p:nvPr>
        </p:nvSpPr>
        <p:spPr>
          <a:xfrm>
            <a:off x="9855200" y="457200"/>
            <a:ext cx="1879600" cy="685800"/>
          </a:xfrm>
          <a:noFill/>
        </p:spPr>
        <p:txBody>
          <a:bodyPr bIns="0" anchor="ctr">
            <a:normAutofit/>
          </a:bodyPr>
          <a:lstStyle>
            <a:lvl1pPr marL="0" indent="0" algn="ctr">
              <a:lnSpc>
                <a:spcPct val="100000"/>
              </a:lnSpc>
              <a:buNone/>
              <a:defRPr sz="900">
                <a:solidFill>
                  <a:schemeClr val="tx1"/>
                </a:solidFill>
              </a:defRPr>
            </a:lvl1pPr>
          </a:lstStyle>
          <a:p>
            <a:r>
              <a:rPr lang="en-US" dirty="0"/>
              <a:t>Client logo</a:t>
            </a:r>
            <a:br>
              <a:rPr lang="en-US" dirty="0"/>
            </a:br>
            <a:r>
              <a:rPr lang="en-US" dirty="0"/>
              <a:t>(crop: fit to make sure </a:t>
            </a:r>
            <a:br>
              <a:rPr lang="en-US" dirty="0"/>
            </a:br>
            <a:r>
              <a:rPr lang="en-US" dirty="0"/>
              <a:t>entire logo is visible)</a:t>
            </a:r>
          </a:p>
        </p:txBody>
      </p:sp>
    </p:spTree>
    <p:extLst>
      <p:ext uri="{BB962C8B-B14F-4D97-AF65-F5344CB8AC3E}">
        <p14:creationId xmlns:p14="http://schemas.microsoft.com/office/powerpoint/2010/main" val="1625816533"/>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DARK LAYOUT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775811" y="1385364"/>
            <a:ext cx="10640378" cy="4087273"/>
          </a:xfrm>
          <a:prstGeom prst="rect">
            <a:avLst/>
          </a:prstGeom>
          <a:noFill/>
        </p:spPr>
        <p:txBody>
          <a:bodyPr wrap="squar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DARK LAYOUTS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2891603830"/>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obj" preserve="1">
  <p:cSld name="Title and Content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p:txBody>
          <a:bodyPr/>
          <a:lstStyle/>
          <a:p>
            <a:pPr lvl="0"/>
            <a:r>
              <a:rPr lang="en-US" dirty="0"/>
              <a:t>Click to add content</a:t>
            </a:r>
          </a:p>
          <a:p>
            <a:pPr lvl="1"/>
            <a:r>
              <a:rPr lang="en-US" dirty="0"/>
              <a:t>2nd level</a:t>
            </a:r>
          </a:p>
          <a:p>
            <a:pPr lvl="2"/>
            <a:r>
              <a:rPr lang="en-US" dirty="0"/>
              <a:t>3rd level text</a:t>
            </a:r>
          </a:p>
          <a:p>
            <a:pPr lvl="3"/>
            <a:r>
              <a:rPr lang="en-US" dirty="0"/>
              <a:t>4th level text</a:t>
            </a:r>
          </a:p>
          <a:p>
            <a:pPr lvl="4"/>
            <a:r>
              <a:rPr lang="en-US" dirty="0"/>
              <a:t>5th level text</a:t>
            </a:r>
          </a:p>
        </p:txBody>
      </p:sp>
      <p:sp>
        <p:nvSpPr>
          <p:cNvPr id="9" name="Date Placeholder 8">
            <a:extLst>
              <a:ext uri="{FF2B5EF4-FFF2-40B4-BE49-F238E27FC236}">
                <a16:creationId xmlns:a16="http://schemas.microsoft.com/office/drawing/2014/main" id="{F383D916-FBF7-8EA7-4311-2FD3E10E8254}"/>
              </a:ext>
            </a:extLst>
          </p:cNvPr>
          <p:cNvSpPr>
            <a:spLocks noGrp="1"/>
          </p:cNvSpPr>
          <p:nvPr>
            <p:ph type="dt" sz="half" idx="10"/>
          </p:nvPr>
        </p:nvSpPr>
        <p:spPr/>
        <p:txBody>
          <a:bodyPr/>
          <a:lstStyle/>
          <a:p>
            <a:fld id="{A8FE65DC-9B0C-48A5-898F-3399994D7A14}" type="datetime1">
              <a:rPr lang="en-US" smtClean="0"/>
              <a:t>1/8/2026</a:t>
            </a:fld>
            <a:endParaRPr lang="en-US" dirty="0"/>
          </a:p>
        </p:txBody>
      </p:sp>
      <p:sp>
        <p:nvSpPr>
          <p:cNvPr id="10" name="Footer Placeholder 9">
            <a:extLst>
              <a:ext uri="{FF2B5EF4-FFF2-40B4-BE49-F238E27FC236}">
                <a16:creationId xmlns:a16="http://schemas.microsoft.com/office/drawing/2014/main" id="{69D40ACC-00F3-03AD-3DB1-6487497FA161}"/>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1DA0B9D4-7BD8-9FB8-A351-972423D1D772}"/>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4" name="Cognizant Logo_rgb_rev_2023" descr="Cognizant logo reversed, SVG format">
            <a:extLst>
              <a:ext uri="{FF2B5EF4-FFF2-40B4-BE49-F238E27FC236}">
                <a16:creationId xmlns:a16="http://schemas.microsoft.com/office/drawing/2014/main" id="{591ACBB7-11CF-0324-65ED-7CE580E3A1A8}"/>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111587575"/>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Super head, sub head, footnote - Super head, sub head, footnote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457200" y="1447800"/>
            <a:ext cx="7518400" cy="42976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7">
            <a:extLst>
              <a:ext uri="{FF2B5EF4-FFF2-40B4-BE49-F238E27FC236}">
                <a16:creationId xmlns:a16="http://schemas.microsoft.com/office/drawing/2014/main" id="{EDCB0FDA-E923-182E-F7E1-D663EE4D60C4}"/>
              </a:ext>
            </a:extLst>
          </p:cNvPr>
          <p:cNvSpPr>
            <a:spLocks noGrp="1"/>
          </p:cNvSpPr>
          <p:nvPr>
            <p:ph type="body" sz="quarter" idx="14" hasCustomPrompt="1"/>
          </p:nvPr>
        </p:nvSpPr>
        <p:spPr>
          <a:xfrm>
            <a:off x="457200" y="228600"/>
            <a:ext cx="11277600" cy="163956"/>
          </a:xfrm>
        </p:spPr>
        <p:txBody>
          <a:bodyPr anchor="b">
            <a:spAutoFit/>
          </a:bodyPr>
          <a:lstStyle>
            <a:lvl1pPr marL="0" indent="0">
              <a:buNone/>
              <a:defRPr sz="1050">
                <a:solidFill>
                  <a:schemeClr val="accent3"/>
                </a:solidFill>
              </a:defRPr>
            </a:lvl1pPr>
          </a:lstStyle>
          <a:p>
            <a:pPr lvl="0"/>
            <a:r>
              <a:rPr lang="en-US"/>
              <a:t>Super head</a:t>
            </a:r>
          </a:p>
        </p:txBody>
      </p:sp>
      <p:sp>
        <p:nvSpPr>
          <p:cNvPr id="8" name="Text Placeholder 7">
            <a:extLst>
              <a:ext uri="{FF2B5EF4-FFF2-40B4-BE49-F238E27FC236}">
                <a16:creationId xmlns:a16="http://schemas.microsoft.com/office/drawing/2014/main" id="{8D4F1D73-B5B0-2DD9-9E22-084F619A1164}"/>
              </a:ext>
            </a:extLst>
          </p:cNvPr>
          <p:cNvSpPr>
            <a:spLocks noGrp="1"/>
          </p:cNvSpPr>
          <p:nvPr>
            <p:ph type="body" sz="quarter" idx="15" hasCustomPrompt="1"/>
          </p:nvPr>
        </p:nvSpPr>
        <p:spPr>
          <a:xfrm>
            <a:off x="457200" y="822960"/>
            <a:ext cx="11277600" cy="281039"/>
          </a:xfrm>
        </p:spPr>
        <p:txBody>
          <a:bodyPr anchor="t">
            <a:spAutoFit/>
          </a:bodyPr>
          <a:lstStyle>
            <a:lvl1pPr marL="0" indent="0">
              <a:lnSpc>
                <a:spcPct val="100000"/>
              </a:lnSpc>
              <a:buNone/>
              <a:defRPr sz="1800">
                <a:solidFill>
                  <a:schemeClr val="accent3"/>
                </a:solidFill>
              </a:defRPr>
            </a:lvl1pPr>
          </a:lstStyle>
          <a:p>
            <a:pPr lvl="0"/>
            <a:r>
              <a:rPr lang="en-US" dirty="0"/>
              <a:t>Subhead</a:t>
            </a:r>
          </a:p>
        </p:txBody>
      </p:sp>
      <p:sp>
        <p:nvSpPr>
          <p:cNvPr id="9" name="Text Placeholder 7">
            <a:extLst>
              <a:ext uri="{FF2B5EF4-FFF2-40B4-BE49-F238E27FC236}">
                <a16:creationId xmlns:a16="http://schemas.microsoft.com/office/drawing/2014/main" id="{8B225166-D739-CEC1-F817-8B08A1CA46F7}"/>
              </a:ext>
            </a:extLst>
          </p:cNvPr>
          <p:cNvSpPr>
            <a:spLocks noGrp="1"/>
          </p:cNvSpPr>
          <p:nvPr>
            <p:ph type="body" sz="quarter" idx="16" hasCustomPrompt="1"/>
          </p:nvPr>
        </p:nvSpPr>
        <p:spPr>
          <a:xfrm>
            <a:off x="457200" y="5947090"/>
            <a:ext cx="7518400" cy="124906"/>
          </a:xfrm>
        </p:spPr>
        <p:txBody>
          <a:bodyPr wrap="square" anchor="t" anchorCtr="0">
            <a:spAutoFit/>
          </a:bodyPr>
          <a:lstStyle>
            <a:lvl1pPr marL="0" indent="0">
              <a:buNone/>
              <a:defRPr sz="800">
                <a:solidFill>
                  <a:schemeClr val="tx1"/>
                </a:solidFill>
              </a:defRPr>
            </a:lvl1pPr>
          </a:lstStyle>
          <a:p>
            <a:pPr lvl="0"/>
            <a:r>
              <a:rPr lang="en-US" dirty="0"/>
              <a:t>Insert source or footnote here</a:t>
            </a:r>
          </a:p>
        </p:txBody>
      </p:sp>
      <p:sp>
        <p:nvSpPr>
          <p:cNvPr id="10" name="Date Placeholder 9">
            <a:extLst>
              <a:ext uri="{FF2B5EF4-FFF2-40B4-BE49-F238E27FC236}">
                <a16:creationId xmlns:a16="http://schemas.microsoft.com/office/drawing/2014/main" id="{BB09AAF3-3252-489D-5FB0-6293AC9FF0F1}"/>
              </a:ext>
            </a:extLst>
          </p:cNvPr>
          <p:cNvSpPr>
            <a:spLocks noGrp="1"/>
          </p:cNvSpPr>
          <p:nvPr>
            <p:ph type="dt" sz="half" idx="17"/>
          </p:nvPr>
        </p:nvSpPr>
        <p:spPr/>
        <p:txBody>
          <a:bodyPr/>
          <a:lstStyle/>
          <a:p>
            <a:fld id="{4D400A4B-814A-44AC-8B06-B181334875EB}" type="datetime1">
              <a:rPr lang="en-US" smtClean="0"/>
              <a:t>1/8/2026</a:t>
            </a:fld>
            <a:endParaRPr lang="en-US" dirty="0"/>
          </a:p>
        </p:txBody>
      </p:sp>
      <p:sp>
        <p:nvSpPr>
          <p:cNvPr id="11" name="Footer Placeholder 10">
            <a:extLst>
              <a:ext uri="{FF2B5EF4-FFF2-40B4-BE49-F238E27FC236}">
                <a16:creationId xmlns:a16="http://schemas.microsoft.com/office/drawing/2014/main" id="{0D47B63B-3488-B9A8-9702-4FB8F539BC94}"/>
              </a:ext>
            </a:extLst>
          </p:cNvPr>
          <p:cNvSpPr>
            <a:spLocks noGrp="1"/>
          </p:cNvSpPr>
          <p:nvPr>
            <p:ph type="ftr" sz="quarter" idx="18"/>
          </p:nvPr>
        </p:nvSpPr>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1BA67573-B992-F2E1-F4A6-9434D3134383}"/>
              </a:ext>
            </a:extLst>
          </p:cNvPr>
          <p:cNvSpPr>
            <a:spLocks noGrp="1"/>
          </p:cNvSpPr>
          <p:nvPr>
            <p:ph type="sldNum" sz="quarter" idx="19"/>
          </p:nvPr>
        </p:nvSpPr>
        <p:spPr/>
        <p:txBody>
          <a:bodyPr/>
          <a:lstStyle/>
          <a:p>
            <a:fld id="{38826FC0-333C-E549-9FA3-0EE43DF298A3}" type="slidenum">
              <a:rPr lang="en-US" smtClean="0"/>
              <a:pPr/>
              <a:t>‹#›</a:t>
            </a:fld>
            <a:endParaRPr lang="en-US" dirty="0"/>
          </a:p>
        </p:txBody>
      </p:sp>
      <p:pic>
        <p:nvPicPr>
          <p:cNvPr id="6" name="Cognizant Logo_rgb_rev_2023" descr="Cognizant logo reversed, SVG format">
            <a:extLst>
              <a:ext uri="{FF2B5EF4-FFF2-40B4-BE49-F238E27FC236}">
                <a16:creationId xmlns:a16="http://schemas.microsoft.com/office/drawing/2014/main" id="{C58C5DC1-02D1-ACC1-37E9-20232B40787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620446942"/>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titleOnly" preserve="1">
  <p:cSld name="Title only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A3A05-DC05-1CC5-ED65-5734138EE80C}"/>
              </a:ext>
            </a:extLst>
          </p:cNvPr>
          <p:cNvSpPr>
            <a:spLocks noGrp="1"/>
          </p:cNvSpPr>
          <p:nvPr>
            <p:ph type="title" hasCustomPrompt="1"/>
          </p:nvPr>
        </p:nvSpPr>
        <p:spPr/>
        <p:txBody>
          <a:bodyPr/>
          <a:lstStyle/>
          <a:p>
            <a:r>
              <a:rPr lang="en-US" dirty="0"/>
              <a:t>Click to add title</a:t>
            </a:r>
          </a:p>
        </p:txBody>
      </p:sp>
      <p:sp>
        <p:nvSpPr>
          <p:cNvPr id="8" name="Date Placeholder 7">
            <a:extLst>
              <a:ext uri="{FF2B5EF4-FFF2-40B4-BE49-F238E27FC236}">
                <a16:creationId xmlns:a16="http://schemas.microsoft.com/office/drawing/2014/main" id="{D1C004D1-9C96-9E3A-B3CF-E648F1817884}"/>
              </a:ext>
            </a:extLst>
          </p:cNvPr>
          <p:cNvSpPr>
            <a:spLocks noGrp="1"/>
          </p:cNvSpPr>
          <p:nvPr>
            <p:ph type="dt" sz="half" idx="10"/>
          </p:nvPr>
        </p:nvSpPr>
        <p:spPr/>
        <p:txBody>
          <a:bodyPr/>
          <a:lstStyle/>
          <a:p>
            <a:fld id="{34B751B7-EDD5-4C32-B7E9-CF83F055A7D0}" type="datetime1">
              <a:rPr lang="en-US" smtClean="0"/>
              <a:t>1/8/2026</a:t>
            </a:fld>
            <a:endParaRPr lang="en-US" dirty="0"/>
          </a:p>
        </p:txBody>
      </p:sp>
      <p:sp>
        <p:nvSpPr>
          <p:cNvPr id="9" name="Footer Placeholder 8">
            <a:extLst>
              <a:ext uri="{FF2B5EF4-FFF2-40B4-BE49-F238E27FC236}">
                <a16:creationId xmlns:a16="http://schemas.microsoft.com/office/drawing/2014/main" id="{C8F63855-627B-94BE-7770-B3F2F8F1DAD6}"/>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64918DA7-E1E1-1CFE-6E02-09FE2AA2F07F}"/>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3" name="Cognizant Logo_rgb_rev_2023" descr="Cognizant logo reversed, SVG format">
            <a:extLst>
              <a:ext uri="{FF2B5EF4-FFF2-40B4-BE49-F238E27FC236}">
                <a16:creationId xmlns:a16="http://schemas.microsoft.com/office/drawing/2014/main" id="{39ECF048-F463-0BC0-00A8-80B618B315F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90993053"/>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Blank - dark">
    <p:bg>
      <p:bgRef idx="1001">
        <a:schemeClr val="bg1"/>
      </p:bgRef>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86AB16-C89B-C286-D054-A2D5DB5C460C}"/>
              </a:ext>
            </a:extLst>
          </p:cNvPr>
          <p:cNvSpPr>
            <a:spLocks noGrp="1"/>
          </p:cNvSpPr>
          <p:nvPr>
            <p:ph type="title" hasCustomPrompt="1"/>
          </p:nvPr>
        </p:nvSpPr>
        <p:spPr>
          <a:xfrm>
            <a:off x="457200" y="-357975"/>
            <a:ext cx="11277600" cy="193899"/>
          </a:xfrm>
        </p:spPr>
        <p:txBody>
          <a:bodyPr/>
          <a:lstStyle>
            <a:lvl1pPr>
              <a:defRPr sz="1400">
                <a:solidFill>
                  <a:schemeClr val="bg1"/>
                </a:solidFill>
              </a:defRPr>
            </a:lvl1pPr>
          </a:lstStyle>
          <a:p>
            <a:r>
              <a:rPr lang="en-US"/>
              <a:t>Click to add title (for accessibility purposes)</a:t>
            </a:r>
          </a:p>
        </p:txBody>
      </p:sp>
      <p:sp>
        <p:nvSpPr>
          <p:cNvPr id="2" name="Date Placeholder 1">
            <a:extLst>
              <a:ext uri="{FF2B5EF4-FFF2-40B4-BE49-F238E27FC236}">
                <a16:creationId xmlns:a16="http://schemas.microsoft.com/office/drawing/2014/main" id="{782BD780-BD7C-D16D-9867-3767997FAF91}"/>
              </a:ext>
            </a:extLst>
          </p:cNvPr>
          <p:cNvSpPr>
            <a:spLocks noGrp="1"/>
          </p:cNvSpPr>
          <p:nvPr>
            <p:ph type="dt" sz="half" idx="10"/>
          </p:nvPr>
        </p:nvSpPr>
        <p:spPr/>
        <p:txBody>
          <a:bodyPr/>
          <a:lstStyle/>
          <a:p>
            <a:fld id="{B8D9EEA2-7C16-4EBF-A4ED-6EE3F89E8D21}" type="datetime1">
              <a:rPr lang="en-US" smtClean="0"/>
              <a:t>1/8/2026</a:t>
            </a:fld>
            <a:endParaRPr lang="en-US" dirty="0"/>
          </a:p>
        </p:txBody>
      </p:sp>
      <p:sp>
        <p:nvSpPr>
          <p:cNvPr id="7" name="Footer Placeholder 6">
            <a:extLst>
              <a:ext uri="{FF2B5EF4-FFF2-40B4-BE49-F238E27FC236}">
                <a16:creationId xmlns:a16="http://schemas.microsoft.com/office/drawing/2014/main" id="{A5ABA333-FF45-AB19-E8F1-74BC796D7D7D}"/>
              </a:ext>
            </a:extLst>
          </p:cNvPr>
          <p:cNvSpPr>
            <a:spLocks noGrp="1"/>
          </p:cNvSpPr>
          <p:nvPr>
            <p:ph type="ftr" sz="quarter" idx="11"/>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D83C6AAA-8E03-CCE1-302E-C26D372E0547}"/>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4" name="Cognizant Logo_rgb_rev_2023" descr="Cognizant logo reversed, SVG format">
            <a:extLst>
              <a:ext uri="{FF2B5EF4-FFF2-40B4-BE49-F238E27FC236}">
                <a16:creationId xmlns:a16="http://schemas.microsoft.com/office/drawing/2014/main" id="{F805300B-96D9-F036-71EF-3F86B3B72D1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794437884"/>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wo colum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7800"/>
            <a:ext cx="5212076"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6522720" y="1447800"/>
            <a:ext cx="5183188" cy="281103"/>
          </a:xfrm>
        </p:spPr>
        <p:txBody>
          <a:bodyPr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6522720"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a:t>
            </a:r>
          </a:p>
          <a:p>
            <a:pPr lvl="4"/>
            <a:r>
              <a:rPr lang="en-US" dirty="0"/>
              <a:t>Fifth level</a:t>
            </a:r>
          </a:p>
        </p:txBody>
      </p:sp>
      <p:cxnSp>
        <p:nvCxnSpPr>
          <p:cNvPr id="11" name="Straight Connector 10">
            <a:extLst>
              <a:ext uri="{FF2B5EF4-FFF2-40B4-BE49-F238E27FC236}">
                <a16:creationId xmlns:a16="http://schemas.microsoft.com/office/drawing/2014/main" id="{CAC5B4FD-126E-C923-20FE-0F5752D73F74}"/>
              </a:ext>
            </a:extLst>
          </p:cNvPr>
          <p:cNvCxnSpPr>
            <a:cxnSpLocks/>
          </p:cNvCxnSpPr>
          <p:nvPr/>
        </p:nvCxnSpPr>
        <p:spPr>
          <a:xfrm>
            <a:off x="6096000" y="1444752"/>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Date Placeholder 11">
            <a:extLst>
              <a:ext uri="{FF2B5EF4-FFF2-40B4-BE49-F238E27FC236}">
                <a16:creationId xmlns:a16="http://schemas.microsoft.com/office/drawing/2014/main" id="{3935A7ED-6F86-9D0C-DCB0-7B1E2AC5270D}"/>
              </a:ext>
            </a:extLst>
          </p:cNvPr>
          <p:cNvSpPr>
            <a:spLocks noGrp="1"/>
          </p:cNvSpPr>
          <p:nvPr>
            <p:ph type="dt" sz="half" idx="10"/>
          </p:nvPr>
        </p:nvSpPr>
        <p:spPr/>
        <p:txBody>
          <a:bodyPr/>
          <a:lstStyle/>
          <a:p>
            <a:fld id="{91C17549-EEBF-4F3F-AEC3-BD6253AA8F59}" type="datetime1">
              <a:rPr lang="en-US" smtClean="0"/>
              <a:t>1/8/2026</a:t>
            </a:fld>
            <a:endParaRPr lang="en-US" dirty="0"/>
          </a:p>
        </p:txBody>
      </p:sp>
      <p:sp>
        <p:nvSpPr>
          <p:cNvPr id="13" name="Footer Placeholder 12">
            <a:extLst>
              <a:ext uri="{FF2B5EF4-FFF2-40B4-BE49-F238E27FC236}">
                <a16:creationId xmlns:a16="http://schemas.microsoft.com/office/drawing/2014/main" id="{3B6D255F-8835-8DBB-9F90-569D07917B7B}"/>
              </a:ext>
            </a:extLst>
          </p:cNvPr>
          <p:cNvSpPr>
            <a:spLocks noGrp="1"/>
          </p:cNvSpPr>
          <p:nvPr>
            <p:ph type="ftr" sz="quarter" idx="11"/>
          </p:nvPr>
        </p:nvSpPr>
        <p:spPr/>
        <p:txBody>
          <a:bodyPr/>
          <a:lstStyle/>
          <a:p>
            <a:r>
              <a:rPr lang="en-US"/>
              <a:t>© 2025–2027 Cognizant | Private</a:t>
            </a:r>
            <a:endParaRPr lang="en-US" dirty="0"/>
          </a:p>
        </p:txBody>
      </p:sp>
      <p:sp>
        <p:nvSpPr>
          <p:cNvPr id="14" name="Slide Number Placeholder 13">
            <a:extLst>
              <a:ext uri="{FF2B5EF4-FFF2-40B4-BE49-F238E27FC236}">
                <a16:creationId xmlns:a16="http://schemas.microsoft.com/office/drawing/2014/main" id="{22927497-DF06-5FD3-E29B-027FB589C8A5}"/>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1DE60F7F-2598-AFEF-3685-42666554AD0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092546887"/>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hree colum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435864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435864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11" name="Text Placeholder 4">
            <a:extLst>
              <a:ext uri="{FF2B5EF4-FFF2-40B4-BE49-F238E27FC236}">
                <a16:creationId xmlns:a16="http://schemas.microsoft.com/office/drawing/2014/main" id="{86FD443D-34B0-9A83-29DB-8F197FDBF4CC}"/>
              </a:ext>
            </a:extLst>
          </p:cNvPr>
          <p:cNvSpPr>
            <a:spLocks noGrp="1"/>
          </p:cNvSpPr>
          <p:nvPr>
            <p:ph type="body" sz="quarter" idx="14" hasCustomPrompt="1"/>
          </p:nvPr>
        </p:nvSpPr>
        <p:spPr>
          <a:xfrm>
            <a:off x="826008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12" name="Content Placeholder 5">
            <a:extLst>
              <a:ext uri="{FF2B5EF4-FFF2-40B4-BE49-F238E27FC236}">
                <a16:creationId xmlns:a16="http://schemas.microsoft.com/office/drawing/2014/main" id="{149D936A-CA93-6EC3-649C-C64805636A41}"/>
              </a:ext>
            </a:extLst>
          </p:cNvPr>
          <p:cNvSpPr>
            <a:spLocks noGrp="1"/>
          </p:cNvSpPr>
          <p:nvPr>
            <p:ph sz="quarter" idx="15" hasCustomPrompt="1"/>
          </p:nvPr>
        </p:nvSpPr>
        <p:spPr>
          <a:xfrm>
            <a:off x="826008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cxnSp>
        <p:nvCxnSpPr>
          <p:cNvPr id="13" name="Straight Connector 12">
            <a:extLst>
              <a:ext uri="{FF2B5EF4-FFF2-40B4-BE49-F238E27FC236}">
                <a16:creationId xmlns:a16="http://schemas.microsoft.com/office/drawing/2014/main" id="{68E36702-0CEF-D114-17AE-83A7C377C9A7}"/>
              </a:ext>
            </a:extLst>
          </p:cNvPr>
          <p:cNvCxnSpPr>
            <a:cxnSpLocks/>
          </p:cNvCxnSpPr>
          <p:nvPr/>
        </p:nvCxnSpPr>
        <p:spPr>
          <a:xfrm>
            <a:off x="414528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B5AB7EC-316C-897C-CA19-9CEC9B880398}"/>
              </a:ext>
            </a:extLst>
          </p:cNvPr>
          <p:cNvCxnSpPr>
            <a:cxnSpLocks/>
          </p:cNvCxnSpPr>
          <p:nvPr/>
        </p:nvCxnSpPr>
        <p:spPr>
          <a:xfrm>
            <a:off x="804672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F5B8B50B-AB16-A20B-185B-36DFF37B0A24}"/>
              </a:ext>
            </a:extLst>
          </p:cNvPr>
          <p:cNvSpPr>
            <a:spLocks noGrp="1"/>
          </p:cNvSpPr>
          <p:nvPr>
            <p:ph type="dt" sz="half" idx="16"/>
          </p:nvPr>
        </p:nvSpPr>
        <p:spPr/>
        <p:txBody>
          <a:bodyPr/>
          <a:lstStyle/>
          <a:p>
            <a:fld id="{80A36B52-8436-4389-9B2A-8C0F3227369F}" type="datetime1">
              <a:rPr lang="en-US" smtClean="0"/>
              <a:t>1/8/2026</a:t>
            </a:fld>
            <a:endParaRPr lang="en-US" dirty="0"/>
          </a:p>
        </p:txBody>
      </p:sp>
      <p:sp>
        <p:nvSpPr>
          <p:cNvPr id="17" name="Footer Placeholder 16">
            <a:extLst>
              <a:ext uri="{FF2B5EF4-FFF2-40B4-BE49-F238E27FC236}">
                <a16:creationId xmlns:a16="http://schemas.microsoft.com/office/drawing/2014/main" id="{05375221-EE8E-370B-A5A8-1CA07AEA3C8F}"/>
              </a:ext>
            </a:extLst>
          </p:cNvPr>
          <p:cNvSpPr>
            <a:spLocks noGrp="1"/>
          </p:cNvSpPr>
          <p:nvPr>
            <p:ph type="ftr" sz="quarter" idx="17"/>
          </p:nvPr>
        </p:nvSpPr>
        <p:spPr/>
        <p:txBody>
          <a:bodyPr/>
          <a:lstStyle/>
          <a:p>
            <a:r>
              <a:rPr lang="en-US"/>
              <a:t>© 2025–2027 Cognizant | Private</a:t>
            </a:r>
            <a:endParaRPr lang="en-US" dirty="0"/>
          </a:p>
        </p:txBody>
      </p:sp>
      <p:sp>
        <p:nvSpPr>
          <p:cNvPr id="18" name="Slide Number Placeholder 17">
            <a:extLst>
              <a:ext uri="{FF2B5EF4-FFF2-40B4-BE49-F238E27FC236}">
                <a16:creationId xmlns:a16="http://schemas.microsoft.com/office/drawing/2014/main" id="{6267E76B-A742-758B-F8B4-A2ECF5BC1DDB}"/>
              </a:ext>
            </a:extLst>
          </p:cNvPr>
          <p:cNvSpPr>
            <a:spLocks noGrp="1"/>
          </p:cNvSpPr>
          <p:nvPr>
            <p:ph type="sldNum" sz="quarter" idx="18"/>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4D269101-9011-77BF-B029-F362C603BBB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205733390"/>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Comparison horizontal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3962400" y="144780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88600C33-2456-4AF5-B85D-EE39F485AD31}" type="datetime1">
              <a:rPr lang="en-US" smtClean="0"/>
              <a:t>1/8/2026</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
        <p:nvSpPr>
          <p:cNvPr id="6" name="Text Placeholder 5">
            <a:extLst>
              <a:ext uri="{FF2B5EF4-FFF2-40B4-BE49-F238E27FC236}">
                <a16:creationId xmlns:a16="http://schemas.microsoft.com/office/drawing/2014/main" id="{E5983A4D-2A2C-B635-2F97-8FF9365D1E60}"/>
              </a:ext>
            </a:extLst>
          </p:cNvPr>
          <p:cNvSpPr>
            <a:spLocks noGrp="1"/>
          </p:cNvSpPr>
          <p:nvPr>
            <p:ph type="body" sz="quarter" idx="13" hasCustomPrompt="1"/>
          </p:nvPr>
        </p:nvSpPr>
        <p:spPr>
          <a:xfrm>
            <a:off x="457200" y="1447800"/>
            <a:ext cx="2971800" cy="1308100"/>
          </a:xfrm>
        </p:spPr>
        <p:txBody>
          <a:bodyPr>
            <a:noAutofit/>
          </a:bodyPr>
          <a:lstStyle>
            <a:lvl1pPr marL="0" indent="0">
              <a:buNone/>
              <a:defRPr sz="1800" b="1">
                <a:solidFill>
                  <a:schemeClr val="accent3"/>
                </a:solidFill>
              </a:defRPr>
            </a:lvl1pPr>
          </a:lstStyle>
          <a:p>
            <a:pPr lvl="0"/>
            <a:r>
              <a:rPr lang="en-US" dirty="0"/>
              <a:t>Subtitle here</a:t>
            </a:r>
          </a:p>
        </p:txBody>
      </p:sp>
      <p:cxnSp>
        <p:nvCxnSpPr>
          <p:cNvPr id="7" name="Straight Connector 6">
            <a:extLst>
              <a:ext uri="{FF2B5EF4-FFF2-40B4-BE49-F238E27FC236}">
                <a16:creationId xmlns:a16="http://schemas.microsoft.com/office/drawing/2014/main" id="{D44ACB01-6B78-648D-EBF4-7043D32A4DCC}"/>
              </a:ext>
            </a:extLst>
          </p:cNvPr>
          <p:cNvCxnSpPr>
            <a:cxnSpLocks/>
          </p:cNvCxnSpPr>
          <p:nvPr/>
        </p:nvCxnSpPr>
        <p:spPr>
          <a:xfrm>
            <a:off x="452438" y="2847490"/>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B55E037-1D4C-9E0D-9DB6-DCBB7033AC21}"/>
              </a:ext>
            </a:extLst>
          </p:cNvPr>
          <p:cNvCxnSpPr>
            <a:cxnSpLocks/>
          </p:cNvCxnSpPr>
          <p:nvPr/>
        </p:nvCxnSpPr>
        <p:spPr>
          <a:xfrm>
            <a:off x="3962400" y="2847490"/>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B4CBE33-0E3B-B5D6-D276-A5FBB088DD56}"/>
              </a:ext>
            </a:extLst>
          </p:cNvPr>
          <p:cNvSpPr>
            <a:spLocks noGrp="1"/>
          </p:cNvSpPr>
          <p:nvPr>
            <p:ph idx="14" hasCustomPrompt="1"/>
          </p:nvPr>
        </p:nvSpPr>
        <p:spPr>
          <a:xfrm>
            <a:off x="3962400" y="293908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15" name="Text Placeholder 5">
            <a:extLst>
              <a:ext uri="{FF2B5EF4-FFF2-40B4-BE49-F238E27FC236}">
                <a16:creationId xmlns:a16="http://schemas.microsoft.com/office/drawing/2014/main" id="{300D1863-6D9F-D386-3272-7AE775F597AD}"/>
              </a:ext>
            </a:extLst>
          </p:cNvPr>
          <p:cNvSpPr>
            <a:spLocks noGrp="1"/>
          </p:cNvSpPr>
          <p:nvPr>
            <p:ph type="body" sz="quarter" idx="15" hasCustomPrompt="1"/>
          </p:nvPr>
        </p:nvSpPr>
        <p:spPr>
          <a:xfrm>
            <a:off x="457200" y="2939080"/>
            <a:ext cx="2971800" cy="1308100"/>
          </a:xfrm>
        </p:spPr>
        <p:txBody>
          <a:bodyPr>
            <a:noAutofit/>
          </a:bodyPr>
          <a:lstStyle>
            <a:lvl1pPr marL="0" indent="0">
              <a:buNone/>
              <a:defRPr sz="1800" b="1">
                <a:solidFill>
                  <a:schemeClr val="accent3"/>
                </a:solidFill>
              </a:defRPr>
            </a:lvl1pPr>
          </a:lstStyle>
          <a:p>
            <a:pPr lvl="0"/>
            <a:r>
              <a:rPr lang="en-US" dirty="0"/>
              <a:t>Subtitle here</a:t>
            </a:r>
          </a:p>
        </p:txBody>
      </p:sp>
      <p:cxnSp>
        <p:nvCxnSpPr>
          <p:cNvPr id="16" name="Straight Connector 15">
            <a:extLst>
              <a:ext uri="{FF2B5EF4-FFF2-40B4-BE49-F238E27FC236}">
                <a16:creationId xmlns:a16="http://schemas.microsoft.com/office/drawing/2014/main" id="{AA5D8537-3CEF-DF78-41F1-0F6312E9645F}"/>
              </a:ext>
            </a:extLst>
          </p:cNvPr>
          <p:cNvCxnSpPr>
            <a:cxnSpLocks/>
          </p:cNvCxnSpPr>
          <p:nvPr/>
        </p:nvCxnSpPr>
        <p:spPr>
          <a:xfrm>
            <a:off x="452438" y="4338770"/>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BFE904F-D475-7593-E45F-BF79A922E831}"/>
              </a:ext>
            </a:extLst>
          </p:cNvPr>
          <p:cNvCxnSpPr>
            <a:cxnSpLocks/>
          </p:cNvCxnSpPr>
          <p:nvPr/>
        </p:nvCxnSpPr>
        <p:spPr>
          <a:xfrm>
            <a:off x="3962400" y="4338770"/>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C42A06B7-2FE2-2908-5164-0845DA34203C}"/>
              </a:ext>
            </a:extLst>
          </p:cNvPr>
          <p:cNvSpPr>
            <a:spLocks noGrp="1"/>
          </p:cNvSpPr>
          <p:nvPr>
            <p:ph idx="16" hasCustomPrompt="1"/>
          </p:nvPr>
        </p:nvSpPr>
        <p:spPr>
          <a:xfrm>
            <a:off x="3962400" y="4430359"/>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19" name="Text Placeholder 5">
            <a:extLst>
              <a:ext uri="{FF2B5EF4-FFF2-40B4-BE49-F238E27FC236}">
                <a16:creationId xmlns:a16="http://schemas.microsoft.com/office/drawing/2014/main" id="{6F293747-E822-8B9A-B250-BD09178A5F10}"/>
              </a:ext>
            </a:extLst>
          </p:cNvPr>
          <p:cNvSpPr>
            <a:spLocks noGrp="1"/>
          </p:cNvSpPr>
          <p:nvPr>
            <p:ph type="body" sz="quarter" idx="17" hasCustomPrompt="1"/>
          </p:nvPr>
        </p:nvSpPr>
        <p:spPr>
          <a:xfrm>
            <a:off x="457200" y="4430359"/>
            <a:ext cx="2971800" cy="1308100"/>
          </a:xfrm>
        </p:spPr>
        <p:txBody>
          <a:bodyPr>
            <a:noAutofit/>
          </a:bodyPr>
          <a:lstStyle>
            <a:lvl1pPr marL="0" indent="0">
              <a:buNone/>
              <a:defRPr sz="1800" b="1">
                <a:solidFill>
                  <a:schemeClr val="accent3"/>
                </a:solidFill>
              </a:defRPr>
            </a:lvl1pPr>
          </a:lstStyle>
          <a:p>
            <a:pPr lvl="0"/>
            <a:r>
              <a:rPr lang="en-US" dirty="0"/>
              <a:t>Subtitle here</a:t>
            </a:r>
          </a:p>
        </p:txBody>
      </p:sp>
      <p:sp>
        <p:nvSpPr>
          <p:cNvPr id="4" name="Text Placeholder 7">
            <a:extLst>
              <a:ext uri="{FF2B5EF4-FFF2-40B4-BE49-F238E27FC236}">
                <a16:creationId xmlns:a16="http://schemas.microsoft.com/office/drawing/2014/main" id="{72C70445-48B0-9FD3-49CD-384BFCCB6776}"/>
              </a:ext>
            </a:extLst>
          </p:cNvPr>
          <p:cNvSpPr>
            <a:spLocks noGrp="1"/>
          </p:cNvSpPr>
          <p:nvPr>
            <p:ph type="body" sz="quarter" idx="18" hasCustomPrompt="1"/>
          </p:nvPr>
        </p:nvSpPr>
        <p:spPr>
          <a:xfrm>
            <a:off x="457200" y="5947090"/>
            <a:ext cx="11277600" cy="124906"/>
          </a:xfrm>
        </p:spPr>
        <p:txBody>
          <a:bodyPr anchor="b">
            <a:spAutoFit/>
          </a:bodyPr>
          <a:lstStyle>
            <a:lvl1pPr marL="0" indent="0">
              <a:buNone/>
              <a:defRPr sz="800">
                <a:solidFill>
                  <a:schemeClr val="tx1"/>
                </a:solidFill>
              </a:defRPr>
            </a:lvl1pPr>
          </a:lstStyle>
          <a:p>
            <a:pPr lvl="0"/>
            <a:r>
              <a:rPr lang="en-US"/>
              <a:t>Insert source or footnote here</a:t>
            </a:r>
          </a:p>
        </p:txBody>
      </p:sp>
      <p:cxnSp>
        <p:nvCxnSpPr>
          <p:cNvPr id="8" name="Straight Connector 7">
            <a:extLst>
              <a:ext uri="{FF2B5EF4-FFF2-40B4-BE49-F238E27FC236}">
                <a16:creationId xmlns:a16="http://schemas.microsoft.com/office/drawing/2014/main" id="{35EE48CC-AC3C-AD12-0F6B-6F8CB2E6EC5E}"/>
              </a:ext>
            </a:extLst>
          </p:cNvPr>
          <p:cNvCxnSpPr>
            <a:cxnSpLocks/>
          </p:cNvCxnSpPr>
          <p:nvPr/>
        </p:nvCxnSpPr>
        <p:spPr>
          <a:xfrm>
            <a:off x="452438" y="1342781"/>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28B6686-C28E-A83C-319D-33930A551B41}"/>
              </a:ext>
            </a:extLst>
          </p:cNvPr>
          <p:cNvCxnSpPr>
            <a:cxnSpLocks/>
          </p:cNvCxnSpPr>
          <p:nvPr/>
        </p:nvCxnSpPr>
        <p:spPr>
          <a:xfrm>
            <a:off x="3962400" y="1342781"/>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20" name="Cognizant Logo_rgb_rev_2023" descr="Cognizant logo reversed, SVG format">
            <a:extLst>
              <a:ext uri="{FF2B5EF4-FFF2-40B4-BE49-F238E27FC236}">
                <a16:creationId xmlns:a16="http://schemas.microsoft.com/office/drawing/2014/main" id="{8EF2B9B7-A970-B060-F759-FFA1C8972DF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122974737"/>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woObj" preserve="1">
  <p:cSld name="Two Content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AEB62-7BE1-5D8C-1B24-A6872199ABCA}"/>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F3764D86-105F-2A88-55B5-2DAECBD3E8E3}"/>
              </a:ext>
            </a:extLst>
          </p:cNvPr>
          <p:cNvSpPr>
            <a:spLocks noGrp="1"/>
          </p:cNvSpPr>
          <p:nvPr>
            <p:ph sz="half" idx="1" hasCustomPrompt="1"/>
          </p:nvPr>
        </p:nvSpPr>
        <p:spPr>
          <a:xfrm>
            <a:off x="45720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Content Placeholder 3">
            <a:extLst>
              <a:ext uri="{FF2B5EF4-FFF2-40B4-BE49-F238E27FC236}">
                <a16:creationId xmlns:a16="http://schemas.microsoft.com/office/drawing/2014/main" id="{14AB8798-DFE7-49BE-4E9F-920D1EB6D54B}"/>
              </a:ext>
            </a:extLst>
          </p:cNvPr>
          <p:cNvSpPr>
            <a:spLocks noGrp="1"/>
          </p:cNvSpPr>
          <p:nvPr>
            <p:ph sz="half" idx="2" hasCustomPrompt="1"/>
          </p:nvPr>
        </p:nvSpPr>
        <p:spPr>
          <a:xfrm>
            <a:off x="652272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Date Placeholder 4">
            <a:extLst>
              <a:ext uri="{FF2B5EF4-FFF2-40B4-BE49-F238E27FC236}">
                <a16:creationId xmlns:a16="http://schemas.microsoft.com/office/drawing/2014/main" id="{F095D326-A1CD-53C0-6E4B-3792BB1FD4A9}"/>
              </a:ext>
            </a:extLst>
          </p:cNvPr>
          <p:cNvSpPr>
            <a:spLocks noGrp="1"/>
          </p:cNvSpPr>
          <p:nvPr>
            <p:ph type="dt" sz="half" idx="10"/>
          </p:nvPr>
        </p:nvSpPr>
        <p:spPr/>
        <p:txBody>
          <a:bodyPr/>
          <a:lstStyle/>
          <a:p>
            <a:fld id="{757E0E9A-856D-4146-8D92-37E8551F25FC}" type="datetime1">
              <a:rPr lang="en-US" smtClean="0"/>
              <a:t>1/8/2026</a:t>
            </a:fld>
            <a:endParaRPr lang="en-US" dirty="0"/>
          </a:p>
        </p:txBody>
      </p:sp>
      <p:sp>
        <p:nvSpPr>
          <p:cNvPr id="9" name="Footer Placeholder 8">
            <a:extLst>
              <a:ext uri="{FF2B5EF4-FFF2-40B4-BE49-F238E27FC236}">
                <a16:creationId xmlns:a16="http://schemas.microsoft.com/office/drawing/2014/main" id="{52D2E00C-B7D1-9930-4311-FC69249A0E4C}"/>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2270ADC6-D307-E812-97FA-15F07F1166A3}"/>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7" name="Straight Connector 6">
            <a:extLst>
              <a:ext uri="{FF2B5EF4-FFF2-40B4-BE49-F238E27FC236}">
                <a16:creationId xmlns:a16="http://schemas.microsoft.com/office/drawing/2014/main" id="{E37B872B-0E81-EACD-CA82-14E1DB182F48}"/>
              </a:ext>
            </a:extLst>
          </p:cNvPr>
          <p:cNvCxnSpPr>
            <a:cxnSpLocks/>
          </p:cNvCxnSpPr>
          <p:nvPr/>
        </p:nvCxnSpPr>
        <p:spPr>
          <a:xfrm>
            <a:off x="6096000" y="1444752"/>
            <a:ext cx="0" cy="45720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pic>
        <p:nvPicPr>
          <p:cNvPr id="8" name="Cognizant Logo_rgb_rev_2023" descr="Cognizant logo reversed, SVG format">
            <a:extLst>
              <a:ext uri="{FF2B5EF4-FFF2-40B4-BE49-F238E27FC236}">
                <a16:creationId xmlns:a16="http://schemas.microsoft.com/office/drawing/2014/main" id="{FC29E878-865C-DE37-D860-F62A7822B47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036684699"/>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6507-4F3C-6F06-CC64-DCB416815963}"/>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Content Placeholder 2">
            <a:extLst>
              <a:ext uri="{FF2B5EF4-FFF2-40B4-BE49-F238E27FC236}">
                <a16:creationId xmlns:a16="http://schemas.microsoft.com/office/drawing/2014/main" id="{9521B89B-1396-CE54-BDAC-657C3A1FCF13}"/>
              </a:ext>
            </a:extLst>
          </p:cNvPr>
          <p:cNvSpPr>
            <a:spLocks noGrp="1"/>
          </p:cNvSpPr>
          <p:nvPr>
            <p:ph idx="1" hasCustomPrompt="1"/>
          </p:nvPr>
        </p:nvSpPr>
        <p:spPr>
          <a:xfrm>
            <a:off x="6096000" y="1447799"/>
            <a:ext cx="5638800" cy="4663440"/>
          </a:xfrm>
        </p:spPr>
        <p:txBody>
          <a:bodyPr>
            <a:noAutofit/>
          </a:bodyPr>
          <a:lstStyle>
            <a:lvl1pPr marL="0" indent="0">
              <a:buNone/>
              <a:defRPr sz="16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marL="182880" marR="0" lvl="0" indent="-182880" algn="l" defTabSz="914400" rtl="0" eaLnBrk="1" fontAlgn="auto" latinLnBrk="0" hangingPunct="1">
              <a:lnSpc>
                <a:spcPct val="110000"/>
              </a:lnSpc>
              <a:spcBef>
                <a:spcPts val="600"/>
              </a:spcBef>
              <a:spcAft>
                <a:spcPts val="0"/>
              </a:spcAft>
              <a:buClr>
                <a:schemeClr val="tx1"/>
              </a:buClr>
              <a:buSzTx/>
              <a:buFont typeface="Arial" panose="020B0604020202020204" pitchFamily="34" charset="0"/>
              <a:buChar char="•"/>
              <a:tabLst/>
              <a:defRPr/>
            </a:pPr>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3">
            <a:extLst>
              <a:ext uri="{FF2B5EF4-FFF2-40B4-BE49-F238E27FC236}">
                <a16:creationId xmlns:a16="http://schemas.microsoft.com/office/drawing/2014/main" id="{68C39DE7-C187-B4C9-7F93-CF29330E94C1}"/>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5724D44-8249-FD9B-C453-3AE49B5F4FF2}"/>
              </a:ext>
            </a:extLst>
          </p:cNvPr>
          <p:cNvSpPr>
            <a:spLocks noGrp="1"/>
          </p:cNvSpPr>
          <p:nvPr>
            <p:ph type="dt" sz="half" idx="10"/>
          </p:nvPr>
        </p:nvSpPr>
        <p:spPr/>
        <p:txBody>
          <a:bodyPr/>
          <a:lstStyle/>
          <a:p>
            <a:fld id="{C113BBD8-F83C-431F-B9CD-851F5EF17787}" type="datetime1">
              <a:rPr lang="en-US" smtClean="0"/>
              <a:t>1/8/2026</a:t>
            </a:fld>
            <a:endParaRPr lang="en-US" dirty="0"/>
          </a:p>
        </p:txBody>
      </p:sp>
      <p:sp>
        <p:nvSpPr>
          <p:cNvPr id="9" name="Footer Placeholder 8">
            <a:extLst>
              <a:ext uri="{FF2B5EF4-FFF2-40B4-BE49-F238E27FC236}">
                <a16:creationId xmlns:a16="http://schemas.microsoft.com/office/drawing/2014/main" id="{FC414F21-A578-2B13-3FC0-80CE780DACE8}"/>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0594F499-4E58-F60A-D1FE-CA8DBFA3324D}"/>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C4BD05FC-72E2-D49F-5723-85E3F31D26F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4028391651"/>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8CFF2-1ECE-33A6-68A7-0317E0C84DFC}"/>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Picture Placeholder 2">
            <a:extLst>
              <a:ext uri="{FF2B5EF4-FFF2-40B4-BE49-F238E27FC236}">
                <a16:creationId xmlns:a16="http://schemas.microsoft.com/office/drawing/2014/main" id="{B2C56658-0960-E18E-D91E-AA04D27572E7}"/>
              </a:ext>
            </a:extLst>
          </p:cNvPr>
          <p:cNvSpPr>
            <a:spLocks noGrp="1"/>
          </p:cNvSpPr>
          <p:nvPr>
            <p:ph type="pic" idx="1" hasCustomPrompt="1"/>
          </p:nvPr>
        </p:nvSpPr>
        <p:spPr>
          <a:xfrm>
            <a:off x="6096000" y="1447799"/>
            <a:ext cx="5638800" cy="4663439"/>
          </a:xfrm>
          <a:solidFill>
            <a:srgbClr val="ECECEB"/>
          </a:solidFill>
        </p:spPr>
        <p:txBody>
          <a:bodyPr bIns="640080" anchor="ctr">
            <a:normAutofit/>
          </a:bodyPr>
          <a:lstStyle>
            <a:lvl1pPr marL="0" indent="0" algn="ctr">
              <a:buNone/>
              <a:defRPr sz="1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drag, or paste to add picture</a:t>
            </a:r>
          </a:p>
        </p:txBody>
      </p:sp>
      <p:sp>
        <p:nvSpPr>
          <p:cNvPr id="4" name="Text Placeholder 3">
            <a:extLst>
              <a:ext uri="{FF2B5EF4-FFF2-40B4-BE49-F238E27FC236}">
                <a16:creationId xmlns:a16="http://schemas.microsoft.com/office/drawing/2014/main" id="{8801F393-8308-0D1E-52A2-FC57E4512CCF}"/>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80241F3-9135-92CE-6A1A-5BE0AECC9970}"/>
              </a:ext>
            </a:extLst>
          </p:cNvPr>
          <p:cNvSpPr>
            <a:spLocks noGrp="1"/>
          </p:cNvSpPr>
          <p:nvPr>
            <p:ph type="dt" sz="half" idx="10"/>
          </p:nvPr>
        </p:nvSpPr>
        <p:spPr/>
        <p:txBody>
          <a:bodyPr/>
          <a:lstStyle/>
          <a:p>
            <a:fld id="{15EE1895-83F9-4535-8AB0-D77A601E1BB9}" type="datetime1">
              <a:rPr lang="en-US" smtClean="0"/>
              <a:t>1/8/2026</a:t>
            </a:fld>
            <a:endParaRPr lang="en-US" dirty="0"/>
          </a:p>
        </p:txBody>
      </p:sp>
      <p:sp>
        <p:nvSpPr>
          <p:cNvPr id="9" name="Footer Placeholder 8">
            <a:extLst>
              <a:ext uri="{FF2B5EF4-FFF2-40B4-BE49-F238E27FC236}">
                <a16:creationId xmlns:a16="http://schemas.microsoft.com/office/drawing/2014/main" id="{188FFC8B-A41D-691D-C8C9-0C363B1FD284}"/>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B0EC0125-3406-DCE1-A443-16278DF39252}"/>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0967F69A-1700-3CED-CEEE-EDC58785000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887558208"/>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Statement - dark">
    <p:bg>
      <p:bgPr>
        <a:solidFill>
          <a:schemeClr val="bg1"/>
        </a:solidFill>
        <a:effectLst/>
      </p:bgPr>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hasCustomPrompt="1"/>
          </p:nvPr>
        </p:nvSpPr>
        <p:spPr>
          <a:xfrm>
            <a:off x="1005840" y="3429000"/>
            <a:ext cx="8849360" cy="1500188"/>
          </a:xfrm>
          <a:prstGeom prst="rect">
            <a:avLst/>
          </a:prstGeom>
        </p:spPr>
        <p:txBody>
          <a:bodyPr>
            <a:noAutofit/>
          </a:bodyPr>
          <a:lstStyle>
            <a:lvl1pPr marL="0" indent="0">
              <a:buNone/>
              <a:defRPr>
                <a:solidFill>
                  <a:schemeClr val="accent3"/>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a:t>Attributor name is 16pt Arial</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05840" y="1943100"/>
            <a:ext cx="8849360" cy="997196"/>
          </a:xfrm>
        </p:spPr>
        <p:txBody>
          <a:bodyPr anchor="b" anchorCtr="0"/>
          <a:lstStyle>
            <a:lvl1pPr algn="l" rtl="0" eaLnBrk="1" latinLnBrk="0" hangingPunct="1">
              <a:defRPr lang="en-US" sz="3600" smtClean="0">
                <a:effectLst/>
              </a:defRPr>
            </a:lvl1pPr>
          </a:lstStyle>
          <a:p>
            <a:pPr rtl="0" eaLnBrk="1" latinLnBrk="0" hangingPunct="1"/>
            <a:r>
              <a:rPr lang="en-US" dirty="0"/>
              <a:t>Click to edit statement or quote </a:t>
            </a:r>
            <a:br>
              <a:rPr lang="en-US" dirty="0"/>
            </a:br>
            <a:r>
              <a:rPr lang="en-US" dirty="0"/>
              <a:t>in Arial 36pt bold</a:t>
            </a:r>
          </a:p>
        </p:txBody>
      </p:sp>
      <p:sp>
        <p:nvSpPr>
          <p:cNvPr id="11" name="Date Placeholder 10">
            <a:extLst>
              <a:ext uri="{FF2B5EF4-FFF2-40B4-BE49-F238E27FC236}">
                <a16:creationId xmlns:a16="http://schemas.microsoft.com/office/drawing/2014/main" id="{37922929-B64F-A5FD-E813-DE4E4B47609B}"/>
              </a:ext>
            </a:extLst>
          </p:cNvPr>
          <p:cNvSpPr>
            <a:spLocks noGrp="1"/>
          </p:cNvSpPr>
          <p:nvPr>
            <p:ph type="dt" sz="half" idx="14"/>
          </p:nvPr>
        </p:nvSpPr>
        <p:spPr/>
        <p:txBody>
          <a:bodyPr/>
          <a:lstStyle/>
          <a:p>
            <a:fld id="{B1D548D1-88F1-4583-9328-BC85F87DFD98}" type="datetime1">
              <a:rPr lang="en-US" smtClean="0"/>
              <a:t>1/8/2026</a:t>
            </a:fld>
            <a:endParaRPr lang="en-US" dirty="0"/>
          </a:p>
        </p:txBody>
      </p:sp>
      <p:sp>
        <p:nvSpPr>
          <p:cNvPr id="12" name="Footer Placeholder 11">
            <a:extLst>
              <a:ext uri="{FF2B5EF4-FFF2-40B4-BE49-F238E27FC236}">
                <a16:creationId xmlns:a16="http://schemas.microsoft.com/office/drawing/2014/main" id="{A6D064D0-10B1-84E9-43BC-A587DFCF2552}"/>
              </a:ext>
            </a:extLst>
          </p:cNvPr>
          <p:cNvSpPr>
            <a:spLocks noGrp="1"/>
          </p:cNvSpPr>
          <p:nvPr>
            <p:ph type="ftr" sz="quarter" idx="15"/>
          </p:nvPr>
        </p:nvSpPr>
        <p:spPr/>
        <p:txBody>
          <a:bodyPr/>
          <a:lstStyle/>
          <a:p>
            <a:r>
              <a:rPr lang="en-US"/>
              <a:t>© 2025–2027 Cognizant | Private</a:t>
            </a:r>
            <a:endParaRPr lang="en-US" dirty="0"/>
          </a:p>
        </p:txBody>
      </p:sp>
      <p:sp>
        <p:nvSpPr>
          <p:cNvPr id="14" name="Slide Number Placeholder 13">
            <a:extLst>
              <a:ext uri="{FF2B5EF4-FFF2-40B4-BE49-F238E27FC236}">
                <a16:creationId xmlns:a16="http://schemas.microsoft.com/office/drawing/2014/main" id="{157F07D9-AB26-FAA7-F6B2-13FC833B9175}"/>
              </a:ext>
            </a:extLst>
          </p:cNvPr>
          <p:cNvSpPr>
            <a:spLocks noGrp="1"/>
          </p:cNvSpPr>
          <p:nvPr>
            <p:ph type="sldNum" sz="quarter" idx="16"/>
          </p:nvPr>
        </p:nvSpPr>
        <p:spPr/>
        <p:txBody>
          <a:bodyPr/>
          <a:lstStyle/>
          <a:p>
            <a:fld id="{38826FC0-333C-E549-9FA3-0EE43DF298A3}" type="slidenum">
              <a:rPr lang="en-US" smtClean="0"/>
              <a:pPr/>
              <a:t>‹#›</a:t>
            </a:fld>
            <a:endParaRPr lang="en-US" dirty="0"/>
          </a:p>
        </p:txBody>
      </p:sp>
      <p:pic>
        <p:nvPicPr>
          <p:cNvPr id="2" name="Cognizant Logo_rgb_rev_2023" descr="Cognizant logo reversed, SVG format">
            <a:extLst>
              <a:ext uri="{FF2B5EF4-FFF2-40B4-BE49-F238E27FC236}">
                <a16:creationId xmlns:a16="http://schemas.microsoft.com/office/drawing/2014/main" id="{3F28610E-22AA-1C1B-C7F0-DD2EE706F71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1289301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24"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IMAGERY">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128298" y="2407183"/>
            <a:ext cx="9935412"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IMAGERY</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833642144"/>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Full bleed image">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88C8F82A-3BDD-4832-FBE3-E4EA9DC8D02A}"/>
              </a:ext>
            </a:extLst>
          </p:cNvPr>
          <p:cNvSpPr>
            <a:spLocks noGrp="1"/>
          </p:cNvSpPr>
          <p:nvPr>
            <p:ph type="pic" sz="quarter" idx="10" hasCustomPrompt="1"/>
          </p:nvPr>
        </p:nvSpPr>
        <p:spPr>
          <a:xfrm>
            <a:off x="0" y="0"/>
            <a:ext cx="1219200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3" name="Title 2">
            <a:extLst>
              <a:ext uri="{FF2B5EF4-FFF2-40B4-BE49-F238E27FC236}">
                <a16:creationId xmlns:a16="http://schemas.microsoft.com/office/drawing/2014/main" id="{53B7DBAB-080F-4B67-994D-0695A8EEE08C}"/>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
        <p:nvSpPr>
          <p:cNvPr id="4" name="Date Placeholder 3">
            <a:extLst>
              <a:ext uri="{FF2B5EF4-FFF2-40B4-BE49-F238E27FC236}">
                <a16:creationId xmlns:a16="http://schemas.microsoft.com/office/drawing/2014/main" id="{5BFB887B-6507-E9E7-6352-B825F1F0F5F9}"/>
              </a:ext>
            </a:extLst>
          </p:cNvPr>
          <p:cNvSpPr>
            <a:spLocks noGrp="1"/>
          </p:cNvSpPr>
          <p:nvPr>
            <p:ph type="dt" sz="half" idx="11"/>
          </p:nvPr>
        </p:nvSpPr>
        <p:spPr/>
        <p:txBody>
          <a:bodyPr/>
          <a:lstStyle>
            <a:lvl1pPr>
              <a:defRPr>
                <a:solidFill>
                  <a:schemeClr val="bg1"/>
                </a:solidFill>
              </a:defRPr>
            </a:lvl1pPr>
          </a:lstStyle>
          <a:p>
            <a:fld id="{2AB97785-BC91-433E-AAFD-12DF553140BB}" type="datetime1">
              <a:rPr lang="en-US" smtClean="0"/>
              <a:t>1/8/2026</a:t>
            </a:fld>
            <a:endParaRPr lang="en-US" dirty="0"/>
          </a:p>
        </p:txBody>
      </p:sp>
      <p:sp>
        <p:nvSpPr>
          <p:cNvPr id="5" name="Footer Placeholder 4">
            <a:extLst>
              <a:ext uri="{FF2B5EF4-FFF2-40B4-BE49-F238E27FC236}">
                <a16:creationId xmlns:a16="http://schemas.microsoft.com/office/drawing/2014/main" id="{6B5E64F9-7C61-C44F-A370-C65AE1081941}"/>
              </a:ext>
            </a:extLst>
          </p:cNvPr>
          <p:cNvSpPr>
            <a:spLocks noGrp="1"/>
          </p:cNvSpPr>
          <p:nvPr>
            <p:ph type="ftr" sz="quarter" idx="12"/>
          </p:nvPr>
        </p:nvSpPr>
        <p:spPr/>
        <p:txBody>
          <a:bodyPr/>
          <a:lstStyle>
            <a:lvl1pPr>
              <a:defRPr>
                <a:solidFill>
                  <a:schemeClr val="bg1"/>
                </a:solidFill>
              </a:defRPr>
            </a:lvl1pPr>
          </a:lstStyle>
          <a:p>
            <a:r>
              <a:rPr lang="en-US"/>
              <a:t>© 2025–2027 Cognizant | Private</a:t>
            </a:r>
            <a:endParaRPr lang="en-US" dirty="0"/>
          </a:p>
        </p:txBody>
      </p:sp>
      <p:sp>
        <p:nvSpPr>
          <p:cNvPr id="6" name="Slide Number Placeholder 5">
            <a:extLst>
              <a:ext uri="{FF2B5EF4-FFF2-40B4-BE49-F238E27FC236}">
                <a16:creationId xmlns:a16="http://schemas.microsoft.com/office/drawing/2014/main" id="{ED7E8873-455E-923B-1219-1607269A283F}"/>
              </a:ext>
            </a:extLst>
          </p:cNvPr>
          <p:cNvSpPr>
            <a:spLocks noGrp="1"/>
          </p:cNvSpPr>
          <p:nvPr>
            <p:ph type="sldNum" sz="quarter" idx="13"/>
          </p:nvPr>
        </p:nvSpPr>
        <p:spPr/>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55258495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Two full bleed images">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ADE4608A-2C9D-8AC0-0EE2-0A3DE403F95E}"/>
              </a:ext>
            </a:extLst>
          </p:cNvPr>
          <p:cNvSpPr>
            <a:spLocks noGrp="1"/>
          </p:cNvSpPr>
          <p:nvPr>
            <p:ph type="pic" sz="quarter" idx="10" hasCustomPrompt="1"/>
          </p:nvPr>
        </p:nvSpPr>
        <p:spPr>
          <a:xfrm>
            <a:off x="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4" name="Picture Placeholder 6">
            <a:extLst>
              <a:ext uri="{FF2B5EF4-FFF2-40B4-BE49-F238E27FC236}">
                <a16:creationId xmlns:a16="http://schemas.microsoft.com/office/drawing/2014/main" id="{18BDCDEC-14FD-8C34-93CD-BF169FDDE985}"/>
              </a:ext>
            </a:extLst>
          </p:cNvPr>
          <p:cNvSpPr>
            <a:spLocks noGrp="1"/>
          </p:cNvSpPr>
          <p:nvPr>
            <p:ph type="pic" sz="quarter" idx="11"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3" name="Title 2">
            <a:extLst>
              <a:ext uri="{FF2B5EF4-FFF2-40B4-BE49-F238E27FC236}">
                <a16:creationId xmlns:a16="http://schemas.microsoft.com/office/drawing/2014/main" id="{9E428EDA-797C-145E-CD31-0E63FC891181}"/>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Tree>
    <p:extLst>
      <p:ext uri="{BB962C8B-B14F-4D97-AF65-F5344CB8AC3E}">
        <p14:creationId xmlns:p14="http://schemas.microsoft.com/office/powerpoint/2010/main" val="15064838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Half image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2" name="Content Placeholder 4">
            <a:extLst>
              <a:ext uri="{FF2B5EF4-FFF2-40B4-BE49-F238E27FC236}">
                <a16:creationId xmlns:a16="http://schemas.microsoft.com/office/drawing/2014/main" id="{1D050447-227B-4CC5-3DE0-91C29FFDFDDB}"/>
              </a:ext>
            </a:extLst>
          </p:cNvPr>
          <p:cNvSpPr>
            <a:spLocks noGrp="1"/>
          </p:cNvSpPr>
          <p:nvPr>
            <p:ph sz="quarter" idx="21" hasCustomPrompt="1"/>
          </p:nvPr>
        </p:nvSpPr>
        <p:spPr>
          <a:xfrm>
            <a:off x="457200" y="1524003"/>
            <a:ext cx="4652128" cy="4191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p:nvPr>
        </p:nvSpPr>
        <p:spPr>
          <a:xfrm>
            <a:off x="457199" y="457200"/>
            <a:ext cx="4652347" cy="369332"/>
          </a:xfrm>
        </p:spPr>
        <p:txBody>
          <a:bodyPr wrap="square" lIns="0" tIns="0" rIns="0" bIns="0" anchor="t" anchorCtr="0">
            <a:spAutoFit/>
          </a:bodyPr>
          <a:lstStyle>
            <a:lvl1pPr>
              <a:lnSpc>
                <a:spcPct val="100000"/>
              </a:lnSpc>
              <a:defRPr sz="2400" b="1">
                <a:solidFill>
                  <a:schemeClr val="tx1"/>
                </a:solidFill>
              </a:defRPr>
            </a:lvl1pPr>
          </a:lstStyle>
          <a:p>
            <a:r>
              <a:rPr lang="en-US"/>
              <a:t>Click to edit Master title style</a:t>
            </a:r>
            <a:endParaRPr lang="en-US" dirty="0"/>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1BB5808C-19DB-4C41-84E0-48A1BD83855E}" type="datetime1">
              <a:rPr lang="en-US" smtClean="0"/>
              <a:t>1/8/2026</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174820804"/>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Half image - dark">
    <p:bg>
      <p:bgRef idx="1001">
        <a:schemeClr val="bg1"/>
      </p:bgRef>
    </p:bg>
    <p:spTree>
      <p:nvGrpSpPr>
        <p:cNvPr id="1" name=""/>
        <p:cNvGrpSpPr/>
        <p:nvPr/>
      </p:nvGrpSpPr>
      <p:grpSpPr>
        <a:xfrm>
          <a:off x="0" y="0"/>
          <a:ext cx="0" cy="0"/>
          <a:chOff x="0" y="0"/>
          <a:chExt cx="0" cy="0"/>
        </a:xfrm>
      </p:grpSpPr>
      <p:sp>
        <p:nvSpPr>
          <p:cNvPr id="2" name="Content Placeholder 4">
            <a:extLst>
              <a:ext uri="{FF2B5EF4-FFF2-40B4-BE49-F238E27FC236}">
                <a16:creationId xmlns:a16="http://schemas.microsoft.com/office/drawing/2014/main" id="{1D050447-227B-4CC5-3DE0-91C29FFDFDDB}"/>
              </a:ext>
            </a:extLst>
          </p:cNvPr>
          <p:cNvSpPr>
            <a:spLocks noGrp="1"/>
          </p:cNvSpPr>
          <p:nvPr>
            <p:ph sz="quarter" idx="21" hasCustomPrompt="1"/>
          </p:nvPr>
        </p:nvSpPr>
        <p:spPr>
          <a:xfrm>
            <a:off x="457200" y="1524003"/>
            <a:ext cx="4652128" cy="4191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p:nvPr>
        </p:nvSpPr>
        <p:spPr>
          <a:xfrm>
            <a:off x="457199" y="457200"/>
            <a:ext cx="4652347" cy="369332"/>
          </a:xfrm>
        </p:spPr>
        <p:txBody>
          <a:bodyPr wrap="square" lIns="0" tIns="0" rIns="0" bIns="0" anchor="t" anchorCtr="0">
            <a:spAutoFit/>
          </a:bodyPr>
          <a:lstStyle>
            <a:lvl1pPr>
              <a:lnSpc>
                <a:spcPct val="100000"/>
              </a:lnSpc>
              <a:defRPr sz="2400" b="1">
                <a:solidFill>
                  <a:schemeClr val="tx1"/>
                </a:solidFill>
              </a:defRPr>
            </a:lvl1pPr>
          </a:lstStyle>
          <a:p>
            <a:r>
              <a:rPr lang="en-US"/>
              <a:t>Click to edit Master title style</a:t>
            </a:r>
            <a:endParaRPr lang="en-US" dirty="0"/>
          </a:p>
        </p:txBody>
      </p:sp>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p>
            <a:fld id="{4FA18C8D-234A-4CF1-A186-3B9D9D2193F7}" type="datetime1">
              <a:rPr lang="en-US" smtClean="0"/>
              <a:t>1/8/2026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708625479"/>
      </p:ext>
    </p:extLst>
  </p:cSld>
  <p:clrMapOvr>
    <a:overrideClrMapping bg1="dk1" tx1="lt1" bg2="dk2" tx2="lt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Half image big statement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199" y="2853458"/>
            <a:ext cx="4652347" cy="1151084"/>
          </a:xfrm>
        </p:spPr>
        <p:txBody>
          <a:bodyPr wrap="square" lIns="0" tIns="0" rIns="0" bIns="0" anchor="ctr" anchorCtr="0">
            <a:spAutoFit/>
          </a:bodyPr>
          <a:lstStyle>
            <a:lvl1pPr>
              <a:lnSpc>
                <a:spcPct val="85000"/>
              </a:lnSpc>
              <a:defRPr sz="4400" b="1">
                <a:solidFill>
                  <a:schemeClr val="tx1"/>
                </a:solidFill>
              </a:defRPr>
            </a:lvl1pPr>
          </a:lstStyle>
          <a:p>
            <a:r>
              <a:rPr lang="en-US" dirty="0"/>
              <a:t>Click to add </a:t>
            </a:r>
            <a:br>
              <a:rPr lang="en-US" dirty="0"/>
            </a:br>
            <a:r>
              <a:rPr lang="en-US" dirty="0"/>
              <a:t>big statement</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1A524937-147D-4B8D-B911-4B6401599AE1}" type="datetime1">
              <a:rPr lang="en-US" smtClean="0"/>
              <a:t>1/8/2026</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004170106"/>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Half image big statement - dark">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199" y="2853458"/>
            <a:ext cx="4652347" cy="1151084"/>
          </a:xfrm>
        </p:spPr>
        <p:txBody>
          <a:bodyPr wrap="square" lIns="0" tIns="0" rIns="0" bIns="0" anchor="ctr" anchorCtr="0">
            <a:spAutoFit/>
          </a:bodyPr>
          <a:lstStyle>
            <a:lvl1pPr>
              <a:lnSpc>
                <a:spcPct val="85000"/>
              </a:lnSpc>
              <a:defRPr sz="4400" b="1">
                <a:solidFill>
                  <a:schemeClr val="tx1"/>
                </a:solidFill>
              </a:defRPr>
            </a:lvl1pPr>
          </a:lstStyle>
          <a:p>
            <a:r>
              <a:rPr lang="en-US" dirty="0"/>
              <a:t>Click to add </a:t>
            </a:r>
            <a:br>
              <a:rPr lang="en-US" dirty="0"/>
            </a:br>
            <a:r>
              <a:rPr lang="en-US" dirty="0"/>
              <a:t>big statement</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32FDA553-34D9-4BF0-AE12-2F31CF77CB92}" type="datetime1">
              <a:rPr lang="en-US" smtClean="0"/>
              <a:t>1/8/2026</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880592317"/>
      </p:ext>
    </p:extLst>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Bio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521208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6095999" y="457200"/>
            <a:ext cx="5213169" cy="369332"/>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9C8F0F23-A115-4B55-B0DC-1A145A15A985}" type="datetime1">
              <a:rPr lang="en-US" smtClean="0"/>
              <a:t>1/8/2026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6096112" y="1000124"/>
            <a:ext cx="5212079" cy="249812"/>
          </a:xfrm>
        </p:spPr>
        <p:txBody>
          <a:bodyPr wrap="square">
            <a:spAutoFit/>
          </a:bodyPr>
          <a:lstStyle>
            <a:lvl1pPr marL="0" indent="0">
              <a:lnSpc>
                <a:spcPct val="100000"/>
              </a:lnSpc>
              <a:buNone/>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title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bwMode="white">
          <a:xfrm>
            <a:off x="6096112" y="1645920"/>
            <a:ext cx="5212079"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Cognizant Logo_rgb_rev_2023" descr="Cognizant logo reversed, SVG format">
            <a:extLst>
              <a:ext uri="{FF2B5EF4-FFF2-40B4-BE49-F238E27FC236}">
                <a16:creationId xmlns:a16="http://schemas.microsoft.com/office/drawing/2014/main" id="{2B4BD740-217D-D8B8-0418-4E6D1550639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37795905"/>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io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521208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6095999" y="457200"/>
            <a:ext cx="5213169" cy="369332"/>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BB37B52D-59B6-4C6B-B2D0-A7DB448212D2}" type="datetime1">
              <a:rPr lang="en-US" smtClean="0"/>
              <a:t>1/8/2026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6096112" y="1000124"/>
            <a:ext cx="5212079" cy="249812"/>
          </a:xfrm>
        </p:spPr>
        <p:txBody>
          <a:bodyPr wrap="square">
            <a:spAutoFit/>
          </a:bodyPr>
          <a:lstStyle>
            <a:lvl1pPr marL="0" indent="0">
              <a:lnSpc>
                <a:spcPct val="100000"/>
              </a:lnSpc>
              <a:buNone/>
              <a:defRPr>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title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6096112" y="1645920"/>
            <a:ext cx="5212079"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97481656"/>
      </p:ext>
    </p:extLst>
  </p:cSld>
  <p:clrMapOvr>
    <a:overrideClrMapping bg1="lt1" tx1="dk1" bg2="lt2" tx2="dk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eam introduction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bwMode="white">
          <a:xfrm>
            <a:off x="1416614"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tx1"/>
                </a:solidFill>
              </a:defRPr>
            </a:lvl1pPr>
          </a:lstStyle>
          <a:p>
            <a:fld id="{57AF3672-9971-4DF1-9084-EED87CB53896}" type="datetime1">
              <a:rPr lang="en-US" smtClean="0"/>
              <a:t>1/8/2026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1437641"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bwMode="white">
          <a:xfrm>
            <a:off x="1437639"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2" name="Picture Placeholder 6">
            <a:extLst>
              <a:ext uri="{FF2B5EF4-FFF2-40B4-BE49-F238E27FC236}">
                <a16:creationId xmlns:a16="http://schemas.microsoft.com/office/drawing/2014/main" id="{AD48ABD9-411C-A5A5-77B2-A15373D08533}"/>
              </a:ext>
            </a:extLst>
          </p:cNvPr>
          <p:cNvSpPr>
            <a:spLocks noGrp="1" noChangeAspect="1"/>
          </p:cNvSpPr>
          <p:nvPr>
            <p:ph type="pic" sz="quarter" idx="28" hasCustomPrompt="1"/>
          </p:nvPr>
        </p:nvSpPr>
        <p:spPr bwMode="white">
          <a:xfrm>
            <a:off x="3926605"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5" name="Text Placeholder 6">
            <a:extLst>
              <a:ext uri="{FF2B5EF4-FFF2-40B4-BE49-F238E27FC236}">
                <a16:creationId xmlns:a16="http://schemas.microsoft.com/office/drawing/2014/main" id="{1747DB1F-929C-459A-4FE5-FADEF2D3FDEB}"/>
              </a:ext>
            </a:extLst>
          </p:cNvPr>
          <p:cNvSpPr>
            <a:spLocks noGrp="1"/>
          </p:cNvSpPr>
          <p:nvPr>
            <p:ph type="body" sz="quarter" idx="29" hasCustomPrompt="1"/>
          </p:nvPr>
        </p:nvSpPr>
        <p:spPr bwMode="white">
          <a:xfrm>
            <a:off x="3926605"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1" name="Picture Placeholder 6">
            <a:extLst>
              <a:ext uri="{FF2B5EF4-FFF2-40B4-BE49-F238E27FC236}">
                <a16:creationId xmlns:a16="http://schemas.microsoft.com/office/drawing/2014/main" id="{FB34C272-EB9E-4D99-17B2-D4754377E7E7}"/>
              </a:ext>
            </a:extLst>
          </p:cNvPr>
          <p:cNvSpPr>
            <a:spLocks noGrp="1" noChangeAspect="1"/>
          </p:cNvSpPr>
          <p:nvPr>
            <p:ph type="pic" sz="quarter" idx="30" hasCustomPrompt="1"/>
          </p:nvPr>
        </p:nvSpPr>
        <p:spPr bwMode="white">
          <a:xfrm>
            <a:off x="6436596"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13" name="Text Placeholder 6">
            <a:extLst>
              <a:ext uri="{FF2B5EF4-FFF2-40B4-BE49-F238E27FC236}">
                <a16:creationId xmlns:a16="http://schemas.microsoft.com/office/drawing/2014/main" id="{B26B660B-B390-9A95-B8D1-DC4964F354BF}"/>
              </a:ext>
            </a:extLst>
          </p:cNvPr>
          <p:cNvSpPr>
            <a:spLocks noGrp="1"/>
          </p:cNvSpPr>
          <p:nvPr>
            <p:ph type="body" sz="quarter" idx="31" hasCustomPrompt="1"/>
          </p:nvPr>
        </p:nvSpPr>
        <p:spPr bwMode="white">
          <a:xfrm>
            <a:off x="6436596"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4" name="Picture Placeholder 6">
            <a:extLst>
              <a:ext uri="{FF2B5EF4-FFF2-40B4-BE49-F238E27FC236}">
                <a16:creationId xmlns:a16="http://schemas.microsoft.com/office/drawing/2014/main" id="{3A5A0582-3273-F488-E828-D319740EFE5A}"/>
              </a:ext>
            </a:extLst>
          </p:cNvPr>
          <p:cNvSpPr>
            <a:spLocks noGrp="1" noChangeAspect="1"/>
          </p:cNvSpPr>
          <p:nvPr>
            <p:ph type="pic" sz="quarter" idx="32" hasCustomPrompt="1"/>
          </p:nvPr>
        </p:nvSpPr>
        <p:spPr bwMode="white">
          <a:xfrm>
            <a:off x="8946586"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15" name="Text Placeholder 6">
            <a:extLst>
              <a:ext uri="{FF2B5EF4-FFF2-40B4-BE49-F238E27FC236}">
                <a16:creationId xmlns:a16="http://schemas.microsoft.com/office/drawing/2014/main" id="{FB4CF7E9-01C0-12B5-2B09-771996358801}"/>
              </a:ext>
            </a:extLst>
          </p:cNvPr>
          <p:cNvSpPr>
            <a:spLocks noGrp="1"/>
          </p:cNvSpPr>
          <p:nvPr>
            <p:ph type="body" sz="quarter" idx="33" hasCustomPrompt="1"/>
          </p:nvPr>
        </p:nvSpPr>
        <p:spPr bwMode="white">
          <a:xfrm>
            <a:off x="8946586"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6" name="Text Placeholder 11">
            <a:extLst>
              <a:ext uri="{FF2B5EF4-FFF2-40B4-BE49-F238E27FC236}">
                <a16:creationId xmlns:a16="http://schemas.microsoft.com/office/drawing/2014/main" id="{5C0DE360-379A-181A-9F66-A4E5E1F82FFB}"/>
              </a:ext>
            </a:extLst>
          </p:cNvPr>
          <p:cNvSpPr>
            <a:spLocks noGrp="1"/>
          </p:cNvSpPr>
          <p:nvPr>
            <p:ph type="body" sz="quarter" idx="34" hasCustomPrompt="1"/>
          </p:nvPr>
        </p:nvSpPr>
        <p:spPr bwMode="white">
          <a:xfrm>
            <a:off x="3926605"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7" name="Text Placeholder 11">
            <a:extLst>
              <a:ext uri="{FF2B5EF4-FFF2-40B4-BE49-F238E27FC236}">
                <a16:creationId xmlns:a16="http://schemas.microsoft.com/office/drawing/2014/main" id="{7B8A09A5-93C8-4A70-0E67-E9F18DFBA7CD}"/>
              </a:ext>
            </a:extLst>
          </p:cNvPr>
          <p:cNvSpPr>
            <a:spLocks noGrp="1"/>
          </p:cNvSpPr>
          <p:nvPr>
            <p:ph type="body" sz="quarter" idx="35" hasCustomPrompt="1"/>
          </p:nvPr>
        </p:nvSpPr>
        <p:spPr bwMode="white">
          <a:xfrm>
            <a:off x="643659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8" name="Text Placeholder 11">
            <a:extLst>
              <a:ext uri="{FF2B5EF4-FFF2-40B4-BE49-F238E27FC236}">
                <a16:creationId xmlns:a16="http://schemas.microsoft.com/office/drawing/2014/main" id="{3CBEF3CF-8EAA-624F-DCD1-4164D144A13A}"/>
              </a:ext>
            </a:extLst>
          </p:cNvPr>
          <p:cNvSpPr>
            <a:spLocks noGrp="1"/>
          </p:cNvSpPr>
          <p:nvPr>
            <p:ph type="body" sz="quarter" idx="36" hasCustomPrompt="1"/>
          </p:nvPr>
        </p:nvSpPr>
        <p:spPr bwMode="white">
          <a:xfrm>
            <a:off x="894658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pic>
        <p:nvPicPr>
          <p:cNvPr id="3" name="Cognizant Logo_rgb_rev_2023" descr="Cognizant logo reversed, SVG format">
            <a:extLst>
              <a:ext uri="{FF2B5EF4-FFF2-40B4-BE49-F238E27FC236}">
                <a16:creationId xmlns:a16="http://schemas.microsoft.com/office/drawing/2014/main" id="{289D256D-EB50-B40B-6594-8D04791EFFC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4042138913"/>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Bio alt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bwMode="white">
          <a:xfrm>
            <a:off x="1416614" y="1619814"/>
            <a:ext cx="2799786" cy="2799786"/>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endParaRPr lang="en-US" dirty="0"/>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tx1"/>
                </a:solidFill>
              </a:defRPr>
            </a:lvl1pPr>
          </a:lstStyle>
          <a:p>
            <a:fld id="{96977534-0DA3-4097-9D59-53EA5CBCE385}" type="datetime1">
              <a:rPr lang="en-US" smtClean="0"/>
              <a:t>1/8/2026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4840598" y="3450611"/>
            <a:ext cx="5014602" cy="249812"/>
          </a:xfrm>
        </p:spPr>
        <p:txBody>
          <a:bodyPr wrap="square">
            <a:spAutoFit/>
          </a:bodyPr>
          <a:lstStyle>
            <a:lvl1pPr marL="0" indent="0">
              <a:buNone/>
              <a:defRPr sz="16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Name here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bwMode="white">
          <a:xfrm>
            <a:off x="4840596" y="3033418"/>
            <a:ext cx="6894204" cy="218586"/>
          </a:xfrm>
        </p:spPr>
        <p:txBody>
          <a:bodyPr wrap="square" anchor="b">
            <a:spAutoFit/>
          </a:bodyPr>
          <a:lstStyle>
            <a:lvl1pPr marL="0" indent="0">
              <a:spcBef>
                <a:spcPts val="600"/>
              </a:spcBef>
              <a:buNone/>
              <a:defRPr sz="14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Bio here</a:t>
            </a:r>
          </a:p>
        </p:txBody>
      </p:sp>
      <p:sp>
        <p:nvSpPr>
          <p:cNvPr id="19" name="Text Placeholder 6">
            <a:extLst>
              <a:ext uri="{FF2B5EF4-FFF2-40B4-BE49-F238E27FC236}">
                <a16:creationId xmlns:a16="http://schemas.microsoft.com/office/drawing/2014/main" id="{42B6C9C1-3E19-05D1-F320-DE21BED97E9F}"/>
              </a:ext>
            </a:extLst>
          </p:cNvPr>
          <p:cNvSpPr>
            <a:spLocks noGrp="1"/>
          </p:cNvSpPr>
          <p:nvPr>
            <p:ph type="body" sz="quarter" idx="28" hasCustomPrompt="1"/>
          </p:nvPr>
        </p:nvSpPr>
        <p:spPr bwMode="white">
          <a:xfrm>
            <a:off x="4840597" y="3868550"/>
            <a:ext cx="5014599" cy="187359"/>
          </a:xfrm>
        </p:spPr>
        <p:txBody>
          <a:bodyPr wrap="square">
            <a:spAutoFit/>
          </a:bodyPr>
          <a:lstStyle>
            <a:lvl1pPr marL="0" indent="0">
              <a:lnSpc>
                <a:spcPct val="100000"/>
              </a:lnSpc>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Title here</a:t>
            </a:r>
          </a:p>
        </p:txBody>
      </p:sp>
      <p:pic>
        <p:nvPicPr>
          <p:cNvPr id="2" name="Cognizant Logo_rgb_rev_2023" descr="Cognizant logo reversed, SVG format">
            <a:extLst>
              <a:ext uri="{FF2B5EF4-FFF2-40B4-BE49-F238E27FC236}">
                <a16:creationId xmlns:a16="http://schemas.microsoft.com/office/drawing/2014/main" id="{BECD7034-456B-359A-4008-D8F48DBDB2E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918756601"/>
      </p:ext>
    </p:extLst>
  </p:cSld>
  <p:clrMapOvr>
    <a:overrideClrMapping bg1="dk1" tx1="lt1" bg2="dk2" tx2="lt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am introduction - light">
    <p:bg>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a:xfrm>
            <a:off x="1416614"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DB5201A6-12F9-468B-B44F-50AEC23C7C5D}" type="datetime1">
              <a:rPr lang="en-US" smtClean="0"/>
              <a:t>1/8/2026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1437641"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a:xfrm>
            <a:off x="1437639"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2" name="Picture Placeholder 6">
            <a:extLst>
              <a:ext uri="{FF2B5EF4-FFF2-40B4-BE49-F238E27FC236}">
                <a16:creationId xmlns:a16="http://schemas.microsoft.com/office/drawing/2014/main" id="{AD48ABD9-411C-A5A5-77B2-A15373D08533}"/>
              </a:ext>
            </a:extLst>
          </p:cNvPr>
          <p:cNvSpPr>
            <a:spLocks noGrp="1" noChangeAspect="1"/>
          </p:cNvSpPr>
          <p:nvPr>
            <p:ph type="pic" sz="quarter" idx="28" hasCustomPrompt="1"/>
          </p:nvPr>
        </p:nvSpPr>
        <p:spPr>
          <a:xfrm>
            <a:off x="3926605"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5" name="Text Placeholder 6">
            <a:extLst>
              <a:ext uri="{FF2B5EF4-FFF2-40B4-BE49-F238E27FC236}">
                <a16:creationId xmlns:a16="http://schemas.microsoft.com/office/drawing/2014/main" id="{1747DB1F-929C-459A-4FE5-FADEF2D3FDEB}"/>
              </a:ext>
            </a:extLst>
          </p:cNvPr>
          <p:cNvSpPr>
            <a:spLocks noGrp="1"/>
          </p:cNvSpPr>
          <p:nvPr>
            <p:ph type="body" sz="quarter" idx="29" hasCustomPrompt="1"/>
          </p:nvPr>
        </p:nvSpPr>
        <p:spPr>
          <a:xfrm>
            <a:off x="3926605"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1" name="Picture Placeholder 6">
            <a:extLst>
              <a:ext uri="{FF2B5EF4-FFF2-40B4-BE49-F238E27FC236}">
                <a16:creationId xmlns:a16="http://schemas.microsoft.com/office/drawing/2014/main" id="{FB34C272-EB9E-4D99-17B2-D4754377E7E7}"/>
              </a:ext>
            </a:extLst>
          </p:cNvPr>
          <p:cNvSpPr>
            <a:spLocks noGrp="1" noChangeAspect="1"/>
          </p:cNvSpPr>
          <p:nvPr>
            <p:ph type="pic" sz="quarter" idx="30" hasCustomPrompt="1"/>
          </p:nvPr>
        </p:nvSpPr>
        <p:spPr>
          <a:xfrm>
            <a:off x="6436596"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13" name="Text Placeholder 6">
            <a:extLst>
              <a:ext uri="{FF2B5EF4-FFF2-40B4-BE49-F238E27FC236}">
                <a16:creationId xmlns:a16="http://schemas.microsoft.com/office/drawing/2014/main" id="{B26B660B-B390-9A95-B8D1-DC4964F354BF}"/>
              </a:ext>
            </a:extLst>
          </p:cNvPr>
          <p:cNvSpPr>
            <a:spLocks noGrp="1"/>
          </p:cNvSpPr>
          <p:nvPr>
            <p:ph type="body" sz="quarter" idx="31" hasCustomPrompt="1"/>
          </p:nvPr>
        </p:nvSpPr>
        <p:spPr>
          <a:xfrm>
            <a:off x="6436596"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4" name="Picture Placeholder 6">
            <a:extLst>
              <a:ext uri="{FF2B5EF4-FFF2-40B4-BE49-F238E27FC236}">
                <a16:creationId xmlns:a16="http://schemas.microsoft.com/office/drawing/2014/main" id="{3A5A0582-3273-F488-E828-D319740EFE5A}"/>
              </a:ext>
            </a:extLst>
          </p:cNvPr>
          <p:cNvSpPr>
            <a:spLocks noGrp="1" noChangeAspect="1"/>
          </p:cNvSpPr>
          <p:nvPr>
            <p:ph type="pic" sz="quarter" idx="32" hasCustomPrompt="1"/>
          </p:nvPr>
        </p:nvSpPr>
        <p:spPr>
          <a:xfrm>
            <a:off x="8946586"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15" name="Text Placeholder 6">
            <a:extLst>
              <a:ext uri="{FF2B5EF4-FFF2-40B4-BE49-F238E27FC236}">
                <a16:creationId xmlns:a16="http://schemas.microsoft.com/office/drawing/2014/main" id="{FB4CF7E9-01C0-12B5-2B09-771996358801}"/>
              </a:ext>
            </a:extLst>
          </p:cNvPr>
          <p:cNvSpPr>
            <a:spLocks noGrp="1"/>
          </p:cNvSpPr>
          <p:nvPr>
            <p:ph type="body" sz="quarter" idx="33" hasCustomPrompt="1"/>
          </p:nvPr>
        </p:nvSpPr>
        <p:spPr>
          <a:xfrm>
            <a:off x="8946586"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6" name="Text Placeholder 11">
            <a:extLst>
              <a:ext uri="{FF2B5EF4-FFF2-40B4-BE49-F238E27FC236}">
                <a16:creationId xmlns:a16="http://schemas.microsoft.com/office/drawing/2014/main" id="{5C0DE360-379A-181A-9F66-A4E5E1F82FFB}"/>
              </a:ext>
            </a:extLst>
          </p:cNvPr>
          <p:cNvSpPr>
            <a:spLocks noGrp="1"/>
          </p:cNvSpPr>
          <p:nvPr>
            <p:ph type="body" sz="quarter" idx="34" hasCustomPrompt="1"/>
          </p:nvPr>
        </p:nvSpPr>
        <p:spPr>
          <a:xfrm>
            <a:off x="3926605"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7" name="Text Placeholder 11">
            <a:extLst>
              <a:ext uri="{FF2B5EF4-FFF2-40B4-BE49-F238E27FC236}">
                <a16:creationId xmlns:a16="http://schemas.microsoft.com/office/drawing/2014/main" id="{7B8A09A5-93C8-4A70-0E67-E9F18DFBA7CD}"/>
              </a:ext>
            </a:extLst>
          </p:cNvPr>
          <p:cNvSpPr>
            <a:spLocks noGrp="1"/>
          </p:cNvSpPr>
          <p:nvPr>
            <p:ph type="body" sz="quarter" idx="35" hasCustomPrompt="1"/>
          </p:nvPr>
        </p:nvSpPr>
        <p:spPr>
          <a:xfrm>
            <a:off x="643659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8" name="Text Placeholder 11">
            <a:extLst>
              <a:ext uri="{FF2B5EF4-FFF2-40B4-BE49-F238E27FC236}">
                <a16:creationId xmlns:a16="http://schemas.microsoft.com/office/drawing/2014/main" id="{3CBEF3CF-8EAA-624F-DCD1-4164D144A13A}"/>
              </a:ext>
            </a:extLst>
          </p:cNvPr>
          <p:cNvSpPr>
            <a:spLocks noGrp="1"/>
          </p:cNvSpPr>
          <p:nvPr>
            <p:ph type="body" sz="quarter" idx="36" hasCustomPrompt="1"/>
          </p:nvPr>
        </p:nvSpPr>
        <p:spPr>
          <a:xfrm>
            <a:off x="894658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Tree>
    <p:extLst>
      <p:ext uri="{BB962C8B-B14F-4D97-AF65-F5344CB8AC3E}">
        <p14:creationId xmlns:p14="http://schemas.microsoft.com/office/powerpoint/2010/main" val="2487450006"/>
      </p:ext>
    </p:extLst>
  </p:cSld>
  <p:clrMapOvr>
    <a:overrideClrMapping bg1="lt1" tx1="dk1" bg2="lt2" tx2="dk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io alt - light">
    <p:bg>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a:xfrm>
            <a:off x="1416614" y="1619814"/>
            <a:ext cx="2799786" cy="2799786"/>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endParaRPr lang="en-US" dirty="0"/>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8E8A5000-CFAF-48AA-A1F5-19ACBA8F9248}" type="datetime1">
              <a:rPr lang="en-US" smtClean="0"/>
              <a:t>1/8/2026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4840598" y="3450611"/>
            <a:ext cx="5014602" cy="249812"/>
          </a:xfrm>
        </p:spPr>
        <p:txBody>
          <a:bodyPr wrap="square">
            <a:spAutoFit/>
          </a:bodyPr>
          <a:lstStyle>
            <a:lvl1pPr marL="0" indent="0">
              <a:buNone/>
              <a:defRPr sz="16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Name here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a:xfrm>
            <a:off x="4840596" y="3033418"/>
            <a:ext cx="6894204" cy="218586"/>
          </a:xfrm>
        </p:spPr>
        <p:txBody>
          <a:bodyPr wrap="square" anchor="b">
            <a:spAutoFit/>
          </a:bodyPr>
          <a:lstStyle>
            <a:lvl1pPr marL="0" indent="0">
              <a:spcBef>
                <a:spcPts val="600"/>
              </a:spcBef>
              <a:buNone/>
              <a:defRPr sz="14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Bio here</a:t>
            </a:r>
          </a:p>
        </p:txBody>
      </p:sp>
      <p:sp>
        <p:nvSpPr>
          <p:cNvPr id="19" name="Text Placeholder 6">
            <a:extLst>
              <a:ext uri="{FF2B5EF4-FFF2-40B4-BE49-F238E27FC236}">
                <a16:creationId xmlns:a16="http://schemas.microsoft.com/office/drawing/2014/main" id="{42B6C9C1-3E19-05D1-F320-DE21BED97E9F}"/>
              </a:ext>
            </a:extLst>
          </p:cNvPr>
          <p:cNvSpPr>
            <a:spLocks noGrp="1"/>
          </p:cNvSpPr>
          <p:nvPr>
            <p:ph type="body" sz="quarter" idx="28" hasCustomPrompt="1"/>
          </p:nvPr>
        </p:nvSpPr>
        <p:spPr>
          <a:xfrm>
            <a:off x="4840597" y="3868550"/>
            <a:ext cx="5014599" cy="187359"/>
          </a:xfrm>
        </p:spPr>
        <p:txBody>
          <a:bodyPr wrap="square">
            <a:spAutoFit/>
          </a:bodyPr>
          <a:lstStyle>
            <a:lvl1pPr marL="0" indent="0">
              <a:lnSpc>
                <a:spcPct val="100000"/>
              </a:lnSpc>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Title here</a:t>
            </a:r>
          </a:p>
        </p:txBody>
      </p:sp>
    </p:spTree>
    <p:extLst>
      <p:ext uri="{BB962C8B-B14F-4D97-AF65-F5344CB8AC3E}">
        <p14:creationId xmlns:p14="http://schemas.microsoft.com/office/powerpoint/2010/main" val="4009223359"/>
      </p:ext>
    </p:extLst>
  </p:cSld>
  <p:clrMapOvr>
    <a:overrideClrMapping bg1="lt1" tx1="dk1" bg2="lt2" tx2="dk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ase study">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1219200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2685238"/>
            <a:ext cx="7518399" cy="492443"/>
          </a:xfrm>
        </p:spPr>
        <p:txBody>
          <a:bodyPr wrap="square" lIns="0" tIns="0" rIns="0" bIns="0" anchor="ctr" anchorCtr="0">
            <a:spAutoFit/>
          </a:bodyPr>
          <a:lstStyle>
            <a:lvl1pPr>
              <a:lnSpc>
                <a:spcPct val="100000"/>
              </a:lnSpc>
              <a:spcBef>
                <a:spcPts val="1200"/>
              </a:spcBef>
              <a:defRPr sz="32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D9C2A5B5-C493-46C7-A150-ADCF0F3EA550}" type="datetime1">
              <a:rPr lang="en-US" smtClean="0"/>
              <a:t>1/8/2026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692020149"/>
      </p:ext>
    </p:extLst>
  </p:cSld>
  <p:clrMapOvr>
    <a:overrideClrMapping bg1="lt1" tx1="dk1" bg2="lt2" tx2="dk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PRINT LAYOUT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010479" y="1385366"/>
            <a:ext cx="10171054" cy="4087273"/>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PRINT</a:t>
            </a:r>
            <a:br>
              <a:rPr kumimoji="0" lang="en-US" sz="16600" b="1" i="0" u="none" strike="noStrike" kern="0" cap="none" spc="0" normalizeH="0" baseline="0" noProof="0" dirty="0">
                <a:ln>
                  <a:noFill/>
                </a:ln>
                <a:solidFill>
                  <a:srgbClr val="FFFFFF"/>
                </a:solidFill>
                <a:effectLst/>
                <a:uLnTx/>
                <a:uFillTx/>
              </a:rPr>
            </a:br>
            <a:r>
              <a:rPr kumimoji="0" lang="en-US" sz="16600" b="1" i="0" u="none" strike="noStrike" kern="0" cap="none" spc="0" normalizeH="0" baseline="0" noProof="0" dirty="0">
                <a:ln>
                  <a:noFill/>
                </a:ln>
                <a:solidFill>
                  <a:srgbClr val="FFFFFF"/>
                </a:solidFill>
                <a:effectLst/>
                <a:uLnTx/>
                <a:uFillTx/>
              </a:rPr>
              <a:t>LAYOUTS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432408760"/>
      </p:ext>
    </p:extLst>
  </p:cSld>
  <p:clrMapOvr>
    <a:overrideClrMapping bg1="dk1" tx1="lt1" bg2="dk2" tx2="lt2" accent1="accent1" accent2="accent2" accent3="accent3" accent4="accent4" accent5="accent5" accent6="accent6" hlink="hlink" folHlink="folHlink"/>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Print layou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8" name="Content Placeholder 4">
            <a:extLst>
              <a:ext uri="{FF2B5EF4-FFF2-40B4-BE49-F238E27FC236}">
                <a16:creationId xmlns:a16="http://schemas.microsoft.com/office/drawing/2014/main" id="{97C8D286-D420-EE2D-6164-1E5FF70C4225}"/>
              </a:ext>
            </a:extLst>
          </p:cNvPr>
          <p:cNvSpPr>
            <a:spLocks noGrp="1"/>
          </p:cNvSpPr>
          <p:nvPr>
            <p:ph sz="quarter" idx="13" hasCustomPrompt="1"/>
          </p:nvPr>
        </p:nvSpPr>
        <p:spPr>
          <a:xfrm>
            <a:off x="457200" y="1447800"/>
            <a:ext cx="112776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6" name="Date Placeholder 5">
            <a:extLst>
              <a:ext uri="{FF2B5EF4-FFF2-40B4-BE49-F238E27FC236}">
                <a16:creationId xmlns:a16="http://schemas.microsoft.com/office/drawing/2014/main" id="{72328515-FC2B-A5A7-A51D-AD83EA148662}"/>
              </a:ext>
            </a:extLst>
          </p:cNvPr>
          <p:cNvSpPr>
            <a:spLocks noGrp="1"/>
          </p:cNvSpPr>
          <p:nvPr>
            <p:ph type="dt" sz="half" idx="14"/>
          </p:nvPr>
        </p:nvSpPr>
        <p:spPr/>
        <p:txBody>
          <a:bodyPr/>
          <a:lstStyle/>
          <a:p>
            <a:fld id="{243E7BF8-771B-44E1-8077-3B3D238EA0E8}" type="datetime1">
              <a:rPr lang="en-US" smtClean="0"/>
              <a:t>1/8/2026</a:t>
            </a:fld>
            <a:endParaRPr lang="en-US" dirty="0"/>
          </a:p>
        </p:txBody>
      </p:sp>
      <p:sp>
        <p:nvSpPr>
          <p:cNvPr id="7" name="Footer Placeholder 6">
            <a:extLst>
              <a:ext uri="{FF2B5EF4-FFF2-40B4-BE49-F238E27FC236}">
                <a16:creationId xmlns:a16="http://schemas.microsoft.com/office/drawing/2014/main" id="{8A78C47A-CC18-2B7E-01BA-B71033C96E49}"/>
              </a:ext>
            </a:extLst>
          </p:cNvPr>
          <p:cNvSpPr>
            <a:spLocks noGrp="1"/>
          </p:cNvSpPr>
          <p:nvPr>
            <p:ph type="ftr" sz="quarter" idx="15"/>
          </p:nvPr>
        </p:nvSpPr>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19B43DAB-918E-9FD2-A5E8-F9530136AAE1}"/>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07321474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Print layou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6" name="Content Placeholder 4">
            <a:extLst>
              <a:ext uri="{FF2B5EF4-FFF2-40B4-BE49-F238E27FC236}">
                <a16:creationId xmlns:a16="http://schemas.microsoft.com/office/drawing/2014/main" id="{EFB2AB4E-99EA-866B-42DB-AA6B0640E978}"/>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8" name="Date Placeholder 7">
            <a:extLst>
              <a:ext uri="{FF2B5EF4-FFF2-40B4-BE49-F238E27FC236}">
                <a16:creationId xmlns:a16="http://schemas.microsoft.com/office/drawing/2014/main" id="{49FBA165-B4C4-9560-3B73-D4440E1274B4}"/>
              </a:ext>
            </a:extLst>
          </p:cNvPr>
          <p:cNvSpPr>
            <a:spLocks noGrp="1"/>
          </p:cNvSpPr>
          <p:nvPr>
            <p:ph type="dt" sz="half" idx="14"/>
          </p:nvPr>
        </p:nvSpPr>
        <p:spPr/>
        <p:txBody>
          <a:bodyPr/>
          <a:lstStyle/>
          <a:p>
            <a:fld id="{E1B9DF5E-9AD4-4087-B137-32CBE7F264D9}" type="datetime1">
              <a:rPr lang="en-US" smtClean="0"/>
              <a:t>1/8/2026</a:t>
            </a:fld>
            <a:endParaRPr lang="en-US" dirty="0"/>
          </a:p>
        </p:txBody>
      </p:sp>
      <p:sp>
        <p:nvSpPr>
          <p:cNvPr id="9" name="Footer Placeholder 8">
            <a:extLst>
              <a:ext uri="{FF2B5EF4-FFF2-40B4-BE49-F238E27FC236}">
                <a16:creationId xmlns:a16="http://schemas.microsoft.com/office/drawing/2014/main" id="{355393B2-66D7-C532-B4ED-1C7095A892B2}"/>
              </a:ext>
            </a:extLst>
          </p:cNvPr>
          <p:cNvSpPr>
            <a:spLocks noGrp="1"/>
          </p:cNvSpPr>
          <p:nvPr>
            <p:ph type="ftr" sz="quarter" idx="15"/>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3E96471B-AF2B-8429-A5BE-4098F30AC55D}"/>
              </a:ext>
            </a:extLst>
          </p:cNvPr>
          <p:cNvSpPr>
            <a:spLocks noGrp="1"/>
          </p:cNvSpPr>
          <p:nvPr>
            <p:ph type="sldNum" sz="quarter" idx="16"/>
          </p:nvPr>
        </p:nvSpPr>
        <p:spPr/>
        <p:txBody>
          <a:bodyPr/>
          <a:lstStyle/>
          <a:p>
            <a:fld id="{38826FC0-333C-E549-9FA3-0EE43DF298A3}" type="slidenum">
              <a:rPr lang="en-US" smtClean="0"/>
              <a:pPr/>
              <a:t>‹#›</a:t>
            </a:fld>
            <a:endParaRPr lang="en-US" dirty="0"/>
          </a:p>
        </p:txBody>
      </p:sp>
      <p:sp>
        <p:nvSpPr>
          <p:cNvPr id="11" name="Picture Placeholder 6">
            <a:extLst>
              <a:ext uri="{FF2B5EF4-FFF2-40B4-BE49-F238E27FC236}">
                <a16:creationId xmlns:a16="http://schemas.microsoft.com/office/drawing/2014/main" id="{FF811353-C714-762F-1AAE-32044BE7B552}"/>
              </a:ext>
            </a:extLst>
          </p:cNvPr>
          <p:cNvSpPr>
            <a:spLocks noGrp="1" noChangeAspect="1"/>
          </p:cNvSpPr>
          <p:nvPr>
            <p:ph type="pic" sz="quarter" idx="22" hasCustomPrompt="1"/>
          </p:nvPr>
        </p:nvSpPr>
        <p:spPr>
          <a:xfrm>
            <a:off x="8305800" y="1447800"/>
            <a:ext cx="3429000" cy="4716463"/>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Tree>
    <p:extLst>
      <p:ext uri="{BB962C8B-B14F-4D97-AF65-F5344CB8AC3E}">
        <p14:creationId xmlns:p14="http://schemas.microsoft.com/office/powerpoint/2010/main" val="334882160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Print layou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9" name="Content Placeholder 11">
            <a:extLst>
              <a:ext uri="{FF2B5EF4-FFF2-40B4-BE49-F238E27FC236}">
                <a16:creationId xmlns:a16="http://schemas.microsoft.com/office/drawing/2014/main" id="{259B0F51-32FC-A168-2D3A-C5941F904A9A}"/>
              </a:ext>
            </a:extLst>
          </p:cNvPr>
          <p:cNvSpPr>
            <a:spLocks noGrp="1"/>
          </p:cNvSpPr>
          <p:nvPr>
            <p:ph sz="quarter" idx="15" hasCustomPrompt="1"/>
          </p:nvPr>
        </p:nvSpPr>
        <p:spPr>
          <a:xfrm>
            <a:off x="8305800" y="1447800"/>
            <a:ext cx="3429000" cy="4716463"/>
          </a:xfrm>
          <a:noFill/>
        </p:spPr>
        <p:txBody>
          <a:bodyPr bIns="1280160" anchor="ctr" anchorCtr="0"/>
          <a:lstStyle>
            <a:lvl1pPr marL="0" indent="0" algn="ctr">
              <a:buNone/>
              <a:defRPr sz="1100">
                <a:solidFill>
                  <a:schemeClr val="tx1"/>
                </a:solidFill>
              </a:defRPr>
            </a:lvl1pPr>
          </a:lstStyle>
          <a:p>
            <a:pPr lvl="0"/>
            <a:r>
              <a:rPr lang="en-US" dirty="0"/>
              <a:t>Click to add content</a:t>
            </a:r>
          </a:p>
        </p:txBody>
      </p:sp>
      <p:sp>
        <p:nvSpPr>
          <p:cNvPr id="6" name="Content Placeholder 4">
            <a:extLst>
              <a:ext uri="{FF2B5EF4-FFF2-40B4-BE49-F238E27FC236}">
                <a16:creationId xmlns:a16="http://schemas.microsoft.com/office/drawing/2014/main" id="{E6871F2F-0300-3464-E2A2-7AF48ACCDA0E}"/>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7" name="Date Placeholder 6">
            <a:extLst>
              <a:ext uri="{FF2B5EF4-FFF2-40B4-BE49-F238E27FC236}">
                <a16:creationId xmlns:a16="http://schemas.microsoft.com/office/drawing/2014/main" id="{E7F5A834-2BF7-D718-8760-B751F1362C5B}"/>
              </a:ext>
            </a:extLst>
          </p:cNvPr>
          <p:cNvSpPr>
            <a:spLocks noGrp="1"/>
          </p:cNvSpPr>
          <p:nvPr>
            <p:ph type="dt" sz="half" idx="16"/>
          </p:nvPr>
        </p:nvSpPr>
        <p:spPr/>
        <p:txBody>
          <a:bodyPr/>
          <a:lstStyle/>
          <a:p>
            <a:fld id="{8B3334DE-0309-4316-9524-1C880826860D}" type="datetime1">
              <a:rPr lang="en-US" smtClean="0"/>
              <a:t>1/8/2026</a:t>
            </a:fld>
            <a:endParaRPr lang="en-US" dirty="0"/>
          </a:p>
        </p:txBody>
      </p:sp>
      <p:sp>
        <p:nvSpPr>
          <p:cNvPr id="8" name="Footer Placeholder 7">
            <a:extLst>
              <a:ext uri="{FF2B5EF4-FFF2-40B4-BE49-F238E27FC236}">
                <a16:creationId xmlns:a16="http://schemas.microsoft.com/office/drawing/2014/main" id="{BAD15E00-493E-DA78-52D5-886D4490A1D0}"/>
              </a:ext>
            </a:extLst>
          </p:cNvPr>
          <p:cNvSpPr>
            <a:spLocks noGrp="1"/>
          </p:cNvSpPr>
          <p:nvPr>
            <p:ph type="ftr" sz="quarter" idx="17"/>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A2550889-1E0E-444C-2EB8-5E1C1E1649C8}"/>
              </a:ext>
            </a:extLst>
          </p:cNvPr>
          <p:cNvSpPr>
            <a:spLocks noGrp="1"/>
          </p:cNvSpPr>
          <p:nvPr>
            <p:ph type="sldNum" sz="quarter" idx="18"/>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31153402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Print layou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7" name="Text Placeholder 9">
            <a:extLst>
              <a:ext uri="{FF2B5EF4-FFF2-40B4-BE49-F238E27FC236}">
                <a16:creationId xmlns:a16="http://schemas.microsoft.com/office/drawing/2014/main" id="{A497A1BE-986B-0BD6-76A5-85ABDFBA41E0}"/>
              </a:ext>
            </a:extLst>
          </p:cNvPr>
          <p:cNvSpPr>
            <a:spLocks noGrp="1"/>
          </p:cNvSpPr>
          <p:nvPr>
            <p:ph type="body" sz="quarter" idx="16" hasCustomPrompt="1"/>
          </p:nvPr>
        </p:nvSpPr>
        <p:spPr>
          <a:xfrm>
            <a:off x="8446381" y="2016681"/>
            <a:ext cx="3291841" cy="337080"/>
          </a:xfrm>
          <a:noFill/>
        </p:spPr>
        <p:txBody>
          <a:bodyPr wrap="square" lIns="0" tIns="0" rIns="0" bIns="0">
            <a:spAutoFit/>
          </a:bodyPr>
          <a:lstStyle>
            <a:lvl1pPr marL="0" indent="0">
              <a:lnSpc>
                <a:spcPct val="110000"/>
              </a:lnSpc>
              <a:spcBef>
                <a:spcPts val="1200"/>
              </a:spcBef>
              <a:buNone/>
              <a:defRPr sz="1100">
                <a:solidFill>
                  <a:schemeClr val="accent1"/>
                </a:solidFill>
              </a:defRPr>
            </a:lvl1pPr>
            <a:lvl2pPr marL="12700" marR="0" indent="0" algn="l" defTabSz="914171" rtl="0" eaLnBrk="1" fontAlgn="auto" latinLnBrk="0" hangingPunct="1">
              <a:lnSpc>
                <a:spcPct val="110000"/>
              </a:lnSpc>
              <a:spcBef>
                <a:spcPts val="1200"/>
              </a:spcBef>
              <a:spcAft>
                <a:spcPts val="1200"/>
              </a:spcAft>
              <a:buClr>
                <a:schemeClr val="accent1"/>
              </a:buClr>
              <a:buSzTx/>
              <a:buFont typeface="Arial" panose="020B0604020202020204" pitchFamily="34" charset="0"/>
              <a:buNone/>
              <a:tabLst/>
              <a:defRPr sz="900" i="1">
                <a:solidFill>
                  <a:schemeClr val="tx2"/>
                </a:solidFill>
              </a:defRPr>
            </a:lvl2pPr>
            <a:lvl3pPr marL="9525" indent="619125">
              <a:buFontTx/>
              <a:buNone/>
              <a:tabLst/>
              <a:defRPr sz="900"/>
            </a:lvl3pPr>
          </a:lstStyle>
          <a:p>
            <a:pPr lvl="0"/>
            <a:r>
              <a:rPr lang="en-US" dirty="0"/>
              <a:t>Click to edit text</a:t>
            </a:r>
          </a:p>
          <a:p>
            <a:pPr marL="12700" marR="0" lvl="1" indent="0" algn="l" defTabSz="914171" rtl="0" eaLnBrk="1" fontAlgn="auto" latinLnBrk="0" hangingPunct="1">
              <a:lnSpc>
                <a:spcPct val="120000"/>
              </a:lnSpc>
              <a:spcBef>
                <a:spcPts val="0"/>
              </a:spcBef>
              <a:spcAft>
                <a:spcPts val="1200"/>
              </a:spcAft>
              <a:buClr>
                <a:schemeClr val="accent1"/>
              </a:buClr>
              <a:buSzTx/>
              <a:buFont typeface="Arial" panose="020B0604020202020204" pitchFamily="34" charset="0"/>
              <a:buNone/>
              <a:tabLst/>
              <a:defRPr/>
            </a:pPr>
            <a:r>
              <a:rPr lang="en-US" dirty="0"/>
              <a:t>Click to edit text</a:t>
            </a:r>
          </a:p>
        </p:txBody>
      </p:sp>
      <p:cxnSp>
        <p:nvCxnSpPr>
          <p:cNvPr id="8" name="Straight Connector 7">
            <a:extLst>
              <a:ext uri="{FF2B5EF4-FFF2-40B4-BE49-F238E27FC236}">
                <a16:creationId xmlns:a16="http://schemas.microsoft.com/office/drawing/2014/main" id="{6CF16D66-A061-BB80-4196-FA88563E9FC5}"/>
              </a:ext>
            </a:extLst>
          </p:cNvPr>
          <p:cNvCxnSpPr>
            <a:cxnSpLocks noChangeAspect="1"/>
          </p:cNvCxnSpPr>
          <p:nvPr userDrawn="1"/>
        </p:nvCxnSpPr>
        <p:spPr>
          <a:xfrm>
            <a:off x="8446383" y="1455541"/>
            <a:ext cx="3154680" cy="0"/>
          </a:xfrm>
          <a:prstGeom prst="line">
            <a:avLst/>
          </a:prstGeom>
          <a:ln w="12700" cap="sq">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2" name="Content Placeholder 4">
            <a:extLst>
              <a:ext uri="{FF2B5EF4-FFF2-40B4-BE49-F238E27FC236}">
                <a16:creationId xmlns:a16="http://schemas.microsoft.com/office/drawing/2014/main" id="{443B4273-80BC-4D4B-45D3-71EA235891DD}"/>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j-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6" name="Date Placeholder 5">
            <a:extLst>
              <a:ext uri="{FF2B5EF4-FFF2-40B4-BE49-F238E27FC236}">
                <a16:creationId xmlns:a16="http://schemas.microsoft.com/office/drawing/2014/main" id="{A8D18051-2FD4-FBBA-DF0A-5AA5724D4CED}"/>
              </a:ext>
            </a:extLst>
          </p:cNvPr>
          <p:cNvSpPr>
            <a:spLocks noGrp="1"/>
          </p:cNvSpPr>
          <p:nvPr>
            <p:ph type="dt" sz="half" idx="17"/>
          </p:nvPr>
        </p:nvSpPr>
        <p:spPr/>
        <p:txBody>
          <a:bodyPr/>
          <a:lstStyle/>
          <a:p>
            <a:fld id="{D83E5922-6737-4E14-A9A5-0383F4604B00}" type="datetime1">
              <a:rPr lang="en-US" smtClean="0"/>
              <a:t>1/8/2026</a:t>
            </a:fld>
            <a:endParaRPr lang="en-US" dirty="0"/>
          </a:p>
        </p:txBody>
      </p:sp>
      <p:sp>
        <p:nvSpPr>
          <p:cNvPr id="9" name="Footer Placeholder 8">
            <a:extLst>
              <a:ext uri="{FF2B5EF4-FFF2-40B4-BE49-F238E27FC236}">
                <a16:creationId xmlns:a16="http://schemas.microsoft.com/office/drawing/2014/main" id="{2674FFEF-C1C1-A6A5-579D-03460B4B7B4E}"/>
              </a:ext>
            </a:extLst>
          </p:cNvPr>
          <p:cNvSpPr>
            <a:spLocks noGrp="1"/>
          </p:cNvSpPr>
          <p:nvPr>
            <p:ph type="ftr" sz="quarter" idx="18"/>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3CD4671-5EA7-FBFD-25EC-C2EB1310BC27}"/>
              </a:ext>
            </a:extLst>
          </p:cNvPr>
          <p:cNvSpPr>
            <a:spLocks noGrp="1"/>
          </p:cNvSpPr>
          <p:nvPr>
            <p:ph type="sldNum" sz="quarter" idx="19"/>
          </p:nvPr>
        </p:nvSpPr>
        <p:spPr/>
        <p:txBody>
          <a:bodyPr/>
          <a:lstStyle/>
          <a:p>
            <a:fld id="{38826FC0-333C-E549-9FA3-0EE43DF298A3}" type="slidenum">
              <a:rPr lang="en-US" smtClean="0"/>
              <a:pPr/>
              <a:t>‹#›</a:t>
            </a:fld>
            <a:endParaRPr lang="en-US" dirty="0"/>
          </a:p>
        </p:txBody>
      </p:sp>
      <p:sp>
        <p:nvSpPr>
          <p:cNvPr id="16" name="Freeform 15">
            <a:extLst>
              <a:ext uri="{FF2B5EF4-FFF2-40B4-BE49-F238E27FC236}">
                <a16:creationId xmlns:a16="http://schemas.microsoft.com/office/drawing/2014/main" id="{B4239B95-1BE5-65A8-8088-4245AFE6DC2A}"/>
              </a:ext>
            </a:extLst>
          </p:cNvPr>
          <p:cNvSpPr>
            <a:spLocks noChangeAspect="1"/>
          </p:cNvSpPr>
          <p:nvPr userDrawn="1"/>
        </p:nvSpPr>
        <p:spPr>
          <a:xfrm>
            <a:off x="8450629" y="1583574"/>
            <a:ext cx="292608" cy="297056"/>
          </a:xfrm>
          <a:custGeom>
            <a:avLst/>
            <a:gdLst>
              <a:gd name="connsiteX0" fmla="*/ 305136 w 336446"/>
              <a:gd name="connsiteY0" fmla="*/ 0 h 341560"/>
              <a:gd name="connsiteX1" fmla="*/ 336446 w 336446"/>
              <a:gd name="connsiteY1" fmla="*/ 49811 h 341560"/>
              <a:gd name="connsiteX2" fmla="*/ 278808 w 336446"/>
              <a:gd name="connsiteY2" fmla="*/ 98554 h 341560"/>
              <a:gd name="connsiteX3" fmla="*/ 258172 w 336446"/>
              <a:gd name="connsiteY3" fmla="*/ 192839 h 341560"/>
              <a:gd name="connsiteX4" fmla="*/ 325061 w 336446"/>
              <a:gd name="connsiteY4" fmla="*/ 192839 h 341560"/>
              <a:gd name="connsiteX5" fmla="*/ 325061 w 336446"/>
              <a:gd name="connsiteY5" fmla="*/ 341560 h 341560"/>
              <a:gd name="connsiteX6" fmla="*/ 187725 w 336446"/>
              <a:gd name="connsiteY6" fmla="*/ 341560 h 341560"/>
              <a:gd name="connsiteX7" fmla="*/ 187725 w 336446"/>
              <a:gd name="connsiteY7" fmla="*/ 224149 h 341560"/>
              <a:gd name="connsiteX8" fmla="*/ 210495 w 336446"/>
              <a:gd name="connsiteY8" fmla="*/ 86101 h 341560"/>
              <a:gd name="connsiteX9" fmla="*/ 305136 w 336446"/>
              <a:gd name="connsiteY9" fmla="*/ 0 h 341560"/>
              <a:gd name="connsiteX10" fmla="*/ 117411 w 336446"/>
              <a:gd name="connsiteY10" fmla="*/ 0 h 341560"/>
              <a:gd name="connsiteX11" fmla="*/ 148721 w 336446"/>
              <a:gd name="connsiteY11" fmla="*/ 49811 h 341560"/>
              <a:gd name="connsiteX12" fmla="*/ 91083 w 336446"/>
              <a:gd name="connsiteY12" fmla="*/ 98554 h 341560"/>
              <a:gd name="connsiteX13" fmla="*/ 70447 w 336446"/>
              <a:gd name="connsiteY13" fmla="*/ 192839 h 341560"/>
              <a:gd name="connsiteX14" fmla="*/ 137336 w 336446"/>
              <a:gd name="connsiteY14" fmla="*/ 192839 h 341560"/>
              <a:gd name="connsiteX15" fmla="*/ 137336 w 336446"/>
              <a:gd name="connsiteY15" fmla="*/ 341560 h 341560"/>
              <a:gd name="connsiteX16" fmla="*/ 0 w 336446"/>
              <a:gd name="connsiteY16" fmla="*/ 341560 h 341560"/>
              <a:gd name="connsiteX17" fmla="*/ 0 w 336446"/>
              <a:gd name="connsiteY17" fmla="*/ 224149 h 341560"/>
              <a:gd name="connsiteX18" fmla="*/ 22770 w 336446"/>
              <a:gd name="connsiteY18" fmla="*/ 86101 h 341560"/>
              <a:gd name="connsiteX19" fmla="*/ 117411 w 336446"/>
              <a:gd name="connsiteY19" fmla="*/ 0 h 341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6446" h="341560">
                <a:moveTo>
                  <a:pt x="305136" y="0"/>
                </a:moveTo>
                <a:lnTo>
                  <a:pt x="336446" y="49811"/>
                </a:lnTo>
                <a:cubicBezTo>
                  <a:pt x="310354" y="60722"/>
                  <a:pt x="291142" y="76969"/>
                  <a:pt x="278808" y="98554"/>
                </a:cubicBezTo>
                <a:cubicBezTo>
                  <a:pt x="266473" y="120139"/>
                  <a:pt x="259595" y="151567"/>
                  <a:pt x="258172" y="192839"/>
                </a:cubicBezTo>
                <a:lnTo>
                  <a:pt x="325061" y="192839"/>
                </a:lnTo>
                <a:lnTo>
                  <a:pt x="325061" y="341560"/>
                </a:lnTo>
                <a:lnTo>
                  <a:pt x="187725" y="341560"/>
                </a:lnTo>
                <a:lnTo>
                  <a:pt x="187725" y="224149"/>
                </a:lnTo>
                <a:cubicBezTo>
                  <a:pt x="187725" y="160581"/>
                  <a:pt x="195315" y="114565"/>
                  <a:pt x="210495" y="86101"/>
                </a:cubicBezTo>
                <a:cubicBezTo>
                  <a:pt x="230420" y="48150"/>
                  <a:pt x="261967" y="19450"/>
                  <a:pt x="305136" y="0"/>
                </a:cubicBezTo>
                <a:close/>
                <a:moveTo>
                  <a:pt x="117411" y="0"/>
                </a:moveTo>
                <a:lnTo>
                  <a:pt x="148721" y="49811"/>
                </a:lnTo>
                <a:cubicBezTo>
                  <a:pt x="122629" y="60722"/>
                  <a:pt x="103417" y="76969"/>
                  <a:pt x="91083" y="98554"/>
                </a:cubicBezTo>
                <a:cubicBezTo>
                  <a:pt x="78748" y="120139"/>
                  <a:pt x="71870" y="151567"/>
                  <a:pt x="70447" y="192839"/>
                </a:cubicBezTo>
                <a:lnTo>
                  <a:pt x="137336" y="192839"/>
                </a:lnTo>
                <a:lnTo>
                  <a:pt x="137336" y="341560"/>
                </a:lnTo>
                <a:lnTo>
                  <a:pt x="0" y="341560"/>
                </a:lnTo>
                <a:lnTo>
                  <a:pt x="0" y="224149"/>
                </a:lnTo>
                <a:cubicBezTo>
                  <a:pt x="0" y="160581"/>
                  <a:pt x="7590" y="114565"/>
                  <a:pt x="22770" y="86101"/>
                </a:cubicBezTo>
                <a:cubicBezTo>
                  <a:pt x="42695" y="48150"/>
                  <a:pt x="74242" y="19450"/>
                  <a:pt x="117411"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296466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DO NOT USE">
    <p:bg>
      <p:bgPr>
        <a:solidFill>
          <a:srgbClr val="B81F2D"/>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13BE4D0-FD2D-17A7-0CB5-5D6CBED1C32D}"/>
              </a:ext>
            </a:extLst>
          </p:cNvPr>
          <p:cNvSpPr txBox="1"/>
          <p:nvPr/>
        </p:nvSpPr>
        <p:spPr>
          <a:xfrm>
            <a:off x="1581464" y="662092"/>
            <a:ext cx="9029075" cy="5533823"/>
          </a:xfrm>
          <a:prstGeom prst="rect">
            <a:avLst/>
          </a:prstGeom>
          <a:noFill/>
        </p:spPr>
        <p:txBody>
          <a:bodyPr wrap="none" lIns="0" tIns="0" rIns="0" bIns="0" rtlCol="0" anchor="ctr">
            <a:spAutoFit/>
          </a:bodyPr>
          <a:lstStyle/>
          <a:p>
            <a:pPr algn="ctr">
              <a:lnSpc>
                <a:spcPct val="80000"/>
              </a:lnSpc>
              <a:spcAft>
                <a:spcPts val="1200"/>
              </a:spcAft>
            </a:pPr>
            <a:r>
              <a:rPr lang="en-US" sz="9600" b="1" dirty="0">
                <a:solidFill>
                  <a:schemeClr val="bg1"/>
                </a:solidFill>
              </a:rPr>
              <a:t>DO NOT USE </a:t>
            </a:r>
            <a:br>
              <a:rPr lang="en-US" sz="9600" b="1" dirty="0">
                <a:solidFill>
                  <a:schemeClr val="bg1"/>
                </a:solidFill>
              </a:rPr>
            </a:br>
            <a:r>
              <a:rPr lang="en-US" sz="9600" b="1" dirty="0">
                <a:solidFill>
                  <a:schemeClr val="bg1"/>
                </a:solidFill>
              </a:rPr>
              <a:t>ANY LAYOUTS </a:t>
            </a:r>
            <a:br>
              <a:rPr lang="en-US" sz="9600" b="1" dirty="0">
                <a:solidFill>
                  <a:schemeClr val="bg1"/>
                </a:solidFill>
              </a:rPr>
            </a:br>
            <a:r>
              <a:rPr lang="en-US" sz="9600" b="1" dirty="0">
                <a:solidFill>
                  <a:schemeClr val="bg1"/>
                </a:solidFill>
              </a:rPr>
              <a:t>BEYOND </a:t>
            </a:r>
            <a:br>
              <a:rPr lang="en-US" sz="9600" b="1" dirty="0">
                <a:solidFill>
                  <a:schemeClr val="bg1"/>
                </a:solidFill>
              </a:rPr>
            </a:br>
            <a:r>
              <a:rPr lang="en-US" sz="9600" b="1" dirty="0">
                <a:solidFill>
                  <a:schemeClr val="bg1"/>
                </a:solidFill>
              </a:rPr>
              <a:t>THIS POINT</a:t>
            </a:r>
          </a:p>
          <a:p>
            <a:pPr algn="ctr">
              <a:lnSpc>
                <a:spcPct val="90000"/>
              </a:lnSpc>
              <a:spcAft>
                <a:spcPts val="2400"/>
              </a:spcAft>
            </a:pPr>
            <a:r>
              <a:rPr lang="en-US" sz="3600" b="0" i="1" dirty="0">
                <a:solidFill>
                  <a:schemeClr val="bg1"/>
                </a:solidFill>
              </a:rPr>
              <a:t>They are not a part of the official template</a:t>
            </a:r>
          </a:p>
        </p:txBody>
      </p:sp>
    </p:spTree>
    <p:extLst>
      <p:ext uri="{BB962C8B-B14F-4D97-AF65-F5344CB8AC3E}">
        <p14:creationId xmlns:p14="http://schemas.microsoft.com/office/powerpoint/2010/main" val="1199188471"/>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7" Type="http://schemas.openxmlformats.org/officeDocument/2006/relationships/slideLayout" Target="../slideLayouts/slideLayout7.xml"/><Relationship Id="rId71" Type="http://schemas.openxmlformats.org/officeDocument/2006/relationships/image" Target="../media/image2.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F230B5-518B-24CC-5360-65ED114C9C97}"/>
              </a:ext>
            </a:extLst>
          </p:cNvPr>
          <p:cNvSpPr>
            <a:spLocks noGrp="1"/>
          </p:cNvSpPr>
          <p:nvPr>
            <p:ph type="title"/>
          </p:nvPr>
        </p:nvSpPr>
        <p:spPr>
          <a:xfrm>
            <a:off x="457200" y="457200"/>
            <a:ext cx="11277600" cy="332399"/>
          </a:xfrm>
          <a:prstGeom prst="rect">
            <a:avLst/>
          </a:prstGeom>
        </p:spPr>
        <p:txBody>
          <a:bodyPr vert="horz" wrap="square" lIns="0" tIns="0" rIns="0" bIns="0" rtlCol="0" anchor="t">
            <a:spAutoFit/>
          </a:bodyPr>
          <a:lstStyle/>
          <a:p>
            <a:r>
              <a:rPr lang="en-US" dirty="0"/>
              <a:t>Click to add title</a:t>
            </a:r>
          </a:p>
        </p:txBody>
      </p:sp>
      <p:sp>
        <p:nvSpPr>
          <p:cNvPr id="3" name="Text Placeholder 2">
            <a:extLst>
              <a:ext uri="{FF2B5EF4-FFF2-40B4-BE49-F238E27FC236}">
                <a16:creationId xmlns:a16="http://schemas.microsoft.com/office/drawing/2014/main" id="{3797B53D-6897-FB10-B4B4-55E663FD6108}"/>
              </a:ext>
            </a:extLst>
          </p:cNvPr>
          <p:cNvSpPr>
            <a:spLocks noGrp="1"/>
          </p:cNvSpPr>
          <p:nvPr>
            <p:ph type="body" idx="1"/>
          </p:nvPr>
        </p:nvSpPr>
        <p:spPr>
          <a:xfrm>
            <a:off x="457200" y="1447800"/>
            <a:ext cx="7518400" cy="4663440"/>
          </a:xfrm>
          <a:prstGeom prst="rect">
            <a:avLst/>
          </a:prstGeom>
        </p:spPr>
        <p:txBody>
          <a:bodyPr vert="horz" lIns="0" tIns="0" rIns="0" bIns="0" rtlCol="0">
            <a:noAutofit/>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a:p>
            <a:pPr lvl="5"/>
            <a:r>
              <a:rPr lang="en-US" dirty="0"/>
              <a:t>6th level text</a:t>
            </a:r>
          </a:p>
          <a:p>
            <a:pPr lvl="6"/>
            <a:r>
              <a:rPr lang="en-US" dirty="0"/>
              <a:t>7th level text</a:t>
            </a:r>
          </a:p>
          <a:p>
            <a:pPr lvl="7"/>
            <a:r>
              <a:rPr lang="en-US" dirty="0"/>
              <a:t>8th level text</a:t>
            </a:r>
          </a:p>
          <a:p>
            <a:pPr lvl="8"/>
            <a:r>
              <a:rPr lang="en-US" dirty="0"/>
              <a:t>9th level text</a:t>
            </a:r>
          </a:p>
        </p:txBody>
      </p:sp>
      <p:sp>
        <p:nvSpPr>
          <p:cNvPr id="6" name="Slide Number Placeholder 5">
            <a:extLst>
              <a:ext uri="{FF2B5EF4-FFF2-40B4-BE49-F238E27FC236}">
                <a16:creationId xmlns:a16="http://schemas.microsoft.com/office/drawing/2014/main" id="{F5A3681C-7AE6-4CE0-F456-C8E648A62642}"/>
              </a:ext>
            </a:extLst>
          </p:cNvPr>
          <p:cNvSpPr>
            <a:spLocks noGrp="1"/>
          </p:cNvSpPr>
          <p:nvPr>
            <p:ph type="sldNum" sz="quarter" idx="4"/>
          </p:nvPr>
        </p:nvSpPr>
        <p:spPr>
          <a:xfrm>
            <a:off x="457200" y="6400799"/>
            <a:ext cx="365760" cy="228600"/>
          </a:xfrm>
          <a:prstGeom prst="rect">
            <a:avLst/>
          </a:prstGeom>
        </p:spPr>
        <p:txBody>
          <a:bodyPr vert="horz" lIns="0" tIns="0" rIns="0" bIns="0" rtlCol="0" anchor="ctr"/>
          <a:lstStyle>
            <a:lvl1pPr algn="l">
              <a:defRPr sz="700" b="0">
                <a:solidFill>
                  <a:schemeClr val="tx1"/>
                </a:solidFill>
              </a:defRPr>
            </a:lvl1pPr>
          </a:lstStyle>
          <a:p>
            <a:fld id="{38826FC0-333C-E549-9FA3-0EE43DF298A3}" type="slidenum">
              <a:rPr lang="en-US" smtClean="0"/>
              <a:pPr/>
              <a:t>‹#›</a:t>
            </a:fld>
            <a:endParaRPr lang="en-US" dirty="0"/>
          </a:p>
        </p:txBody>
      </p:sp>
      <p:sp>
        <p:nvSpPr>
          <p:cNvPr id="8" name="Footer Placeholder 7">
            <a:extLst>
              <a:ext uri="{FF2B5EF4-FFF2-40B4-BE49-F238E27FC236}">
                <a16:creationId xmlns:a16="http://schemas.microsoft.com/office/drawing/2014/main" id="{677CCFE7-C984-DC56-6899-8A815F0548C0}"/>
              </a:ext>
              <a:ext uri="{C183D7F6-B498-43B3-948B-1728B52AA6E4}">
                <adec:decorative xmlns:adec="http://schemas.microsoft.com/office/drawing/2017/decorative" val="1"/>
              </a:ext>
            </a:extLst>
          </p:cNvPr>
          <p:cNvSpPr>
            <a:spLocks noGrp="1"/>
          </p:cNvSpPr>
          <p:nvPr>
            <p:ph type="ftr" sz="quarter" idx="3"/>
          </p:nvPr>
        </p:nvSpPr>
        <p:spPr>
          <a:xfrm>
            <a:off x="1005840" y="6400800"/>
            <a:ext cx="1371600" cy="228600"/>
          </a:xfrm>
          <a:prstGeom prst="rect">
            <a:avLst/>
          </a:prstGeom>
        </p:spPr>
        <p:txBody>
          <a:bodyPr vert="horz" lIns="0" tIns="0" rIns="0" bIns="0" rtlCol="0" anchor="ctr"/>
          <a:lstStyle>
            <a:lvl1pPr algn="l">
              <a:defRPr sz="700" b="0">
                <a:solidFill>
                  <a:schemeClr val="tx1"/>
                </a:solidFill>
              </a:defRPr>
            </a:lvl1pPr>
          </a:lstStyle>
          <a:p>
            <a:r>
              <a:rPr lang="en-US"/>
              <a:t>© 2025–2027 Cognizant | Private</a:t>
            </a:r>
            <a:endParaRPr lang="en-US" dirty="0"/>
          </a:p>
        </p:txBody>
      </p:sp>
      <p:sp>
        <p:nvSpPr>
          <p:cNvPr id="10" name="Date Placeholder 9">
            <a:extLst>
              <a:ext uri="{FF2B5EF4-FFF2-40B4-BE49-F238E27FC236}">
                <a16:creationId xmlns:a16="http://schemas.microsoft.com/office/drawing/2014/main" id="{42283347-4EBC-C7DD-65E3-791D4DBA61D0}"/>
              </a:ext>
            </a:extLst>
          </p:cNvPr>
          <p:cNvSpPr>
            <a:spLocks noGrp="1"/>
          </p:cNvSpPr>
          <p:nvPr>
            <p:ph type="dt" sz="half" idx="2"/>
          </p:nvPr>
        </p:nvSpPr>
        <p:spPr>
          <a:xfrm>
            <a:off x="2651760" y="6400800"/>
            <a:ext cx="1371600" cy="228600"/>
          </a:xfrm>
          <a:prstGeom prst="rect">
            <a:avLst/>
          </a:prstGeom>
        </p:spPr>
        <p:txBody>
          <a:bodyPr vert="horz" lIns="0" tIns="0" rIns="0" bIns="0" rtlCol="0" anchor="ctr"/>
          <a:lstStyle>
            <a:lvl1pPr algn="l">
              <a:defRPr sz="700" b="0">
                <a:solidFill>
                  <a:schemeClr val="tx1"/>
                </a:solidFill>
              </a:defRPr>
            </a:lvl1pPr>
          </a:lstStyle>
          <a:p>
            <a:fld id="{27AD22A3-AE78-4E0B-8A1E-6F5549BCCC30}" type="datetime1">
              <a:rPr lang="en-US" smtClean="0"/>
              <a:t>1/8/2026</a:t>
            </a:fld>
            <a:endParaRPr lang="en-US" dirty="0"/>
          </a:p>
        </p:txBody>
      </p:sp>
      <p:pic>
        <p:nvPicPr>
          <p:cNvPr id="4" name="Cognizant Logo_rgb_pos_2023">
            <a:extLst>
              <a:ext uri="{FF2B5EF4-FFF2-40B4-BE49-F238E27FC236}">
                <a16:creationId xmlns:a16="http://schemas.microsoft.com/office/drawing/2014/main" id="{322DD144-17A4-A3EC-5E8D-205928D3BDB2}"/>
              </a:ext>
              <a:ext uri="{C183D7F6-B498-43B3-948B-1728B52AA6E4}">
                <adec:decorative xmlns:adec="http://schemas.microsoft.com/office/drawing/2017/decorative" val="1"/>
              </a:ext>
            </a:extLst>
          </p:cNvPr>
          <p:cNvPicPr>
            <a:picLocks noChangeAspect="1"/>
          </p:cNvPicPr>
          <p:nvPr/>
        </p:nvPicPr>
        <p:blipFill>
          <a:blip r:embed="rId70">
            <a:extLst>
              <a:ext uri="{96DAC541-7B7A-43D3-8B79-37D633B846F1}">
                <asvg:svgBlip xmlns:asvg="http://schemas.microsoft.com/office/drawing/2016/SVG/main" r:embed="rId71"/>
              </a:ext>
            </a:extLst>
          </a:blip>
          <a:stretch>
            <a:fillRect/>
          </a:stretch>
        </p:blipFill>
        <p:spPr>
          <a:xfrm>
            <a:off x="10591729" y="6454070"/>
            <a:ext cx="1170432" cy="205449"/>
          </a:xfrm>
          <a:prstGeom prst="rect">
            <a:avLst/>
          </a:prstGeom>
        </p:spPr>
      </p:pic>
    </p:spTree>
    <p:extLst>
      <p:ext uri="{BB962C8B-B14F-4D97-AF65-F5344CB8AC3E}">
        <p14:creationId xmlns:p14="http://schemas.microsoft.com/office/powerpoint/2010/main" val="3692451791"/>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31" r:id="rId5"/>
    <p:sldLayoutId id="2147483932" r:id="rId6"/>
    <p:sldLayoutId id="2147483933" r:id="rId7"/>
    <p:sldLayoutId id="2147483934" r:id="rId8"/>
    <p:sldLayoutId id="2147483935" r:id="rId9"/>
    <p:sldLayoutId id="2147483936" r:id="rId10"/>
    <p:sldLayoutId id="2147483992" r:id="rId11"/>
    <p:sldLayoutId id="2147483993" r:id="rId12"/>
    <p:sldLayoutId id="2147483994" r:id="rId13"/>
    <p:sldLayoutId id="2147484006" r:id="rId14"/>
    <p:sldLayoutId id="2147484007" r:id="rId15"/>
    <p:sldLayoutId id="2147484008" r:id="rId16"/>
    <p:sldLayoutId id="2147483998" r:id="rId17"/>
    <p:sldLayoutId id="2147483999" r:id="rId18"/>
    <p:sldLayoutId id="2147484000" r:id="rId19"/>
    <p:sldLayoutId id="2147484001" r:id="rId20"/>
    <p:sldLayoutId id="2147484002" r:id="rId21"/>
    <p:sldLayoutId id="2147484003" r:id="rId22"/>
    <p:sldLayoutId id="2147483937" r:id="rId23"/>
    <p:sldLayoutId id="2147483938" r:id="rId24"/>
    <p:sldLayoutId id="2147483939" r:id="rId25"/>
    <p:sldLayoutId id="2147483940" r:id="rId26"/>
    <p:sldLayoutId id="2147483941" r:id="rId27"/>
    <p:sldLayoutId id="2147483942" r:id="rId28"/>
    <p:sldLayoutId id="2147483943" r:id="rId29"/>
    <p:sldLayoutId id="2147483944" r:id="rId30"/>
    <p:sldLayoutId id="2147483945" r:id="rId31"/>
    <p:sldLayoutId id="2147483946" r:id="rId32"/>
    <p:sldLayoutId id="2147483947" r:id="rId33"/>
    <p:sldLayoutId id="2147483948" r:id="rId34"/>
    <p:sldLayoutId id="2147483977" r:id="rId35"/>
    <p:sldLayoutId id="2147483978" r:id="rId36"/>
    <p:sldLayoutId id="2147483949" r:id="rId37"/>
    <p:sldLayoutId id="2147483950" r:id="rId38"/>
    <p:sldLayoutId id="2147483951" r:id="rId39"/>
    <p:sldLayoutId id="2147483952" r:id="rId40"/>
    <p:sldLayoutId id="2147483953" r:id="rId41"/>
    <p:sldLayoutId id="2147483954" r:id="rId42"/>
    <p:sldLayoutId id="2147483955" r:id="rId43"/>
    <p:sldLayoutId id="2147483956" r:id="rId44"/>
    <p:sldLayoutId id="2147483957" r:id="rId45"/>
    <p:sldLayoutId id="2147483958" r:id="rId46"/>
    <p:sldLayoutId id="2147483959" r:id="rId47"/>
    <p:sldLayoutId id="2147483960" r:id="rId48"/>
    <p:sldLayoutId id="2147483961" r:id="rId49"/>
    <p:sldLayoutId id="2147483962" r:id="rId50"/>
    <p:sldLayoutId id="2147483963" r:id="rId51"/>
    <p:sldLayoutId id="2147483964" r:id="rId52"/>
    <p:sldLayoutId id="2147483965" r:id="rId53"/>
    <p:sldLayoutId id="2147483966" r:id="rId54"/>
    <p:sldLayoutId id="2147483967" r:id="rId55"/>
    <p:sldLayoutId id="2147484004" r:id="rId56"/>
    <p:sldLayoutId id="2147484005" r:id="rId57"/>
    <p:sldLayoutId id="2147483973" r:id="rId58"/>
    <p:sldLayoutId id="2147483974" r:id="rId59"/>
    <p:sldLayoutId id="2147483975" r:id="rId60"/>
    <p:sldLayoutId id="2147483976" r:id="rId61"/>
    <p:sldLayoutId id="2147483979" r:id="rId62"/>
    <p:sldLayoutId id="2147483987" r:id="rId63"/>
    <p:sldLayoutId id="2147483988" r:id="rId64"/>
    <p:sldLayoutId id="2147483989" r:id="rId65"/>
    <p:sldLayoutId id="2147483990" r:id="rId66"/>
    <p:sldLayoutId id="2147483991" r:id="rId67"/>
    <p:sldLayoutId id="2147483968" r:id="rId68"/>
  </p:sldLayoutIdLst>
  <p:hf hdr="0" dt="0"/>
  <p:txStyles>
    <p:title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p:titleStyle>
    <p:body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100" kern="1100">
          <a:solidFill>
            <a:schemeClr val="tx1"/>
          </a:solidFill>
          <a:latin typeface="+mn-lt"/>
          <a:ea typeface="+mn-ea"/>
          <a:cs typeface="+mn-cs"/>
        </a:defRPr>
      </a:lvl1pPr>
      <a:lvl2pPr marL="457200" algn="l" defTabSz="914400" rtl="0" eaLnBrk="1" latinLnBrk="0" hangingPunct="1">
        <a:defRPr sz="1100" kern="1100">
          <a:solidFill>
            <a:schemeClr val="tx1"/>
          </a:solidFill>
          <a:latin typeface="+mn-lt"/>
          <a:ea typeface="+mn-ea"/>
          <a:cs typeface="+mn-cs"/>
        </a:defRPr>
      </a:lvl2pPr>
      <a:lvl3pPr marL="914400" algn="l" defTabSz="914400" rtl="0" eaLnBrk="1" latinLnBrk="0" hangingPunct="1">
        <a:defRPr sz="1100" kern="1100">
          <a:solidFill>
            <a:schemeClr val="tx1"/>
          </a:solidFill>
          <a:latin typeface="+mn-lt"/>
          <a:ea typeface="+mn-ea"/>
          <a:cs typeface="+mn-cs"/>
        </a:defRPr>
      </a:lvl3pPr>
      <a:lvl4pPr marL="1371600" algn="l" defTabSz="914400" rtl="0" eaLnBrk="1" latinLnBrk="0" hangingPunct="1">
        <a:defRPr sz="1100" kern="1100">
          <a:solidFill>
            <a:schemeClr val="tx1"/>
          </a:solidFill>
          <a:latin typeface="+mn-lt"/>
          <a:ea typeface="+mn-ea"/>
          <a:cs typeface="+mn-cs"/>
        </a:defRPr>
      </a:lvl4pPr>
      <a:lvl5pPr marL="1828800" algn="l" defTabSz="914400" rtl="0" eaLnBrk="1" latinLnBrk="0" hangingPunct="1">
        <a:defRPr sz="1100" kern="1100">
          <a:solidFill>
            <a:schemeClr val="tx1"/>
          </a:solidFill>
          <a:latin typeface="+mn-lt"/>
          <a:ea typeface="+mn-ea"/>
          <a:cs typeface="+mn-cs"/>
        </a:defRPr>
      </a:lvl5pPr>
      <a:lvl6pPr marL="2286000" algn="l" defTabSz="914400" rtl="0" eaLnBrk="1" latinLnBrk="0" hangingPunct="1">
        <a:defRPr sz="1100" kern="1100">
          <a:solidFill>
            <a:schemeClr val="tx1"/>
          </a:solidFill>
          <a:latin typeface="+mn-lt"/>
          <a:ea typeface="+mn-ea"/>
          <a:cs typeface="+mn-cs"/>
        </a:defRPr>
      </a:lvl6pPr>
      <a:lvl7pPr marL="2743200" algn="l" defTabSz="914400" rtl="0" eaLnBrk="1" latinLnBrk="0" hangingPunct="1">
        <a:defRPr sz="1100" kern="1100">
          <a:solidFill>
            <a:schemeClr val="tx1"/>
          </a:solidFill>
          <a:latin typeface="+mn-lt"/>
          <a:ea typeface="+mn-ea"/>
          <a:cs typeface="+mn-cs"/>
        </a:defRPr>
      </a:lvl7pPr>
      <a:lvl8pPr marL="3200400" algn="l" defTabSz="914400" rtl="0" eaLnBrk="1" latinLnBrk="0" hangingPunct="1">
        <a:defRPr sz="1100" kern="1100">
          <a:solidFill>
            <a:schemeClr val="tx1"/>
          </a:solidFill>
          <a:latin typeface="+mn-lt"/>
          <a:ea typeface="+mn-ea"/>
          <a:cs typeface="+mn-cs"/>
        </a:defRPr>
      </a:lvl8pPr>
      <a:lvl9pPr marL="3657600" algn="l" defTabSz="914400" rtl="0" eaLnBrk="1" latinLnBrk="0" hangingPunct="1">
        <a:defRPr sz="1100" kern="1100">
          <a:solidFill>
            <a:schemeClr val="tx1"/>
          </a:solidFill>
          <a:latin typeface="+mn-lt"/>
          <a:ea typeface="+mn-ea"/>
          <a:cs typeface="+mn-cs"/>
        </a:defRPr>
      </a:lvl9pPr>
    </p:otherStyle>
  </p:txStyles>
  <p:extLst>
    <p:ext uri="{27BBF7A9-308A-43DC-89C8-2F10F3537804}">
      <p15:sldGuideLst xmlns:p15="http://schemas.microsoft.com/office/powerpoint/2012/main">
        <p15:guide id="19">
          <p15:clr>
            <a:srgbClr val="F26B43"/>
          </p15:clr>
        </p15:guide>
        <p15:guide id="20" pos="7680">
          <p15:clr>
            <a:srgbClr val="F26B43"/>
          </p15:clr>
        </p15:guide>
        <p15:guide id="21" pos="288">
          <p15:clr>
            <a:srgbClr val="F26B43"/>
          </p15:clr>
        </p15:guide>
        <p15:guide id="22" pos="1472">
          <p15:clr>
            <a:srgbClr val="F26B43"/>
          </p15:clr>
        </p15:guide>
        <p15:guide id="23" pos="2656">
          <p15:clr>
            <a:srgbClr val="F26B43"/>
          </p15:clr>
        </p15:guide>
        <p15:guide id="24" pos="3840">
          <p15:clr>
            <a:srgbClr val="F26B43"/>
          </p15:clr>
        </p15:guide>
        <p15:guide id="25" pos="5024">
          <p15:clr>
            <a:srgbClr val="F26B43"/>
          </p15:clr>
        </p15:guide>
        <p15:guide id="26" pos="6208">
          <p15:clr>
            <a:srgbClr val="F26B43"/>
          </p15:clr>
        </p15:guide>
        <p15:guide id="27" pos="7392">
          <p15:clr>
            <a:srgbClr val="F26B43"/>
          </p15:clr>
        </p15:guide>
        <p15:guide id="28" orient="horz">
          <p15:clr>
            <a:srgbClr val="F26B43"/>
          </p15:clr>
        </p15:guide>
        <p15:guide id="29" orient="horz" pos="4320">
          <p15:clr>
            <a:srgbClr val="F26B43"/>
          </p15:clr>
        </p15:guide>
        <p15:guide id="30" orient="horz" pos="288">
          <p15:clr>
            <a:srgbClr val="F26B43"/>
          </p15:clr>
        </p15:guide>
        <p15:guide id="31" orient="horz" pos="912">
          <p15:clr>
            <a:srgbClr val="F26B43"/>
          </p15:clr>
        </p15:guide>
        <p15:guide id="32" orient="horz" pos="1536">
          <p15:clr>
            <a:srgbClr val="F26B43"/>
          </p15:clr>
        </p15:guide>
        <p15:guide id="33" orient="horz" pos="2160">
          <p15:clr>
            <a:srgbClr val="F26B43"/>
          </p15:clr>
        </p15:guide>
        <p15:guide id="34" orient="horz" pos="2784">
          <p15:clr>
            <a:srgbClr val="F26B43"/>
          </p15:clr>
        </p15:guide>
        <p15:guide id="35" orient="horz" pos="3408">
          <p15:clr>
            <a:srgbClr val="F26B43"/>
          </p15:clr>
        </p15:guide>
        <p15:guide id="36" orient="horz" pos="403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4.xml"/><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8C75C-71ED-FF20-51BE-E2A5F6EC62F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9D9EB17-9965-3523-3F99-EF5E53642703}"/>
              </a:ext>
            </a:extLst>
          </p:cNvPr>
          <p:cNvSpPr>
            <a:spLocks noGrp="1"/>
          </p:cNvSpPr>
          <p:nvPr>
            <p:ph type="ctrTitle"/>
          </p:nvPr>
        </p:nvSpPr>
        <p:spPr>
          <a:xfrm>
            <a:off x="1005839" y="3434965"/>
            <a:ext cx="4023360" cy="498598"/>
          </a:xfrm>
        </p:spPr>
        <p:txBody>
          <a:bodyPr/>
          <a:lstStyle/>
          <a:p>
            <a:r>
              <a:rPr lang="en-US" dirty="0"/>
              <a:t>POM</a:t>
            </a:r>
          </a:p>
        </p:txBody>
      </p:sp>
      <p:sp>
        <p:nvSpPr>
          <p:cNvPr id="7" name="Text Placeholder 6">
            <a:extLst>
              <a:ext uri="{FF2B5EF4-FFF2-40B4-BE49-F238E27FC236}">
                <a16:creationId xmlns:a16="http://schemas.microsoft.com/office/drawing/2014/main" id="{E8B7C9CE-73D8-B618-3C6A-7BAC4AC03EFE}"/>
              </a:ext>
            </a:extLst>
          </p:cNvPr>
          <p:cNvSpPr>
            <a:spLocks noGrp="1"/>
          </p:cNvSpPr>
          <p:nvPr>
            <p:ph type="body" sz="quarter" idx="13"/>
          </p:nvPr>
        </p:nvSpPr>
        <p:spPr/>
        <p:txBody>
          <a:bodyPr/>
          <a:lstStyle/>
          <a:p>
            <a:r>
              <a:rPr lang="en-US" dirty="0"/>
              <a:t>2025</a:t>
            </a:r>
          </a:p>
        </p:txBody>
      </p:sp>
      <p:sp>
        <p:nvSpPr>
          <p:cNvPr id="2" name="Slide Number Placeholder 1">
            <a:extLst>
              <a:ext uri="{FF2B5EF4-FFF2-40B4-BE49-F238E27FC236}">
                <a16:creationId xmlns:a16="http://schemas.microsoft.com/office/drawing/2014/main" id="{B50EFE23-3685-4631-7E52-9B16716BE8D2}"/>
              </a:ext>
            </a:extLst>
          </p:cNvPr>
          <p:cNvSpPr>
            <a:spLocks noGrp="1"/>
          </p:cNvSpPr>
          <p:nvPr>
            <p:ph type="sldNum" sz="quarter" idx="16"/>
          </p:nvPr>
        </p:nvSpPr>
        <p:spPr/>
        <p:txBody>
          <a:bodyPr/>
          <a:lstStyle/>
          <a:p>
            <a:fld id="{38826FC0-333C-E549-9FA3-0EE43DF298A3}" type="slidenum">
              <a:rPr lang="en-US" smtClean="0"/>
              <a:pPr/>
              <a:t>1</a:t>
            </a:fld>
            <a:endParaRPr lang="en-US" dirty="0"/>
          </a:p>
        </p:txBody>
      </p:sp>
      <p:sp>
        <p:nvSpPr>
          <p:cNvPr id="3" name="Footer Placeholder 2">
            <a:extLst>
              <a:ext uri="{FF2B5EF4-FFF2-40B4-BE49-F238E27FC236}">
                <a16:creationId xmlns:a16="http://schemas.microsoft.com/office/drawing/2014/main" id="{3DB8F2B5-5F1B-4FC5-A9C3-7494EA97D64D}"/>
              </a:ext>
            </a:extLst>
          </p:cNvPr>
          <p:cNvSpPr>
            <a:spLocks noGrp="1"/>
          </p:cNvSpPr>
          <p:nvPr>
            <p:ph type="ftr" sz="quarter" idx="15"/>
          </p:nvPr>
        </p:nvSpPr>
        <p:spPr/>
        <p:txBody>
          <a:bodyPr/>
          <a:lstStyle/>
          <a:p>
            <a:r>
              <a:rPr lang="en-US"/>
              <a:t>© 2025–2027 Cognizant | Private</a:t>
            </a:r>
            <a:endParaRPr lang="en-US" dirty="0"/>
          </a:p>
        </p:txBody>
      </p:sp>
    </p:spTree>
    <p:extLst>
      <p:ext uri="{BB962C8B-B14F-4D97-AF65-F5344CB8AC3E}">
        <p14:creationId xmlns:p14="http://schemas.microsoft.com/office/powerpoint/2010/main" val="27135348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7AA00-E314-C467-9DC0-3F4B208C2C8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97C1FB-C7FA-B9BE-D081-5DA108FFD338}"/>
              </a:ext>
            </a:extLst>
          </p:cNvPr>
          <p:cNvSpPr>
            <a:spLocks noGrp="1"/>
          </p:cNvSpPr>
          <p:nvPr>
            <p:ph idx="1"/>
          </p:nvPr>
        </p:nvSpPr>
        <p:spPr>
          <a:xfrm>
            <a:off x="822960" y="947416"/>
            <a:ext cx="10434320" cy="3095625"/>
          </a:xfrm>
          <a:solidFill>
            <a:srgbClr val="ECECEB"/>
          </a:solidFill>
        </p:spPr>
        <p:txBody>
          <a:bodyPr/>
          <a:lstStyle/>
          <a:p>
            <a:pPr>
              <a:lnSpc>
                <a:spcPct val="150000"/>
              </a:lnSpc>
            </a:pPr>
            <a:r>
              <a:rPr lang="en-US" sz="1800" dirty="0">
                <a:latin typeface="Comic Sans MS" panose="030F0702030302020204" pitchFamily="66" charset="0"/>
              </a:rPr>
              <a:t>The Page Object Model (POM) is a design </a:t>
            </a:r>
            <a:r>
              <a:rPr lang="en-US" dirty="0">
                <a:latin typeface="Comic Sans MS" panose="030F0702030302020204" pitchFamily="66" charset="0"/>
              </a:rPr>
              <a:t>pattern</a:t>
            </a:r>
            <a:r>
              <a:rPr lang="en-US" sz="1800" dirty="0">
                <a:latin typeface="Comic Sans MS" panose="030F0702030302020204" pitchFamily="66" charset="0"/>
              </a:rPr>
              <a:t> widely used in test automation, particularly with Selenium, to enhance the maintainability, scalability, and reusability of automated test scripts. </a:t>
            </a:r>
          </a:p>
          <a:p>
            <a:pPr>
              <a:lnSpc>
                <a:spcPct val="150000"/>
              </a:lnSpc>
            </a:pPr>
            <a:r>
              <a:rPr lang="en-US" sz="1800" dirty="0">
                <a:latin typeface="Comic Sans MS" panose="030F0702030302020204" pitchFamily="66" charset="0"/>
              </a:rPr>
              <a:t>It advocates for a structured approach to organizing code by representing each web page or significant component of a web application as a separate class. Each class contains locators for the web elements on that page and methods that define how to interact with these elements (like clicking a button or entering text).</a:t>
            </a:r>
          </a:p>
          <a:p>
            <a:pPr>
              <a:lnSpc>
                <a:spcPct val="150000"/>
              </a:lnSpc>
            </a:pPr>
            <a:endParaRPr lang="en-US" sz="1800" dirty="0">
              <a:latin typeface="Comic Sans MS" panose="030F0702030302020204" pitchFamily="66" charset="0"/>
            </a:endParaRPr>
          </a:p>
          <a:p>
            <a:pPr>
              <a:lnSpc>
                <a:spcPct val="150000"/>
              </a:lnSpc>
            </a:pPr>
            <a:endParaRPr lang="en-US" sz="1800" dirty="0">
              <a:latin typeface="Comic Sans MS" panose="030F0702030302020204" pitchFamily="66" charset="0"/>
            </a:endParaRPr>
          </a:p>
          <a:p>
            <a:pPr marL="0" indent="0">
              <a:lnSpc>
                <a:spcPct val="150000"/>
              </a:lnSpc>
              <a:buNone/>
            </a:pPr>
            <a:endParaRPr lang="en-IN" sz="1800" dirty="0">
              <a:latin typeface="Comic Sans MS" panose="030F0702030302020204" pitchFamily="66" charset="0"/>
            </a:endParaRPr>
          </a:p>
        </p:txBody>
      </p:sp>
      <p:sp>
        <p:nvSpPr>
          <p:cNvPr id="7" name="Slide Number Placeholder 6">
            <a:extLst>
              <a:ext uri="{FF2B5EF4-FFF2-40B4-BE49-F238E27FC236}">
                <a16:creationId xmlns:a16="http://schemas.microsoft.com/office/drawing/2014/main" id="{320DA4E4-FB3A-9A75-07A8-8E3636076ABC}"/>
              </a:ext>
            </a:extLst>
          </p:cNvPr>
          <p:cNvSpPr>
            <a:spLocks noGrp="1"/>
          </p:cNvSpPr>
          <p:nvPr>
            <p:ph type="sldNum" sz="quarter" idx="12"/>
          </p:nvPr>
        </p:nvSpPr>
        <p:spPr/>
        <p:txBody>
          <a:bodyPr/>
          <a:lstStyle/>
          <a:p>
            <a:fld id="{38826FC0-333C-E549-9FA3-0EE43DF298A3}" type="slidenum">
              <a:rPr lang="en-US" smtClean="0"/>
              <a:pPr/>
              <a:t>2</a:t>
            </a:fld>
            <a:endParaRPr lang="en-US"/>
          </a:p>
        </p:txBody>
      </p:sp>
      <p:sp>
        <p:nvSpPr>
          <p:cNvPr id="4" name="Footer Placeholder 3">
            <a:extLst>
              <a:ext uri="{FF2B5EF4-FFF2-40B4-BE49-F238E27FC236}">
                <a16:creationId xmlns:a16="http://schemas.microsoft.com/office/drawing/2014/main" id="{A84C2A7E-3F72-1E1B-CE4A-4B5E01968A16}"/>
              </a:ext>
            </a:extLst>
          </p:cNvPr>
          <p:cNvSpPr>
            <a:spLocks noGrp="1"/>
          </p:cNvSpPr>
          <p:nvPr>
            <p:ph type="ftr" sz="quarter" idx="11"/>
          </p:nvPr>
        </p:nvSpPr>
        <p:spPr>
          <a:xfrm>
            <a:off x="1005839" y="6400800"/>
            <a:ext cx="1770311" cy="228600"/>
          </a:xfrm>
        </p:spPr>
        <p:txBody>
          <a:bodyPr/>
          <a:lstStyle/>
          <a:p>
            <a:r>
              <a:rPr lang="en-US"/>
              <a:t>© 2025–2027 Cognizant | Private</a:t>
            </a:r>
            <a:endParaRPr lang="en-US" dirty="0"/>
          </a:p>
        </p:txBody>
      </p:sp>
      <p:sp>
        <p:nvSpPr>
          <p:cNvPr id="2" name="Title 1">
            <a:extLst>
              <a:ext uri="{FF2B5EF4-FFF2-40B4-BE49-F238E27FC236}">
                <a16:creationId xmlns:a16="http://schemas.microsoft.com/office/drawing/2014/main" id="{2E98CD8F-0338-1E1B-4E29-B94B74E329F5}"/>
              </a:ext>
            </a:extLst>
          </p:cNvPr>
          <p:cNvSpPr>
            <a:spLocks noGrp="1"/>
          </p:cNvSpPr>
          <p:nvPr>
            <p:ph type="title"/>
          </p:nvPr>
        </p:nvSpPr>
        <p:spPr/>
        <p:txBody>
          <a:bodyPr/>
          <a:lstStyle/>
          <a:p>
            <a:r>
              <a:rPr lang="en-US" dirty="0"/>
              <a:t>POM</a:t>
            </a:r>
          </a:p>
        </p:txBody>
      </p:sp>
      <p:pic>
        <p:nvPicPr>
          <p:cNvPr id="1032" name="Picture 8" descr="page-class">
            <a:extLst>
              <a:ext uri="{FF2B5EF4-FFF2-40B4-BE49-F238E27FC236}">
                <a16:creationId xmlns:a16="http://schemas.microsoft.com/office/drawing/2014/main" id="{97601AB2-5585-B6CA-41FD-D3A306DD03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7245" y="4043684"/>
            <a:ext cx="4791075" cy="23571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56733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55E51-2BB7-D046-5FD9-23A63169ED9E}"/>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F60866FB-86D0-CBF3-AFB7-A789FDEE1600}"/>
              </a:ext>
            </a:extLst>
          </p:cNvPr>
          <p:cNvSpPr>
            <a:spLocks noGrp="1"/>
          </p:cNvSpPr>
          <p:nvPr>
            <p:ph type="sldNum" sz="quarter" idx="12"/>
          </p:nvPr>
        </p:nvSpPr>
        <p:spPr/>
        <p:txBody>
          <a:bodyPr/>
          <a:lstStyle/>
          <a:p>
            <a:fld id="{38826FC0-333C-E549-9FA3-0EE43DF298A3}" type="slidenum">
              <a:rPr lang="en-US" smtClean="0"/>
              <a:pPr/>
              <a:t>3</a:t>
            </a:fld>
            <a:endParaRPr lang="en-US"/>
          </a:p>
        </p:txBody>
      </p:sp>
      <p:sp>
        <p:nvSpPr>
          <p:cNvPr id="4" name="Footer Placeholder 3">
            <a:extLst>
              <a:ext uri="{FF2B5EF4-FFF2-40B4-BE49-F238E27FC236}">
                <a16:creationId xmlns:a16="http://schemas.microsoft.com/office/drawing/2014/main" id="{008D362D-C9CF-F770-E278-EE432E6A7294}"/>
              </a:ext>
            </a:extLst>
          </p:cNvPr>
          <p:cNvSpPr>
            <a:spLocks noGrp="1"/>
          </p:cNvSpPr>
          <p:nvPr>
            <p:ph type="ftr" sz="quarter" idx="11"/>
          </p:nvPr>
        </p:nvSpPr>
        <p:spPr>
          <a:xfrm>
            <a:off x="1005839" y="6400800"/>
            <a:ext cx="1770311" cy="228600"/>
          </a:xfrm>
        </p:spPr>
        <p:txBody>
          <a:bodyPr/>
          <a:lstStyle/>
          <a:p>
            <a:r>
              <a:rPr lang="en-US"/>
              <a:t>© 2025–2027 Cognizant | Private</a:t>
            </a:r>
            <a:endParaRPr lang="en-US" dirty="0"/>
          </a:p>
        </p:txBody>
      </p:sp>
      <p:sp>
        <p:nvSpPr>
          <p:cNvPr id="2" name="Title 1">
            <a:extLst>
              <a:ext uri="{FF2B5EF4-FFF2-40B4-BE49-F238E27FC236}">
                <a16:creationId xmlns:a16="http://schemas.microsoft.com/office/drawing/2014/main" id="{9C6A73D1-070E-70A6-469E-4A3751D1B31A}"/>
              </a:ext>
            </a:extLst>
          </p:cNvPr>
          <p:cNvSpPr>
            <a:spLocks noGrp="1"/>
          </p:cNvSpPr>
          <p:nvPr>
            <p:ph type="title"/>
          </p:nvPr>
        </p:nvSpPr>
        <p:spPr/>
        <p:txBody>
          <a:bodyPr/>
          <a:lstStyle/>
          <a:p>
            <a:r>
              <a:rPr lang="en-US" dirty="0"/>
              <a:t>POM</a:t>
            </a:r>
          </a:p>
        </p:txBody>
      </p:sp>
      <p:sp>
        <p:nvSpPr>
          <p:cNvPr id="10" name="Content Placeholder 2">
            <a:extLst>
              <a:ext uri="{FF2B5EF4-FFF2-40B4-BE49-F238E27FC236}">
                <a16:creationId xmlns:a16="http://schemas.microsoft.com/office/drawing/2014/main" id="{F85BBDB9-66C9-F929-C4C8-D6DC50F48C74}"/>
              </a:ext>
            </a:extLst>
          </p:cNvPr>
          <p:cNvSpPr txBox="1">
            <a:spLocks/>
          </p:cNvSpPr>
          <p:nvPr/>
        </p:nvSpPr>
        <p:spPr>
          <a:xfrm>
            <a:off x="924560" y="1002959"/>
            <a:ext cx="10332720" cy="5397840"/>
          </a:xfrm>
          <a:prstGeom prst="rect">
            <a:avLst/>
          </a:prstGeom>
        </p:spPr>
        <p:txBody>
          <a:bodyPr vert="horz" lIns="0" tIns="0" rIns="0" bIns="0" rtlCol="0">
            <a:noAutofit/>
          </a:bodyPr>
          <a:lst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r>
              <a:rPr lang="en-US" sz="1700" b="1" dirty="0">
                <a:latin typeface="Comic Sans MS" panose="030F0702030302020204" pitchFamily="66" charset="0"/>
              </a:rPr>
              <a:t>Page as a Class: </a:t>
            </a:r>
            <a:r>
              <a:rPr lang="en-US" sz="1700" dirty="0">
                <a:latin typeface="Comic Sans MS" panose="030F0702030302020204" pitchFamily="66" charset="0"/>
              </a:rPr>
              <a:t>Each distinct page or major section of the application's user interface is represented as a separate class. For example, a login page would have a </a:t>
            </a:r>
            <a:r>
              <a:rPr lang="en-US" sz="1700" dirty="0" err="1">
                <a:latin typeface="Comic Sans MS" panose="030F0702030302020204" pitchFamily="66" charset="0"/>
              </a:rPr>
              <a:t>LoginPage</a:t>
            </a:r>
            <a:r>
              <a:rPr lang="en-US" sz="1700" dirty="0">
                <a:latin typeface="Comic Sans MS" panose="030F0702030302020204" pitchFamily="66" charset="0"/>
              </a:rPr>
              <a:t> class, a dashboard page would have a </a:t>
            </a:r>
            <a:r>
              <a:rPr lang="en-US" sz="1700" dirty="0" err="1">
                <a:latin typeface="Comic Sans MS" panose="030F0702030302020204" pitchFamily="66" charset="0"/>
              </a:rPr>
              <a:t>DashboardPage</a:t>
            </a:r>
            <a:r>
              <a:rPr lang="en-US" sz="1700" dirty="0">
                <a:latin typeface="Comic Sans MS" panose="030F0702030302020204" pitchFamily="66" charset="0"/>
              </a:rPr>
              <a:t> class, and so on.</a:t>
            </a:r>
          </a:p>
          <a:p>
            <a:endParaRPr lang="en-US" sz="1700" dirty="0">
              <a:latin typeface="Comic Sans MS" panose="030F0702030302020204" pitchFamily="66" charset="0"/>
            </a:endParaRPr>
          </a:p>
          <a:p>
            <a:r>
              <a:rPr lang="en-US" sz="1700" b="1" dirty="0">
                <a:latin typeface="Comic Sans MS" panose="030F0702030302020204" pitchFamily="66" charset="0"/>
              </a:rPr>
              <a:t>Element Locators within Page Classes: </a:t>
            </a:r>
            <a:r>
              <a:rPr lang="en-US" sz="1700" dirty="0">
                <a:latin typeface="Comic Sans MS" panose="030F0702030302020204" pitchFamily="66" charset="0"/>
              </a:rPr>
              <a:t>Web element locators (e.g., By.id, </a:t>
            </a:r>
            <a:r>
              <a:rPr lang="en-US" sz="1700" dirty="0" err="1">
                <a:latin typeface="Comic Sans MS" panose="030F0702030302020204" pitchFamily="66" charset="0"/>
              </a:rPr>
              <a:t>By.xpath</a:t>
            </a:r>
            <a:r>
              <a:rPr lang="en-US" sz="1700" dirty="0">
                <a:latin typeface="Comic Sans MS" panose="030F0702030302020204" pitchFamily="66" charset="0"/>
              </a:rPr>
              <a:t>, </a:t>
            </a:r>
            <a:r>
              <a:rPr lang="en-US" sz="1700" dirty="0" err="1">
                <a:latin typeface="Comic Sans MS" panose="030F0702030302020204" pitchFamily="66" charset="0"/>
              </a:rPr>
              <a:t>By.cssSelector</a:t>
            </a:r>
            <a:r>
              <a:rPr lang="en-US" sz="1700" dirty="0">
                <a:latin typeface="Comic Sans MS" panose="030F0702030302020204" pitchFamily="66" charset="0"/>
              </a:rPr>
              <a:t>) for elements on a specific page are encapsulated within its corresponding page class. This centralizes the management of element locators.</a:t>
            </a:r>
          </a:p>
          <a:p>
            <a:pPr marL="0" indent="0">
              <a:buNone/>
            </a:pPr>
            <a:r>
              <a:rPr lang="en-US" sz="1700" dirty="0">
                <a:solidFill>
                  <a:srgbClr val="000000"/>
                </a:solidFill>
                <a:effectLst/>
                <a:latin typeface="Comic Sans MS" panose="030F0702030302020204" pitchFamily="66" charset="0"/>
              </a:rPr>
              <a:t>	By </a:t>
            </a:r>
            <a:r>
              <a:rPr lang="en-US" sz="1700" dirty="0" err="1">
                <a:solidFill>
                  <a:srgbClr val="0000C0"/>
                </a:solidFill>
                <a:effectLst/>
                <a:latin typeface="Comic Sans MS" panose="030F0702030302020204" pitchFamily="66" charset="0"/>
              </a:rPr>
              <a:t>txt_username_loc</a:t>
            </a:r>
            <a:r>
              <a:rPr lang="en-US" sz="1700" dirty="0">
                <a:solidFill>
                  <a:srgbClr val="000000"/>
                </a:solidFill>
                <a:effectLst/>
                <a:latin typeface="Comic Sans MS" panose="030F0702030302020204" pitchFamily="66" charset="0"/>
              </a:rPr>
              <a:t>=</a:t>
            </a:r>
            <a:r>
              <a:rPr lang="en-US" sz="1700" dirty="0" err="1">
                <a:solidFill>
                  <a:srgbClr val="000000"/>
                </a:solidFill>
                <a:effectLst/>
                <a:latin typeface="Comic Sans MS" panose="030F0702030302020204" pitchFamily="66" charset="0"/>
              </a:rPr>
              <a:t>By.</a:t>
            </a:r>
            <a:r>
              <a:rPr lang="en-US" sz="1700" i="1" dirty="0" err="1">
                <a:solidFill>
                  <a:srgbClr val="000000"/>
                </a:solidFill>
                <a:effectLst/>
                <a:latin typeface="Comic Sans MS" panose="030F0702030302020204" pitchFamily="66" charset="0"/>
              </a:rPr>
              <a:t>xpath</a:t>
            </a:r>
            <a:r>
              <a:rPr lang="en-US" sz="1700" dirty="0">
                <a:solidFill>
                  <a:srgbClr val="000000"/>
                </a:solidFill>
                <a:effectLst/>
                <a:latin typeface="Comic Sans MS" panose="030F0702030302020204" pitchFamily="66" charset="0"/>
              </a:rPr>
              <a:t>(</a:t>
            </a:r>
            <a:r>
              <a:rPr lang="en-US" sz="1700" dirty="0">
                <a:solidFill>
                  <a:srgbClr val="2A00FF"/>
                </a:solidFill>
                <a:effectLst/>
                <a:latin typeface="Comic Sans MS" panose="030F0702030302020204" pitchFamily="66" charset="0"/>
              </a:rPr>
              <a:t>"//input[@id=userID']"</a:t>
            </a:r>
            <a:r>
              <a:rPr lang="en-US" sz="1700" dirty="0">
                <a:solidFill>
                  <a:srgbClr val="000000"/>
                </a:solidFill>
                <a:effectLst/>
                <a:latin typeface="Comic Sans MS" panose="030F0702030302020204" pitchFamily="66" charset="0"/>
              </a:rPr>
              <a:t>);</a:t>
            </a:r>
            <a:endParaRPr lang="en-US" sz="1700" dirty="0">
              <a:latin typeface="Comic Sans MS" panose="030F0702030302020204" pitchFamily="66" charset="0"/>
            </a:endParaRPr>
          </a:p>
          <a:p>
            <a:endParaRPr lang="en-US" sz="1700" dirty="0">
              <a:latin typeface="Comic Sans MS" panose="030F0702030302020204" pitchFamily="66" charset="0"/>
            </a:endParaRPr>
          </a:p>
          <a:p>
            <a:r>
              <a:rPr lang="en-US" sz="1700" b="1" dirty="0">
                <a:latin typeface="Comic Sans MS" panose="030F0702030302020204" pitchFamily="66" charset="0"/>
              </a:rPr>
              <a:t>Methods for Page Interactions: </a:t>
            </a:r>
            <a:r>
              <a:rPr lang="en-US" sz="1700" dirty="0">
                <a:latin typeface="Comic Sans MS" panose="030F0702030302020204" pitchFamily="66" charset="0"/>
              </a:rPr>
              <a:t>Each page class contains methods that represent the actions or operations a user can perform on that page. These methods interact with the web elements defined within the same class. For example, a </a:t>
            </a:r>
            <a:r>
              <a:rPr lang="en-US" sz="1700" dirty="0" err="1">
                <a:latin typeface="Comic Sans MS" panose="030F0702030302020204" pitchFamily="66" charset="0"/>
              </a:rPr>
              <a:t>LoginPage</a:t>
            </a:r>
            <a:r>
              <a:rPr lang="en-US" sz="1700" dirty="0">
                <a:latin typeface="Comic Sans MS" panose="030F0702030302020204" pitchFamily="66" charset="0"/>
              </a:rPr>
              <a:t> class might have methods like </a:t>
            </a:r>
            <a:r>
              <a:rPr lang="en-US" sz="1700" dirty="0" err="1">
                <a:latin typeface="Comic Sans MS" panose="030F0702030302020204" pitchFamily="66" charset="0"/>
              </a:rPr>
              <a:t>enterUsername</a:t>
            </a:r>
            <a:r>
              <a:rPr lang="en-US" sz="1700" dirty="0">
                <a:latin typeface="Comic Sans MS" panose="030F0702030302020204" pitchFamily="66" charset="0"/>
              </a:rPr>
              <a:t>(), </a:t>
            </a:r>
            <a:r>
              <a:rPr lang="en-US" sz="1700" dirty="0" err="1">
                <a:latin typeface="Comic Sans MS" panose="030F0702030302020204" pitchFamily="66" charset="0"/>
              </a:rPr>
              <a:t>enterPassword</a:t>
            </a:r>
            <a:r>
              <a:rPr lang="en-US" sz="1700" dirty="0">
                <a:latin typeface="Comic Sans MS" panose="030F0702030302020204" pitchFamily="66" charset="0"/>
              </a:rPr>
              <a:t>(), and </a:t>
            </a:r>
            <a:r>
              <a:rPr lang="en-US" sz="1700" dirty="0" err="1">
                <a:latin typeface="Comic Sans MS" panose="030F0702030302020204" pitchFamily="66" charset="0"/>
              </a:rPr>
              <a:t>clickLoginButton</a:t>
            </a:r>
            <a:r>
              <a:rPr lang="en-US" sz="1700" dirty="0">
                <a:latin typeface="Comic Sans MS" panose="030F0702030302020204" pitchFamily="66" charset="0"/>
              </a:rPr>
              <a:t>().</a:t>
            </a:r>
          </a:p>
          <a:p>
            <a:endParaRPr lang="en-US" sz="1700" dirty="0">
              <a:latin typeface="Comic Sans MS" panose="030F0702030302020204" pitchFamily="66" charset="0"/>
            </a:endParaRPr>
          </a:p>
          <a:p>
            <a:r>
              <a:rPr lang="en-US" sz="1700" b="1" dirty="0">
                <a:latin typeface="Comic Sans MS" panose="030F0702030302020204" pitchFamily="66" charset="0"/>
              </a:rPr>
              <a:t>Test class: </a:t>
            </a:r>
            <a:r>
              <a:rPr lang="en-US" sz="1700" dirty="0">
                <a:latin typeface="Comic Sans MS" panose="030F0702030302020204" pitchFamily="66" charset="0"/>
              </a:rPr>
              <a:t>The test class contains the actual test logic and assertions. It uses the methods from the page classes to perform actions on the UI elements but does not contain any locators or direct WebDriver calls for finding elements.</a:t>
            </a:r>
            <a:endParaRPr lang="en-IN" sz="1700" dirty="0">
              <a:latin typeface="Comic Sans MS" panose="030F0702030302020204" pitchFamily="66" charset="0"/>
            </a:endParaRPr>
          </a:p>
        </p:txBody>
      </p:sp>
    </p:spTree>
    <p:extLst>
      <p:ext uri="{BB962C8B-B14F-4D97-AF65-F5344CB8AC3E}">
        <p14:creationId xmlns:p14="http://schemas.microsoft.com/office/powerpoint/2010/main" val="296800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E9C5C-2EC2-44EE-F82B-5DB464A71A4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0DFDBB-FEE2-3EF6-B068-6EE3E2181C04}"/>
              </a:ext>
            </a:extLst>
          </p:cNvPr>
          <p:cNvSpPr>
            <a:spLocks noGrp="1"/>
          </p:cNvSpPr>
          <p:nvPr>
            <p:ph idx="1"/>
          </p:nvPr>
        </p:nvSpPr>
        <p:spPr>
          <a:xfrm>
            <a:off x="457200" y="1021079"/>
            <a:ext cx="11125200" cy="5379719"/>
          </a:xfrm>
        </p:spPr>
        <p:txBody>
          <a:bodyPr/>
          <a:lstStyle/>
          <a:p>
            <a:r>
              <a:rPr lang="en-US" sz="1800" b="1" dirty="0">
                <a:latin typeface="Comic Sans MS" panose="030F0702030302020204" pitchFamily="66" charset="0"/>
              </a:rPr>
              <a:t>Improved Maintainability: </a:t>
            </a:r>
            <a:r>
              <a:rPr lang="en-US" sz="1800" dirty="0">
                <a:latin typeface="Comic Sans MS" panose="030F0702030302020204" pitchFamily="66" charset="0"/>
              </a:rPr>
              <a:t>If a UI element's locator changes, only the corresponding page object needs to be updated, not every test script that uses that element.</a:t>
            </a:r>
          </a:p>
          <a:p>
            <a:endParaRPr lang="en-US" sz="1800" dirty="0">
              <a:latin typeface="Comic Sans MS" panose="030F0702030302020204" pitchFamily="66" charset="0"/>
            </a:endParaRPr>
          </a:p>
          <a:p>
            <a:r>
              <a:rPr lang="en-US" sz="1800" b="1" dirty="0">
                <a:latin typeface="Comic Sans MS" panose="030F0702030302020204" pitchFamily="66" charset="0"/>
              </a:rPr>
              <a:t>Reduced Code Duplication: </a:t>
            </a:r>
            <a:r>
              <a:rPr lang="en-US" sz="1800" dirty="0">
                <a:latin typeface="Comic Sans MS" panose="030F0702030302020204" pitchFamily="66" charset="0"/>
              </a:rPr>
              <a:t>Element locators and common interaction methods are defined once in the page object and can be reused across multiple test cases.</a:t>
            </a:r>
          </a:p>
          <a:p>
            <a:endParaRPr lang="en-US" sz="1800" dirty="0">
              <a:latin typeface="Comic Sans MS" panose="030F0702030302020204" pitchFamily="66" charset="0"/>
            </a:endParaRPr>
          </a:p>
          <a:p>
            <a:r>
              <a:rPr lang="en-US" sz="1800" b="1" dirty="0">
                <a:latin typeface="Comic Sans MS" panose="030F0702030302020204" pitchFamily="66" charset="0"/>
              </a:rPr>
              <a:t>Enhanced Readability: </a:t>
            </a:r>
            <a:r>
              <a:rPr lang="en-US" sz="1800" dirty="0">
                <a:latin typeface="Comic Sans MS" panose="030F0702030302020204" pitchFamily="66" charset="0"/>
              </a:rPr>
              <a:t>Test scripts become more readable and easier to understand as they use descriptive method names from page objects, abstracting away the underlying Selenium WebDriver commands.</a:t>
            </a:r>
          </a:p>
          <a:p>
            <a:endParaRPr lang="en-US" sz="1800" dirty="0">
              <a:latin typeface="Comic Sans MS" panose="030F0702030302020204" pitchFamily="66" charset="0"/>
            </a:endParaRPr>
          </a:p>
          <a:p>
            <a:r>
              <a:rPr lang="en-US" sz="1800" b="1" dirty="0">
                <a:latin typeface="Comic Sans MS" panose="030F0702030302020204" pitchFamily="66" charset="0"/>
              </a:rPr>
              <a:t>Increased Reusability: </a:t>
            </a:r>
            <a:r>
              <a:rPr lang="en-US" sz="1800" dirty="0">
                <a:latin typeface="Comic Sans MS" panose="030F0702030302020204" pitchFamily="66" charset="0"/>
              </a:rPr>
              <a:t>Page objects can be reused across different test suites and frameworks, promoting modularity.</a:t>
            </a:r>
          </a:p>
          <a:p>
            <a:endParaRPr lang="en-US" sz="1800" dirty="0">
              <a:latin typeface="Comic Sans MS" panose="030F0702030302020204" pitchFamily="66" charset="0"/>
            </a:endParaRPr>
          </a:p>
          <a:p>
            <a:r>
              <a:rPr lang="en-US" sz="1800" b="1" dirty="0">
                <a:latin typeface="Comic Sans MS" panose="030F0702030302020204" pitchFamily="66" charset="0"/>
              </a:rPr>
              <a:t>Better Test Scalability: </a:t>
            </a:r>
            <a:r>
              <a:rPr lang="en-US" sz="1800" dirty="0">
                <a:latin typeface="Comic Sans MS" panose="030F0702030302020204" pitchFamily="66" charset="0"/>
              </a:rPr>
              <a:t>As the application grows, adding new pages or features can be managed by creating new page objects without significantly impacting existing tests.</a:t>
            </a:r>
          </a:p>
        </p:txBody>
      </p:sp>
      <p:sp>
        <p:nvSpPr>
          <p:cNvPr id="7" name="Slide Number Placeholder 6">
            <a:extLst>
              <a:ext uri="{FF2B5EF4-FFF2-40B4-BE49-F238E27FC236}">
                <a16:creationId xmlns:a16="http://schemas.microsoft.com/office/drawing/2014/main" id="{24D96B21-E6AF-49BE-A693-17DCDCFE08B1}"/>
              </a:ext>
            </a:extLst>
          </p:cNvPr>
          <p:cNvSpPr>
            <a:spLocks noGrp="1"/>
          </p:cNvSpPr>
          <p:nvPr>
            <p:ph type="sldNum" sz="quarter" idx="12"/>
          </p:nvPr>
        </p:nvSpPr>
        <p:spPr/>
        <p:txBody>
          <a:bodyPr/>
          <a:lstStyle/>
          <a:p>
            <a:fld id="{38826FC0-333C-E549-9FA3-0EE43DF298A3}" type="slidenum">
              <a:rPr lang="en-US" smtClean="0"/>
              <a:pPr/>
              <a:t>4</a:t>
            </a:fld>
            <a:endParaRPr lang="en-US"/>
          </a:p>
        </p:txBody>
      </p:sp>
      <p:sp>
        <p:nvSpPr>
          <p:cNvPr id="4" name="Footer Placeholder 3">
            <a:extLst>
              <a:ext uri="{FF2B5EF4-FFF2-40B4-BE49-F238E27FC236}">
                <a16:creationId xmlns:a16="http://schemas.microsoft.com/office/drawing/2014/main" id="{29FC7C75-BBB1-DE32-FB25-CD7E19757E49}"/>
              </a:ext>
            </a:extLst>
          </p:cNvPr>
          <p:cNvSpPr>
            <a:spLocks noGrp="1"/>
          </p:cNvSpPr>
          <p:nvPr>
            <p:ph type="ftr" sz="quarter" idx="11"/>
          </p:nvPr>
        </p:nvSpPr>
        <p:spPr>
          <a:xfrm>
            <a:off x="1005839" y="6400800"/>
            <a:ext cx="1770311" cy="228600"/>
          </a:xfrm>
        </p:spPr>
        <p:txBody>
          <a:bodyPr/>
          <a:lstStyle/>
          <a:p>
            <a:r>
              <a:rPr lang="en-US"/>
              <a:t>© 2025–2027 Cognizant | Private</a:t>
            </a:r>
            <a:endParaRPr lang="en-US" dirty="0"/>
          </a:p>
        </p:txBody>
      </p:sp>
      <p:sp>
        <p:nvSpPr>
          <p:cNvPr id="2" name="Title 1">
            <a:extLst>
              <a:ext uri="{FF2B5EF4-FFF2-40B4-BE49-F238E27FC236}">
                <a16:creationId xmlns:a16="http://schemas.microsoft.com/office/drawing/2014/main" id="{E074F8E1-35D1-8FF4-934E-8045651CFFEB}"/>
              </a:ext>
            </a:extLst>
          </p:cNvPr>
          <p:cNvSpPr>
            <a:spLocks noGrp="1"/>
          </p:cNvSpPr>
          <p:nvPr>
            <p:ph type="title"/>
          </p:nvPr>
        </p:nvSpPr>
        <p:spPr/>
        <p:txBody>
          <a:bodyPr/>
          <a:lstStyle/>
          <a:p>
            <a:r>
              <a:rPr lang="en-US" dirty="0"/>
              <a:t>Advantages of POM</a:t>
            </a:r>
          </a:p>
        </p:txBody>
      </p:sp>
    </p:spTree>
    <p:extLst>
      <p:ext uri="{BB962C8B-B14F-4D97-AF65-F5344CB8AC3E}">
        <p14:creationId xmlns:p14="http://schemas.microsoft.com/office/powerpoint/2010/main" val="35373395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E2E73-EAF4-9CF5-A104-D59ACA0E15B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C7138D-5F1A-C636-7C4C-9623200B2DC5}"/>
              </a:ext>
            </a:extLst>
          </p:cNvPr>
          <p:cNvSpPr>
            <a:spLocks noGrp="1"/>
          </p:cNvSpPr>
          <p:nvPr>
            <p:ph idx="1"/>
          </p:nvPr>
        </p:nvSpPr>
        <p:spPr>
          <a:xfrm>
            <a:off x="690880" y="1117599"/>
            <a:ext cx="10718800" cy="5283199"/>
          </a:xfrm>
        </p:spPr>
        <p:txBody>
          <a:bodyPr/>
          <a:lstStyle/>
          <a:p>
            <a:r>
              <a:rPr lang="en-US" sz="1800" dirty="0">
                <a:latin typeface="Comic Sans MS" panose="030F0702030302020204" pitchFamily="66" charset="0"/>
              </a:rPr>
              <a:t>Page Factory is a class in Selenium that makes it easier to implement the Page Object Model. </a:t>
            </a:r>
          </a:p>
          <a:p>
            <a:r>
              <a:rPr lang="en-US" sz="1800" dirty="0">
                <a:latin typeface="Comic Sans MS" panose="030F0702030302020204" pitchFamily="66" charset="0"/>
              </a:rPr>
              <a:t>It reduces the amount of boilerplate code required to create Page Objects, making the code cleaner and easier to maintain. </a:t>
            </a:r>
          </a:p>
          <a:p>
            <a:r>
              <a:rPr lang="en-US" sz="1800" dirty="0">
                <a:latin typeface="Comic Sans MS" panose="030F0702030302020204" pitchFamily="66" charset="0"/>
              </a:rPr>
              <a:t>It uses annotations (@FindBy) to define locators, instead of writing By objects manually. </a:t>
            </a:r>
          </a:p>
          <a:p>
            <a:r>
              <a:rPr lang="en-US" sz="1800" dirty="0">
                <a:latin typeface="Comic Sans MS" panose="030F0702030302020204" pitchFamily="66" charset="0"/>
              </a:rPr>
              <a:t>It automatically initializes elements when the page class is created, using the </a:t>
            </a:r>
            <a:r>
              <a:rPr lang="en-US" sz="1800" dirty="0" err="1">
                <a:latin typeface="Comic Sans MS" panose="030F0702030302020204" pitchFamily="66" charset="0"/>
              </a:rPr>
              <a:t>initElements</a:t>
            </a:r>
            <a:r>
              <a:rPr lang="en-US" sz="1800" dirty="0">
                <a:latin typeface="Comic Sans MS" panose="030F0702030302020204" pitchFamily="66" charset="0"/>
              </a:rPr>
              <a:t>() method</a:t>
            </a:r>
          </a:p>
          <a:p>
            <a:endParaRPr lang="en-US" sz="1800" dirty="0">
              <a:latin typeface="Comic Sans MS" panose="030F0702030302020204" pitchFamily="66" charset="0"/>
            </a:endParaRPr>
          </a:p>
          <a:p>
            <a:pPr marL="0" indent="0">
              <a:buNone/>
            </a:pPr>
            <a:r>
              <a:rPr lang="en-US" sz="1800" dirty="0">
                <a:latin typeface="Comic Sans MS" panose="030F0702030302020204" pitchFamily="66" charset="0"/>
              </a:rPr>
              <a:t>It can be implemented in 2 steps:-</a:t>
            </a:r>
          </a:p>
          <a:p>
            <a:pPr marL="0" indent="0">
              <a:buNone/>
            </a:pPr>
            <a:r>
              <a:rPr lang="en-US" sz="1800" b="1" i="1" dirty="0">
                <a:latin typeface="Comic Sans MS" panose="030F0702030302020204" pitchFamily="66" charset="0"/>
              </a:rPr>
              <a:t>Step1:</a:t>
            </a:r>
          </a:p>
          <a:p>
            <a:r>
              <a:rPr lang="en-US" sz="1800" b="1" i="1" dirty="0">
                <a:latin typeface="Comic Sans MS" panose="030F0702030302020204" pitchFamily="66" charset="0"/>
              </a:rPr>
              <a:t>Using the @FindBy annotation - </a:t>
            </a:r>
            <a:r>
              <a:rPr lang="en-US" sz="1800" i="1" dirty="0">
                <a:latin typeface="Comic Sans MS" panose="030F0702030302020204" pitchFamily="66" charset="0"/>
              </a:rPr>
              <a:t>Unlike the regular approach of initializing web page elements using </a:t>
            </a:r>
            <a:r>
              <a:rPr lang="en-US" sz="1800" i="1" dirty="0" err="1">
                <a:latin typeface="Comic Sans MS" panose="030F0702030302020204" pitchFamily="66" charset="0"/>
              </a:rPr>
              <a:t>FindElement</a:t>
            </a:r>
            <a:r>
              <a:rPr lang="en-US" sz="1800" i="1" dirty="0">
                <a:latin typeface="Comic Sans MS" panose="030F0702030302020204" pitchFamily="66" charset="0"/>
              </a:rPr>
              <a:t> or </a:t>
            </a:r>
            <a:r>
              <a:rPr lang="en-US" sz="1800" i="1" dirty="0" err="1">
                <a:latin typeface="Comic Sans MS" panose="030F0702030302020204" pitchFamily="66" charset="0"/>
              </a:rPr>
              <a:t>FindElements</a:t>
            </a:r>
            <a:r>
              <a:rPr lang="en-US" sz="1800" i="1" dirty="0">
                <a:latin typeface="Comic Sans MS" panose="030F0702030302020204" pitchFamily="66" charset="0"/>
              </a:rPr>
              <a:t>, the Page Factory uses the @FindBy annotation. It provides the following syntax to locate the web elements:</a:t>
            </a:r>
          </a:p>
          <a:p>
            <a:endParaRPr lang="en-US" sz="1800" i="1" dirty="0">
              <a:latin typeface="Comic Sans MS" panose="030F0702030302020204" pitchFamily="66" charset="0"/>
            </a:endParaRPr>
          </a:p>
          <a:p>
            <a:pPr marL="0" marR="0">
              <a:buNone/>
            </a:pPr>
            <a:r>
              <a:rPr lang="en-IN" sz="1800" dirty="0">
                <a:solidFill>
                  <a:srgbClr val="646464"/>
                </a:solidFill>
                <a:latin typeface="Comic Sans MS" panose="030F0702030302020204" pitchFamily="66" charset="0"/>
              </a:rPr>
              <a:t>	</a:t>
            </a:r>
            <a:r>
              <a:rPr lang="en-IN" sz="1800" dirty="0">
                <a:solidFill>
                  <a:srgbClr val="646464"/>
                </a:solidFill>
                <a:effectLst/>
                <a:latin typeface="Comic Sans MS" panose="030F0702030302020204" pitchFamily="66" charset="0"/>
              </a:rPr>
              <a:t>@FindBy</a:t>
            </a:r>
            <a:r>
              <a:rPr lang="en-IN" sz="1800" dirty="0">
                <a:solidFill>
                  <a:srgbClr val="000000"/>
                </a:solidFill>
                <a:effectLst/>
                <a:latin typeface="Comic Sans MS" panose="030F0702030302020204" pitchFamily="66" charset="0"/>
              </a:rPr>
              <a:t>(xpath=</a:t>
            </a:r>
            <a:r>
              <a:rPr lang="en-IN" sz="1800" dirty="0">
                <a:solidFill>
                  <a:srgbClr val="2A00FF"/>
                </a:solidFill>
                <a:effectLst/>
                <a:latin typeface="Comic Sans MS" panose="030F0702030302020204" pitchFamily="66" charset="0"/>
              </a:rPr>
              <a:t>"//input[@placeholder='Username']"</a:t>
            </a:r>
            <a:r>
              <a:rPr lang="en-IN" sz="1800" dirty="0">
                <a:solidFill>
                  <a:srgbClr val="000000"/>
                </a:solidFill>
                <a:effectLst/>
                <a:latin typeface="Comic Sans MS" panose="030F0702030302020204" pitchFamily="66" charset="0"/>
              </a:rPr>
              <a:t>) </a:t>
            </a:r>
          </a:p>
          <a:p>
            <a:pPr marL="0" marR="0">
              <a:buNone/>
            </a:pPr>
            <a:r>
              <a:rPr lang="en-IN" sz="1800" dirty="0">
                <a:solidFill>
                  <a:srgbClr val="000000"/>
                </a:solidFill>
                <a:effectLst/>
                <a:latin typeface="Comic Sans MS" panose="030F0702030302020204" pitchFamily="66" charset="0"/>
              </a:rPr>
              <a:t>	</a:t>
            </a:r>
            <a:r>
              <a:rPr lang="en-IN" sz="1800" dirty="0" err="1">
                <a:solidFill>
                  <a:srgbClr val="000000"/>
                </a:solidFill>
                <a:effectLst/>
                <a:latin typeface="Comic Sans MS" panose="030F0702030302020204" pitchFamily="66" charset="0"/>
              </a:rPr>
              <a:t>WebElement</a:t>
            </a:r>
            <a:r>
              <a:rPr lang="en-IN" sz="1800" dirty="0">
                <a:solidFill>
                  <a:srgbClr val="000000"/>
                </a:solidFill>
                <a:effectLst/>
                <a:latin typeface="Comic Sans MS" panose="030F0702030302020204" pitchFamily="66" charset="0"/>
              </a:rPr>
              <a:t> </a:t>
            </a:r>
            <a:r>
              <a:rPr lang="en-IN" sz="1800" dirty="0" err="1">
                <a:solidFill>
                  <a:srgbClr val="0000C0"/>
                </a:solidFill>
                <a:effectLst/>
                <a:latin typeface="Comic Sans MS" panose="030F0702030302020204" pitchFamily="66" charset="0"/>
              </a:rPr>
              <a:t>txt_username</a:t>
            </a:r>
            <a:r>
              <a:rPr lang="en-IN" sz="1800" dirty="0">
                <a:solidFill>
                  <a:srgbClr val="000000"/>
                </a:solidFill>
                <a:effectLst/>
                <a:latin typeface="Comic Sans MS" panose="030F0702030302020204" pitchFamily="66" charset="0"/>
              </a:rPr>
              <a:t>;</a:t>
            </a:r>
          </a:p>
          <a:p>
            <a:pPr marL="0" marR="0">
              <a:buNone/>
            </a:pPr>
            <a:endParaRPr lang="en-IN" sz="1800" dirty="0">
              <a:solidFill>
                <a:srgbClr val="000000"/>
              </a:solidFill>
              <a:effectLst/>
              <a:latin typeface="Comic Sans MS" panose="030F0702030302020204" pitchFamily="66" charset="0"/>
            </a:endParaRPr>
          </a:p>
          <a:p>
            <a:pPr marL="0" indent="0">
              <a:buNone/>
            </a:pPr>
            <a:endParaRPr lang="en-US" sz="1800" dirty="0">
              <a:latin typeface="Comic Sans MS" panose="030F0702030302020204" pitchFamily="66" charset="0"/>
            </a:endParaRPr>
          </a:p>
        </p:txBody>
      </p:sp>
      <p:sp>
        <p:nvSpPr>
          <p:cNvPr id="7" name="Slide Number Placeholder 6">
            <a:extLst>
              <a:ext uri="{FF2B5EF4-FFF2-40B4-BE49-F238E27FC236}">
                <a16:creationId xmlns:a16="http://schemas.microsoft.com/office/drawing/2014/main" id="{74405C33-C90F-87F8-762A-1EABD5B556B1}"/>
              </a:ext>
            </a:extLst>
          </p:cNvPr>
          <p:cNvSpPr>
            <a:spLocks noGrp="1"/>
          </p:cNvSpPr>
          <p:nvPr>
            <p:ph type="sldNum" sz="quarter" idx="12"/>
          </p:nvPr>
        </p:nvSpPr>
        <p:spPr/>
        <p:txBody>
          <a:bodyPr/>
          <a:lstStyle/>
          <a:p>
            <a:fld id="{38826FC0-333C-E549-9FA3-0EE43DF298A3}" type="slidenum">
              <a:rPr lang="en-US" smtClean="0"/>
              <a:pPr/>
              <a:t>5</a:t>
            </a:fld>
            <a:endParaRPr lang="en-US"/>
          </a:p>
        </p:txBody>
      </p:sp>
      <p:sp>
        <p:nvSpPr>
          <p:cNvPr id="4" name="Footer Placeholder 3">
            <a:extLst>
              <a:ext uri="{FF2B5EF4-FFF2-40B4-BE49-F238E27FC236}">
                <a16:creationId xmlns:a16="http://schemas.microsoft.com/office/drawing/2014/main" id="{64B12556-779E-4163-339A-5BF15578D4B1}"/>
              </a:ext>
            </a:extLst>
          </p:cNvPr>
          <p:cNvSpPr>
            <a:spLocks noGrp="1"/>
          </p:cNvSpPr>
          <p:nvPr>
            <p:ph type="ftr" sz="quarter" idx="11"/>
          </p:nvPr>
        </p:nvSpPr>
        <p:spPr>
          <a:xfrm>
            <a:off x="1005839" y="6400800"/>
            <a:ext cx="1770311" cy="228600"/>
          </a:xfrm>
        </p:spPr>
        <p:txBody>
          <a:bodyPr/>
          <a:lstStyle/>
          <a:p>
            <a:r>
              <a:rPr lang="en-US"/>
              <a:t>© 2025–2027 Cognizant | Private</a:t>
            </a:r>
            <a:endParaRPr lang="en-US" dirty="0"/>
          </a:p>
        </p:txBody>
      </p:sp>
      <p:sp>
        <p:nvSpPr>
          <p:cNvPr id="2" name="Title 1">
            <a:extLst>
              <a:ext uri="{FF2B5EF4-FFF2-40B4-BE49-F238E27FC236}">
                <a16:creationId xmlns:a16="http://schemas.microsoft.com/office/drawing/2014/main" id="{FE27B5F8-5641-A8A2-063A-9EAA27F92903}"/>
              </a:ext>
            </a:extLst>
          </p:cNvPr>
          <p:cNvSpPr>
            <a:spLocks noGrp="1"/>
          </p:cNvSpPr>
          <p:nvPr>
            <p:ph type="title"/>
          </p:nvPr>
        </p:nvSpPr>
        <p:spPr/>
        <p:txBody>
          <a:bodyPr/>
          <a:lstStyle/>
          <a:p>
            <a:r>
              <a:rPr lang="en-US" dirty="0"/>
              <a:t>PAGE FACTORY</a:t>
            </a:r>
          </a:p>
        </p:txBody>
      </p:sp>
    </p:spTree>
    <p:extLst>
      <p:ext uri="{BB962C8B-B14F-4D97-AF65-F5344CB8AC3E}">
        <p14:creationId xmlns:p14="http://schemas.microsoft.com/office/powerpoint/2010/main" val="30339167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7D198-78D1-21D1-BFCC-0509F9E1086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87BA78-BBCC-A230-8E47-C35523ED19A9}"/>
              </a:ext>
            </a:extLst>
          </p:cNvPr>
          <p:cNvSpPr>
            <a:spLocks noGrp="1"/>
          </p:cNvSpPr>
          <p:nvPr>
            <p:ph idx="1"/>
          </p:nvPr>
        </p:nvSpPr>
        <p:spPr>
          <a:xfrm>
            <a:off x="1101186" y="3044812"/>
            <a:ext cx="10292080" cy="3355987"/>
          </a:xfrm>
        </p:spPr>
        <p:txBody>
          <a:bodyPr/>
          <a:lstStyle/>
          <a:p>
            <a:pPr marL="0" indent="0">
              <a:buNone/>
            </a:pPr>
            <a:endParaRPr lang="en-IN" sz="1800" dirty="0">
              <a:solidFill>
                <a:srgbClr val="000000"/>
              </a:solidFill>
              <a:latin typeface="Comic Sans MS" panose="030F0702030302020204" pitchFamily="66" charset="0"/>
            </a:endParaRPr>
          </a:p>
          <a:p>
            <a:pPr marL="342900" indent="-342900">
              <a:buAutoNum type="arabicPeriod"/>
            </a:pPr>
            <a:r>
              <a:rPr lang="en-IN" sz="1800" dirty="0">
                <a:solidFill>
                  <a:srgbClr val="000000"/>
                </a:solidFill>
                <a:effectLst/>
                <a:latin typeface="Comic Sans MS" panose="030F0702030302020204" pitchFamily="66" charset="0"/>
              </a:rPr>
              <a:t>@FindBys (AND condition)</a:t>
            </a:r>
          </a:p>
          <a:p>
            <a:pPr marL="0" indent="0">
              <a:buNone/>
            </a:pPr>
            <a:r>
              <a:rPr lang="en-US" sz="1800" dirty="0">
                <a:latin typeface="Comic Sans MS" panose="030F0702030302020204" pitchFamily="66" charset="0"/>
              </a:rPr>
              <a:t>Used when you want to locate an element by </a:t>
            </a:r>
          </a:p>
          <a:p>
            <a:pPr marL="0" indent="0">
              <a:buNone/>
            </a:pPr>
            <a:r>
              <a:rPr lang="en-US" sz="1800" b="1" dirty="0">
                <a:latin typeface="Comic Sans MS" panose="030F0702030302020204" pitchFamily="66" charset="0"/>
              </a:rPr>
              <a:t>combining multiple locators</a:t>
            </a:r>
            <a:r>
              <a:rPr lang="en-US" sz="1800" dirty="0">
                <a:latin typeface="Comic Sans MS" panose="030F0702030302020204" pitchFamily="66" charset="0"/>
              </a:rPr>
              <a:t>.</a:t>
            </a:r>
          </a:p>
          <a:p>
            <a:pPr marL="0" indent="0">
              <a:buNone/>
            </a:pPr>
            <a:endParaRPr lang="en-US" sz="1800" dirty="0">
              <a:solidFill>
                <a:srgbClr val="000000"/>
              </a:solidFill>
              <a:effectLst/>
              <a:latin typeface="Comic Sans MS" panose="030F0702030302020204" pitchFamily="66" charset="0"/>
            </a:endParaRPr>
          </a:p>
          <a:p>
            <a:pPr marL="0" indent="0">
              <a:buNone/>
            </a:pPr>
            <a:r>
              <a:rPr lang="en-US" sz="1800" dirty="0">
                <a:solidFill>
                  <a:srgbClr val="000000"/>
                </a:solidFill>
                <a:latin typeface="Comic Sans MS" panose="030F0702030302020204" pitchFamily="66" charset="0"/>
              </a:rPr>
              <a:t>2. @FindAll (OR condition)</a:t>
            </a:r>
          </a:p>
          <a:p>
            <a:pPr marL="0" indent="0">
              <a:buNone/>
            </a:pPr>
            <a:r>
              <a:rPr lang="en-US" sz="1800" dirty="0">
                <a:solidFill>
                  <a:srgbClr val="000000"/>
                </a:solidFill>
                <a:latin typeface="Comic Sans MS" panose="030F0702030302020204" pitchFamily="66" charset="0"/>
              </a:rPr>
              <a:t>Used when you want to locate an element that can be </a:t>
            </a:r>
          </a:p>
          <a:p>
            <a:pPr marL="0" indent="0">
              <a:buNone/>
            </a:pPr>
            <a:r>
              <a:rPr lang="en-US" sz="1800" dirty="0">
                <a:solidFill>
                  <a:srgbClr val="000000"/>
                </a:solidFill>
                <a:latin typeface="Comic Sans MS" panose="030F0702030302020204" pitchFamily="66" charset="0"/>
              </a:rPr>
              <a:t>identified by any one of multiple locators.</a:t>
            </a:r>
          </a:p>
          <a:p>
            <a:pPr marL="0" indent="0">
              <a:buNone/>
            </a:pPr>
            <a:endParaRPr lang="en-IN" sz="1800" dirty="0">
              <a:solidFill>
                <a:srgbClr val="000000"/>
              </a:solidFill>
              <a:effectLst/>
              <a:latin typeface="Comic Sans MS" panose="030F0702030302020204" pitchFamily="66" charset="0"/>
            </a:endParaRPr>
          </a:p>
          <a:p>
            <a:pPr marL="0" indent="0">
              <a:buNone/>
            </a:pPr>
            <a:endParaRPr lang="en-IN" sz="1800" dirty="0">
              <a:solidFill>
                <a:srgbClr val="000000"/>
              </a:solidFill>
              <a:latin typeface="Comic Sans MS" panose="030F0702030302020204" pitchFamily="66" charset="0"/>
            </a:endParaRPr>
          </a:p>
          <a:p>
            <a:pPr marL="0" indent="0">
              <a:buNone/>
            </a:pPr>
            <a:endParaRPr lang="en-IN" sz="1800" dirty="0">
              <a:solidFill>
                <a:srgbClr val="000000"/>
              </a:solidFill>
              <a:effectLst/>
              <a:latin typeface="Comic Sans MS" panose="030F0702030302020204" pitchFamily="66" charset="0"/>
            </a:endParaRPr>
          </a:p>
          <a:p>
            <a:pPr marL="0" indent="0">
              <a:buNone/>
            </a:pPr>
            <a:endParaRPr lang="en-IN" sz="1800" dirty="0">
              <a:solidFill>
                <a:srgbClr val="000000"/>
              </a:solidFill>
              <a:latin typeface="Comic Sans MS" panose="030F0702030302020204" pitchFamily="66" charset="0"/>
            </a:endParaRPr>
          </a:p>
          <a:p>
            <a:pPr marL="0" indent="0">
              <a:buNone/>
            </a:pPr>
            <a:endParaRPr lang="en-IN" sz="1800" dirty="0">
              <a:solidFill>
                <a:srgbClr val="000000"/>
              </a:solidFill>
              <a:effectLst/>
              <a:latin typeface="Comic Sans MS" panose="030F0702030302020204" pitchFamily="66" charset="0"/>
            </a:endParaRPr>
          </a:p>
          <a:p>
            <a:pPr marL="0" indent="0">
              <a:buNone/>
            </a:pPr>
            <a:r>
              <a:rPr lang="en-US" sz="1800" dirty="0">
                <a:latin typeface="Comic Sans MS" panose="030F0702030302020204" pitchFamily="66" charset="0"/>
              </a:rPr>
              <a:t> </a:t>
            </a:r>
          </a:p>
        </p:txBody>
      </p:sp>
      <p:sp>
        <p:nvSpPr>
          <p:cNvPr id="7" name="Slide Number Placeholder 6">
            <a:extLst>
              <a:ext uri="{FF2B5EF4-FFF2-40B4-BE49-F238E27FC236}">
                <a16:creationId xmlns:a16="http://schemas.microsoft.com/office/drawing/2014/main" id="{E81B8F28-FC93-4CD7-8351-E3855EE38DD7}"/>
              </a:ext>
            </a:extLst>
          </p:cNvPr>
          <p:cNvSpPr>
            <a:spLocks noGrp="1"/>
          </p:cNvSpPr>
          <p:nvPr>
            <p:ph type="sldNum" sz="quarter" idx="12"/>
          </p:nvPr>
        </p:nvSpPr>
        <p:spPr/>
        <p:txBody>
          <a:bodyPr/>
          <a:lstStyle/>
          <a:p>
            <a:fld id="{38826FC0-333C-E549-9FA3-0EE43DF298A3}" type="slidenum">
              <a:rPr lang="en-US" smtClean="0"/>
              <a:pPr/>
              <a:t>6</a:t>
            </a:fld>
            <a:endParaRPr lang="en-US"/>
          </a:p>
        </p:txBody>
      </p:sp>
      <p:sp>
        <p:nvSpPr>
          <p:cNvPr id="4" name="Footer Placeholder 3">
            <a:extLst>
              <a:ext uri="{FF2B5EF4-FFF2-40B4-BE49-F238E27FC236}">
                <a16:creationId xmlns:a16="http://schemas.microsoft.com/office/drawing/2014/main" id="{7D8EBCBA-4AC2-2802-2735-BFC80D223389}"/>
              </a:ext>
            </a:extLst>
          </p:cNvPr>
          <p:cNvSpPr>
            <a:spLocks noGrp="1"/>
          </p:cNvSpPr>
          <p:nvPr>
            <p:ph type="ftr" sz="quarter" idx="11"/>
          </p:nvPr>
        </p:nvSpPr>
        <p:spPr>
          <a:xfrm>
            <a:off x="1005839" y="6400800"/>
            <a:ext cx="1770311" cy="228600"/>
          </a:xfrm>
        </p:spPr>
        <p:txBody>
          <a:bodyPr/>
          <a:lstStyle/>
          <a:p>
            <a:r>
              <a:rPr lang="en-US"/>
              <a:t>© 2025–2027 Cognizant | Private</a:t>
            </a:r>
            <a:endParaRPr lang="en-US" dirty="0"/>
          </a:p>
        </p:txBody>
      </p:sp>
      <p:sp>
        <p:nvSpPr>
          <p:cNvPr id="2" name="Title 1">
            <a:extLst>
              <a:ext uri="{FF2B5EF4-FFF2-40B4-BE49-F238E27FC236}">
                <a16:creationId xmlns:a16="http://schemas.microsoft.com/office/drawing/2014/main" id="{F8DC24DC-36C2-C2CE-72D4-1488700E1CD1}"/>
              </a:ext>
            </a:extLst>
          </p:cNvPr>
          <p:cNvSpPr>
            <a:spLocks noGrp="1"/>
          </p:cNvSpPr>
          <p:nvPr>
            <p:ph type="title"/>
          </p:nvPr>
        </p:nvSpPr>
        <p:spPr/>
        <p:txBody>
          <a:bodyPr/>
          <a:lstStyle/>
          <a:p>
            <a:r>
              <a:rPr lang="en-US" dirty="0"/>
              <a:t>PAGE FACTORY</a:t>
            </a:r>
          </a:p>
        </p:txBody>
      </p:sp>
      <p:pic>
        <p:nvPicPr>
          <p:cNvPr id="6" name="Picture 5">
            <a:extLst>
              <a:ext uri="{FF2B5EF4-FFF2-40B4-BE49-F238E27FC236}">
                <a16:creationId xmlns:a16="http://schemas.microsoft.com/office/drawing/2014/main" id="{052C7E23-7451-6BB0-B143-4B7A33A11E4F}"/>
              </a:ext>
            </a:extLst>
          </p:cNvPr>
          <p:cNvPicPr>
            <a:picLocks noChangeAspect="1"/>
          </p:cNvPicPr>
          <p:nvPr/>
        </p:nvPicPr>
        <p:blipFill>
          <a:blip r:embed="rId3"/>
          <a:stretch>
            <a:fillRect/>
          </a:stretch>
        </p:blipFill>
        <p:spPr>
          <a:xfrm>
            <a:off x="7042055" y="3429000"/>
            <a:ext cx="3270345" cy="1060505"/>
          </a:xfrm>
          <a:prstGeom prst="rect">
            <a:avLst/>
          </a:prstGeom>
        </p:spPr>
      </p:pic>
      <p:pic>
        <p:nvPicPr>
          <p:cNvPr id="11" name="Picture 10" descr="A black background with white text&#10;&#10;AI-generated content may be incorrect.">
            <a:extLst>
              <a:ext uri="{FF2B5EF4-FFF2-40B4-BE49-F238E27FC236}">
                <a16:creationId xmlns:a16="http://schemas.microsoft.com/office/drawing/2014/main" id="{4950F7D8-02CC-471F-3C72-2EBC56A2B1E8}"/>
              </a:ext>
            </a:extLst>
          </p:cNvPr>
          <p:cNvPicPr>
            <a:picLocks noChangeAspect="1"/>
          </p:cNvPicPr>
          <p:nvPr/>
        </p:nvPicPr>
        <p:blipFill>
          <a:blip r:embed="rId4"/>
          <a:stretch>
            <a:fillRect/>
          </a:stretch>
        </p:blipFill>
        <p:spPr>
          <a:xfrm>
            <a:off x="6942995" y="4952918"/>
            <a:ext cx="3670489" cy="1041454"/>
          </a:xfrm>
          <a:prstGeom prst="rect">
            <a:avLst/>
          </a:prstGeom>
        </p:spPr>
      </p:pic>
      <p:sp>
        <p:nvSpPr>
          <p:cNvPr id="13" name="TextBox 12">
            <a:extLst>
              <a:ext uri="{FF2B5EF4-FFF2-40B4-BE49-F238E27FC236}">
                <a16:creationId xmlns:a16="http://schemas.microsoft.com/office/drawing/2014/main" id="{6ECD79A7-0DFD-A6FA-D137-6EFD250216D8}"/>
              </a:ext>
            </a:extLst>
          </p:cNvPr>
          <p:cNvSpPr txBox="1"/>
          <p:nvPr/>
        </p:nvSpPr>
        <p:spPr>
          <a:xfrm>
            <a:off x="822960" y="1028834"/>
            <a:ext cx="9953085" cy="2123851"/>
          </a:xfrm>
          <a:prstGeom prst="rect">
            <a:avLst/>
          </a:prstGeom>
          <a:noFill/>
        </p:spPr>
        <p:txBody>
          <a:bodyPr wrap="square">
            <a:spAutoFit/>
          </a:bodyPr>
          <a:lstStyle/>
          <a:p>
            <a:pPr>
              <a:lnSpc>
                <a:spcPct val="150000"/>
              </a:lnSpc>
            </a:pPr>
            <a:r>
              <a:rPr lang="en-US" sz="1800" b="1" i="1" dirty="0">
                <a:latin typeface="Comic Sans MS" panose="030F0702030302020204" pitchFamily="66" charset="0"/>
              </a:rPr>
              <a:t>Step2:</a:t>
            </a:r>
          </a:p>
          <a:p>
            <a:pPr>
              <a:lnSpc>
                <a:spcPct val="150000"/>
              </a:lnSpc>
            </a:pPr>
            <a:r>
              <a:rPr lang="en-US" sz="1800" b="1" i="1" dirty="0">
                <a:latin typeface="Comic Sans MS" panose="030F0702030302020204" pitchFamily="66" charset="0"/>
              </a:rPr>
              <a:t>Initializing the elements using </a:t>
            </a:r>
            <a:r>
              <a:rPr lang="en-US" sz="1800" b="1" i="1" dirty="0" err="1">
                <a:latin typeface="Comic Sans MS" panose="030F0702030302020204" pitchFamily="66" charset="0"/>
              </a:rPr>
              <a:t>initElements</a:t>
            </a:r>
            <a:r>
              <a:rPr lang="en-US" sz="1800" b="1" i="1" dirty="0">
                <a:latin typeface="Comic Sans MS" panose="030F0702030302020204" pitchFamily="66" charset="0"/>
              </a:rPr>
              <a:t>() </a:t>
            </a:r>
            <a:r>
              <a:rPr lang="en-US" sz="1800" i="1" dirty="0">
                <a:latin typeface="Comic Sans MS" panose="030F0702030302020204" pitchFamily="66" charset="0"/>
              </a:rPr>
              <a:t>- This is a static method used to initialize the web elements that we locate using the </a:t>
            </a:r>
            <a:r>
              <a:rPr lang="en-US" sz="1800" b="1" i="1" dirty="0">
                <a:latin typeface="Comic Sans MS" panose="030F0702030302020204" pitchFamily="66" charset="0"/>
              </a:rPr>
              <a:t>@FindBy</a:t>
            </a:r>
            <a:r>
              <a:rPr lang="en-US" sz="1800" i="1" dirty="0">
                <a:latin typeface="Comic Sans MS" panose="030F0702030302020204" pitchFamily="66" charset="0"/>
              </a:rPr>
              <a:t> or other annotation(s), thereby instantiating the page class</a:t>
            </a:r>
            <a:r>
              <a:rPr lang="en-US" sz="1800" dirty="0">
                <a:latin typeface="Comic Sans MS" panose="030F0702030302020204" pitchFamily="66" charset="0"/>
              </a:rPr>
              <a:t>.</a:t>
            </a:r>
          </a:p>
          <a:p>
            <a:pPr marL="0" indent="0">
              <a:lnSpc>
                <a:spcPct val="150000"/>
              </a:lnSpc>
              <a:buNone/>
            </a:pPr>
            <a:r>
              <a:rPr lang="en-US" sz="1800" dirty="0">
                <a:latin typeface="Comic Sans MS" panose="030F0702030302020204" pitchFamily="66" charset="0"/>
              </a:rPr>
              <a:t>	</a:t>
            </a:r>
            <a:r>
              <a:rPr lang="en-IN" sz="1800" dirty="0" err="1">
                <a:solidFill>
                  <a:srgbClr val="000000"/>
                </a:solidFill>
                <a:effectLst/>
                <a:latin typeface="Comic Sans MS" panose="030F0702030302020204" pitchFamily="66" charset="0"/>
              </a:rPr>
              <a:t>PageFactory.</a:t>
            </a:r>
            <a:r>
              <a:rPr lang="en-IN" sz="1800" i="1" dirty="0" err="1">
                <a:solidFill>
                  <a:srgbClr val="000000"/>
                </a:solidFill>
                <a:effectLst/>
                <a:latin typeface="Comic Sans MS" panose="030F0702030302020204" pitchFamily="66" charset="0"/>
              </a:rPr>
              <a:t>initElements</a:t>
            </a:r>
            <a:r>
              <a:rPr lang="en-IN" sz="1800" dirty="0">
                <a:solidFill>
                  <a:srgbClr val="000000"/>
                </a:solidFill>
                <a:effectLst/>
                <a:latin typeface="Comic Sans MS" panose="030F0702030302020204" pitchFamily="66" charset="0"/>
              </a:rPr>
              <a:t>(</a:t>
            </a:r>
            <a:r>
              <a:rPr lang="en-IN" sz="1800" dirty="0">
                <a:solidFill>
                  <a:srgbClr val="6A3E3E"/>
                </a:solidFill>
                <a:effectLst/>
                <a:latin typeface="Comic Sans MS" panose="030F0702030302020204" pitchFamily="66" charset="0"/>
              </a:rPr>
              <a:t>driver</a:t>
            </a:r>
            <a:r>
              <a:rPr lang="en-IN" sz="1800" dirty="0">
                <a:solidFill>
                  <a:srgbClr val="000000"/>
                </a:solidFill>
                <a:effectLst/>
                <a:latin typeface="Comic Sans MS" panose="030F0702030302020204" pitchFamily="66" charset="0"/>
              </a:rPr>
              <a:t>, </a:t>
            </a:r>
            <a:r>
              <a:rPr lang="en-IN" sz="1800" b="1" dirty="0">
                <a:solidFill>
                  <a:srgbClr val="7F0055"/>
                </a:solidFill>
                <a:effectLst/>
                <a:latin typeface="Comic Sans MS" panose="030F0702030302020204" pitchFamily="66" charset="0"/>
              </a:rPr>
              <a:t>this</a:t>
            </a:r>
            <a:r>
              <a:rPr lang="en-IN" sz="1800" dirty="0">
                <a:solidFill>
                  <a:srgbClr val="000000"/>
                </a:solidFill>
                <a:effectLst/>
                <a:latin typeface="Comic Sans MS" panose="030F0702030302020204" pitchFamily="66" charset="0"/>
              </a:rPr>
              <a:t>);</a:t>
            </a:r>
          </a:p>
        </p:txBody>
      </p:sp>
    </p:spTree>
    <p:extLst>
      <p:ext uri="{BB962C8B-B14F-4D97-AF65-F5344CB8AC3E}">
        <p14:creationId xmlns:p14="http://schemas.microsoft.com/office/powerpoint/2010/main" val="3609040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FAADE-0129-2F7D-853D-1422304B17D4}"/>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7C7E891-4906-4EB7-002B-7380023DCE31}"/>
              </a:ext>
            </a:extLst>
          </p:cNvPr>
          <p:cNvSpPr>
            <a:spLocks noGrp="1"/>
          </p:cNvSpPr>
          <p:nvPr>
            <p:ph type="sldNum" sz="quarter" idx="12"/>
          </p:nvPr>
        </p:nvSpPr>
        <p:spPr/>
        <p:txBody>
          <a:bodyPr/>
          <a:lstStyle/>
          <a:p>
            <a:fld id="{38826FC0-333C-E549-9FA3-0EE43DF298A3}" type="slidenum">
              <a:rPr lang="en-US" smtClean="0"/>
              <a:pPr/>
              <a:t>7</a:t>
            </a:fld>
            <a:endParaRPr lang="en-US"/>
          </a:p>
        </p:txBody>
      </p:sp>
      <p:sp>
        <p:nvSpPr>
          <p:cNvPr id="4" name="Footer Placeholder 3">
            <a:extLst>
              <a:ext uri="{FF2B5EF4-FFF2-40B4-BE49-F238E27FC236}">
                <a16:creationId xmlns:a16="http://schemas.microsoft.com/office/drawing/2014/main" id="{E0443ADC-23AC-58F7-2250-5FF824E99A04}"/>
              </a:ext>
            </a:extLst>
          </p:cNvPr>
          <p:cNvSpPr>
            <a:spLocks noGrp="1"/>
          </p:cNvSpPr>
          <p:nvPr>
            <p:ph type="ftr" sz="quarter" idx="11"/>
          </p:nvPr>
        </p:nvSpPr>
        <p:spPr>
          <a:xfrm>
            <a:off x="1005839" y="6400800"/>
            <a:ext cx="1770311" cy="228600"/>
          </a:xfrm>
        </p:spPr>
        <p:txBody>
          <a:bodyPr/>
          <a:lstStyle/>
          <a:p>
            <a:r>
              <a:rPr lang="en-US"/>
              <a:t>© 2025–2027 Cognizant | Private</a:t>
            </a:r>
            <a:endParaRPr lang="en-US" dirty="0"/>
          </a:p>
        </p:txBody>
      </p:sp>
      <p:sp>
        <p:nvSpPr>
          <p:cNvPr id="2" name="Title 1">
            <a:extLst>
              <a:ext uri="{FF2B5EF4-FFF2-40B4-BE49-F238E27FC236}">
                <a16:creationId xmlns:a16="http://schemas.microsoft.com/office/drawing/2014/main" id="{E8D0795F-D2A6-7CD7-540F-79F454BB26EE}"/>
              </a:ext>
            </a:extLst>
          </p:cNvPr>
          <p:cNvSpPr>
            <a:spLocks noGrp="1"/>
          </p:cNvSpPr>
          <p:nvPr>
            <p:ph type="title"/>
          </p:nvPr>
        </p:nvSpPr>
        <p:spPr/>
        <p:txBody>
          <a:bodyPr/>
          <a:lstStyle/>
          <a:p>
            <a:r>
              <a:rPr lang="en-US" dirty="0"/>
              <a:t>PAGE FACTORY</a:t>
            </a:r>
          </a:p>
        </p:txBody>
      </p:sp>
      <p:sp>
        <p:nvSpPr>
          <p:cNvPr id="14" name="Rectangle 3">
            <a:extLst>
              <a:ext uri="{FF2B5EF4-FFF2-40B4-BE49-F238E27FC236}">
                <a16:creationId xmlns:a16="http://schemas.microsoft.com/office/drawing/2014/main" id="{28427B37-094C-A871-A731-D8F8A26ACFD4}"/>
              </a:ext>
            </a:extLst>
          </p:cNvPr>
          <p:cNvSpPr>
            <a:spLocks noChangeArrowheads="1"/>
          </p:cNvSpPr>
          <p:nvPr/>
        </p:nvSpPr>
        <p:spPr bwMode="auto">
          <a:xfrm>
            <a:off x="528320" y="1000500"/>
            <a:ext cx="10830560" cy="2954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IN" b="1" dirty="0">
                <a:latin typeface="Comic Sans MS" panose="030F0702030302020204" pitchFamily="66" charset="0"/>
              </a:rPr>
              <a:t>@CacheLookup</a:t>
            </a:r>
          </a:p>
          <a:p>
            <a:pPr marL="285750" lvl="0" indent="-285750" eaLnBrk="0" fontAlgn="base" hangingPunct="0">
              <a:lnSpc>
                <a:spcPct val="150000"/>
              </a:lnSpc>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Comic Sans MS" panose="030F0702030302020204" pitchFamily="66" charset="0"/>
              </a:rPr>
              <a:t>It’s an annotation in Selenium’s </a:t>
            </a:r>
            <a:r>
              <a:rPr kumimoji="0" lang="en-US" altLang="en-US" b="1" i="0" u="none" strike="noStrike" cap="none" normalizeH="0" baseline="0" dirty="0">
                <a:ln>
                  <a:noFill/>
                </a:ln>
                <a:solidFill>
                  <a:schemeClr val="tx1"/>
                </a:solidFill>
                <a:effectLst/>
                <a:latin typeface="Comic Sans MS" panose="030F0702030302020204" pitchFamily="66" charset="0"/>
              </a:rPr>
              <a:t>Page Factory</a:t>
            </a:r>
            <a:r>
              <a:rPr kumimoji="0" lang="en-US" altLang="en-US" b="0" i="0" u="none" strike="noStrike" cap="none" normalizeH="0" baseline="0" dirty="0">
                <a:ln>
                  <a:noFill/>
                </a:ln>
                <a:solidFill>
                  <a:schemeClr val="tx1"/>
                </a:solidFill>
                <a:effectLst/>
                <a:latin typeface="Comic Sans MS" panose="030F0702030302020204" pitchFamily="66" charset="0"/>
              </a:rPr>
              <a:t> that tells WebDriver to </a:t>
            </a:r>
            <a:r>
              <a:rPr kumimoji="0" lang="en-US" altLang="en-US" b="1" i="0" u="none" strike="noStrike" cap="none" normalizeH="0" baseline="0" dirty="0">
                <a:ln>
                  <a:noFill/>
                </a:ln>
                <a:solidFill>
                  <a:schemeClr val="tx1"/>
                </a:solidFill>
                <a:effectLst/>
                <a:latin typeface="Comic Sans MS" panose="030F0702030302020204" pitchFamily="66" charset="0"/>
              </a:rPr>
              <a:t>cache the </a:t>
            </a:r>
            <a:r>
              <a:rPr kumimoji="0" lang="en-US" altLang="en-US" b="1" i="0" u="none" strike="noStrike" cap="none" normalizeH="0" baseline="0" dirty="0" err="1">
                <a:ln>
                  <a:noFill/>
                </a:ln>
                <a:solidFill>
                  <a:schemeClr val="tx1"/>
                </a:solidFill>
                <a:effectLst/>
                <a:latin typeface="Comic Sans MS" panose="030F0702030302020204" pitchFamily="66" charset="0"/>
              </a:rPr>
              <a:t>WebElement</a:t>
            </a:r>
            <a:r>
              <a:rPr kumimoji="0" lang="en-US" altLang="en-US" b="1" i="0" u="none" strike="noStrike" cap="none" normalizeH="0" baseline="0" dirty="0">
                <a:ln>
                  <a:noFill/>
                </a:ln>
                <a:solidFill>
                  <a:schemeClr val="tx1"/>
                </a:solidFill>
                <a:effectLst/>
                <a:latin typeface="Comic Sans MS" panose="030F0702030302020204" pitchFamily="66" charset="0"/>
              </a:rPr>
              <a:t> once it’s located</a:t>
            </a:r>
            <a:r>
              <a:rPr kumimoji="0" lang="en-US" altLang="en-US" b="0" i="0" u="none" strike="noStrike" cap="none" normalizeH="0" baseline="0" dirty="0">
                <a:ln>
                  <a:noFill/>
                </a:ln>
                <a:solidFill>
                  <a:schemeClr val="tx1"/>
                </a:solidFill>
                <a:effectLst/>
                <a:latin typeface="Comic Sans MS" panose="030F0702030302020204" pitchFamily="66" charset="0"/>
              </a:rPr>
              <a:t>.</a:t>
            </a:r>
          </a:p>
          <a:p>
            <a:pPr marL="285750" lvl="0" indent="-285750" eaLnBrk="0" fontAlgn="base" hangingPunct="0">
              <a:lnSpc>
                <a:spcPct val="150000"/>
              </a:lnSpc>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Comic Sans MS" panose="030F0702030302020204" pitchFamily="66" charset="0"/>
              </a:rPr>
              <a:t>Normally, every time you call </a:t>
            </a:r>
            <a:r>
              <a:rPr kumimoji="0" lang="en-US" altLang="en-US" b="0" i="0" u="none" strike="noStrike" cap="none" normalizeH="0" baseline="0" dirty="0" err="1">
                <a:ln>
                  <a:noFill/>
                </a:ln>
                <a:solidFill>
                  <a:schemeClr val="tx1"/>
                </a:solidFill>
                <a:effectLst/>
                <a:latin typeface="Comic Sans MS" panose="030F0702030302020204" pitchFamily="66" charset="0"/>
              </a:rPr>
              <a:t>element.click</a:t>
            </a:r>
            <a:r>
              <a:rPr kumimoji="0" lang="en-US" altLang="en-US" b="0" i="0" u="none" strike="noStrike" cap="none" normalizeH="0" baseline="0" dirty="0">
                <a:ln>
                  <a:noFill/>
                </a:ln>
                <a:solidFill>
                  <a:schemeClr val="tx1"/>
                </a:solidFill>
                <a:effectLst/>
                <a:latin typeface="Comic Sans MS" panose="030F0702030302020204" pitchFamily="66" charset="0"/>
              </a:rPr>
              <a:t>() or </a:t>
            </a:r>
            <a:r>
              <a:rPr kumimoji="0" lang="en-US" altLang="en-US" b="0" i="0" u="none" strike="noStrike" cap="none" normalizeH="0" baseline="0" dirty="0" err="1">
                <a:ln>
                  <a:noFill/>
                </a:ln>
                <a:solidFill>
                  <a:schemeClr val="tx1"/>
                </a:solidFill>
                <a:effectLst/>
                <a:latin typeface="Comic Sans MS" panose="030F0702030302020204" pitchFamily="66" charset="0"/>
              </a:rPr>
              <a:t>element.sendKeys</a:t>
            </a:r>
            <a:r>
              <a:rPr kumimoji="0" lang="en-US" altLang="en-US" b="0" i="0" u="none" strike="noStrike" cap="none" normalizeH="0" baseline="0" dirty="0">
                <a:ln>
                  <a:noFill/>
                </a:ln>
                <a:solidFill>
                  <a:schemeClr val="tx1"/>
                </a:solidFill>
                <a:effectLst/>
                <a:latin typeface="Comic Sans MS" panose="030F0702030302020204" pitchFamily="66" charset="0"/>
              </a:rPr>
              <a:t>(), Selenium re-finds the element in the DOM.</a:t>
            </a:r>
          </a:p>
          <a:p>
            <a:pPr marL="285750" lvl="0" indent="-285750" eaLnBrk="0" fontAlgn="base" hangingPunct="0">
              <a:lnSpc>
                <a:spcPct val="150000"/>
              </a:lnSpc>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Comic Sans MS" panose="030F0702030302020204" pitchFamily="66" charset="0"/>
              </a:rPr>
              <a:t>With @CacheLookup, Selenium stores the element in memory after the first lookup, so subsequent calls don’t search the DOM again.</a:t>
            </a:r>
          </a:p>
        </p:txBody>
      </p:sp>
      <p:pic>
        <p:nvPicPr>
          <p:cNvPr id="16" name="Picture 15" descr="A computer screen with white text&#10;&#10;AI-generated content may be incorrect.">
            <a:extLst>
              <a:ext uri="{FF2B5EF4-FFF2-40B4-BE49-F238E27FC236}">
                <a16:creationId xmlns:a16="http://schemas.microsoft.com/office/drawing/2014/main" id="{6627BE95-0571-AA69-6847-71C952BF5C29}"/>
              </a:ext>
            </a:extLst>
          </p:cNvPr>
          <p:cNvPicPr>
            <a:picLocks noChangeAspect="1"/>
          </p:cNvPicPr>
          <p:nvPr/>
        </p:nvPicPr>
        <p:blipFill>
          <a:blip r:embed="rId3"/>
          <a:stretch>
            <a:fillRect/>
          </a:stretch>
        </p:blipFill>
        <p:spPr>
          <a:xfrm>
            <a:off x="6351141" y="3728720"/>
            <a:ext cx="4093339" cy="2363805"/>
          </a:xfrm>
          <a:prstGeom prst="rect">
            <a:avLst/>
          </a:prstGeom>
        </p:spPr>
      </p:pic>
    </p:spTree>
    <p:extLst>
      <p:ext uri="{BB962C8B-B14F-4D97-AF65-F5344CB8AC3E}">
        <p14:creationId xmlns:p14="http://schemas.microsoft.com/office/powerpoint/2010/main" val="37886345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3B9D9-FDC1-B84A-5BDA-7B79399014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3010CF-2A7D-F342-9831-74DB7C073019}"/>
              </a:ext>
            </a:extLst>
          </p:cNvPr>
          <p:cNvSpPr>
            <a:spLocks noGrp="1"/>
          </p:cNvSpPr>
          <p:nvPr>
            <p:ph type="title"/>
          </p:nvPr>
        </p:nvSpPr>
        <p:spPr/>
        <p:txBody>
          <a:bodyPr/>
          <a:lstStyle/>
          <a:p>
            <a:r>
              <a:rPr lang="en-IN" dirty="0"/>
              <a:t>Extent Reporting</a:t>
            </a:r>
          </a:p>
        </p:txBody>
      </p:sp>
      <p:sp>
        <p:nvSpPr>
          <p:cNvPr id="4" name="Footer Placeholder 3">
            <a:extLst>
              <a:ext uri="{FF2B5EF4-FFF2-40B4-BE49-F238E27FC236}">
                <a16:creationId xmlns:a16="http://schemas.microsoft.com/office/drawing/2014/main" id="{3DA9C458-B5DE-EB0A-EB97-F2DA0ABC6901}"/>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7E876BC0-03ED-1814-8553-3A42F5009437}"/>
              </a:ext>
            </a:extLst>
          </p:cNvPr>
          <p:cNvSpPr>
            <a:spLocks noGrp="1"/>
          </p:cNvSpPr>
          <p:nvPr>
            <p:ph type="sldNum" sz="quarter" idx="12"/>
          </p:nvPr>
        </p:nvSpPr>
        <p:spPr/>
        <p:txBody>
          <a:bodyPr/>
          <a:lstStyle/>
          <a:p>
            <a:fld id="{38826FC0-333C-E549-9FA3-0EE43DF298A3}" type="slidenum">
              <a:rPr lang="en-US" smtClean="0"/>
              <a:pPr/>
              <a:t>8</a:t>
            </a:fld>
            <a:endParaRPr lang="en-US" dirty="0"/>
          </a:p>
        </p:txBody>
      </p:sp>
      <p:sp>
        <p:nvSpPr>
          <p:cNvPr id="6" name="TextBox 5">
            <a:extLst>
              <a:ext uri="{FF2B5EF4-FFF2-40B4-BE49-F238E27FC236}">
                <a16:creationId xmlns:a16="http://schemas.microsoft.com/office/drawing/2014/main" id="{DAAFD1F0-A909-740D-93D6-F0FC94893B1A}"/>
              </a:ext>
            </a:extLst>
          </p:cNvPr>
          <p:cNvSpPr txBox="1"/>
          <p:nvPr/>
        </p:nvSpPr>
        <p:spPr>
          <a:xfrm>
            <a:off x="365760" y="908732"/>
            <a:ext cx="11369040" cy="1077218"/>
          </a:xfrm>
          <a:prstGeom prst="rect">
            <a:avLst/>
          </a:prstGeom>
          <a:noFill/>
        </p:spPr>
        <p:txBody>
          <a:bodyPr wrap="square">
            <a:spAutoFit/>
          </a:bodyPr>
          <a:lstStyle/>
          <a:p>
            <a:r>
              <a:rPr lang="en-US" sz="1600" dirty="0">
                <a:latin typeface="Comic Sans MS" panose="030F0702030302020204" pitchFamily="66" charset="0"/>
              </a:rPr>
              <a:t>Extent Reports is a popular open-source library used with Selenium to generate detailed, interactive, and customizable HTML reports for test automation results</a:t>
            </a:r>
            <a:r>
              <a:rPr lang="en-US" sz="1600" b="0" i="0" dirty="0">
                <a:effectLst/>
                <a:latin typeface="Comic Sans MS" panose="030F0702030302020204" pitchFamily="66" charset="0"/>
              </a:rPr>
              <a:t>. While native testing frameworks like TestNG and JUnit provide basic reports, Extent Reports offer a superior, visually appealing, and detailed summary that is easier for all stakeholders to understand.</a:t>
            </a:r>
            <a:endParaRPr lang="en-IN" sz="1600" dirty="0">
              <a:latin typeface="Comic Sans MS" panose="030F0702030302020204" pitchFamily="66" charset="0"/>
            </a:endParaRPr>
          </a:p>
        </p:txBody>
      </p:sp>
      <p:sp>
        <p:nvSpPr>
          <p:cNvPr id="12" name="TextBox 11">
            <a:extLst>
              <a:ext uri="{FF2B5EF4-FFF2-40B4-BE49-F238E27FC236}">
                <a16:creationId xmlns:a16="http://schemas.microsoft.com/office/drawing/2014/main" id="{55839DF9-FC03-66C7-342C-A39CA10A037F}"/>
              </a:ext>
            </a:extLst>
          </p:cNvPr>
          <p:cNvSpPr txBox="1"/>
          <p:nvPr/>
        </p:nvSpPr>
        <p:spPr>
          <a:xfrm>
            <a:off x="365760" y="2105084"/>
            <a:ext cx="11369040" cy="4524315"/>
          </a:xfrm>
          <a:prstGeom prst="rect">
            <a:avLst/>
          </a:prstGeom>
          <a:noFill/>
        </p:spPr>
        <p:txBody>
          <a:bodyPr wrap="square">
            <a:spAutoFit/>
          </a:bodyPr>
          <a:lstStyle/>
          <a:p>
            <a:r>
              <a:rPr lang="en-IN" sz="1600" b="1" dirty="0">
                <a:latin typeface="Comic Sans MS" panose="030F0702030302020204" pitchFamily="66" charset="0"/>
              </a:rPr>
              <a:t>Key features</a:t>
            </a:r>
          </a:p>
          <a:p>
            <a:endParaRPr lang="en-IN" sz="1600" b="1" dirty="0">
              <a:latin typeface="Comic Sans MS" panose="030F0702030302020204" pitchFamily="66" charset="0"/>
            </a:endParaRPr>
          </a:p>
          <a:p>
            <a:r>
              <a:rPr lang="en-IN" sz="1600" b="1" dirty="0">
                <a:latin typeface="Comic Sans MS" panose="030F0702030302020204" pitchFamily="66" charset="0"/>
              </a:rPr>
              <a:t>Rich dashboard: </a:t>
            </a:r>
            <a:r>
              <a:rPr lang="en-IN" sz="1600" dirty="0">
                <a:latin typeface="Comic Sans MS" panose="030F0702030302020204" pitchFamily="66" charset="0"/>
              </a:rPr>
              <a:t>Provides a comprehensive overview of test execution, including pie charts showing the pass/fail/skip percentages.</a:t>
            </a:r>
          </a:p>
          <a:p>
            <a:endParaRPr lang="en-IN" sz="1600" dirty="0">
              <a:latin typeface="Comic Sans MS" panose="030F0702030302020204" pitchFamily="66" charset="0"/>
            </a:endParaRPr>
          </a:p>
          <a:p>
            <a:r>
              <a:rPr lang="en-IN" sz="1600" b="1" dirty="0">
                <a:latin typeface="Comic Sans MS" panose="030F0702030302020204" pitchFamily="66" charset="0"/>
              </a:rPr>
              <a:t>Detailed test steps: </a:t>
            </a:r>
            <a:r>
              <a:rPr lang="en-IN" sz="1600" dirty="0">
                <a:latin typeface="Comic Sans MS" panose="030F0702030302020204" pitchFamily="66" charset="0"/>
              </a:rPr>
              <a:t>Logs each step of a test case with a clear status (Pass, Fail, Skip, Info).</a:t>
            </a:r>
          </a:p>
          <a:p>
            <a:endParaRPr lang="en-IN" sz="1600" dirty="0">
              <a:latin typeface="Comic Sans MS" panose="030F0702030302020204" pitchFamily="66" charset="0"/>
            </a:endParaRPr>
          </a:p>
          <a:p>
            <a:r>
              <a:rPr lang="en-IN" sz="1600" b="1" dirty="0">
                <a:latin typeface="Comic Sans MS" panose="030F0702030302020204" pitchFamily="66" charset="0"/>
              </a:rPr>
              <a:t>Screenshot support: </a:t>
            </a:r>
            <a:r>
              <a:rPr lang="en-IN" sz="1600" dirty="0">
                <a:latin typeface="Comic Sans MS" panose="030F0702030302020204" pitchFamily="66" charset="0"/>
              </a:rPr>
              <a:t>Allows the capture and embedding of screenshots, particularly useful for failed test cases to aid in debugging.</a:t>
            </a:r>
          </a:p>
          <a:p>
            <a:endParaRPr lang="en-IN" sz="1600" b="1" dirty="0">
              <a:latin typeface="Comic Sans MS" panose="030F0702030302020204" pitchFamily="66" charset="0"/>
            </a:endParaRPr>
          </a:p>
          <a:p>
            <a:r>
              <a:rPr lang="en-IN" sz="1600" b="1" dirty="0">
                <a:latin typeface="Comic Sans MS" panose="030F0702030302020204" pitchFamily="66" charset="0"/>
              </a:rPr>
              <a:t>Customization: </a:t>
            </a:r>
            <a:r>
              <a:rPr lang="en-IN" sz="1600" dirty="0">
                <a:latin typeface="Comic Sans MS" panose="030F0702030302020204" pitchFamily="66" charset="0"/>
              </a:rPr>
              <a:t>Offers extensive options to customize the report's theme (light/dark), layout, title, and other details.</a:t>
            </a:r>
          </a:p>
          <a:p>
            <a:endParaRPr lang="en-IN" sz="1600" dirty="0">
              <a:latin typeface="Comic Sans MS" panose="030F0702030302020204" pitchFamily="66" charset="0"/>
            </a:endParaRPr>
          </a:p>
          <a:p>
            <a:r>
              <a:rPr lang="en-IN" sz="1600" b="1" dirty="0">
                <a:latin typeface="Comic Sans MS" panose="030F0702030302020204" pitchFamily="66" charset="0"/>
              </a:rPr>
              <a:t>Categorization: </a:t>
            </a:r>
            <a:r>
              <a:rPr lang="en-IN" sz="1600" dirty="0">
                <a:latin typeface="Comic Sans MS" panose="030F0702030302020204" pitchFamily="66" charset="0"/>
              </a:rPr>
              <a:t>Tags and organizes tests into categories (e.g., 'Regression', 'Smoke') for easier filtering and analysis.</a:t>
            </a:r>
          </a:p>
          <a:p>
            <a:endParaRPr lang="en-IN" sz="1600" dirty="0">
              <a:latin typeface="Comic Sans MS" panose="030F0702030302020204" pitchFamily="66" charset="0"/>
            </a:endParaRPr>
          </a:p>
          <a:p>
            <a:r>
              <a:rPr lang="en-IN" sz="1600" b="1" dirty="0">
                <a:latin typeface="Comic Sans MS" panose="030F0702030302020204" pitchFamily="66" charset="0"/>
              </a:rPr>
              <a:t>Integration: </a:t>
            </a:r>
            <a:r>
              <a:rPr lang="en-IN" sz="1600" dirty="0">
                <a:latin typeface="Comic Sans MS" panose="030F0702030302020204" pitchFamily="66" charset="0"/>
              </a:rPr>
              <a:t>Integrates seamlessly with popular testing frameworks like TestNG and JUnit, and with Continuous Integration (CI/CD) tools like Jenkins. </a:t>
            </a:r>
          </a:p>
        </p:txBody>
      </p:sp>
    </p:spTree>
    <p:extLst>
      <p:ext uri="{BB962C8B-B14F-4D97-AF65-F5344CB8AC3E}">
        <p14:creationId xmlns:p14="http://schemas.microsoft.com/office/powerpoint/2010/main" val="7447281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8F8C6-9DCA-805F-124E-3DBB247CA0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7D474B-F277-7CB7-479A-10C3C9FDC8FD}"/>
              </a:ext>
            </a:extLst>
          </p:cNvPr>
          <p:cNvSpPr>
            <a:spLocks noGrp="1"/>
          </p:cNvSpPr>
          <p:nvPr>
            <p:ph type="title"/>
          </p:nvPr>
        </p:nvSpPr>
        <p:spPr/>
        <p:txBody>
          <a:bodyPr/>
          <a:lstStyle/>
          <a:p>
            <a:r>
              <a:rPr lang="en-IN" dirty="0"/>
              <a:t>Extent Reporting</a:t>
            </a:r>
          </a:p>
        </p:txBody>
      </p:sp>
      <p:sp>
        <p:nvSpPr>
          <p:cNvPr id="4" name="Footer Placeholder 3">
            <a:extLst>
              <a:ext uri="{FF2B5EF4-FFF2-40B4-BE49-F238E27FC236}">
                <a16:creationId xmlns:a16="http://schemas.microsoft.com/office/drawing/2014/main" id="{378DCC51-F053-EAE8-26D0-F6C09866AF3E}"/>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3E99272B-E62A-7DBA-2524-10CBBD886E68}"/>
              </a:ext>
            </a:extLst>
          </p:cNvPr>
          <p:cNvSpPr>
            <a:spLocks noGrp="1"/>
          </p:cNvSpPr>
          <p:nvPr>
            <p:ph type="sldNum" sz="quarter" idx="12"/>
          </p:nvPr>
        </p:nvSpPr>
        <p:spPr/>
        <p:txBody>
          <a:bodyPr/>
          <a:lstStyle/>
          <a:p>
            <a:fld id="{38826FC0-333C-E549-9FA3-0EE43DF298A3}" type="slidenum">
              <a:rPr lang="en-US" smtClean="0"/>
              <a:pPr/>
              <a:t>9</a:t>
            </a:fld>
            <a:endParaRPr lang="en-US" dirty="0"/>
          </a:p>
        </p:txBody>
      </p:sp>
      <p:sp>
        <p:nvSpPr>
          <p:cNvPr id="15" name="TextBox 14">
            <a:extLst>
              <a:ext uri="{FF2B5EF4-FFF2-40B4-BE49-F238E27FC236}">
                <a16:creationId xmlns:a16="http://schemas.microsoft.com/office/drawing/2014/main" id="{C7B2A2E1-70AA-A46E-88FD-944CE3B3D9E1}"/>
              </a:ext>
            </a:extLst>
          </p:cNvPr>
          <p:cNvSpPr txBox="1"/>
          <p:nvPr/>
        </p:nvSpPr>
        <p:spPr>
          <a:xfrm>
            <a:off x="457200" y="1182231"/>
            <a:ext cx="11663680" cy="4114140"/>
          </a:xfrm>
          <a:prstGeom prst="rect">
            <a:avLst/>
          </a:prstGeom>
          <a:noFill/>
        </p:spPr>
        <p:txBody>
          <a:bodyPr wrap="square">
            <a:spAutoFit/>
          </a:bodyPr>
          <a:lstStyle/>
          <a:p>
            <a:pPr>
              <a:lnSpc>
                <a:spcPct val="150000"/>
              </a:lnSpc>
            </a:pPr>
            <a:r>
              <a:rPr lang="en-IN" sz="1600" b="1" dirty="0">
                <a:latin typeface="Comic Sans MS" panose="030F0702030302020204" pitchFamily="66" charset="0"/>
              </a:rPr>
              <a:t>Core classes for generating reports</a:t>
            </a:r>
          </a:p>
          <a:p>
            <a:pPr>
              <a:lnSpc>
                <a:spcPct val="150000"/>
              </a:lnSpc>
            </a:pPr>
            <a:endParaRPr lang="en-IN" sz="1600" b="1" dirty="0">
              <a:latin typeface="Comic Sans MS" panose="030F0702030302020204" pitchFamily="66" charset="0"/>
            </a:endParaRPr>
          </a:p>
          <a:p>
            <a:pPr>
              <a:lnSpc>
                <a:spcPct val="150000"/>
              </a:lnSpc>
            </a:pPr>
            <a:r>
              <a:rPr lang="en-IN" sz="1600" dirty="0">
                <a:latin typeface="Comic Sans MS" panose="030F0702030302020204" pitchFamily="66" charset="0"/>
              </a:rPr>
              <a:t>To generate an Extent Report in a Selenium-based project (commonly using Java), you interact with the following key classes:</a:t>
            </a:r>
          </a:p>
          <a:p>
            <a:pPr>
              <a:lnSpc>
                <a:spcPct val="150000"/>
              </a:lnSpc>
            </a:pPr>
            <a:r>
              <a:rPr lang="en-IN" sz="1600" dirty="0">
                <a:latin typeface="Comic Sans MS" panose="030F0702030302020204" pitchFamily="66" charset="0"/>
              </a:rPr>
              <a:t> </a:t>
            </a:r>
          </a:p>
          <a:p>
            <a:pPr>
              <a:lnSpc>
                <a:spcPct val="150000"/>
              </a:lnSpc>
            </a:pPr>
            <a:r>
              <a:rPr lang="en-IN" sz="1600" b="1" dirty="0" err="1">
                <a:latin typeface="Comic Sans MS" panose="030F0702030302020204" pitchFamily="66" charset="0"/>
              </a:rPr>
              <a:t>ExtentSparkReporter</a:t>
            </a:r>
            <a:r>
              <a:rPr lang="en-IN" sz="1600" b="1" dirty="0">
                <a:latin typeface="Comic Sans MS" panose="030F0702030302020204" pitchFamily="66" charset="0"/>
              </a:rPr>
              <a:t>: </a:t>
            </a:r>
            <a:r>
              <a:rPr lang="en-IN" sz="1600" dirty="0">
                <a:latin typeface="Comic Sans MS" panose="030F0702030302020204" pitchFamily="66" charset="0"/>
              </a:rPr>
              <a:t>This class creates and configures the HTML report file. You specify the output file path and can apply custom configurations like the report title and theme.</a:t>
            </a:r>
          </a:p>
          <a:p>
            <a:pPr>
              <a:lnSpc>
                <a:spcPct val="150000"/>
              </a:lnSpc>
            </a:pPr>
            <a:r>
              <a:rPr lang="en-IN" sz="1600" b="1" dirty="0" err="1">
                <a:latin typeface="Comic Sans MS" panose="030F0702030302020204" pitchFamily="66" charset="0"/>
              </a:rPr>
              <a:t>ExtentReports</a:t>
            </a:r>
            <a:r>
              <a:rPr lang="en-IN" sz="1600" b="1" dirty="0">
                <a:latin typeface="Comic Sans MS" panose="030F0702030302020204" pitchFamily="66" charset="0"/>
              </a:rPr>
              <a:t>: </a:t>
            </a:r>
            <a:r>
              <a:rPr lang="en-IN" sz="1600" dirty="0">
                <a:latin typeface="Comic Sans MS" panose="030F0702030302020204" pitchFamily="66" charset="0"/>
              </a:rPr>
              <a:t>This is the main class for managing the report. You attach the </a:t>
            </a:r>
            <a:r>
              <a:rPr lang="en-IN" sz="1600" dirty="0" err="1">
                <a:latin typeface="Comic Sans MS" panose="030F0702030302020204" pitchFamily="66" charset="0"/>
              </a:rPr>
              <a:t>ExtentSparkReporter</a:t>
            </a:r>
            <a:r>
              <a:rPr lang="en-IN" sz="1600" dirty="0">
                <a:latin typeface="Comic Sans MS" panose="030F0702030302020204" pitchFamily="66" charset="0"/>
              </a:rPr>
              <a:t> to this class and use it to create new test entries.</a:t>
            </a:r>
          </a:p>
          <a:p>
            <a:pPr>
              <a:lnSpc>
                <a:spcPct val="150000"/>
              </a:lnSpc>
            </a:pPr>
            <a:r>
              <a:rPr lang="en-IN" sz="1600" b="1" dirty="0" err="1">
                <a:latin typeface="Comic Sans MS" panose="030F0702030302020204" pitchFamily="66" charset="0"/>
              </a:rPr>
              <a:t>ExtentTest</a:t>
            </a:r>
            <a:r>
              <a:rPr lang="en-IN" sz="1600" b="1" dirty="0">
                <a:latin typeface="Comic Sans MS" panose="030F0702030302020204" pitchFamily="66" charset="0"/>
              </a:rPr>
              <a:t>: </a:t>
            </a:r>
            <a:r>
              <a:rPr lang="en-IN" sz="1600" dirty="0">
                <a:latin typeface="Comic Sans MS" panose="030F0702030302020204" pitchFamily="66" charset="0"/>
              </a:rPr>
              <a:t>This class represents a test case. You create an </a:t>
            </a:r>
            <a:r>
              <a:rPr lang="en-IN" sz="1600" dirty="0" err="1">
                <a:latin typeface="Comic Sans MS" panose="030F0702030302020204" pitchFamily="66" charset="0"/>
              </a:rPr>
              <a:t>ExtentTest</a:t>
            </a:r>
            <a:r>
              <a:rPr lang="en-IN" sz="1600" dirty="0">
                <a:latin typeface="Comic Sans MS" panose="030F0702030302020204" pitchFamily="66" charset="0"/>
              </a:rPr>
              <a:t> instance for each test method and use it to log events, status, and information throughout the test execution</a:t>
            </a:r>
          </a:p>
        </p:txBody>
      </p:sp>
    </p:spTree>
    <p:extLst>
      <p:ext uri="{BB962C8B-B14F-4D97-AF65-F5344CB8AC3E}">
        <p14:creationId xmlns:p14="http://schemas.microsoft.com/office/powerpoint/2010/main" val="37212131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Cognizant_2024">
  <a:themeElements>
    <a:clrScheme name="Cognizant v2">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lnSpc>
            <a:spcPct val="110000"/>
          </a:lnSpc>
          <a:spcBef>
            <a:spcPts val="600"/>
          </a:spcBef>
          <a:spcAft>
            <a:spcPts val="0"/>
          </a:spcAft>
          <a:defRPr dirty="0" err="1" smtClean="0"/>
        </a:defPPr>
      </a:lstStyle>
    </a:tx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Presentation5" id="{F5F4F051-22F0-4442-9496-654FF8745D7A}" vid="{AB62C236-C77B-4F69-B63E-3F34518FC0F1}"/>
    </a:ext>
  </a:extLst>
</a:theme>
</file>

<file path=ppt/theme/theme2.xml><?xml version="1.0" encoding="utf-8"?>
<a:theme xmlns:a="http://schemas.openxmlformats.org/drawingml/2006/main" name="Office Theme">
  <a:themeElements>
    <a:clrScheme name="Cognizant_2024">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Cognizant_2024">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0AD2383-F69B-DD48-B17A-5BA153F117E0}">
  <we:reference id="1f4df590-35fc-4b16-a239-39709f9d8a74" version="1.0.0.1" store="EXCatalog" storeType="EXCatalog"/>
  <we:alternateReferences>
    <we:reference id="WA104381063" version="1.0.0.1"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0056E6A9C08B24892CD7916A83F37D3" ma:contentTypeVersion="4" ma:contentTypeDescription="Create a new document." ma:contentTypeScope="" ma:versionID="b391c45433ff8120f110024922065263">
  <xsd:schema xmlns:xsd="http://www.w3.org/2001/XMLSchema" xmlns:xs="http://www.w3.org/2001/XMLSchema" xmlns:p="http://schemas.microsoft.com/office/2006/metadata/properties" xmlns:ns2="85aa0b7b-c2ff-4619-b015-c2745a4ebbba" targetNamespace="http://schemas.microsoft.com/office/2006/metadata/properties" ma:root="true" ma:fieldsID="24df3229156fdbad0d5539e05a71b6a6" ns2:_="">
    <xsd:import namespace="85aa0b7b-c2ff-4619-b015-c2745a4ebbb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5aa0b7b-c2ff-4619-b015-c2745a4ebbb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A4B404F-09F1-40CA-84E2-FD9F4E5EB219}">
  <ds:schemaRefs>
    <ds:schemaRef ds:uri="http://schemas.microsoft.com/office/2006/metadata/properties"/>
    <ds:schemaRef ds:uri="http://schemas.microsoft.com/office/infopath/2007/PartnerControls"/>
    <ds:schemaRef ds:uri="2f5cf1d1-81f3-4f99-b146-10f5cb39d018"/>
    <ds:schemaRef ds:uri="3c35e321-f73a-4dae-ae38-a0459de24735"/>
  </ds:schemaRefs>
</ds:datastoreItem>
</file>

<file path=customXml/itemProps2.xml><?xml version="1.0" encoding="utf-8"?>
<ds:datastoreItem xmlns:ds="http://schemas.openxmlformats.org/officeDocument/2006/customXml" ds:itemID="{33B7C277-7563-48D9-B200-95B00BA2069F}">
  <ds:schemaRefs>
    <ds:schemaRef ds:uri="http://schemas.microsoft.com/sharepoint/v3/contenttype/forms"/>
  </ds:schemaRefs>
</ds:datastoreItem>
</file>

<file path=customXml/itemProps3.xml><?xml version="1.0" encoding="utf-8"?>
<ds:datastoreItem xmlns:ds="http://schemas.openxmlformats.org/officeDocument/2006/customXml" ds:itemID="{08EFB4C7-205D-4E6A-886B-BBFFE9BD0BF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5aa0b7b-c2ff-4619-b015-c2745a4ebbb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Cog_PPT_potx_Template_2025-2027</Template>
  <TotalTime>365</TotalTime>
  <Words>1183</Words>
  <Application>Microsoft Office PowerPoint</Application>
  <PresentationFormat>Widescreen</PresentationFormat>
  <Paragraphs>122</Paragraphs>
  <Slides>9</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Comic Sans MS</vt:lpstr>
      <vt:lpstr>Cognizant_2024</vt:lpstr>
      <vt:lpstr>POM</vt:lpstr>
      <vt:lpstr>POM</vt:lpstr>
      <vt:lpstr>POM</vt:lpstr>
      <vt:lpstr>Advantages of POM</vt:lpstr>
      <vt:lpstr>PAGE FACTORY</vt:lpstr>
      <vt:lpstr>PAGE FACTORY</vt:lpstr>
      <vt:lpstr>PAGE FACTORY</vt:lpstr>
      <vt:lpstr>Extent Reporting</vt:lpstr>
      <vt:lpstr>Extent Reporting</vt:lpstr>
    </vt:vector>
  </TitlesOfParts>
  <Manager/>
  <Company>Cognizant</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Mohan, Poornima Swarna (Cognizant)</dc:creator>
  <cp:keywords/>
  <dc:description/>
  <cp:lastModifiedBy>Mohan, Poornima Swarna (Cognizant)</cp:lastModifiedBy>
  <cp:revision>1</cp:revision>
  <dcterms:created xsi:type="dcterms:W3CDTF">2025-09-17T08:32:50Z</dcterms:created>
  <dcterms:modified xsi:type="dcterms:W3CDTF">2026-01-08T10:42:11Z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0x01010030056E6A9C08B24892CD7916A83F37D3</vt:lpwstr>
  </property>
  <property fmtid="{D5CDD505-2E9C-101B-9397-08002B2CF9AE}" pid="3" name="MediaServiceImageTags">
    <vt:lpwstr/>
  </property>
  <property fmtid="{D5CDD505-2E9C-101B-9397-08002B2CF9AE}" pid="4" name="Geography">
    <vt:lpwstr/>
  </property>
  <property fmtid="{D5CDD505-2E9C-101B-9397-08002B2CF9AE}" pid="5" name="Business">
    <vt:lpwstr/>
  </property>
  <property fmtid="{D5CDD505-2E9C-101B-9397-08002B2CF9AE}" pid="6" name="Topics">
    <vt:lpwstr/>
  </property>
</Properties>
</file>