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25"/>
  </p:notesMasterIdLst>
  <p:handoutMasterIdLst>
    <p:handoutMasterId r:id="rId26"/>
  </p:handoutMasterIdLst>
  <p:sldIdLst>
    <p:sldId id="2147479184" r:id="rId5"/>
    <p:sldId id="2147479193" r:id="rId6"/>
    <p:sldId id="2147479207" r:id="rId7"/>
    <p:sldId id="2147479208" r:id="rId8"/>
    <p:sldId id="2147479206" r:id="rId9"/>
    <p:sldId id="2147479209" r:id="rId10"/>
    <p:sldId id="2147479194" r:id="rId11"/>
    <p:sldId id="2147479195" r:id="rId12"/>
    <p:sldId id="2147479196" r:id="rId13"/>
    <p:sldId id="2147479197" r:id="rId14"/>
    <p:sldId id="2147479210" r:id="rId15"/>
    <p:sldId id="2147479198" r:id="rId16"/>
    <p:sldId id="2147479211" r:id="rId17"/>
    <p:sldId id="2147479199" r:id="rId18"/>
    <p:sldId id="2147479205" r:id="rId19"/>
    <p:sldId id="2147479200" r:id="rId20"/>
    <p:sldId id="2147479201" r:id="rId21"/>
    <p:sldId id="2147479202" r:id="rId22"/>
    <p:sldId id="2147479203" r:id="rId23"/>
    <p:sldId id="21474792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0323D2-20C2-935E-7C5D-38DB19D2DC79}" v="1" dt="2026-02-11T12:01:55.022"/>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ima Bindu, Pathivada (Cognizant)" userId="S::2457802@cognizant.com::c94753b1-3f71-45be-8d75-5c55fe39eb9b" providerId="AD" clId="Web-{714D2A50-8CF8-9478-8356-5B970B67D8BC}"/>
    <pc:docChg chg="modSld">
      <pc:chgData name="Hima Bindu, Pathivada (Cognizant)" userId="S::2457802@cognizant.com::c94753b1-3f71-45be-8d75-5c55fe39eb9b" providerId="AD" clId="Web-{714D2A50-8CF8-9478-8356-5B970B67D8BC}" dt="2026-01-29T03:57:17.714" v="1" actId="20577"/>
      <pc:docMkLst>
        <pc:docMk/>
      </pc:docMkLst>
      <pc:sldChg chg="modSp">
        <pc:chgData name="Hima Bindu, Pathivada (Cognizant)" userId="S::2457802@cognizant.com::c94753b1-3f71-45be-8d75-5c55fe39eb9b" providerId="AD" clId="Web-{714D2A50-8CF8-9478-8356-5B970B67D8BC}" dt="2026-01-29T03:57:17.714" v="1" actId="20577"/>
        <pc:sldMkLst>
          <pc:docMk/>
          <pc:sldMk cId="4160286863" sldId="2147479207"/>
        </pc:sldMkLst>
        <pc:spChg chg="mod">
          <ac:chgData name="Hima Bindu, Pathivada (Cognizant)" userId="S::2457802@cognizant.com::c94753b1-3f71-45be-8d75-5c55fe39eb9b" providerId="AD" clId="Web-{714D2A50-8CF8-9478-8356-5B970B67D8BC}" dt="2026-01-29T03:57:17.714" v="1" actId="20577"/>
          <ac:spMkLst>
            <pc:docMk/>
            <pc:sldMk cId="4160286863" sldId="2147479207"/>
            <ac:spMk id="11" creationId="{AABA250B-4EDD-FD95-6303-D453682FEB60}"/>
          </ac:spMkLst>
        </pc:spChg>
      </pc:sldChg>
    </pc:docChg>
  </pc:docChgLst>
  <pc:docChgLst>
    <pc:chgData name="Hima Bindu, Pathivada (Cognizant)" userId="c94753b1-3f71-45be-8d75-5c55fe39eb9b" providerId="ADAL" clId="{CBC67B5F-4A72-4E5C-898D-FEF785382574}"/>
    <pc:docChg chg="addSld">
      <pc:chgData name="Hima Bindu, Pathivada (Cognizant)" userId="c94753b1-3f71-45be-8d75-5c55fe39eb9b" providerId="ADAL" clId="{CBC67B5F-4A72-4E5C-898D-FEF785382574}" dt="2026-01-30T05:11:35.952" v="6" actId="680"/>
      <pc:docMkLst>
        <pc:docMk/>
      </pc:docMkLst>
    </pc:docChg>
  </pc:docChgLst>
  <pc:docChgLst>
    <pc:chgData name="Vasanth, Amgoth (Cognizant)" userId="S::2457363@cognizant.com::b9ad784e-6718-4c5f-99d8-9770be993db1" providerId="AD" clId="Web-{660323D2-20C2-935E-7C5D-38DB19D2DC79}"/>
    <pc:docChg chg="modSld">
      <pc:chgData name="Vasanth, Amgoth (Cognizant)" userId="S::2457363@cognizant.com::b9ad784e-6718-4c5f-99d8-9770be993db1" providerId="AD" clId="Web-{660323D2-20C2-935E-7C5D-38DB19D2DC79}" dt="2026-02-11T12:01:55.022" v="0" actId="1076"/>
      <pc:docMkLst>
        <pc:docMk/>
      </pc:docMkLst>
      <pc:sldChg chg="modSp">
        <pc:chgData name="Vasanth, Amgoth (Cognizant)" userId="S::2457363@cognizant.com::b9ad784e-6718-4c5f-99d8-9770be993db1" providerId="AD" clId="Web-{660323D2-20C2-935E-7C5D-38DB19D2DC79}" dt="2026-02-11T12:01:55.022" v="0" actId="1076"/>
        <pc:sldMkLst>
          <pc:docMk/>
          <pc:sldMk cId="1657232085" sldId="2147479203"/>
        </pc:sldMkLst>
        <pc:picChg chg="mod">
          <ac:chgData name="Vasanth, Amgoth (Cognizant)" userId="S::2457363@cognizant.com::b9ad784e-6718-4c5f-99d8-9770be993db1" providerId="AD" clId="Web-{660323D2-20C2-935E-7C5D-38DB19D2DC79}" dt="2026-02-11T12:01:55.022" v="0" actId="1076"/>
          <ac:picMkLst>
            <pc:docMk/>
            <pc:sldMk cId="1657232085" sldId="2147479203"/>
            <ac:picMk id="6" creationId="{7FB2A10E-370D-98BC-579E-8A2D7288881A}"/>
          </ac:picMkLst>
        </pc:picChg>
      </pc:sldChg>
    </pc:docChg>
  </pc:docChgLst>
  <pc:docChgLst>
    <pc:chgData name="Karimoon, Shaik Saleemoon (Cognizant)" userId="S::2457835@cognizant.com::f29708c4-6bee-4f89-b1a3-01d6f04a58da" providerId="AD" clId="Web-{371570BA-6979-096F-AFFE-C0C9CD00A490}"/>
    <pc:docChg chg="modSld">
      <pc:chgData name="Karimoon, Shaik Saleemoon (Cognizant)" userId="S::2457835@cognizant.com::f29708c4-6bee-4f89-b1a3-01d6f04a58da" providerId="AD" clId="Web-{371570BA-6979-096F-AFFE-C0C9CD00A490}" dt="2026-02-05T11:49:25.082" v="1"/>
      <pc:docMkLst>
        <pc:docMk/>
      </pc:docMkLst>
      <pc:sldChg chg="modSp">
        <pc:chgData name="Karimoon, Shaik Saleemoon (Cognizant)" userId="S::2457835@cognizant.com::f29708c4-6bee-4f89-b1a3-01d6f04a58da" providerId="AD" clId="Web-{371570BA-6979-096F-AFFE-C0C9CD00A490}" dt="2026-02-05T11:49:25.082" v="1"/>
        <pc:sldMkLst>
          <pc:docMk/>
          <pc:sldMk cId="2042127448" sldId="2147479200"/>
        </pc:sldMkLst>
        <pc:picChg chg="mod modCrop">
          <ac:chgData name="Karimoon, Shaik Saleemoon (Cognizant)" userId="S::2457835@cognizant.com::f29708c4-6bee-4f89-b1a3-01d6f04a58da" providerId="AD" clId="Web-{371570BA-6979-096F-AFFE-C0C9CD00A490}" dt="2026-02-05T11:49:25.082" v="1"/>
          <ac:picMkLst>
            <pc:docMk/>
            <pc:sldMk cId="2042127448" sldId="2147479200"/>
            <ac:picMk id="6" creationId="{A538F1DC-1455-4D68-7CEE-6EE0EEDAAF43}"/>
          </ac:picMkLst>
        </pc:picChg>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6-01-20T06:59:08.430" v="440" actId="20578"/>
      <pc:docMkLst>
        <pc:docMk/>
      </pc:docMkLst>
      <pc:sldChg chg="addSp delSp modSp mod ord">
        <pc:chgData name="Mohan, Poornima Swarna (Cognizant)" userId="36824357-ffbd-40a5-b000-b82d0f7dca89" providerId="ADAL" clId="{BB20CA10-5FC3-4CCD-8518-89B0931CAB48}" dt="2026-01-19T09:35:16.067" v="130" actId="21"/>
        <pc:sldMkLst>
          <pc:docMk/>
          <pc:sldMk cId="2325673391" sldId="2147479193"/>
        </pc:sldMkLst>
        <pc:spChg chg="mod">
          <ac:chgData name="Mohan, Poornima Swarna (Cognizant)" userId="36824357-ffbd-40a5-b000-b82d0f7dca89" providerId="ADAL" clId="{BB20CA10-5FC3-4CCD-8518-89B0931CAB48}" dt="2026-01-19T09:22:24.971" v="63" actId="20577"/>
          <ac:spMkLst>
            <pc:docMk/>
            <pc:sldMk cId="2325673391" sldId="2147479193"/>
            <ac:spMk id="2" creationId="{2E98CD8F-0338-1E1B-4E29-B94B74E329F5}"/>
          </ac:spMkLst>
        </pc:spChg>
        <pc:spChg chg="add mod">
          <ac:chgData name="Mohan, Poornima Swarna (Cognizant)" userId="36824357-ffbd-40a5-b000-b82d0f7dca89" providerId="ADAL" clId="{BB20CA10-5FC3-4CCD-8518-89B0931CAB48}" dt="2026-01-19T09:23:47.289" v="84" actId="14100"/>
          <ac:spMkLst>
            <pc:docMk/>
            <pc:sldMk cId="2325673391" sldId="2147479193"/>
            <ac:spMk id="5" creationId="{0403946E-50F6-630A-C7D9-0B48D764A0F2}"/>
          </ac:spMkLst>
        </pc:spChg>
      </pc:sldChg>
      <pc:sldChg chg="modSp mod">
        <pc:chgData name="Mohan, Poornima Swarna (Cognizant)" userId="36824357-ffbd-40a5-b000-b82d0f7dca89" providerId="ADAL" clId="{BB20CA10-5FC3-4CCD-8518-89B0931CAB48}" dt="2026-01-19T08:16:03.444" v="42" actId="2711"/>
        <pc:sldMkLst>
          <pc:docMk/>
          <pc:sldMk cId="936965881" sldId="2147479194"/>
        </pc:sldMkLst>
        <pc:spChg chg="mod">
          <ac:chgData name="Mohan, Poornima Swarna (Cognizant)" userId="36824357-ffbd-40a5-b000-b82d0f7dca89" providerId="ADAL" clId="{BB20CA10-5FC3-4CCD-8518-89B0931CAB48}" dt="2026-01-19T08:16:03.444" v="42" actId="2711"/>
          <ac:spMkLst>
            <pc:docMk/>
            <pc:sldMk cId="936965881" sldId="2147479194"/>
            <ac:spMk id="7" creationId="{E1909598-F5CC-8B36-C5A3-2C4451B60975}"/>
          </ac:spMkLst>
        </pc:spChg>
      </pc:sldChg>
      <pc:sldChg chg="modSp">
        <pc:chgData name="Mohan, Poornima Swarna (Cognizant)" userId="36824357-ffbd-40a5-b000-b82d0f7dca89" providerId="ADAL" clId="{BB20CA10-5FC3-4CCD-8518-89B0931CAB48}" dt="2026-01-19T08:37:49.563" v="44" actId="2711"/>
        <pc:sldMkLst>
          <pc:docMk/>
          <pc:sldMk cId="4128240374" sldId="2147479195"/>
        </pc:sldMkLst>
        <pc:graphicFrameChg chg="mod">
          <ac:chgData name="Mohan, Poornima Swarna (Cognizant)" userId="36824357-ffbd-40a5-b000-b82d0f7dca89" providerId="ADAL" clId="{BB20CA10-5FC3-4CCD-8518-89B0931CAB48}" dt="2026-01-19T08:37:49.563" v="44" actId="2711"/>
          <ac:graphicFrameMkLst>
            <pc:docMk/>
            <pc:sldMk cId="4128240374" sldId="2147479195"/>
            <ac:graphicFrameMk id="6" creationId="{79A71CC0-7DED-ABAA-0997-981AD26A8EB8}"/>
          </ac:graphicFrameMkLst>
        </pc:graphicFrameChg>
      </pc:sldChg>
      <pc:sldChg chg="modSp mod">
        <pc:chgData name="Mohan, Poornima Swarna (Cognizant)" userId="36824357-ffbd-40a5-b000-b82d0f7dca89" providerId="ADAL" clId="{BB20CA10-5FC3-4CCD-8518-89B0931CAB48}" dt="2026-01-19T10:02:55.362" v="336" actId="20577"/>
        <pc:sldMkLst>
          <pc:docMk/>
          <pc:sldMk cId="481629989" sldId="2147479196"/>
        </pc:sldMkLst>
        <pc:spChg chg="mod">
          <ac:chgData name="Mohan, Poornima Swarna (Cognizant)" userId="36824357-ffbd-40a5-b000-b82d0f7dca89" providerId="ADAL" clId="{BB20CA10-5FC3-4CCD-8518-89B0931CAB48}" dt="2026-01-19T10:02:55.362" v="336" actId="20577"/>
          <ac:spMkLst>
            <pc:docMk/>
            <pc:sldMk cId="481629989" sldId="2147479196"/>
            <ac:spMk id="2" creationId="{3AF74F33-3C83-9AE7-A615-A33ADB5089B3}"/>
          </ac:spMkLst>
        </pc:spChg>
        <pc:spChg chg="mod">
          <ac:chgData name="Mohan, Poornima Swarna (Cognizant)" userId="36824357-ffbd-40a5-b000-b82d0f7dca89" providerId="ADAL" clId="{BB20CA10-5FC3-4CCD-8518-89B0931CAB48}" dt="2026-01-19T09:40:04.511" v="152" actId="2710"/>
          <ac:spMkLst>
            <pc:docMk/>
            <pc:sldMk cId="481629989" sldId="2147479196"/>
            <ac:spMk id="6" creationId="{2B6AACB0-A5B7-927C-469F-888CD633D081}"/>
          </ac:spMkLst>
        </pc:spChg>
      </pc:sldChg>
      <pc:sldChg chg="modSp mod">
        <pc:chgData name="Mohan, Poornima Swarna (Cognizant)" userId="36824357-ffbd-40a5-b000-b82d0f7dca89" providerId="ADAL" clId="{BB20CA10-5FC3-4CCD-8518-89B0931CAB48}" dt="2026-01-20T06:35:29.466" v="439" actId="20578"/>
        <pc:sldMkLst>
          <pc:docMk/>
          <pc:sldMk cId="564055555" sldId="2147479197"/>
        </pc:sldMkLst>
        <pc:spChg chg="mod">
          <ac:chgData name="Mohan, Poornima Swarna (Cognizant)" userId="36824357-ffbd-40a5-b000-b82d0f7dca89" providerId="ADAL" clId="{BB20CA10-5FC3-4CCD-8518-89B0931CAB48}" dt="2026-01-19T10:02:49.894" v="324" actId="20577"/>
          <ac:spMkLst>
            <pc:docMk/>
            <pc:sldMk cId="564055555" sldId="2147479197"/>
            <ac:spMk id="2" creationId="{3C655FEF-C837-9FE3-7813-D6FAB6649790}"/>
          </ac:spMkLst>
        </pc:spChg>
        <pc:spChg chg="mod">
          <ac:chgData name="Mohan, Poornima Swarna (Cognizant)" userId="36824357-ffbd-40a5-b000-b82d0f7dca89" providerId="ADAL" clId="{BB20CA10-5FC3-4CCD-8518-89B0931CAB48}" dt="2026-01-20T06:35:29.466" v="439" actId="20578"/>
          <ac:spMkLst>
            <pc:docMk/>
            <pc:sldMk cId="564055555" sldId="2147479197"/>
            <ac:spMk id="6" creationId="{37FBC475-D46F-0D11-C41D-E1545D4F077D}"/>
          </ac:spMkLst>
        </pc:spChg>
      </pc:sldChg>
      <pc:sldChg chg="addSp delSp modSp mod">
        <pc:chgData name="Mohan, Poornima Swarna (Cognizant)" userId="36824357-ffbd-40a5-b000-b82d0f7dca89" providerId="ADAL" clId="{BB20CA10-5FC3-4CCD-8518-89B0931CAB48}" dt="2026-01-19T10:43:08.757" v="381" actId="1076"/>
        <pc:sldMkLst>
          <pc:docMk/>
          <pc:sldMk cId="1617869293" sldId="2147479198"/>
        </pc:sldMkLst>
        <pc:spChg chg="mod">
          <ac:chgData name="Mohan, Poornima Swarna (Cognizant)" userId="36824357-ffbd-40a5-b000-b82d0f7dca89" providerId="ADAL" clId="{BB20CA10-5FC3-4CCD-8518-89B0931CAB48}" dt="2026-01-19T10:41:50.627" v="365" actId="14100"/>
          <ac:spMkLst>
            <pc:docMk/>
            <pc:sldMk cId="1617869293" sldId="2147479198"/>
            <ac:spMk id="3" creationId="{4587B54A-CFBF-6DA5-199B-7D03C30020B4}"/>
          </ac:spMkLst>
        </pc:spChg>
        <pc:spChg chg="add mod">
          <ac:chgData name="Mohan, Poornima Swarna (Cognizant)" userId="36824357-ffbd-40a5-b000-b82d0f7dca89" providerId="ADAL" clId="{BB20CA10-5FC3-4CCD-8518-89B0931CAB48}" dt="2026-01-19T10:43:08.757" v="381" actId="1076"/>
          <ac:spMkLst>
            <pc:docMk/>
            <pc:sldMk cId="1617869293" sldId="2147479198"/>
            <ac:spMk id="8" creationId="{6D03FE90-64EF-0C15-FD47-D5AD5FE87143}"/>
          </ac:spMkLst>
        </pc:spChg>
      </pc:sldChg>
      <pc:sldChg chg="modSp mod">
        <pc:chgData name="Mohan, Poornima Swarna (Cognizant)" userId="36824357-ffbd-40a5-b000-b82d0f7dca89" providerId="ADAL" clId="{BB20CA10-5FC3-4CCD-8518-89B0931CAB48}" dt="2026-01-20T06:59:08.430" v="440" actId="20578"/>
        <pc:sldMkLst>
          <pc:docMk/>
          <pc:sldMk cId="1561596861" sldId="2147479199"/>
        </pc:sldMkLst>
        <pc:spChg chg="mod">
          <ac:chgData name="Mohan, Poornima Swarna (Cognizant)" userId="36824357-ffbd-40a5-b000-b82d0f7dca89" providerId="ADAL" clId="{BB20CA10-5FC3-4CCD-8518-89B0931CAB48}" dt="2026-01-20T06:59:08.430" v="440" actId="20578"/>
          <ac:spMkLst>
            <pc:docMk/>
            <pc:sldMk cId="1561596861" sldId="2147479199"/>
            <ac:spMk id="3" creationId="{B0CA09D8-09AA-105A-7397-468529B2C531}"/>
          </ac:spMkLst>
        </pc:spChg>
      </pc:sldChg>
      <pc:sldChg chg="addSp delSp mod">
        <pc:chgData name="Mohan, Poornima Swarna (Cognizant)" userId="36824357-ffbd-40a5-b000-b82d0f7dca89" providerId="ADAL" clId="{BB20CA10-5FC3-4CCD-8518-89B0931CAB48}" dt="2026-01-19T08:14:47.669" v="5" actId="22"/>
        <pc:sldMkLst>
          <pc:docMk/>
          <pc:sldMk cId="2042127448" sldId="2147479200"/>
        </pc:sldMkLst>
      </pc:sldChg>
      <pc:sldChg chg="modSp mod">
        <pc:chgData name="Mohan, Poornima Swarna (Cognizant)" userId="36824357-ffbd-40a5-b000-b82d0f7dca89" providerId="ADAL" clId="{BB20CA10-5FC3-4CCD-8518-89B0931CAB48}" dt="2026-01-19T11:21:41.213" v="432" actId="14100"/>
        <pc:sldMkLst>
          <pc:docMk/>
          <pc:sldMk cId="1683890670" sldId="2147479202"/>
        </pc:sldMkLst>
        <pc:spChg chg="mod">
          <ac:chgData name="Mohan, Poornima Swarna (Cognizant)" userId="36824357-ffbd-40a5-b000-b82d0f7dca89" providerId="ADAL" clId="{BB20CA10-5FC3-4CCD-8518-89B0931CAB48}" dt="2026-01-19T11:21:41.213" v="432" actId="14100"/>
          <ac:spMkLst>
            <pc:docMk/>
            <pc:sldMk cId="1683890670" sldId="2147479202"/>
            <ac:spMk id="3" creationId="{3EBBEAFC-0D74-9668-1AFC-E6DFB2DA3F0B}"/>
          </ac:spMkLst>
        </pc:spChg>
      </pc:sldChg>
      <pc:sldChg chg="modSp mod">
        <pc:chgData name="Mohan, Poornima Swarna (Cognizant)" userId="36824357-ffbd-40a5-b000-b82d0f7dca89" providerId="ADAL" clId="{BB20CA10-5FC3-4CCD-8518-89B0931CAB48}" dt="2026-01-19T11:20:45.808" v="429" actId="14100"/>
        <pc:sldMkLst>
          <pc:docMk/>
          <pc:sldMk cId="2237672790" sldId="2147479204"/>
        </pc:sldMkLst>
        <pc:spChg chg="mod">
          <ac:chgData name="Mohan, Poornima Swarna (Cognizant)" userId="36824357-ffbd-40a5-b000-b82d0f7dca89" providerId="ADAL" clId="{BB20CA10-5FC3-4CCD-8518-89B0931CAB48}" dt="2026-01-19T11:20:45.808" v="429" actId="14100"/>
          <ac:spMkLst>
            <pc:docMk/>
            <pc:sldMk cId="2237672790" sldId="2147479204"/>
            <ac:spMk id="6" creationId="{8B9B3F92-A621-4DA4-42DA-9850F932DF70}"/>
          </ac:spMkLst>
        </pc:spChg>
      </pc:sldChg>
      <pc:sldChg chg="addSp delSp modSp add mod">
        <pc:chgData name="Mohan, Poornima Swarna (Cognizant)" userId="36824357-ffbd-40a5-b000-b82d0f7dca89" providerId="ADAL" clId="{BB20CA10-5FC3-4CCD-8518-89B0931CAB48}" dt="2026-01-19T08:15:52.722" v="41" actId="20577"/>
        <pc:sldMkLst>
          <pc:docMk/>
          <pc:sldMk cId="804133770" sldId="2147479205"/>
        </pc:sldMkLst>
        <pc:spChg chg="mod">
          <ac:chgData name="Mohan, Poornima Swarna (Cognizant)" userId="36824357-ffbd-40a5-b000-b82d0f7dca89" providerId="ADAL" clId="{BB20CA10-5FC3-4CCD-8518-89B0931CAB48}" dt="2026-01-19T08:15:52.722" v="41" actId="20577"/>
          <ac:spMkLst>
            <pc:docMk/>
            <pc:sldMk cId="804133770" sldId="2147479205"/>
            <ac:spMk id="2" creationId="{5F3218A9-7D66-8EA3-536D-1953895F9423}"/>
          </ac:spMkLst>
        </pc:spChg>
        <pc:spChg chg="add mod">
          <ac:chgData name="Mohan, Poornima Swarna (Cognizant)" userId="36824357-ffbd-40a5-b000-b82d0f7dca89" providerId="ADAL" clId="{BB20CA10-5FC3-4CCD-8518-89B0931CAB48}" dt="2026-01-19T08:15:42.107" v="14" actId="1076"/>
          <ac:spMkLst>
            <pc:docMk/>
            <pc:sldMk cId="804133770" sldId="2147479205"/>
            <ac:spMk id="10" creationId="{BED73FE7-E977-BADB-997A-2B9DBB3CA534}"/>
          </ac:spMkLst>
        </pc:spChg>
      </pc:sldChg>
      <pc:sldChg chg="addSp delSp modSp add mod">
        <pc:chgData name="Mohan, Poornima Swarna (Cognizant)" userId="36824357-ffbd-40a5-b000-b82d0f7dca89" providerId="ADAL" clId="{BB20CA10-5FC3-4CCD-8518-89B0931CAB48}" dt="2026-01-19T09:38:48.183" v="148" actId="14100"/>
        <pc:sldMkLst>
          <pc:docMk/>
          <pc:sldMk cId="2928037624" sldId="2147479206"/>
        </pc:sldMkLst>
        <pc:graphicFrameChg chg="add mod modGraphic">
          <ac:chgData name="Mohan, Poornima Swarna (Cognizant)" userId="36824357-ffbd-40a5-b000-b82d0f7dca89" providerId="ADAL" clId="{BB20CA10-5FC3-4CCD-8518-89B0931CAB48}" dt="2026-01-19T09:38:48.183" v="148" actId="14100"/>
          <ac:graphicFrameMkLst>
            <pc:docMk/>
            <pc:sldMk cId="2928037624" sldId="2147479206"/>
            <ac:graphicFrameMk id="9" creationId="{539B5F89-4D80-0722-4172-2402AFBAB83C}"/>
          </ac:graphicFrameMkLst>
        </pc:graphicFrameChg>
      </pc:sldChg>
      <pc:sldChg chg="addSp delSp modSp add mod">
        <pc:chgData name="Mohan, Poornima Swarna (Cognizant)" userId="36824357-ffbd-40a5-b000-b82d0f7dca89" providerId="ADAL" clId="{BB20CA10-5FC3-4CCD-8518-89B0931CAB48}" dt="2026-01-19T09:36:55.884" v="146" actId="14100"/>
        <pc:sldMkLst>
          <pc:docMk/>
          <pc:sldMk cId="4160286863" sldId="2147479207"/>
        </pc:sldMkLst>
        <pc:spChg chg="add mod">
          <ac:chgData name="Mohan, Poornima Swarna (Cognizant)" userId="36824357-ffbd-40a5-b000-b82d0f7dca89" providerId="ADAL" clId="{BB20CA10-5FC3-4CCD-8518-89B0931CAB48}" dt="2026-01-19T09:36:55.884" v="146" actId="14100"/>
          <ac:spMkLst>
            <pc:docMk/>
            <pc:sldMk cId="4160286863" sldId="2147479207"/>
            <ac:spMk id="11" creationId="{AABA250B-4EDD-FD95-6303-D453682FEB60}"/>
          </ac:spMkLst>
        </pc:spChg>
        <pc:picChg chg="add mod">
          <ac:chgData name="Mohan, Poornima Swarna (Cognizant)" userId="36824357-ffbd-40a5-b000-b82d0f7dca89" providerId="ADAL" clId="{BB20CA10-5FC3-4CCD-8518-89B0931CAB48}" dt="2026-01-19T09:36:46.928" v="145" actId="14100"/>
          <ac:picMkLst>
            <pc:docMk/>
            <pc:sldMk cId="4160286863" sldId="2147479207"/>
            <ac:picMk id="10" creationId="{1315E399-735D-A386-3647-F81298CF6816}"/>
          </ac:picMkLst>
        </pc:picChg>
      </pc:sldChg>
      <pc:sldChg chg="delSp modSp add mod">
        <pc:chgData name="Mohan, Poornima Swarna (Cognizant)" userId="36824357-ffbd-40a5-b000-b82d0f7dca89" providerId="ADAL" clId="{BB20CA10-5FC3-4CCD-8518-89B0931CAB48}" dt="2026-01-19T09:44:29.223" v="180" actId="14100"/>
        <pc:sldMkLst>
          <pc:docMk/>
          <pc:sldMk cId="2419480757" sldId="2147479208"/>
        </pc:sldMkLst>
        <pc:spChg chg="mod">
          <ac:chgData name="Mohan, Poornima Swarna (Cognizant)" userId="36824357-ffbd-40a5-b000-b82d0f7dca89" providerId="ADAL" clId="{BB20CA10-5FC3-4CCD-8518-89B0931CAB48}" dt="2026-01-19T09:44:29.223" v="180" actId="14100"/>
          <ac:spMkLst>
            <pc:docMk/>
            <pc:sldMk cId="2419480757" sldId="2147479208"/>
            <ac:spMk id="8" creationId="{AF551D3F-5455-9838-D9E3-E0E433AE9425}"/>
          </ac:spMkLst>
        </pc:spChg>
      </pc:sldChg>
      <pc:sldChg chg="addSp delSp modSp add mod">
        <pc:chgData name="Mohan, Poornima Swarna (Cognizant)" userId="36824357-ffbd-40a5-b000-b82d0f7dca89" providerId="ADAL" clId="{BB20CA10-5FC3-4CCD-8518-89B0931CAB48}" dt="2026-01-19T09:45:45.978" v="189" actId="2710"/>
        <pc:sldMkLst>
          <pc:docMk/>
          <pc:sldMk cId="1086295407" sldId="2147479209"/>
        </pc:sldMkLst>
        <pc:spChg chg="add mod">
          <ac:chgData name="Mohan, Poornima Swarna (Cognizant)" userId="36824357-ffbd-40a5-b000-b82d0f7dca89" providerId="ADAL" clId="{BB20CA10-5FC3-4CCD-8518-89B0931CAB48}" dt="2026-01-19T09:45:45.978" v="189" actId="2710"/>
          <ac:spMkLst>
            <pc:docMk/>
            <pc:sldMk cId="1086295407" sldId="2147479209"/>
            <ac:spMk id="5" creationId="{33F8703E-D5BE-3A5E-F59D-D89900A1D409}"/>
          </ac:spMkLst>
        </pc:spChg>
      </pc:sldChg>
      <pc:sldChg chg="addSp delSp modSp add mod">
        <pc:chgData name="Mohan, Poornima Swarna (Cognizant)" userId="36824357-ffbd-40a5-b000-b82d0f7dca89" providerId="ADAL" clId="{BB20CA10-5FC3-4CCD-8518-89B0931CAB48}" dt="2026-01-19T10:05:36.859" v="361" actId="20577"/>
        <pc:sldMkLst>
          <pc:docMk/>
          <pc:sldMk cId="66997377" sldId="2147479210"/>
        </pc:sldMkLst>
        <pc:spChg chg="add mod">
          <ac:chgData name="Mohan, Poornima Swarna (Cognizant)" userId="36824357-ffbd-40a5-b000-b82d0f7dca89" providerId="ADAL" clId="{BB20CA10-5FC3-4CCD-8518-89B0931CAB48}" dt="2026-01-19T09:58:31.412" v="286" actId="14100"/>
          <ac:spMkLst>
            <pc:docMk/>
            <pc:sldMk cId="66997377" sldId="2147479210"/>
            <ac:spMk id="13" creationId="{6A061799-ACF6-A34E-5EE7-E6BB5EC430EB}"/>
          </ac:spMkLst>
        </pc:spChg>
        <pc:spChg chg="add mod">
          <ac:chgData name="Mohan, Poornima Swarna (Cognizant)" userId="36824357-ffbd-40a5-b000-b82d0f7dca89" providerId="ADAL" clId="{BB20CA10-5FC3-4CCD-8518-89B0931CAB48}" dt="2026-01-19T09:58:34.951" v="287" actId="1076"/>
          <ac:spMkLst>
            <pc:docMk/>
            <pc:sldMk cId="66997377" sldId="2147479210"/>
            <ac:spMk id="15" creationId="{9E3CF0BC-9CDF-8F50-4420-D3300C9F3C08}"/>
          </ac:spMkLst>
        </pc:spChg>
        <pc:spChg chg="add mod">
          <ac:chgData name="Mohan, Poornima Swarna (Cognizant)" userId="36824357-ffbd-40a5-b000-b82d0f7dca89" providerId="ADAL" clId="{BB20CA10-5FC3-4CCD-8518-89B0931CAB48}" dt="2026-01-19T10:01:19.606" v="305" actId="20577"/>
          <ac:spMkLst>
            <pc:docMk/>
            <pc:sldMk cId="66997377" sldId="2147479210"/>
            <ac:spMk id="18" creationId="{EAE6512D-BEA8-B635-DE2C-9D4E011BE317}"/>
          </ac:spMkLst>
        </pc:spChg>
        <pc:spChg chg="add mod">
          <ac:chgData name="Mohan, Poornima Swarna (Cognizant)" userId="36824357-ffbd-40a5-b000-b82d0f7dca89" providerId="ADAL" clId="{BB20CA10-5FC3-4CCD-8518-89B0931CAB48}" dt="2026-01-19T10:05:36.859" v="361" actId="20577"/>
          <ac:spMkLst>
            <pc:docMk/>
            <pc:sldMk cId="66997377" sldId="2147479210"/>
            <ac:spMk id="23" creationId="{674ECAEE-5DFF-8A7C-2892-FF4CBD432CE8}"/>
          </ac:spMkLst>
        </pc:spChg>
        <pc:picChg chg="add mod">
          <ac:chgData name="Mohan, Poornima Swarna (Cognizant)" userId="36824357-ffbd-40a5-b000-b82d0f7dca89" providerId="ADAL" clId="{BB20CA10-5FC3-4CCD-8518-89B0931CAB48}" dt="2026-01-19T09:56:13.642" v="232" actId="14100"/>
          <ac:picMkLst>
            <pc:docMk/>
            <pc:sldMk cId="66997377" sldId="2147479210"/>
            <ac:picMk id="9" creationId="{DB338ED2-D52A-C5D4-2510-95501C8C45BF}"/>
          </ac:picMkLst>
        </pc:picChg>
        <pc:picChg chg="add mod">
          <ac:chgData name="Mohan, Poornima Swarna (Cognizant)" userId="36824357-ffbd-40a5-b000-b82d0f7dca89" providerId="ADAL" clId="{BB20CA10-5FC3-4CCD-8518-89B0931CAB48}" dt="2026-01-19T09:58:04.398" v="266" actId="1076"/>
          <ac:picMkLst>
            <pc:docMk/>
            <pc:sldMk cId="66997377" sldId="2147479210"/>
            <ac:picMk id="11" creationId="{779767F8-877C-3F52-C887-5B2A1087EA10}"/>
          </ac:picMkLst>
        </pc:picChg>
        <pc:picChg chg="add mod">
          <ac:chgData name="Mohan, Poornima Swarna (Cognizant)" userId="36824357-ffbd-40a5-b000-b82d0f7dca89" providerId="ADAL" clId="{BB20CA10-5FC3-4CCD-8518-89B0931CAB48}" dt="2026-01-19T10:05:18.132" v="355" actId="1076"/>
          <ac:picMkLst>
            <pc:docMk/>
            <pc:sldMk cId="66997377" sldId="2147479210"/>
            <ac:picMk id="20" creationId="{B5EB672E-1418-6B08-E409-92885A9DBB13}"/>
          </ac:picMkLst>
        </pc:picChg>
        <pc:picChg chg="add mod">
          <ac:chgData name="Mohan, Poornima Swarna (Cognizant)" userId="36824357-ffbd-40a5-b000-b82d0f7dca89" providerId="ADAL" clId="{BB20CA10-5FC3-4CCD-8518-89B0931CAB48}" dt="2026-01-19T10:05:13.331" v="354" actId="1076"/>
          <ac:picMkLst>
            <pc:docMk/>
            <pc:sldMk cId="66997377" sldId="2147479210"/>
            <ac:picMk id="22" creationId="{D4271D63-3AD6-B2AE-01AB-7EE95E443518}"/>
          </ac:picMkLst>
        </pc:picChg>
      </pc:sldChg>
      <pc:sldChg chg="addSp delSp modSp add mod">
        <pc:chgData name="Mohan, Poornima Swarna (Cognizant)" userId="36824357-ffbd-40a5-b000-b82d0f7dca89" providerId="ADAL" clId="{BB20CA10-5FC3-4CCD-8518-89B0931CAB48}" dt="2026-01-19T10:46:00.101" v="426" actId="20577"/>
        <pc:sldMkLst>
          <pc:docMk/>
          <pc:sldMk cId="1056055655" sldId="2147479211"/>
        </pc:sldMkLst>
        <pc:spChg chg="add mod">
          <ac:chgData name="Mohan, Poornima Swarna (Cognizant)" userId="36824357-ffbd-40a5-b000-b82d0f7dca89" providerId="ADAL" clId="{BB20CA10-5FC3-4CCD-8518-89B0931CAB48}" dt="2026-01-19T10:44:52.421" v="392" actId="1076"/>
          <ac:spMkLst>
            <pc:docMk/>
            <pc:sldMk cId="1056055655" sldId="2147479211"/>
            <ac:spMk id="10" creationId="{EB7BE6BB-25A8-A1DD-2D3A-4B4FD8B2AA30}"/>
          </ac:spMkLst>
        </pc:spChg>
        <pc:spChg chg="add mod">
          <ac:chgData name="Mohan, Poornima Swarna (Cognizant)" userId="36824357-ffbd-40a5-b000-b82d0f7dca89" providerId="ADAL" clId="{BB20CA10-5FC3-4CCD-8518-89B0931CAB48}" dt="2026-01-19T10:44:49.576" v="391" actId="1076"/>
          <ac:spMkLst>
            <pc:docMk/>
            <pc:sldMk cId="1056055655" sldId="2147479211"/>
            <ac:spMk id="12" creationId="{7F9D15C7-0562-3DC9-7856-F6C5B1B9C69B}"/>
          </ac:spMkLst>
        </pc:spChg>
        <pc:spChg chg="add mod">
          <ac:chgData name="Mohan, Poornima Swarna (Cognizant)" userId="36824357-ffbd-40a5-b000-b82d0f7dca89" providerId="ADAL" clId="{BB20CA10-5FC3-4CCD-8518-89B0931CAB48}" dt="2026-01-19T10:45:51.050" v="409" actId="1076"/>
          <ac:spMkLst>
            <pc:docMk/>
            <pc:sldMk cId="1056055655" sldId="2147479211"/>
            <ac:spMk id="13" creationId="{927EE8B8-0119-5E06-2CD4-FC7E146790FB}"/>
          </ac:spMkLst>
        </pc:spChg>
        <pc:spChg chg="add mod">
          <ac:chgData name="Mohan, Poornima Swarna (Cognizant)" userId="36824357-ffbd-40a5-b000-b82d0f7dca89" providerId="ADAL" clId="{BB20CA10-5FC3-4CCD-8518-89B0931CAB48}" dt="2026-01-19T10:46:00.101" v="426" actId="20577"/>
          <ac:spMkLst>
            <pc:docMk/>
            <pc:sldMk cId="1056055655" sldId="2147479211"/>
            <ac:spMk id="14" creationId="{06A8FDA0-978E-B877-70E5-A53A66512698}"/>
          </ac:spMkLst>
        </pc:spChg>
      </pc:sldChg>
    </pc:docChg>
  </pc:docChgLst>
  <pc:docChgLst>
    <pc:chgData name="Sriram, Kavi (Cognizant)" userId="S::2457861@cognizant.com::84bf177e-0861-4b96-bf4c-bbe7c806388d" providerId="AD" clId="Web-{7BDD077A-0445-0F36-319C-5F9BFECCA917}"/>
    <pc:docChg chg="modSld">
      <pc:chgData name="Sriram, Kavi (Cognizant)" userId="S::2457861@cognizant.com::84bf177e-0861-4b96-bf4c-bbe7c806388d" providerId="AD" clId="Web-{7BDD077A-0445-0F36-319C-5F9BFECCA917}" dt="2026-02-05T03:58:18.442" v="3" actId="20577"/>
      <pc:docMkLst>
        <pc:docMk/>
      </pc:docMkLst>
      <pc:sldChg chg="modSp">
        <pc:chgData name="Sriram, Kavi (Cognizant)" userId="S::2457861@cognizant.com::84bf177e-0861-4b96-bf4c-bbe7c806388d" providerId="AD" clId="Web-{7BDD077A-0445-0F36-319C-5F9BFECCA917}" dt="2026-02-05T03:58:18.442" v="3" actId="20577"/>
        <pc:sldMkLst>
          <pc:docMk/>
          <pc:sldMk cId="804133770" sldId="2147479205"/>
        </pc:sldMkLst>
        <pc:spChg chg="mod">
          <ac:chgData name="Sriram, Kavi (Cognizant)" userId="S::2457861@cognizant.com::84bf177e-0861-4b96-bf4c-bbe7c806388d" providerId="AD" clId="Web-{7BDD077A-0445-0F36-319C-5F9BFECCA917}" dt="2026-02-05T03:58:18.442" v="3" actId="20577"/>
          <ac:spMkLst>
            <pc:docMk/>
            <pc:sldMk cId="804133770" sldId="2147479205"/>
            <ac:spMk id="10" creationId="{BED73FE7-E977-BADB-997A-2B9DBB3CA534}"/>
          </ac:spMkLst>
        </pc:spChg>
      </pc:sldChg>
    </pc:docChg>
  </pc:docChgLst>
  <pc:docChgLst>
    <pc:chgData name="Madhukar, Gadde (Cognizant)" userId="S::2457378@cognizant.com::a6a98d1a-be6b-4049-b2f0-49495f095499" providerId="AD" clId="Web-{72E491BF-2063-02F3-FA6C-2A17067388F5}"/>
    <pc:docChg chg="modSld">
      <pc:chgData name="Madhukar, Gadde (Cognizant)" userId="S::2457378@cognizant.com::a6a98d1a-be6b-4049-b2f0-49495f095499" providerId="AD" clId="Web-{72E491BF-2063-02F3-FA6C-2A17067388F5}" dt="2026-01-28T09:12:22.858" v="4" actId="1076"/>
      <pc:docMkLst>
        <pc:docMk/>
      </pc:docMkLst>
      <pc:sldChg chg="modSp">
        <pc:chgData name="Madhukar, Gadde (Cognizant)" userId="S::2457378@cognizant.com::a6a98d1a-be6b-4049-b2f0-49495f095499" providerId="AD" clId="Web-{72E491BF-2063-02F3-FA6C-2A17067388F5}" dt="2026-01-28T09:12:22.858" v="4" actId="1076"/>
        <pc:sldMkLst>
          <pc:docMk/>
          <pc:sldMk cId="804133770" sldId="2147479205"/>
        </pc:sldMkLst>
        <pc:spChg chg="mod">
          <ac:chgData name="Madhukar, Gadde (Cognizant)" userId="S::2457378@cognizant.com::a6a98d1a-be6b-4049-b2f0-49495f095499" providerId="AD" clId="Web-{72E491BF-2063-02F3-FA6C-2A17067388F5}" dt="2026-01-28T09:12:22.858" v="4" actId="1076"/>
          <ac:spMkLst>
            <pc:docMk/>
            <pc:sldMk cId="804133770" sldId="2147479205"/>
            <ac:spMk id="10" creationId="{BED73FE7-E977-BADB-997A-2B9DBB3CA534}"/>
          </ac:spMkLst>
        </pc:spChg>
      </pc:sldChg>
    </pc:docChg>
  </pc:docChgLst>
  <pc:docChgLst>
    <pc:chgData name="Sriram, Kavi (Cognizant)" userId="S::2457861@cognizant.com::84bf177e-0861-4b96-bf4c-bbe7c806388d" providerId="AD" clId="Web-{0C701D7B-367A-7224-A050-6A3FA3D2FC4E}"/>
    <pc:docChg chg="modSld">
      <pc:chgData name="Sriram, Kavi (Cognizant)" userId="S::2457861@cognizant.com::84bf177e-0861-4b96-bf4c-bbe7c806388d" providerId="AD" clId="Web-{0C701D7B-367A-7224-A050-6A3FA3D2FC4E}" dt="2026-02-05T03:57:39.974" v="42" actId="20577"/>
      <pc:docMkLst>
        <pc:docMk/>
      </pc:docMkLst>
      <pc:sldChg chg="modSp">
        <pc:chgData name="Sriram, Kavi (Cognizant)" userId="S::2457861@cognizant.com::84bf177e-0861-4b96-bf4c-bbe7c806388d" providerId="AD" clId="Web-{0C701D7B-367A-7224-A050-6A3FA3D2FC4E}" dt="2026-02-05T03:57:39.974" v="42" actId="20577"/>
        <pc:sldMkLst>
          <pc:docMk/>
          <pc:sldMk cId="804133770" sldId="2147479205"/>
        </pc:sldMkLst>
        <pc:spChg chg="mod">
          <ac:chgData name="Sriram, Kavi (Cognizant)" userId="S::2457861@cognizant.com::84bf177e-0861-4b96-bf4c-bbe7c806388d" providerId="AD" clId="Web-{0C701D7B-367A-7224-A050-6A3FA3D2FC4E}" dt="2026-02-05T03:57:39.974" v="42" actId="20577"/>
          <ac:spMkLst>
            <pc:docMk/>
            <pc:sldMk cId="804133770" sldId="2147479205"/>
            <ac:spMk id="10" creationId="{BED73FE7-E977-BADB-997A-2B9DBB3CA534}"/>
          </ac:spMkLst>
        </pc:spChg>
      </pc:sldChg>
    </pc:docChg>
  </pc:docChgLst>
  <pc:docChgLst>
    <pc:chgData name="Khaja, Armaan Yusuf Khan (Cognizant)" userId="S::2457848@cognizant.com::5d986f05-6909-48ef-bab1-49b62eadca40" providerId="AD" clId="Web-{2D7E1AB2-3302-A9CC-729B-DBD0B14A68FC}"/>
    <pc:docChg chg="modSld">
      <pc:chgData name="Khaja, Armaan Yusuf Khan (Cognizant)" userId="S::2457848@cognizant.com::5d986f05-6909-48ef-bab1-49b62eadca40" providerId="AD" clId="Web-{2D7E1AB2-3302-A9CC-729B-DBD0B14A68FC}" dt="2026-01-23T08:55:08.078" v="4" actId="20577"/>
      <pc:docMkLst>
        <pc:docMk/>
      </pc:docMkLst>
      <pc:sldChg chg="modSp">
        <pc:chgData name="Khaja, Armaan Yusuf Khan (Cognizant)" userId="S::2457848@cognizant.com::5d986f05-6909-48ef-bab1-49b62eadca40" providerId="AD" clId="Web-{2D7E1AB2-3302-A9CC-729B-DBD0B14A68FC}" dt="2026-01-23T08:55:08.078" v="4" actId="20577"/>
        <pc:sldMkLst>
          <pc:docMk/>
          <pc:sldMk cId="804133770" sldId="2147479205"/>
        </pc:sldMkLst>
        <pc:spChg chg="mod">
          <ac:chgData name="Khaja, Armaan Yusuf Khan (Cognizant)" userId="S::2457848@cognizant.com::5d986f05-6909-48ef-bab1-49b62eadca40" providerId="AD" clId="Web-{2D7E1AB2-3302-A9CC-729B-DBD0B14A68FC}" dt="2026-01-23T08:55:08.078" v="4" actId="20577"/>
          <ac:spMkLst>
            <pc:docMk/>
            <pc:sldMk cId="804133770" sldId="2147479205"/>
            <ac:spMk id="10" creationId="{BED73FE7-E977-BADB-997A-2B9DBB3CA534}"/>
          </ac:spMkLst>
        </pc:spChg>
      </pc:sldChg>
    </pc:docChg>
  </pc:docChgLst>
  <pc:docChgLst>
    <pc:chgData name="Madhukar, Gadde (Cognizant)" userId="S::2457378@cognizant.com::a6a98d1a-be6b-4049-b2f0-49495f095499" providerId="AD" clId="Web-{A4D1891B-EDF6-DED2-201F-42A4A016995C}"/>
    <pc:docChg chg="delSld">
      <pc:chgData name="Madhukar, Gadde (Cognizant)" userId="S::2457378@cognizant.com::a6a98d1a-be6b-4049-b2f0-49495f095499" providerId="AD" clId="Web-{A4D1891B-EDF6-DED2-201F-42A4A016995C}" dt="2026-02-04T05:22:12.575" v="6"/>
      <pc:docMkLst>
        <pc:docMk/>
      </pc:docMkLst>
    </pc:docChg>
  </pc:docChgLst>
  <pc:docChgLst>
    <pc:chgData name="Madhukar, Gadde (Cognizant)" userId="S::2457378@cognizant.com::a6a98d1a-be6b-4049-b2f0-49495f095499" providerId="AD" clId="Web-{4757010E-92A8-AA50-4BAE-8D20D270E887}"/>
    <pc:docChg chg="modSld">
      <pc:chgData name="Madhukar, Gadde (Cognizant)" userId="S::2457378@cognizant.com::a6a98d1a-be6b-4049-b2f0-49495f095499" providerId="AD" clId="Web-{4757010E-92A8-AA50-4BAE-8D20D270E887}" dt="2026-01-27T09:47:33.178" v="0" actId="14100"/>
      <pc:docMkLst>
        <pc:docMk/>
      </pc:docMkLst>
      <pc:sldChg chg="modSp">
        <pc:chgData name="Madhukar, Gadde (Cognizant)" userId="S::2457378@cognizant.com::a6a98d1a-be6b-4049-b2f0-49495f095499" providerId="AD" clId="Web-{4757010E-92A8-AA50-4BAE-8D20D270E887}" dt="2026-01-27T09:47:33.178" v="0" actId="14100"/>
        <pc:sldMkLst>
          <pc:docMk/>
          <pc:sldMk cId="804133770" sldId="2147479205"/>
        </pc:sldMkLst>
        <pc:spChg chg="mod">
          <ac:chgData name="Madhukar, Gadde (Cognizant)" userId="S::2457378@cognizant.com::a6a98d1a-be6b-4049-b2f0-49495f095499" providerId="AD" clId="Web-{4757010E-92A8-AA50-4BAE-8D20D270E887}" dt="2026-01-27T09:47:33.178" v="0" actId="14100"/>
          <ac:spMkLst>
            <pc:docMk/>
            <pc:sldMk cId="804133770" sldId="2147479205"/>
            <ac:spMk id="10" creationId="{BED73FE7-E977-BADB-997A-2B9DBB3CA534}"/>
          </ac:spMkLst>
        </pc:spChg>
      </pc:sldChg>
    </pc:docChg>
  </pc:docChgLst>
  <pc:docChgLst>
    <pc:chgData name="Ahamad, Shaik Ayaaz (Cognizant)" userId="S::2457911@cognizant.com::4894c33f-eba1-4518-8b3a-6e7d631a58e7" providerId="AD" clId="Web-{EC3E004A-86FD-9435-92A4-2456995ACA62}"/>
    <pc:docChg chg="modSld">
      <pc:chgData name="Ahamad, Shaik Ayaaz (Cognizant)" userId="S::2457911@cognizant.com::4894c33f-eba1-4518-8b3a-6e7d631a58e7" providerId="AD" clId="Web-{EC3E004A-86FD-9435-92A4-2456995ACA62}" dt="2026-01-23T05:07:48.007" v="27" actId="20577"/>
      <pc:docMkLst>
        <pc:docMk/>
      </pc:docMkLst>
      <pc:sldChg chg="modSp">
        <pc:chgData name="Ahamad, Shaik Ayaaz (Cognizant)" userId="S::2457911@cognizant.com::4894c33f-eba1-4518-8b3a-6e7d631a58e7" providerId="AD" clId="Web-{EC3E004A-86FD-9435-92A4-2456995ACA62}" dt="2026-01-23T05:07:48.007" v="27" actId="20577"/>
        <pc:sldMkLst>
          <pc:docMk/>
          <pc:sldMk cId="804133770" sldId="2147479205"/>
        </pc:sldMkLst>
        <pc:spChg chg="mod">
          <ac:chgData name="Ahamad, Shaik Ayaaz (Cognizant)" userId="S::2457911@cognizant.com::4894c33f-eba1-4518-8b3a-6e7d631a58e7" providerId="AD" clId="Web-{EC3E004A-86FD-9435-92A4-2456995ACA62}" dt="2026-01-23T05:07:48.007" v="27" actId="20577"/>
          <ac:spMkLst>
            <pc:docMk/>
            <pc:sldMk cId="804133770" sldId="2147479205"/>
            <ac:spMk id="10" creationId="{BED73FE7-E977-BADB-997A-2B9DBB3CA534}"/>
          </ac:spMkLst>
        </pc:spChg>
      </pc:sldChg>
    </pc:docChg>
  </pc:docChgLst>
  <pc:docChgLst>
    <pc:chgData name="Karimoon, Shaik Saleemoon (Cognizant)" userId="S::2457835@cognizant.com::f29708c4-6bee-4f89-b1a3-01d6f04a58da" providerId="AD" clId="Web-{BD031949-D26D-2361-7B07-99BF0111C573}"/>
    <pc:docChg chg="modSld">
      <pc:chgData name="Karimoon, Shaik Saleemoon (Cognizant)" userId="S::2457835@cognizant.com::f29708c4-6bee-4f89-b1a3-01d6f04a58da" providerId="AD" clId="Web-{BD031949-D26D-2361-7B07-99BF0111C573}" dt="2026-02-07T13:54:02.050" v="0" actId="1076"/>
      <pc:docMkLst>
        <pc:docMk/>
      </pc:docMkLst>
      <pc:sldChg chg="modSp">
        <pc:chgData name="Karimoon, Shaik Saleemoon (Cognizant)" userId="S::2457835@cognizant.com::f29708c4-6bee-4f89-b1a3-01d6f04a58da" providerId="AD" clId="Web-{BD031949-D26D-2361-7B07-99BF0111C573}" dt="2026-02-07T13:54:02.050" v="0" actId="1076"/>
        <pc:sldMkLst>
          <pc:docMk/>
          <pc:sldMk cId="2237672790" sldId="2147479204"/>
        </pc:sldMkLst>
        <pc:picChg chg="mod">
          <ac:chgData name="Karimoon, Shaik Saleemoon (Cognizant)" userId="S::2457835@cognizant.com::f29708c4-6bee-4f89-b1a3-01d6f04a58da" providerId="AD" clId="Web-{BD031949-D26D-2361-7B07-99BF0111C573}" dt="2026-02-07T13:54:02.050" v="0" actId="1076"/>
          <ac:picMkLst>
            <pc:docMk/>
            <pc:sldMk cId="2237672790" sldId="2147479204"/>
            <ac:picMk id="7" creationId="{8A2108CA-EEF5-6DA1-52E7-90C7F18161F5}"/>
          </ac:picMkLst>
        </pc:picChg>
      </pc:sldChg>
    </pc:docChg>
  </pc:docChgLst>
  <pc:docChgLst>
    <pc:chgData name="Venkata Shanmukhi, Gatti (Cognizant)" userId="S::2457819@cognizant.com::8fc0926f-aa42-45d4-805c-94226439c4da" providerId="AD" clId="Web-{BF03DEE9-C679-4D92-ED76-28F36E462D00}"/>
    <pc:docChg chg="sldOrd">
      <pc:chgData name="Venkata Shanmukhi, Gatti (Cognizant)" userId="S::2457819@cognizant.com::8fc0926f-aa42-45d4-805c-94226439c4da" providerId="AD" clId="Web-{BF03DEE9-C679-4D92-ED76-28F36E462D00}" dt="2026-02-04T08:26:35.907" v="0"/>
      <pc:docMkLst>
        <pc:docMk/>
      </pc:docMkLst>
      <pc:sldChg chg="ord">
        <pc:chgData name="Venkata Shanmukhi, Gatti (Cognizant)" userId="S::2457819@cognizant.com::8fc0926f-aa42-45d4-805c-94226439c4da" providerId="AD" clId="Web-{BF03DEE9-C679-4D92-ED76-28F36E462D00}" dt="2026-02-04T08:26:35.907" v="0"/>
        <pc:sldMkLst>
          <pc:docMk/>
          <pc:sldMk cId="2042127448" sldId="2147479200"/>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0ACFDC-3EB6-4141-A49A-768284F58DE1}" type="doc">
      <dgm:prSet loTypeId="urn:microsoft.com/office/officeart/2005/8/layout/hierarchy1" loCatId="hierarchy" qsTypeId="urn:microsoft.com/office/officeart/2005/8/quickstyle/simple1" qsCatId="simple" csTypeId="urn:microsoft.com/office/officeart/2005/8/colors/colorful2" csCatId="colorful"/>
      <dgm:spPr/>
      <dgm:t>
        <a:bodyPr/>
        <a:lstStyle/>
        <a:p>
          <a:endParaRPr lang="en-US"/>
        </a:p>
      </dgm:t>
    </dgm:pt>
    <dgm:pt modelId="{BF88CD54-578C-4E63-A72E-3B65D3BE5967}">
      <dgm:prSet/>
      <dgm:spPr/>
      <dgm:t>
        <a:bodyPr/>
        <a:lstStyle/>
        <a:p>
          <a:r>
            <a:rPr lang="en-US">
              <a:latin typeface="Comic Sans MS" panose="030F0702030302020204" pitchFamily="66" charset="0"/>
            </a:rPr>
            <a:t>Feature file</a:t>
          </a:r>
        </a:p>
      </dgm:t>
    </dgm:pt>
    <dgm:pt modelId="{56A8322D-2727-4C63-99CF-67BCFC1411E8}" type="parTrans" cxnId="{BA703C06-1D46-46C7-8F52-EAE9B642C129}">
      <dgm:prSet/>
      <dgm:spPr/>
      <dgm:t>
        <a:bodyPr/>
        <a:lstStyle/>
        <a:p>
          <a:endParaRPr lang="en-US"/>
        </a:p>
      </dgm:t>
    </dgm:pt>
    <dgm:pt modelId="{A229B013-EFF7-40AE-98EE-075576B6B1C1}" type="sibTrans" cxnId="{BA703C06-1D46-46C7-8F52-EAE9B642C129}">
      <dgm:prSet/>
      <dgm:spPr/>
      <dgm:t>
        <a:bodyPr/>
        <a:lstStyle/>
        <a:p>
          <a:endParaRPr lang="en-US"/>
        </a:p>
      </dgm:t>
    </dgm:pt>
    <dgm:pt modelId="{96F7D963-FBB0-4397-AF3A-7F444F5CF14E}">
      <dgm:prSet/>
      <dgm:spPr/>
      <dgm:t>
        <a:bodyPr/>
        <a:lstStyle/>
        <a:p>
          <a:r>
            <a:rPr lang="en-US">
              <a:latin typeface="Comic Sans MS" panose="030F0702030302020204" pitchFamily="66" charset="0"/>
            </a:rPr>
            <a:t>Step Definition</a:t>
          </a:r>
        </a:p>
      </dgm:t>
    </dgm:pt>
    <dgm:pt modelId="{A00C843A-17DA-4198-8E36-79FA21F8F41C}" type="parTrans" cxnId="{03E011B7-F4BC-45EF-B183-617F1E316FC8}">
      <dgm:prSet/>
      <dgm:spPr/>
      <dgm:t>
        <a:bodyPr/>
        <a:lstStyle/>
        <a:p>
          <a:endParaRPr lang="en-US"/>
        </a:p>
      </dgm:t>
    </dgm:pt>
    <dgm:pt modelId="{8E5CA733-FDAC-4E8D-969C-8E10101488A1}" type="sibTrans" cxnId="{03E011B7-F4BC-45EF-B183-617F1E316FC8}">
      <dgm:prSet/>
      <dgm:spPr/>
      <dgm:t>
        <a:bodyPr/>
        <a:lstStyle/>
        <a:p>
          <a:endParaRPr lang="en-US"/>
        </a:p>
      </dgm:t>
    </dgm:pt>
    <dgm:pt modelId="{D3E7198E-0A0E-40C5-88C4-11C4A5D27BD6}">
      <dgm:prSet/>
      <dgm:spPr/>
      <dgm:t>
        <a:bodyPr/>
        <a:lstStyle/>
        <a:p>
          <a:r>
            <a:rPr lang="en-US">
              <a:latin typeface="Comic Sans MS" panose="030F0702030302020204" pitchFamily="66" charset="0"/>
            </a:rPr>
            <a:t>Runner files</a:t>
          </a:r>
        </a:p>
      </dgm:t>
    </dgm:pt>
    <dgm:pt modelId="{053E5D6D-AB4C-4838-B288-9365F9C1BB90}" type="parTrans" cxnId="{92A1180B-3F66-4610-B210-1191C20F2675}">
      <dgm:prSet/>
      <dgm:spPr/>
      <dgm:t>
        <a:bodyPr/>
        <a:lstStyle/>
        <a:p>
          <a:endParaRPr lang="en-US"/>
        </a:p>
      </dgm:t>
    </dgm:pt>
    <dgm:pt modelId="{8FCC0E10-9BC8-4C86-9879-142ECB8AC3A3}" type="sibTrans" cxnId="{92A1180B-3F66-4610-B210-1191C20F2675}">
      <dgm:prSet/>
      <dgm:spPr/>
      <dgm:t>
        <a:bodyPr/>
        <a:lstStyle/>
        <a:p>
          <a:endParaRPr lang="en-US"/>
        </a:p>
      </dgm:t>
    </dgm:pt>
    <dgm:pt modelId="{3524ADAE-1AF4-4570-90ED-85DE1A90F628}" type="pres">
      <dgm:prSet presAssocID="{740ACFDC-3EB6-4141-A49A-768284F58DE1}" presName="hierChild1" presStyleCnt="0">
        <dgm:presLayoutVars>
          <dgm:chPref val="1"/>
          <dgm:dir/>
          <dgm:animOne val="branch"/>
          <dgm:animLvl val="lvl"/>
          <dgm:resizeHandles/>
        </dgm:presLayoutVars>
      </dgm:prSet>
      <dgm:spPr/>
    </dgm:pt>
    <dgm:pt modelId="{4249DA6A-4D71-4A93-A2FD-094DA264EEE6}" type="pres">
      <dgm:prSet presAssocID="{BF88CD54-578C-4E63-A72E-3B65D3BE5967}" presName="hierRoot1" presStyleCnt="0"/>
      <dgm:spPr/>
    </dgm:pt>
    <dgm:pt modelId="{34DE745E-4412-4B7F-9EDE-FC93BD643037}" type="pres">
      <dgm:prSet presAssocID="{BF88CD54-578C-4E63-A72E-3B65D3BE5967}" presName="composite" presStyleCnt="0"/>
      <dgm:spPr/>
    </dgm:pt>
    <dgm:pt modelId="{E85109BE-9185-4224-91D6-6ADC65CF9F56}" type="pres">
      <dgm:prSet presAssocID="{BF88CD54-578C-4E63-A72E-3B65D3BE5967}" presName="background" presStyleLbl="node0" presStyleIdx="0" presStyleCnt="3"/>
      <dgm:spPr/>
    </dgm:pt>
    <dgm:pt modelId="{F40C21F3-2A98-470C-9014-E22C8B328F34}" type="pres">
      <dgm:prSet presAssocID="{BF88CD54-578C-4E63-A72E-3B65D3BE5967}" presName="text" presStyleLbl="fgAcc0" presStyleIdx="0" presStyleCnt="3">
        <dgm:presLayoutVars>
          <dgm:chPref val="3"/>
        </dgm:presLayoutVars>
      </dgm:prSet>
      <dgm:spPr/>
    </dgm:pt>
    <dgm:pt modelId="{28BD58C2-D538-4DDF-B7B6-D4E989D01A76}" type="pres">
      <dgm:prSet presAssocID="{BF88CD54-578C-4E63-A72E-3B65D3BE5967}" presName="hierChild2" presStyleCnt="0"/>
      <dgm:spPr/>
    </dgm:pt>
    <dgm:pt modelId="{FA29F703-3ED8-4B10-98C9-29A03133901D}" type="pres">
      <dgm:prSet presAssocID="{96F7D963-FBB0-4397-AF3A-7F444F5CF14E}" presName="hierRoot1" presStyleCnt="0"/>
      <dgm:spPr/>
    </dgm:pt>
    <dgm:pt modelId="{F23C2214-C313-420A-8A61-B8B604A5E30D}" type="pres">
      <dgm:prSet presAssocID="{96F7D963-FBB0-4397-AF3A-7F444F5CF14E}" presName="composite" presStyleCnt="0"/>
      <dgm:spPr/>
    </dgm:pt>
    <dgm:pt modelId="{33188DB1-CB08-49E1-AEF6-3314F857C31E}" type="pres">
      <dgm:prSet presAssocID="{96F7D963-FBB0-4397-AF3A-7F444F5CF14E}" presName="background" presStyleLbl="node0" presStyleIdx="1" presStyleCnt="3"/>
      <dgm:spPr/>
    </dgm:pt>
    <dgm:pt modelId="{62CB1820-6ABB-43D5-A6E6-D381BE8AEC39}" type="pres">
      <dgm:prSet presAssocID="{96F7D963-FBB0-4397-AF3A-7F444F5CF14E}" presName="text" presStyleLbl="fgAcc0" presStyleIdx="1" presStyleCnt="3">
        <dgm:presLayoutVars>
          <dgm:chPref val="3"/>
        </dgm:presLayoutVars>
      </dgm:prSet>
      <dgm:spPr/>
    </dgm:pt>
    <dgm:pt modelId="{F3F4A9E3-D27D-4CE1-9200-0BBB547BD5F1}" type="pres">
      <dgm:prSet presAssocID="{96F7D963-FBB0-4397-AF3A-7F444F5CF14E}" presName="hierChild2" presStyleCnt="0"/>
      <dgm:spPr/>
    </dgm:pt>
    <dgm:pt modelId="{B1410093-E8FF-410C-BECC-E63D01180877}" type="pres">
      <dgm:prSet presAssocID="{D3E7198E-0A0E-40C5-88C4-11C4A5D27BD6}" presName="hierRoot1" presStyleCnt="0"/>
      <dgm:spPr/>
    </dgm:pt>
    <dgm:pt modelId="{1E68CDC1-5F85-410E-9466-E26118960C79}" type="pres">
      <dgm:prSet presAssocID="{D3E7198E-0A0E-40C5-88C4-11C4A5D27BD6}" presName="composite" presStyleCnt="0"/>
      <dgm:spPr/>
    </dgm:pt>
    <dgm:pt modelId="{C8949019-B674-49BC-A84F-A6DE2E32DF38}" type="pres">
      <dgm:prSet presAssocID="{D3E7198E-0A0E-40C5-88C4-11C4A5D27BD6}" presName="background" presStyleLbl="node0" presStyleIdx="2" presStyleCnt="3"/>
      <dgm:spPr/>
    </dgm:pt>
    <dgm:pt modelId="{7DCD09CF-BF75-48B8-98A5-D6686C63C4A4}" type="pres">
      <dgm:prSet presAssocID="{D3E7198E-0A0E-40C5-88C4-11C4A5D27BD6}" presName="text" presStyleLbl="fgAcc0" presStyleIdx="2" presStyleCnt="3">
        <dgm:presLayoutVars>
          <dgm:chPref val="3"/>
        </dgm:presLayoutVars>
      </dgm:prSet>
      <dgm:spPr/>
    </dgm:pt>
    <dgm:pt modelId="{70FAF8F9-E20F-4265-86CC-8C905371E64C}" type="pres">
      <dgm:prSet presAssocID="{D3E7198E-0A0E-40C5-88C4-11C4A5D27BD6}" presName="hierChild2" presStyleCnt="0"/>
      <dgm:spPr/>
    </dgm:pt>
  </dgm:ptLst>
  <dgm:cxnLst>
    <dgm:cxn modelId="{BA703C06-1D46-46C7-8F52-EAE9B642C129}" srcId="{740ACFDC-3EB6-4141-A49A-768284F58DE1}" destId="{BF88CD54-578C-4E63-A72E-3B65D3BE5967}" srcOrd="0" destOrd="0" parTransId="{56A8322D-2727-4C63-99CF-67BCFC1411E8}" sibTransId="{A229B013-EFF7-40AE-98EE-075576B6B1C1}"/>
    <dgm:cxn modelId="{92A1180B-3F66-4610-B210-1191C20F2675}" srcId="{740ACFDC-3EB6-4141-A49A-768284F58DE1}" destId="{D3E7198E-0A0E-40C5-88C4-11C4A5D27BD6}" srcOrd="2" destOrd="0" parTransId="{053E5D6D-AB4C-4838-B288-9365F9C1BB90}" sibTransId="{8FCC0E10-9BC8-4C86-9879-142ECB8AC3A3}"/>
    <dgm:cxn modelId="{76FDA44E-9293-483B-91DF-77634365A72F}" type="presOf" srcId="{BF88CD54-578C-4E63-A72E-3B65D3BE5967}" destId="{F40C21F3-2A98-470C-9014-E22C8B328F34}" srcOrd="0" destOrd="0" presId="urn:microsoft.com/office/officeart/2005/8/layout/hierarchy1"/>
    <dgm:cxn modelId="{CABF9893-D4B7-4AFC-A138-30F51F5CE7B9}" type="presOf" srcId="{96F7D963-FBB0-4397-AF3A-7F444F5CF14E}" destId="{62CB1820-6ABB-43D5-A6E6-D381BE8AEC39}" srcOrd="0" destOrd="0" presId="urn:microsoft.com/office/officeart/2005/8/layout/hierarchy1"/>
    <dgm:cxn modelId="{6EC5A6B2-7004-4999-A8E7-C0FE845BDEC6}" type="presOf" srcId="{D3E7198E-0A0E-40C5-88C4-11C4A5D27BD6}" destId="{7DCD09CF-BF75-48B8-98A5-D6686C63C4A4}" srcOrd="0" destOrd="0" presId="urn:microsoft.com/office/officeart/2005/8/layout/hierarchy1"/>
    <dgm:cxn modelId="{03E011B7-F4BC-45EF-B183-617F1E316FC8}" srcId="{740ACFDC-3EB6-4141-A49A-768284F58DE1}" destId="{96F7D963-FBB0-4397-AF3A-7F444F5CF14E}" srcOrd="1" destOrd="0" parTransId="{A00C843A-17DA-4198-8E36-79FA21F8F41C}" sibTransId="{8E5CA733-FDAC-4E8D-969C-8E10101488A1}"/>
    <dgm:cxn modelId="{4A05B1F9-A46B-4B06-9792-A41C4D233B96}" type="presOf" srcId="{740ACFDC-3EB6-4141-A49A-768284F58DE1}" destId="{3524ADAE-1AF4-4570-90ED-85DE1A90F628}" srcOrd="0" destOrd="0" presId="urn:microsoft.com/office/officeart/2005/8/layout/hierarchy1"/>
    <dgm:cxn modelId="{55A75836-9E65-497A-B4EA-606310FBB51C}" type="presParOf" srcId="{3524ADAE-1AF4-4570-90ED-85DE1A90F628}" destId="{4249DA6A-4D71-4A93-A2FD-094DA264EEE6}" srcOrd="0" destOrd="0" presId="urn:microsoft.com/office/officeart/2005/8/layout/hierarchy1"/>
    <dgm:cxn modelId="{5DFDE6D9-EAE5-4683-AF94-DEC6F3261F92}" type="presParOf" srcId="{4249DA6A-4D71-4A93-A2FD-094DA264EEE6}" destId="{34DE745E-4412-4B7F-9EDE-FC93BD643037}" srcOrd="0" destOrd="0" presId="urn:microsoft.com/office/officeart/2005/8/layout/hierarchy1"/>
    <dgm:cxn modelId="{E0B8CD5A-838D-407F-B990-4E890EE617EC}" type="presParOf" srcId="{34DE745E-4412-4B7F-9EDE-FC93BD643037}" destId="{E85109BE-9185-4224-91D6-6ADC65CF9F56}" srcOrd="0" destOrd="0" presId="urn:microsoft.com/office/officeart/2005/8/layout/hierarchy1"/>
    <dgm:cxn modelId="{79A5CBFB-41A1-4270-AA4F-F0AD88103891}" type="presParOf" srcId="{34DE745E-4412-4B7F-9EDE-FC93BD643037}" destId="{F40C21F3-2A98-470C-9014-E22C8B328F34}" srcOrd="1" destOrd="0" presId="urn:microsoft.com/office/officeart/2005/8/layout/hierarchy1"/>
    <dgm:cxn modelId="{E8967407-6532-4876-9E61-3FA94F0E8187}" type="presParOf" srcId="{4249DA6A-4D71-4A93-A2FD-094DA264EEE6}" destId="{28BD58C2-D538-4DDF-B7B6-D4E989D01A76}" srcOrd="1" destOrd="0" presId="urn:microsoft.com/office/officeart/2005/8/layout/hierarchy1"/>
    <dgm:cxn modelId="{8ACE4BAE-7D06-4D27-A931-7128767D7330}" type="presParOf" srcId="{3524ADAE-1AF4-4570-90ED-85DE1A90F628}" destId="{FA29F703-3ED8-4B10-98C9-29A03133901D}" srcOrd="1" destOrd="0" presId="urn:microsoft.com/office/officeart/2005/8/layout/hierarchy1"/>
    <dgm:cxn modelId="{6DAAC040-35F9-406C-A3D5-D8DFD9FEEC05}" type="presParOf" srcId="{FA29F703-3ED8-4B10-98C9-29A03133901D}" destId="{F23C2214-C313-420A-8A61-B8B604A5E30D}" srcOrd="0" destOrd="0" presId="urn:microsoft.com/office/officeart/2005/8/layout/hierarchy1"/>
    <dgm:cxn modelId="{135818A1-E6AB-4A07-A1A5-ADC9A537750C}" type="presParOf" srcId="{F23C2214-C313-420A-8A61-B8B604A5E30D}" destId="{33188DB1-CB08-49E1-AEF6-3314F857C31E}" srcOrd="0" destOrd="0" presId="urn:microsoft.com/office/officeart/2005/8/layout/hierarchy1"/>
    <dgm:cxn modelId="{314C43A0-9D42-404B-9756-9829ACE2434C}" type="presParOf" srcId="{F23C2214-C313-420A-8A61-B8B604A5E30D}" destId="{62CB1820-6ABB-43D5-A6E6-D381BE8AEC39}" srcOrd="1" destOrd="0" presId="urn:microsoft.com/office/officeart/2005/8/layout/hierarchy1"/>
    <dgm:cxn modelId="{7F36C8B4-5476-4F05-B5C8-B9B0FD05EE16}" type="presParOf" srcId="{FA29F703-3ED8-4B10-98C9-29A03133901D}" destId="{F3F4A9E3-D27D-4CE1-9200-0BBB547BD5F1}" srcOrd="1" destOrd="0" presId="urn:microsoft.com/office/officeart/2005/8/layout/hierarchy1"/>
    <dgm:cxn modelId="{840C6BA3-39ED-4AB6-B52F-E92AF6E628BF}" type="presParOf" srcId="{3524ADAE-1AF4-4570-90ED-85DE1A90F628}" destId="{B1410093-E8FF-410C-BECC-E63D01180877}" srcOrd="2" destOrd="0" presId="urn:microsoft.com/office/officeart/2005/8/layout/hierarchy1"/>
    <dgm:cxn modelId="{9642EC29-1253-4C90-805F-CA491920810B}" type="presParOf" srcId="{B1410093-E8FF-410C-BECC-E63D01180877}" destId="{1E68CDC1-5F85-410E-9466-E26118960C79}" srcOrd="0" destOrd="0" presId="urn:microsoft.com/office/officeart/2005/8/layout/hierarchy1"/>
    <dgm:cxn modelId="{98B2844D-D758-4826-9720-D930E40C040F}" type="presParOf" srcId="{1E68CDC1-5F85-410E-9466-E26118960C79}" destId="{C8949019-B674-49BC-A84F-A6DE2E32DF38}" srcOrd="0" destOrd="0" presId="urn:microsoft.com/office/officeart/2005/8/layout/hierarchy1"/>
    <dgm:cxn modelId="{0D9F9203-E913-4DBB-8B39-689F8B42DB98}" type="presParOf" srcId="{1E68CDC1-5F85-410E-9466-E26118960C79}" destId="{7DCD09CF-BF75-48B8-98A5-D6686C63C4A4}" srcOrd="1" destOrd="0" presId="urn:microsoft.com/office/officeart/2005/8/layout/hierarchy1"/>
    <dgm:cxn modelId="{36022A10-1DCB-4B2E-8028-E845E909EDFE}" type="presParOf" srcId="{B1410093-E8FF-410C-BECC-E63D01180877}" destId="{70FAF8F9-E20F-4265-86CC-8C905371E64C}"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5109BE-9185-4224-91D6-6ADC65CF9F56}">
      <dsp:nvSpPr>
        <dsp:cNvPr id="0" name=""/>
        <dsp:cNvSpPr/>
      </dsp:nvSpPr>
      <dsp:spPr>
        <a:xfrm>
          <a:off x="0"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40C21F3-2A98-470C-9014-E22C8B328F34}">
      <dsp:nvSpPr>
        <dsp:cNvPr id="0" name=""/>
        <dsp:cNvSpPr/>
      </dsp:nvSpPr>
      <dsp:spPr>
        <a:xfrm>
          <a:off x="341494"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a:latin typeface="Comic Sans MS" panose="030F0702030302020204" pitchFamily="66" charset="0"/>
            </a:rPr>
            <a:t>Feature file</a:t>
          </a:r>
        </a:p>
      </dsp:txBody>
      <dsp:txXfrm>
        <a:off x="398656" y="1088253"/>
        <a:ext cx="2959127" cy="1837317"/>
      </dsp:txXfrm>
    </dsp:sp>
    <dsp:sp modelId="{33188DB1-CB08-49E1-AEF6-3314F857C31E}">
      <dsp:nvSpPr>
        <dsp:cNvPr id="0" name=""/>
        <dsp:cNvSpPr/>
      </dsp:nvSpPr>
      <dsp:spPr>
        <a:xfrm>
          <a:off x="3756441"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CB1820-6ABB-43D5-A6E6-D381BE8AEC39}">
      <dsp:nvSpPr>
        <dsp:cNvPr id="0" name=""/>
        <dsp:cNvSpPr/>
      </dsp:nvSpPr>
      <dsp:spPr>
        <a:xfrm>
          <a:off x="4097935"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a:latin typeface="Comic Sans MS" panose="030F0702030302020204" pitchFamily="66" charset="0"/>
            </a:rPr>
            <a:t>Step Definition</a:t>
          </a:r>
        </a:p>
      </dsp:txBody>
      <dsp:txXfrm>
        <a:off x="4155097" y="1088253"/>
        <a:ext cx="2959127" cy="1837317"/>
      </dsp:txXfrm>
    </dsp:sp>
    <dsp:sp modelId="{C8949019-B674-49BC-A84F-A6DE2E32DF38}">
      <dsp:nvSpPr>
        <dsp:cNvPr id="0" name=""/>
        <dsp:cNvSpPr/>
      </dsp:nvSpPr>
      <dsp:spPr>
        <a:xfrm>
          <a:off x="7512882" y="706671"/>
          <a:ext cx="3073451" cy="1951641"/>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DCD09CF-BF75-48B8-98A5-D6686C63C4A4}">
      <dsp:nvSpPr>
        <dsp:cNvPr id="0" name=""/>
        <dsp:cNvSpPr/>
      </dsp:nvSpPr>
      <dsp:spPr>
        <a:xfrm>
          <a:off x="7854377" y="1031091"/>
          <a:ext cx="3073451" cy="1951641"/>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7640" tIns="167640" rIns="167640" bIns="167640" numCol="1" spcCol="1270" anchor="ctr" anchorCtr="0">
          <a:noAutofit/>
        </a:bodyPr>
        <a:lstStyle/>
        <a:p>
          <a:pPr marL="0" lvl="0" indent="0" algn="ctr" defTabSz="1955800">
            <a:lnSpc>
              <a:spcPct val="90000"/>
            </a:lnSpc>
            <a:spcBef>
              <a:spcPct val="0"/>
            </a:spcBef>
            <a:spcAft>
              <a:spcPct val="35000"/>
            </a:spcAft>
            <a:buNone/>
          </a:pPr>
          <a:r>
            <a:rPr lang="en-US" sz="4400" kern="1200">
              <a:latin typeface="Comic Sans MS" panose="030F0702030302020204" pitchFamily="66" charset="0"/>
            </a:rPr>
            <a:t>Runner files</a:t>
          </a:r>
        </a:p>
      </dsp:txBody>
      <dsp:txXfrm>
        <a:off x="7911539" y="1088253"/>
        <a:ext cx="2959127" cy="18373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2/11/2026</a:t>
            </a:fld>
            <a:endParaRPr lang="en-US" sz="70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2/11/2026</a:t>
            </a:fld>
            <a:endParaRPr lang="en-US"/>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3777184-81F0-E0F2-1EC9-0750B464E46C}"/>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061DD8-6B28-F45C-129C-A5B6E28BFA8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70599BD7-15A2-3D63-399B-63FFA4543D68}"/>
              </a:ext>
            </a:extLst>
          </p:cNvPr>
          <p:cNvSpPr>
            <a:spLocks noGrp="1"/>
          </p:cNvSpPr>
          <p:nvPr>
            <p:ph type="sldNum" sz="quarter" idx="5"/>
          </p:nvPr>
        </p:nvSpPr>
        <p:spPr/>
        <p:txBody>
          <a:bodyPr/>
          <a:lstStyle/>
          <a:p>
            <a:fld id="{3B1EFD08-C94F-6048-8AD6-4B7ED2EB73E5}" type="slidenum">
              <a:rPr lang="en-US" smtClean="0"/>
              <a:pPr/>
              <a:t>2</a:t>
            </a:fld>
            <a:endParaRPr lang="en-US"/>
          </a:p>
        </p:txBody>
      </p:sp>
    </p:spTree>
    <p:extLst>
      <p:ext uri="{BB962C8B-B14F-4D97-AF65-F5344CB8AC3E}">
        <p14:creationId xmlns:p14="http://schemas.microsoft.com/office/powerpoint/2010/main" val="2046935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B257C-A329-15A4-B9A4-371B36DE6A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B358D2-2FA8-D8AE-8630-9A02449E1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9C29A-670D-5EC7-C3D3-E5142B0DB9DB}"/>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44B5B1E7-1F9A-57B9-BB2C-3B844908DAFF}"/>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C5F2A6DA-B8FB-1160-CA79-394E0AECC796}"/>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434BBBAA-403B-3E8B-3B44-8B75319CBEF2}"/>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3079378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6854B-05D2-F841-8766-7A655A66EB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C7D879-2BBA-08E5-84EB-88093478C4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C6E01-B535-FC2D-219C-7F3C73977F13}"/>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11A7BBF-9319-21C7-5EDD-34BFD87092E8}"/>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28CC113C-B44D-F942-BEE3-3F59C583A755}"/>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325DEE32-3399-7AC6-E26A-826D0F617B1C}"/>
              </a:ext>
            </a:extLst>
          </p:cNvPr>
          <p:cNvSpPr>
            <a:spLocks noGrp="1"/>
          </p:cNvSpPr>
          <p:nvPr>
            <p:ph type="sldNum" sz="quarter" idx="5"/>
          </p:nvPr>
        </p:nvSpPr>
        <p:spPr/>
        <p:txBody>
          <a:bodyPr/>
          <a:lstStyle/>
          <a:p>
            <a:fld id="{3B1EFD08-C94F-6048-8AD6-4B7ED2EB73E5}" type="slidenum">
              <a:rPr lang="en-US" smtClean="0"/>
              <a:pPr/>
              <a:t>4</a:t>
            </a:fld>
            <a:endParaRPr lang="en-US"/>
          </a:p>
        </p:txBody>
      </p:sp>
    </p:spTree>
    <p:extLst>
      <p:ext uri="{BB962C8B-B14F-4D97-AF65-F5344CB8AC3E}">
        <p14:creationId xmlns:p14="http://schemas.microsoft.com/office/powerpoint/2010/main" val="3358157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A6E15-7A09-9025-C4A6-FBC711EBE3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4950EC-9EBB-3106-8254-F3FFDB0941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DF0F61-6CA9-1184-6EE4-7A15AE521FF2}"/>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82B3528-4ED2-882D-7BBB-33A350D42623}"/>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853D5728-DF62-29D3-4556-BFCF3392F71C}"/>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1A84CCDB-4B38-ED5A-2C80-2A2642C84790}"/>
              </a:ext>
            </a:extLst>
          </p:cNvPr>
          <p:cNvSpPr>
            <a:spLocks noGrp="1"/>
          </p:cNvSpPr>
          <p:nvPr>
            <p:ph type="sldNum" sz="quarter" idx="5"/>
          </p:nvPr>
        </p:nvSpPr>
        <p:spPr/>
        <p:txBody>
          <a:bodyPr/>
          <a:lstStyle/>
          <a:p>
            <a:fld id="{3B1EFD08-C94F-6048-8AD6-4B7ED2EB73E5}" type="slidenum">
              <a:rPr lang="en-US" smtClean="0"/>
              <a:pPr/>
              <a:t>5</a:t>
            </a:fld>
            <a:endParaRPr lang="en-US"/>
          </a:p>
        </p:txBody>
      </p:sp>
    </p:spTree>
    <p:extLst>
      <p:ext uri="{BB962C8B-B14F-4D97-AF65-F5344CB8AC3E}">
        <p14:creationId xmlns:p14="http://schemas.microsoft.com/office/powerpoint/2010/main" val="18325254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130BE-05C2-0B85-E7BE-0F39EBF121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400606-EC67-0BE8-192B-A8B43C90F2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EAD1F-5E1B-510A-16B8-C1B4AF0818C8}"/>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B7DCFD2-9E75-BCDA-5754-44CC3DD99160}"/>
              </a:ext>
            </a:extLst>
          </p:cNvPr>
          <p:cNvSpPr>
            <a:spLocks noGrp="1"/>
          </p:cNvSpPr>
          <p:nvPr>
            <p:ph type="hdr" sz="quarter" idx="4294967295"/>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1572741-B78E-74C0-024D-E9353094CC89}"/>
              </a:ext>
            </a:extLst>
          </p:cNvPr>
          <p:cNvSpPr>
            <a:spLocks noGrp="1"/>
          </p:cNvSpPr>
          <p:nvPr>
            <p:ph type="ftr" sz="quarter" idx="4"/>
          </p:nvPr>
        </p:nvSpPr>
        <p:spPr/>
        <p:txBody>
          <a:bodyPr/>
          <a:lstStyle/>
          <a:p>
            <a:r>
              <a:rPr lang="en-US"/>
              <a:t>© 2024 Cognizant | Private</a:t>
            </a:r>
          </a:p>
        </p:txBody>
      </p:sp>
      <p:sp>
        <p:nvSpPr>
          <p:cNvPr id="7" name="Slide Number Placeholder 6">
            <a:extLst>
              <a:ext uri="{FF2B5EF4-FFF2-40B4-BE49-F238E27FC236}">
                <a16:creationId xmlns:a16="http://schemas.microsoft.com/office/drawing/2014/main" id="{FB617E25-9052-8B85-9354-0B821A1B1DEE}"/>
              </a:ext>
            </a:extLst>
          </p:cNvPr>
          <p:cNvSpPr>
            <a:spLocks noGrp="1"/>
          </p:cNvSpPr>
          <p:nvPr>
            <p:ph type="sldNum" sz="quarter" idx="5"/>
          </p:nvPr>
        </p:nvSpPr>
        <p:spPr/>
        <p:txBody>
          <a:bodyPr/>
          <a:lstStyle/>
          <a:p>
            <a:fld id="{3B1EFD08-C94F-6048-8AD6-4B7ED2EB73E5}" type="slidenum">
              <a:rPr lang="en-US" smtClean="0"/>
              <a:pPr/>
              <a:t>6</a:t>
            </a:fld>
            <a:endParaRPr lang="en-US"/>
          </a:p>
        </p:txBody>
      </p:sp>
    </p:spTree>
    <p:extLst>
      <p:ext uri="{BB962C8B-B14F-4D97-AF65-F5344CB8AC3E}">
        <p14:creationId xmlns:p14="http://schemas.microsoft.com/office/powerpoint/2010/main" val="1808576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COVERS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2/11/2026</a:t>
            </a:fld>
            <a:endParaRPr lang="en-US"/>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a:t>Click to add extra long presentation </a:t>
            </a:r>
            <a:br>
              <a:rPr lang="en-US"/>
            </a:br>
            <a:r>
              <a:rPr lang="en-US"/>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2/11/2026</a:t>
            </a:fld>
            <a:endParaRPr lang="en-US"/>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content</a:t>
            </a:r>
          </a:p>
          <a:p>
            <a:pPr lvl="1"/>
            <a:r>
              <a:rPr lang="en-US"/>
              <a:t>2nd level text</a:t>
            </a:r>
          </a:p>
          <a:p>
            <a:pPr lvl="2"/>
            <a:r>
              <a:rPr lang="en-US"/>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2/11/2026</a:t>
            </a:fld>
            <a:endParaRPr lang="en-US"/>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a:t>Click to add text</a:t>
            </a:r>
          </a:p>
          <a:p>
            <a:pPr lvl="1"/>
            <a:r>
              <a:rPr lang="en-US"/>
              <a:t>Second level</a:t>
            </a:r>
          </a:p>
          <a:p>
            <a:pPr lvl="2"/>
            <a:r>
              <a:rPr lang="en-US"/>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2/11/2026</a:t>
            </a:fld>
            <a:endParaRPr lang="en-US"/>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a:t>Presenter’s name will go here</a:t>
            </a:r>
            <a:br>
              <a:rPr lang="en-US"/>
            </a:br>
            <a:r>
              <a:rPr lang="en-US"/>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2/11/2026</a:t>
            </a:fld>
            <a:endParaRPr lang="en-US"/>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DIVIDERS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a:t>
            </a:r>
            <a:br>
              <a:rPr lang="en-US"/>
            </a:br>
            <a:r>
              <a:rPr lang="en-US"/>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a:t>Click to add </a:t>
            </a:r>
            <a:br>
              <a:rPr lang="en-US"/>
            </a:br>
            <a:r>
              <a:rPr lang="en-US"/>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2/11/2026</a:t>
            </a:fld>
            <a:endParaRPr lang="en-US"/>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a:t>Click to edit </a:t>
            </a:r>
            <a:br>
              <a:rPr lang="en-US"/>
            </a:br>
            <a:r>
              <a:rPr lang="en-US"/>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CONTENT</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2/11/2026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2/11/2026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2/11/2026</a:t>
            </a:fld>
            <a:endParaRPr lang="en-US"/>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2/11/2026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2/11/2026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2/11/2026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2/11/2026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2/11/2026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2/11/2026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2/11/2026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2/11/2026</a:t>
            </a:fld>
            <a:endParaRPr lang="en-US"/>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a:t>Client logo</a:t>
            </a:r>
            <a:br>
              <a:rPr lang="en-US"/>
            </a:br>
            <a:r>
              <a:rPr lang="en-US"/>
              <a:t>(crop: fit to make sure </a:t>
            </a:r>
            <a:br>
              <a:rPr lang="en-US"/>
            </a:br>
            <a:r>
              <a:rPr lang="en-US"/>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DARK 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a:t>Click to add content</a:t>
            </a:r>
          </a:p>
          <a:p>
            <a:pPr lvl="1"/>
            <a:r>
              <a:rPr lang="en-US"/>
              <a:t>2nd level</a:t>
            </a:r>
          </a:p>
          <a:p>
            <a:pPr lvl="2"/>
            <a:r>
              <a:rPr lang="en-US"/>
              <a:t>3rd level text</a:t>
            </a:r>
          </a:p>
          <a:p>
            <a:pPr lvl="3"/>
            <a:r>
              <a:rPr lang="en-US"/>
              <a:t>4th level text</a:t>
            </a:r>
          </a:p>
          <a:p>
            <a:pPr lvl="4"/>
            <a:r>
              <a:rPr lang="en-US"/>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2/11/2026</a:t>
            </a:fld>
            <a:endParaRPr lang="en-US"/>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2/11/2026</a:t>
            </a:fld>
            <a:endParaRPr lang="en-US"/>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2/11/2026</a:t>
            </a:fld>
            <a:endParaRPr lang="en-US"/>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2/11/2026</a:t>
            </a:fld>
            <a:endParaRPr lang="en-US"/>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a:t>Click to add content</a:t>
            </a:r>
          </a:p>
          <a:p>
            <a:pPr lvl="1"/>
            <a:r>
              <a:rPr lang="en-US"/>
              <a:t>2nd level text</a:t>
            </a:r>
          </a:p>
          <a:p>
            <a:pPr lvl="2"/>
            <a:r>
              <a:rPr lang="en-US"/>
              <a:t>3rd level text</a:t>
            </a:r>
          </a:p>
          <a:p>
            <a:pPr lvl="3"/>
            <a:r>
              <a:rPr lang="en-US"/>
              <a:t>4th level</a:t>
            </a:r>
          </a:p>
          <a:p>
            <a:pPr lvl="4"/>
            <a:r>
              <a:rPr lang="en-US"/>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2/11/2026</a:t>
            </a:fld>
            <a:endParaRPr lang="en-US"/>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2/11/2026</a:t>
            </a:fld>
            <a:endParaRPr lang="en-US"/>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2/11/2026</a:t>
            </a:fld>
            <a:endParaRPr lang="en-US"/>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2/11/2026</a:t>
            </a:fld>
            <a:endParaRPr lang="en-US"/>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2/11/2026</a:t>
            </a:fld>
            <a:endParaRPr lang="en-US"/>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2/11/2026</a:t>
            </a:fld>
            <a:endParaRPr lang="en-US"/>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a:t>Click to edit statement or quote </a:t>
            </a:r>
            <a:br>
              <a:rPr lang="en-US"/>
            </a:br>
            <a:r>
              <a:rPr lang="en-US"/>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2/11/2026</a:t>
            </a:fld>
            <a:endParaRPr lang="en-US"/>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IMAGERY</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2/11/2026</a:t>
            </a:fld>
            <a:endParaRPr lang="en-US"/>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2/11/2026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2/11/2026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a:t>Click to add </a:t>
            </a:r>
            <a:br>
              <a:rPr lang="en-US"/>
            </a:br>
            <a:r>
              <a:rPr lang="en-US"/>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2/11/2026</a:t>
            </a:fld>
            <a:endParaRPr lang="en-US"/>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Role</a:t>
            </a:r>
            <a:br>
              <a:rPr lang="en-US"/>
            </a:br>
            <a:r>
              <a:rPr lang="en-US"/>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2/11/2026</a:t>
            </a:fld>
            <a:endParaRPr lang="en-US"/>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a:ln>
                  <a:noFill/>
                </a:ln>
                <a:solidFill>
                  <a:srgbClr val="FFFFFF"/>
                </a:solidFill>
                <a:effectLst/>
                <a:uLnTx/>
                <a:uFillTx/>
              </a:rPr>
              <a:t>PRINT</a:t>
            </a:r>
            <a:br>
              <a:rPr kumimoji="0" lang="en-US" sz="16600" b="1" i="0" u="none" strike="noStrike" kern="0" cap="none" spc="0" normalizeH="0" baseline="0" noProof="0">
                <a:ln>
                  <a:noFill/>
                </a:ln>
                <a:solidFill>
                  <a:srgbClr val="FFFFFF"/>
                </a:solidFill>
                <a:effectLst/>
                <a:uLnTx/>
                <a:uFillTx/>
              </a:rPr>
            </a:br>
            <a:r>
              <a:rPr kumimoji="0" lang="en-US" sz="16600" b="1" i="0" u="none" strike="noStrike" kern="0" cap="none" spc="0" normalizeH="0" baseline="0" noProof="0">
                <a:ln>
                  <a:noFill/>
                </a:ln>
                <a:solidFill>
                  <a:srgbClr val="FFFFFF"/>
                </a:solidFill>
                <a:effectLst/>
                <a:uLnTx/>
                <a:uFillTx/>
              </a:rPr>
              <a:t>LAYOUTS</a:t>
            </a:r>
            <a:endParaRPr kumimoji="0" lang="en-US" sz="7200" b="0" i="1" u="none" strike="noStrike" kern="0" cap="none" spc="0" normalizeH="0" baseline="0" noProof="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2/11/2026</a:t>
            </a:fld>
            <a:endParaRPr lang="en-US"/>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2/11/2026</a:t>
            </a:fld>
            <a:endParaRPr lang="en-US"/>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2/11/2026</a:t>
            </a:fld>
            <a:endParaRPr lang="en-US"/>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a:t>Avoid bullets as a general rule</a:t>
            </a:r>
          </a:p>
          <a:p>
            <a:pPr lvl="1"/>
            <a:r>
              <a:rPr lang="en-US"/>
              <a:t>Second level (bullets)</a:t>
            </a:r>
          </a:p>
          <a:p>
            <a:pPr lvl="2"/>
            <a:r>
              <a:rPr lang="en-US"/>
              <a:t>Third level (subhead)</a:t>
            </a:r>
          </a:p>
          <a:p>
            <a:pPr lvl="3"/>
            <a:r>
              <a:rPr lang="en-US"/>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2/11/2026</a:t>
            </a:fld>
            <a:endParaRPr lang="en-US"/>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a:solidFill>
                  <a:schemeClr val="bg1"/>
                </a:solidFill>
              </a:rPr>
              <a:t>DO NOT USE </a:t>
            </a:r>
            <a:br>
              <a:rPr lang="en-US" sz="9600" b="1">
                <a:solidFill>
                  <a:schemeClr val="bg1"/>
                </a:solidFill>
              </a:rPr>
            </a:br>
            <a:r>
              <a:rPr lang="en-US" sz="9600" b="1">
                <a:solidFill>
                  <a:schemeClr val="bg1"/>
                </a:solidFill>
              </a:rPr>
              <a:t>ANY LAYOUTS </a:t>
            </a:r>
            <a:br>
              <a:rPr lang="en-US" sz="9600" b="1">
                <a:solidFill>
                  <a:schemeClr val="bg1"/>
                </a:solidFill>
              </a:rPr>
            </a:br>
            <a:r>
              <a:rPr lang="en-US" sz="9600" b="1">
                <a:solidFill>
                  <a:schemeClr val="bg1"/>
                </a:solidFill>
              </a:rPr>
              <a:t>BEYOND </a:t>
            </a:r>
            <a:br>
              <a:rPr lang="en-US" sz="9600" b="1">
                <a:solidFill>
                  <a:schemeClr val="bg1"/>
                </a:solidFill>
              </a:rPr>
            </a:br>
            <a:r>
              <a:rPr lang="en-US" sz="9600" b="1">
                <a:solidFill>
                  <a:schemeClr val="bg1"/>
                </a:solidFill>
              </a:rPr>
              <a:t>THIS POINT</a:t>
            </a:r>
          </a:p>
          <a:p>
            <a:pPr algn="ctr">
              <a:lnSpc>
                <a:spcPct val="90000"/>
              </a:lnSpc>
              <a:spcAft>
                <a:spcPts val="2400"/>
              </a:spcAft>
            </a:pPr>
            <a:r>
              <a:rPr lang="en-US" sz="3600" b="0" i="1">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a:t>Click to add content</a:t>
            </a:r>
          </a:p>
          <a:p>
            <a:pPr lvl="1"/>
            <a:r>
              <a:rPr lang="en-US"/>
              <a:t>2nd level text</a:t>
            </a:r>
          </a:p>
          <a:p>
            <a:pPr lvl="2"/>
            <a:r>
              <a:rPr lang="en-US"/>
              <a:t>3rd level text</a:t>
            </a:r>
          </a:p>
          <a:p>
            <a:pPr lvl="3"/>
            <a:r>
              <a:rPr lang="en-US"/>
              <a:t>4th level text</a:t>
            </a:r>
          </a:p>
          <a:p>
            <a:pPr lvl="4"/>
            <a:r>
              <a:rPr lang="en-US"/>
              <a:t>5th level text</a:t>
            </a:r>
          </a:p>
          <a:p>
            <a:pPr lvl="5"/>
            <a:r>
              <a:rPr lang="en-US"/>
              <a:t>6th level text</a:t>
            </a:r>
          </a:p>
          <a:p>
            <a:pPr lvl="6"/>
            <a:r>
              <a:rPr lang="en-US"/>
              <a:t>7th level text</a:t>
            </a:r>
          </a:p>
          <a:p>
            <a:pPr lvl="7"/>
            <a:r>
              <a:rPr lang="en-US"/>
              <a:t>8th level text</a:t>
            </a:r>
          </a:p>
          <a:p>
            <a:pPr lvl="8"/>
            <a:r>
              <a:rPr lang="en-US"/>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2/11/2026</a:t>
            </a:fld>
            <a:endParaRPr lang="en-US"/>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4.xml"/><Relationship Id="rId5" Type="http://schemas.openxmlformats.org/officeDocument/2006/relationships/image" Target="../media/image2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3429000"/>
            <a:ext cx="4846322" cy="498598"/>
          </a:xfrm>
        </p:spPr>
        <p:txBody>
          <a:bodyPr/>
          <a:lstStyle/>
          <a:p>
            <a:r>
              <a:rPr lang="en-US"/>
              <a:t>Cucumber</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AA00-E314-C467-9DC0-3F4B208C2C8D}"/>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20DA4E4-FB3A-9A75-07A8-8E3636076ABC}"/>
              </a:ext>
            </a:extLst>
          </p:cNvPr>
          <p:cNvSpPr>
            <a:spLocks noGrp="1"/>
          </p:cNvSpPr>
          <p:nvPr>
            <p:ph type="sldNum" sz="quarter" idx="12"/>
          </p:nvPr>
        </p:nvSpPr>
        <p:spPr/>
        <p:txBody>
          <a:bodyPr/>
          <a:lstStyle/>
          <a:p>
            <a:fld id="{38826FC0-333C-E549-9FA3-0EE43DF298A3}" type="slidenum">
              <a:rPr lang="en-US" smtClean="0"/>
              <a:pPr/>
              <a:t>2</a:t>
            </a:fld>
            <a:endParaRPr lang="en-US"/>
          </a:p>
        </p:txBody>
      </p:sp>
      <p:sp>
        <p:nvSpPr>
          <p:cNvPr id="4" name="Footer Placeholder 3">
            <a:extLst>
              <a:ext uri="{FF2B5EF4-FFF2-40B4-BE49-F238E27FC236}">
                <a16:creationId xmlns:a16="http://schemas.microsoft.com/office/drawing/2014/main" id="{A84C2A7E-3F72-1E1B-CE4A-4B5E01968A16}"/>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2E98CD8F-0338-1E1B-4E29-B94B74E329F5}"/>
              </a:ext>
            </a:extLst>
          </p:cNvPr>
          <p:cNvSpPr>
            <a:spLocks noGrp="1"/>
          </p:cNvSpPr>
          <p:nvPr>
            <p:ph type="title"/>
          </p:nvPr>
        </p:nvSpPr>
        <p:spPr/>
        <p:txBody>
          <a:bodyPr/>
          <a:lstStyle/>
          <a:p>
            <a:r>
              <a:rPr lang="en-US"/>
              <a:t>TDD and BDD</a:t>
            </a:r>
          </a:p>
        </p:txBody>
      </p:sp>
      <p:sp>
        <p:nvSpPr>
          <p:cNvPr id="5" name="Content Placeholder 4">
            <a:extLst>
              <a:ext uri="{FF2B5EF4-FFF2-40B4-BE49-F238E27FC236}">
                <a16:creationId xmlns:a16="http://schemas.microsoft.com/office/drawing/2014/main" id="{0403946E-50F6-630A-C7D9-0B48D764A0F2}"/>
              </a:ext>
            </a:extLst>
          </p:cNvPr>
          <p:cNvSpPr>
            <a:spLocks noGrp="1"/>
          </p:cNvSpPr>
          <p:nvPr>
            <p:ph idx="1"/>
          </p:nvPr>
        </p:nvSpPr>
        <p:spPr>
          <a:xfrm>
            <a:off x="528320" y="1031240"/>
            <a:ext cx="11206480" cy="1833880"/>
          </a:xfrm>
          <a:solidFill>
            <a:srgbClr val="EAF2FA"/>
          </a:solidFill>
        </p:spPr>
        <p:txBody>
          <a:bodyPr/>
          <a:lstStyle/>
          <a:p>
            <a:pPr marL="0" indent="0">
              <a:lnSpc>
                <a:spcPct val="150000"/>
              </a:lnSpc>
              <a:buNone/>
            </a:pPr>
            <a:r>
              <a:rPr lang="en-US" sz="1800">
                <a:latin typeface="Comic Sans MS" panose="030F0702030302020204" pitchFamily="66" charset="0"/>
              </a:rPr>
              <a:t>Behavior-Driven Development (BDD) and Test-Driven Development (TDD) are two prominent methodologies in software development, each with distinct approaches and objectives. </a:t>
            </a:r>
          </a:p>
          <a:p>
            <a:pPr marL="0" indent="0">
              <a:lnSpc>
                <a:spcPct val="150000"/>
              </a:lnSpc>
              <a:buNone/>
            </a:pPr>
            <a:r>
              <a:rPr lang="en-US" sz="1800">
                <a:latin typeface="Comic Sans MS" panose="030F0702030302020204" pitchFamily="66" charset="0"/>
              </a:rPr>
              <a:t>Both aim to improve software quality through testing, but they differ in focus, collaboration, and implementation.</a:t>
            </a:r>
            <a:endParaRPr lang="en-IN" sz="1800">
              <a:latin typeface="Comic Sans MS" panose="030F0702030302020204" pitchFamily="66" charset="0"/>
            </a:endParaRPr>
          </a:p>
        </p:txBody>
      </p:sp>
    </p:spTree>
    <p:extLst>
      <p:ext uri="{BB962C8B-B14F-4D97-AF65-F5344CB8AC3E}">
        <p14:creationId xmlns:p14="http://schemas.microsoft.com/office/powerpoint/2010/main" val="23256733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280C1-5316-89D0-C3B6-836A829AF542}"/>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93F173F-AA43-E659-AFBC-3E84D01DCF62}"/>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4" name="Footer Placeholder 3">
            <a:extLst>
              <a:ext uri="{FF2B5EF4-FFF2-40B4-BE49-F238E27FC236}">
                <a16:creationId xmlns:a16="http://schemas.microsoft.com/office/drawing/2014/main" id="{665FFB11-E064-D577-D1D3-B18D20DB525D}"/>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6CEF259C-F2FF-F5F2-F829-8E24A6CDD39C}"/>
              </a:ext>
            </a:extLst>
          </p:cNvPr>
          <p:cNvSpPr>
            <a:spLocks noGrp="1"/>
          </p:cNvSpPr>
          <p:nvPr>
            <p:ph type="title"/>
          </p:nvPr>
        </p:nvSpPr>
        <p:spPr/>
        <p:txBody>
          <a:bodyPr/>
          <a:lstStyle/>
          <a:p>
            <a:r>
              <a:rPr lang="en-US"/>
              <a:t>TDD and BDD</a:t>
            </a:r>
          </a:p>
        </p:txBody>
      </p:sp>
      <p:pic>
        <p:nvPicPr>
          <p:cNvPr id="10" name="Picture 9" descr="A computer code with text&#10;&#10;AI-generated content may be incorrect.">
            <a:extLst>
              <a:ext uri="{FF2B5EF4-FFF2-40B4-BE49-F238E27FC236}">
                <a16:creationId xmlns:a16="http://schemas.microsoft.com/office/drawing/2014/main" id="{1315E399-735D-A386-3647-F81298CF6816}"/>
              </a:ext>
            </a:extLst>
          </p:cNvPr>
          <p:cNvPicPr>
            <a:picLocks noChangeAspect="1"/>
          </p:cNvPicPr>
          <p:nvPr/>
        </p:nvPicPr>
        <p:blipFill>
          <a:blip r:embed="rId3"/>
          <a:stretch>
            <a:fillRect/>
          </a:stretch>
        </p:blipFill>
        <p:spPr>
          <a:xfrm>
            <a:off x="6660866" y="1691606"/>
            <a:ext cx="5338094" cy="3251367"/>
          </a:xfrm>
          <a:prstGeom prst="rect">
            <a:avLst/>
          </a:prstGeom>
        </p:spPr>
      </p:pic>
      <p:sp>
        <p:nvSpPr>
          <p:cNvPr id="11" name="TextBox 10">
            <a:extLst>
              <a:ext uri="{FF2B5EF4-FFF2-40B4-BE49-F238E27FC236}">
                <a16:creationId xmlns:a16="http://schemas.microsoft.com/office/drawing/2014/main" id="{AABA250B-4EDD-FD95-6303-D453682FEB60}"/>
              </a:ext>
            </a:extLst>
          </p:cNvPr>
          <p:cNvSpPr txBox="1"/>
          <p:nvPr/>
        </p:nvSpPr>
        <p:spPr>
          <a:xfrm>
            <a:off x="822960" y="1074761"/>
            <a:ext cx="5699760" cy="4726599"/>
          </a:xfrm>
          <a:prstGeom prst="rect">
            <a:avLst/>
          </a:prstGeom>
          <a:solidFill>
            <a:srgbClr val="F6F6F5"/>
          </a:solidFill>
        </p:spPr>
        <p:txBody>
          <a:bodyPr vert="horz" lIns="0" tIns="0" rIns="0" bIns="0" rtlCol="0" anchor="t">
            <a:noAutofit/>
          </a:bodyPr>
          <a:lstStyle>
            <a:lvl1pPr indent="0">
              <a:lnSpc>
                <a:spcPct val="110000"/>
              </a:lnSpc>
              <a:spcBef>
                <a:spcPts val="600"/>
              </a:spcBef>
              <a:spcAft>
                <a:spcPts val="0"/>
              </a:spcAft>
              <a:buClr>
                <a:schemeClr val="tx1"/>
              </a:buClr>
              <a:buFont typeface="Arial" panose="020B0604020202020204" pitchFamily="34" charset="0"/>
              <a:buNone/>
              <a:tabLst/>
              <a:defRPr b="0">
                <a:latin typeface="Comic Sans MS" panose="030F0702030302020204" pitchFamily="66" charset="0"/>
              </a:defRPr>
            </a:lvl1pPr>
            <a:lvl2pPr marL="393192" indent="-187325">
              <a:lnSpc>
                <a:spcPct val="110000"/>
              </a:lnSpc>
              <a:spcBef>
                <a:spcPts val="600"/>
              </a:spcBef>
              <a:spcAft>
                <a:spcPts val="0"/>
              </a:spcAft>
              <a:buClr>
                <a:schemeClr val="tx1"/>
              </a:buClr>
              <a:buFont typeface="Arial" panose="020B0604020202020204" pitchFamily="34" charset="0"/>
              <a:buChar char="⁃"/>
              <a:tabLst/>
              <a:defRPr sz="1400" b="0" baseline="0"/>
            </a:lvl2pPr>
            <a:lvl3pPr marL="594360" indent="-182880">
              <a:lnSpc>
                <a:spcPct val="110000"/>
              </a:lnSpc>
              <a:spcBef>
                <a:spcPts val="600"/>
              </a:spcBef>
              <a:spcAft>
                <a:spcPts val="0"/>
              </a:spcAft>
              <a:buClr>
                <a:schemeClr val="tx1"/>
              </a:buClr>
              <a:buFont typeface="Arial" panose="020B0604020202020204" pitchFamily="34" charset="0"/>
              <a:buChar char="•"/>
              <a:tabLst/>
              <a:defRPr sz="1200" b="0"/>
            </a:lvl3pPr>
            <a:lvl4pPr marL="594360" indent="-182880">
              <a:lnSpc>
                <a:spcPct val="110000"/>
              </a:lnSpc>
              <a:spcBef>
                <a:spcPts val="600"/>
              </a:spcBef>
              <a:spcAft>
                <a:spcPts val="0"/>
              </a:spcAft>
              <a:buClr>
                <a:schemeClr val="tx1"/>
              </a:buClr>
              <a:buFont typeface="Arial" panose="020B0604020202020204" pitchFamily="34" charset="0"/>
              <a:buChar char="•"/>
              <a:tabLst/>
              <a:defRPr sz="1200" b="0"/>
            </a:lvl4pPr>
            <a:lvl5pPr marL="594360" indent="-182880">
              <a:lnSpc>
                <a:spcPct val="110000"/>
              </a:lnSpc>
              <a:spcBef>
                <a:spcPts val="600"/>
              </a:spcBef>
              <a:spcAft>
                <a:spcPts val="0"/>
              </a:spcAft>
              <a:buClr>
                <a:schemeClr val="tx1"/>
              </a:buClr>
              <a:buFont typeface="Arial" panose="020B0604020202020204" pitchFamily="34" charset="0"/>
              <a:buChar char="•"/>
              <a:tabLst/>
              <a:defRPr sz="1200" b="0"/>
            </a:lvl5pPr>
            <a:lvl6pPr marL="594360" indent="-182880">
              <a:lnSpc>
                <a:spcPct val="110000"/>
              </a:lnSpc>
              <a:spcBef>
                <a:spcPts val="600"/>
              </a:spcBef>
              <a:buFont typeface="Arial" panose="020B0604020202020204" pitchFamily="34" charset="0"/>
              <a:buChar char="•"/>
              <a:defRPr sz="1200"/>
            </a:lvl6pPr>
            <a:lvl7pPr marL="594360" indent="-182880">
              <a:lnSpc>
                <a:spcPct val="110000"/>
              </a:lnSpc>
              <a:spcBef>
                <a:spcPts val="600"/>
              </a:spcBef>
              <a:buFont typeface="Arial" panose="020B0604020202020204" pitchFamily="34" charset="0"/>
              <a:buChar char="•"/>
              <a:defRPr sz="1200"/>
            </a:lvl7pPr>
            <a:lvl8pPr marL="594360" indent="-182880">
              <a:lnSpc>
                <a:spcPct val="110000"/>
              </a:lnSpc>
              <a:spcBef>
                <a:spcPts val="600"/>
              </a:spcBef>
              <a:buFont typeface="Arial" panose="020B0604020202020204" pitchFamily="34" charset="0"/>
              <a:buChar char="•"/>
              <a:defRPr sz="1200"/>
            </a:lvl8pPr>
            <a:lvl9pPr marL="594360" indent="-182880">
              <a:lnSpc>
                <a:spcPct val="110000"/>
              </a:lnSpc>
              <a:spcBef>
                <a:spcPts val="600"/>
              </a:spcBef>
              <a:buFont typeface="Arial" panose="020B0604020202020204" pitchFamily="34" charset="0"/>
              <a:buChar char="•"/>
              <a:defRPr sz="1200"/>
            </a:lvl9pPr>
          </a:lstStyle>
          <a:p>
            <a:pPr>
              <a:lnSpc>
                <a:spcPct val="150000"/>
              </a:lnSpc>
            </a:pPr>
            <a:r>
              <a:rPr lang="en-US" sz="1700" b="1"/>
              <a:t>Test-Driven Development (TDD)</a:t>
            </a:r>
          </a:p>
          <a:p>
            <a:pPr>
              <a:lnSpc>
                <a:spcPct val="150000"/>
              </a:lnSpc>
            </a:pPr>
            <a:r>
              <a:rPr lang="en-US" sz="1700">
                <a:latin typeface="Comic Sans MS"/>
                <a:cs typeface="Segoe UI"/>
              </a:rPr>
              <a:t>TDD focuses on </a:t>
            </a:r>
            <a:r>
              <a:rPr lang="en-US" sz="1700" b="1">
                <a:latin typeface="Comic Sans MS"/>
                <a:cs typeface="Segoe UI"/>
              </a:rPr>
              <a:t>unit testing </a:t>
            </a:r>
            <a:r>
              <a:rPr lang="en-US" sz="1700">
                <a:latin typeface="Comic Sans MS"/>
                <a:cs typeface="Segoe UI"/>
              </a:rPr>
              <a:t>and the implementation of specific features. </a:t>
            </a:r>
            <a:r>
              <a:rPr lang="en-US" sz="1700">
                <a:latin typeface="Comic Sans MS"/>
              </a:rPr>
              <a:t>Developers write test cases first, which initially fail, and then implement the minimal code required to pass these tests. Once the tests pass, the code is refactored for optimization. Tools like JUnit, </a:t>
            </a:r>
            <a:r>
              <a:rPr lang="en-US" sz="1700" err="1">
                <a:latin typeface="Comic Sans MS"/>
              </a:rPr>
              <a:t>NUnit</a:t>
            </a:r>
            <a:r>
              <a:rPr lang="en-US" sz="1700">
                <a:latin typeface="Comic Sans MS"/>
              </a:rPr>
              <a:t>, and </a:t>
            </a:r>
            <a:r>
              <a:rPr lang="en-US" sz="1700" err="1">
                <a:latin typeface="Comic Sans MS"/>
              </a:rPr>
              <a:t>PyTest</a:t>
            </a:r>
            <a:r>
              <a:rPr lang="en-US" sz="1700">
                <a:latin typeface="Comic Sans MS"/>
              </a:rPr>
              <a:t> are widely used in TDD.</a:t>
            </a:r>
            <a:endParaRPr lang="en-US"/>
          </a:p>
          <a:p>
            <a:pPr>
              <a:lnSpc>
                <a:spcPct val="150000"/>
              </a:lnSpc>
            </a:pPr>
            <a:r>
              <a:rPr lang="en-US" sz="1700"/>
              <a:t>TDD is primarily a developer-centric practice, emphasizing code correctness and ensuring high test coverage. It is well-suited for projects involving APIs or third-party integrations.</a:t>
            </a:r>
          </a:p>
        </p:txBody>
      </p:sp>
    </p:spTree>
    <p:extLst>
      <p:ext uri="{BB962C8B-B14F-4D97-AF65-F5344CB8AC3E}">
        <p14:creationId xmlns:p14="http://schemas.microsoft.com/office/powerpoint/2010/main" val="4160286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BE565-98C0-202C-BAA7-F928BED214A3}"/>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DF196DE-1BE1-1A97-B77D-159712A433EF}"/>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4" name="Footer Placeholder 3">
            <a:extLst>
              <a:ext uri="{FF2B5EF4-FFF2-40B4-BE49-F238E27FC236}">
                <a16:creationId xmlns:a16="http://schemas.microsoft.com/office/drawing/2014/main" id="{2787DD62-F973-69AB-60F2-5C7B1C0F10DA}"/>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13D0D085-2A4D-66D0-F0B9-515154CC091F}"/>
              </a:ext>
            </a:extLst>
          </p:cNvPr>
          <p:cNvSpPr>
            <a:spLocks noGrp="1"/>
          </p:cNvSpPr>
          <p:nvPr>
            <p:ph type="title"/>
          </p:nvPr>
        </p:nvSpPr>
        <p:spPr/>
        <p:txBody>
          <a:bodyPr/>
          <a:lstStyle/>
          <a:p>
            <a:r>
              <a:rPr lang="en-US"/>
              <a:t>TDD and BDD</a:t>
            </a:r>
          </a:p>
        </p:txBody>
      </p:sp>
      <p:sp>
        <p:nvSpPr>
          <p:cNvPr id="8" name="TextBox 7">
            <a:extLst>
              <a:ext uri="{FF2B5EF4-FFF2-40B4-BE49-F238E27FC236}">
                <a16:creationId xmlns:a16="http://schemas.microsoft.com/office/drawing/2014/main" id="{AF551D3F-5455-9838-D9E3-E0E433AE9425}"/>
              </a:ext>
            </a:extLst>
          </p:cNvPr>
          <p:cNvSpPr txBox="1"/>
          <p:nvPr/>
        </p:nvSpPr>
        <p:spPr>
          <a:xfrm>
            <a:off x="640080" y="1375933"/>
            <a:ext cx="11242040" cy="3856467"/>
          </a:xfrm>
          <a:prstGeom prst="rect">
            <a:avLst/>
          </a:prstGeom>
          <a:solidFill>
            <a:srgbClr val="F6F6F5"/>
          </a:solidFill>
        </p:spPr>
        <p:txBody>
          <a:bodyPr vert="horz" lIns="0" tIns="0" rIns="0" bIns="0" rtlCol="0">
            <a:noAutofit/>
          </a:bodyPr>
          <a:lstStyle>
            <a:lvl1pPr indent="0">
              <a:lnSpc>
                <a:spcPct val="110000"/>
              </a:lnSpc>
              <a:spcBef>
                <a:spcPts val="600"/>
              </a:spcBef>
              <a:spcAft>
                <a:spcPts val="0"/>
              </a:spcAft>
              <a:buClr>
                <a:schemeClr val="tx1"/>
              </a:buClr>
              <a:buFont typeface="Arial" panose="020B0604020202020204" pitchFamily="34" charset="0"/>
              <a:buNone/>
              <a:tabLst/>
              <a:defRPr b="0">
                <a:latin typeface="Comic Sans MS" panose="030F0702030302020204" pitchFamily="66" charset="0"/>
              </a:defRPr>
            </a:lvl1pPr>
            <a:lvl2pPr marL="393192" indent="-187325">
              <a:lnSpc>
                <a:spcPct val="110000"/>
              </a:lnSpc>
              <a:spcBef>
                <a:spcPts val="600"/>
              </a:spcBef>
              <a:spcAft>
                <a:spcPts val="0"/>
              </a:spcAft>
              <a:buClr>
                <a:schemeClr val="tx1"/>
              </a:buClr>
              <a:buFont typeface="Arial" panose="020B0604020202020204" pitchFamily="34" charset="0"/>
              <a:buChar char="⁃"/>
              <a:tabLst/>
              <a:defRPr sz="1400" b="0" baseline="0"/>
            </a:lvl2pPr>
            <a:lvl3pPr marL="594360" indent="-182880">
              <a:lnSpc>
                <a:spcPct val="110000"/>
              </a:lnSpc>
              <a:spcBef>
                <a:spcPts val="600"/>
              </a:spcBef>
              <a:spcAft>
                <a:spcPts val="0"/>
              </a:spcAft>
              <a:buClr>
                <a:schemeClr val="tx1"/>
              </a:buClr>
              <a:buFont typeface="Arial" panose="020B0604020202020204" pitchFamily="34" charset="0"/>
              <a:buChar char="•"/>
              <a:tabLst/>
              <a:defRPr sz="1200" b="0"/>
            </a:lvl3pPr>
            <a:lvl4pPr marL="594360" indent="-182880">
              <a:lnSpc>
                <a:spcPct val="110000"/>
              </a:lnSpc>
              <a:spcBef>
                <a:spcPts val="600"/>
              </a:spcBef>
              <a:spcAft>
                <a:spcPts val="0"/>
              </a:spcAft>
              <a:buClr>
                <a:schemeClr val="tx1"/>
              </a:buClr>
              <a:buFont typeface="Arial" panose="020B0604020202020204" pitchFamily="34" charset="0"/>
              <a:buChar char="•"/>
              <a:tabLst/>
              <a:defRPr sz="1200" b="0"/>
            </a:lvl4pPr>
            <a:lvl5pPr marL="594360" indent="-182880">
              <a:lnSpc>
                <a:spcPct val="110000"/>
              </a:lnSpc>
              <a:spcBef>
                <a:spcPts val="600"/>
              </a:spcBef>
              <a:spcAft>
                <a:spcPts val="0"/>
              </a:spcAft>
              <a:buClr>
                <a:schemeClr val="tx1"/>
              </a:buClr>
              <a:buFont typeface="Arial" panose="020B0604020202020204" pitchFamily="34" charset="0"/>
              <a:buChar char="•"/>
              <a:tabLst/>
              <a:defRPr sz="1200" b="0"/>
            </a:lvl5pPr>
            <a:lvl6pPr marL="594360" indent="-182880">
              <a:lnSpc>
                <a:spcPct val="110000"/>
              </a:lnSpc>
              <a:spcBef>
                <a:spcPts val="600"/>
              </a:spcBef>
              <a:buFont typeface="Arial" panose="020B0604020202020204" pitchFamily="34" charset="0"/>
              <a:buChar char="•"/>
              <a:defRPr sz="1200"/>
            </a:lvl6pPr>
            <a:lvl7pPr marL="594360" indent="-182880">
              <a:lnSpc>
                <a:spcPct val="110000"/>
              </a:lnSpc>
              <a:spcBef>
                <a:spcPts val="600"/>
              </a:spcBef>
              <a:buFont typeface="Arial" panose="020B0604020202020204" pitchFamily="34" charset="0"/>
              <a:buChar char="•"/>
              <a:defRPr sz="1200"/>
            </a:lvl7pPr>
            <a:lvl8pPr marL="594360" indent="-182880">
              <a:lnSpc>
                <a:spcPct val="110000"/>
              </a:lnSpc>
              <a:spcBef>
                <a:spcPts val="600"/>
              </a:spcBef>
              <a:buFont typeface="Arial" panose="020B0604020202020204" pitchFamily="34" charset="0"/>
              <a:buChar char="•"/>
              <a:defRPr sz="1200"/>
            </a:lvl8pPr>
            <a:lvl9pPr marL="594360" indent="-182880">
              <a:lnSpc>
                <a:spcPct val="110000"/>
              </a:lnSpc>
              <a:spcBef>
                <a:spcPts val="600"/>
              </a:spcBef>
              <a:buFont typeface="Arial" panose="020B0604020202020204" pitchFamily="34" charset="0"/>
              <a:buChar char="•"/>
              <a:defRPr sz="1200"/>
            </a:lvl9pPr>
          </a:lstStyle>
          <a:p>
            <a:pPr>
              <a:lnSpc>
                <a:spcPct val="150000"/>
              </a:lnSpc>
            </a:pPr>
            <a:r>
              <a:rPr lang="en-IN" b="1" err="1"/>
              <a:t>Behavior</a:t>
            </a:r>
            <a:r>
              <a:rPr lang="en-IN" b="1"/>
              <a:t>-Driven Development (BDD): BDD extends TDD by </a:t>
            </a:r>
            <a:r>
              <a:rPr lang="en-US"/>
              <a:t>by focusing on system behavior and collaboration.</a:t>
            </a:r>
            <a:endParaRPr lang="en-IN" b="1"/>
          </a:p>
          <a:p>
            <a:pPr>
              <a:lnSpc>
                <a:spcPct val="150000"/>
              </a:lnSpc>
            </a:pPr>
            <a:r>
              <a:rPr lang="en-US"/>
              <a:t>BDD emphasizes </a:t>
            </a:r>
            <a:r>
              <a:rPr lang="en-US" b="1"/>
              <a:t>system behavior</a:t>
            </a:r>
            <a:r>
              <a:rPr lang="en-US"/>
              <a:t> from the end-user's perspective. It involves collaboration between developers, testers, and stakeholders to define application behavior in </a:t>
            </a:r>
            <a:r>
              <a:rPr lang="en-US" b="1"/>
              <a:t>plain English</a:t>
            </a:r>
            <a:r>
              <a:rPr lang="en-US"/>
              <a:t> using scenarios. These scenarios are typically written in a "Given-When-Then" format, making them accessible to non-technical team members. Tools like </a:t>
            </a:r>
            <a:r>
              <a:rPr lang="en-US" b="1"/>
              <a:t>Cucumber</a:t>
            </a:r>
            <a:r>
              <a:rPr lang="en-US"/>
              <a:t> and </a:t>
            </a:r>
            <a:r>
              <a:rPr lang="en-US" b="1" err="1"/>
              <a:t>SpecFlow</a:t>
            </a:r>
            <a:r>
              <a:rPr lang="en-US"/>
              <a:t> are commonly used in BDD.</a:t>
            </a:r>
          </a:p>
          <a:p>
            <a:pPr>
              <a:lnSpc>
                <a:spcPct val="150000"/>
              </a:lnSpc>
            </a:pPr>
            <a:r>
              <a:rPr lang="en-US"/>
              <a:t>The process begins with defining behaviors, followed by writing automated scripts, implementing functional code, and verifying the behavior</a:t>
            </a:r>
          </a:p>
        </p:txBody>
      </p:sp>
    </p:spTree>
    <p:extLst>
      <p:ext uri="{BB962C8B-B14F-4D97-AF65-F5344CB8AC3E}">
        <p14:creationId xmlns:p14="http://schemas.microsoft.com/office/powerpoint/2010/main" val="24194807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7D828-6AFC-5850-A4FA-2FB9E2DF602A}"/>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9158E5D-09D6-F110-C299-C227DFEDA82F}"/>
              </a:ext>
            </a:extLst>
          </p:cNvPr>
          <p:cNvSpPr>
            <a:spLocks noGrp="1"/>
          </p:cNvSpPr>
          <p:nvPr>
            <p:ph type="sldNum" sz="quarter" idx="12"/>
          </p:nvPr>
        </p:nvSpPr>
        <p:spPr/>
        <p:txBody>
          <a:bodyPr/>
          <a:lstStyle/>
          <a:p>
            <a:fld id="{38826FC0-333C-E549-9FA3-0EE43DF298A3}" type="slidenum">
              <a:rPr lang="en-US" smtClean="0"/>
              <a:pPr/>
              <a:t>5</a:t>
            </a:fld>
            <a:endParaRPr lang="en-US"/>
          </a:p>
        </p:txBody>
      </p:sp>
      <p:sp>
        <p:nvSpPr>
          <p:cNvPr id="4" name="Footer Placeholder 3">
            <a:extLst>
              <a:ext uri="{FF2B5EF4-FFF2-40B4-BE49-F238E27FC236}">
                <a16:creationId xmlns:a16="http://schemas.microsoft.com/office/drawing/2014/main" id="{ED48D48D-AB41-FC09-A545-4DCE630D05D0}"/>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48A3DD71-EF6B-B3D7-6B5D-DD93F645BDDD}"/>
              </a:ext>
            </a:extLst>
          </p:cNvPr>
          <p:cNvSpPr>
            <a:spLocks noGrp="1"/>
          </p:cNvSpPr>
          <p:nvPr>
            <p:ph type="title"/>
          </p:nvPr>
        </p:nvSpPr>
        <p:spPr/>
        <p:txBody>
          <a:bodyPr/>
          <a:lstStyle/>
          <a:p>
            <a:r>
              <a:rPr lang="en-US"/>
              <a:t>TDD and BDD</a:t>
            </a:r>
          </a:p>
        </p:txBody>
      </p:sp>
      <p:graphicFrame>
        <p:nvGraphicFramePr>
          <p:cNvPr id="9" name="Table 8">
            <a:extLst>
              <a:ext uri="{FF2B5EF4-FFF2-40B4-BE49-F238E27FC236}">
                <a16:creationId xmlns:a16="http://schemas.microsoft.com/office/drawing/2014/main" id="{539B5F89-4D80-0722-4172-2402AFBAB83C}"/>
              </a:ext>
            </a:extLst>
          </p:cNvPr>
          <p:cNvGraphicFramePr>
            <a:graphicFrameLocks noGrp="1"/>
          </p:cNvGraphicFramePr>
          <p:nvPr>
            <p:extLst>
              <p:ext uri="{D42A27DB-BD31-4B8C-83A1-F6EECF244321}">
                <p14:modId xmlns:p14="http://schemas.microsoft.com/office/powerpoint/2010/main" val="2871359542"/>
              </p:ext>
            </p:extLst>
          </p:nvPr>
        </p:nvGraphicFramePr>
        <p:xfrm>
          <a:off x="1270000" y="1446358"/>
          <a:ext cx="10220960" cy="3907961"/>
        </p:xfrm>
        <a:graphic>
          <a:graphicData uri="http://schemas.openxmlformats.org/drawingml/2006/table">
            <a:tbl>
              <a:tblPr firstRow="1">
                <a:tableStyleId>{69C7853C-536D-4A76-A0AE-DD22124D55A5}</a:tableStyleId>
              </a:tblPr>
              <a:tblGrid>
                <a:gridCol w="2002260">
                  <a:extLst>
                    <a:ext uri="{9D8B030D-6E8A-4147-A177-3AD203B41FA5}">
                      <a16:colId xmlns:a16="http://schemas.microsoft.com/office/drawing/2014/main" val="2170793927"/>
                    </a:ext>
                  </a:extLst>
                </a:gridCol>
                <a:gridCol w="3731961">
                  <a:extLst>
                    <a:ext uri="{9D8B030D-6E8A-4147-A177-3AD203B41FA5}">
                      <a16:colId xmlns:a16="http://schemas.microsoft.com/office/drawing/2014/main" val="657365267"/>
                    </a:ext>
                  </a:extLst>
                </a:gridCol>
                <a:gridCol w="4486739">
                  <a:extLst>
                    <a:ext uri="{9D8B030D-6E8A-4147-A177-3AD203B41FA5}">
                      <a16:colId xmlns:a16="http://schemas.microsoft.com/office/drawing/2014/main" val="1199025579"/>
                    </a:ext>
                  </a:extLst>
                </a:gridCol>
              </a:tblGrid>
              <a:tr h="460939">
                <a:tc>
                  <a:txBody>
                    <a:bodyPr/>
                    <a:lstStyle/>
                    <a:p>
                      <a:pPr>
                        <a:buNone/>
                      </a:pPr>
                      <a:r>
                        <a:rPr lang="en-IN" sz="1700">
                          <a:effectLst/>
                          <a:latin typeface="Comic Sans MS" panose="030F0702030302020204" pitchFamily="66" charset="0"/>
                        </a:rPr>
                        <a:t>Aspect</a:t>
                      </a:r>
                    </a:p>
                  </a:txBody>
                  <a:tcPr anchor="ctr"/>
                </a:tc>
                <a:tc>
                  <a:txBody>
                    <a:bodyPr/>
                    <a:lstStyle/>
                    <a:p>
                      <a:pPr>
                        <a:buNone/>
                      </a:pPr>
                      <a:r>
                        <a:rPr lang="en-IN" sz="1700">
                          <a:effectLst/>
                          <a:latin typeface="Comic Sans MS" panose="030F0702030302020204" pitchFamily="66" charset="0"/>
                        </a:rPr>
                        <a:t>TDD (Test-Driven Development)</a:t>
                      </a:r>
                    </a:p>
                  </a:txBody>
                  <a:tcPr anchor="ctr"/>
                </a:tc>
                <a:tc>
                  <a:txBody>
                    <a:bodyPr/>
                    <a:lstStyle/>
                    <a:p>
                      <a:pPr>
                        <a:buNone/>
                      </a:pPr>
                      <a:r>
                        <a:rPr lang="en-IN" sz="1700">
                          <a:effectLst/>
                          <a:latin typeface="Comic Sans MS" panose="030F0702030302020204" pitchFamily="66" charset="0"/>
                        </a:rPr>
                        <a:t>BDD (</a:t>
                      </a:r>
                      <a:r>
                        <a:rPr lang="en-IN" sz="1700" err="1">
                          <a:effectLst/>
                          <a:latin typeface="Comic Sans MS" panose="030F0702030302020204" pitchFamily="66" charset="0"/>
                        </a:rPr>
                        <a:t>Behavior</a:t>
                      </a:r>
                      <a:r>
                        <a:rPr lang="en-IN" sz="1700">
                          <a:effectLst/>
                          <a:latin typeface="Comic Sans MS" panose="030F0702030302020204" pitchFamily="66" charset="0"/>
                        </a:rPr>
                        <a:t>-Driven Development)</a:t>
                      </a:r>
                    </a:p>
                  </a:txBody>
                  <a:tcPr anchor="ctr"/>
                </a:tc>
                <a:extLst>
                  <a:ext uri="{0D108BD9-81ED-4DB2-BD59-A6C34878D82A}">
                    <a16:rowId xmlns:a16="http://schemas.microsoft.com/office/drawing/2014/main" val="1210227182"/>
                  </a:ext>
                </a:extLst>
              </a:tr>
              <a:tr h="460939">
                <a:tc>
                  <a:txBody>
                    <a:bodyPr/>
                    <a:lstStyle/>
                    <a:p>
                      <a:pPr>
                        <a:buNone/>
                      </a:pPr>
                      <a:r>
                        <a:rPr lang="en-IN" sz="1700" b="1">
                          <a:effectLst/>
                          <a:latin typeface="Comic Sans MS" panose="030F0702030302020204" pitchFamily="66" charset="0"/>
                        </a:rPr>
                        <a:t>Focus</a:t>
                      </a:r>
                      <a:endParaRPr lang="en-IN" sz="1700">
                        <a:effectLst/>
                        <a:latin typeface="Comic Sans MS" panose="030F0702030302020204" pitchFamily="66" charset="0"/>
                      </a:endParaRPr>
                    </a:p>
                  </a:txBody>
                  <a:tcPr anchor="ctr"/>
                </a:tc>
                <a:tc>
                  <a:txBody>
                    <a:bodyPr/>
                    <a:lstStyle/>
                    <a:p>
                      <a:pPr>
                        <a:buNone/>
                      </a:pPr>
                      <a:r>
                        <a:rPr lang="en-IN" sz="1700">
                          <a:effectLst/>
                          <a:latin typeface="Comic Sans MS" panose="030F0702030302020204" pitchFamily="66" charset="0"/>
                        </a:rPr>
                        <a:t>Code correctness (unit level)</a:t>
                      </a:r>
                    </a:p>
                  </a:txBody>
                  <a:tcPr anchor="ctr"/>
                </a:tc>
                <a:tc>
                  <a:txBody>
                    <a:bodyPr/>
                    <a:lstStyle/>
                    <a:p>
                      <a:pPr>
                        <a:buNone/>
                      </a:pPr>
                      <a:r>
                        <a:rPr lang="en-IN" sz="1700">
                          <a:effectLst/>
                          <a:latin typeface="Comic Sans MS" panose="030F0702030302020204" pitchFamily="66" charset="0"/>
                        </a:rPr>
                        <a:t>System </a:t>
                      </a:r>
                      <a:r>
                        <a:rPr lang="en-IN" sz="1700" err="1">
                          <a:effectLst/>
                          <a:latin typeface="Comic Sans MS" panose="030F0702030302020204" pitchFamily="66" charset="0"/>
                        </a:rPr>
                        <a:t>behavior</a:t>
                      </a:r>
                      <a:r>
                        <a:rPr lang="en-IN" sz="1700">
                          <a:effectLst/>
                          <a:latin typeface="Comic Sans MS" panose="030F0702030302020204" pitchFamily="66" charset="0"/>
                        </a:rPr>
                        <a:t> (user perspective)</a:t>
                      </a:r>
                    </a:p>
                  </a:txBody>
                  <a:tcPr anchor="ctr"/>
                </a:tc>
                <a:extLst>
                  <a:ext uri="{0D108BD9-81ED-4DB2-BD59-A6C34878D82A}">
                    <a16:rowId xmlns:a16="http://schemas.microsoft.com/office/drawing/2014/main" val="247540757"/>
                  </a:ext>
                </a:extLst>
              </a:tr>
              <a:tr h="460939">
                <a:tc>
                  <a:txBody>
                    <a:bodyPr/>
                    <a:lstStyle/>
                    <a:p>
                      <a:pPr>
                        <a:buNone/>
                      </a:pPr>
                      <a:r>
                        <a:rPr lang="en-IN" sz="1700" b="1">
                          <a:effectLst/>
                          <a:latin typeface="Comic Sans MS" panose="030F0702030302020204" pitchFamily="66" charset="0"/>
                        </a:rPr>
                        <a:t>Language</a:t>
                      </a:r>
                      <a:endParaRPr lang="en-IN" sz="1700">
                        <a:effectLst/>
                        <a:latin typeface="Comic Sans MS" panose="030F0702030302020204" pitchFamily="66" charset="0"/>
                      </a:endParaRPr>
                    </a:p>
                  </a:txBody>
                  <a:tcPr anchor="ctr"/>
                </a:tc>
                <a:tc>
                  <a:txBody>
                    <a:bodyPr/>
                    <a:lstStyle/>
                    <a:p>
                      <a:pPr>
                        <a:buNone/>
                      </a:pPr>
                      <a:r>
                        <a:rPr lang="en-IN" sz="1700">
                          <a:effectLst/>
                          <a:latin typeface="Comic Sans MS" panose="030F0702030302020204" pitchFamily="66" charset="0"/>
                        </a:rPr>
                        <a:t>Programming language tests</a:t>
                      </a:r>
                    </a:p>
                  </a:txBody>
                  <a:tcPr anchor="ctr"/>
                </a:tc>
                <a:tc>
                  <a:txBody>
                    <a:bodyPr/>
                    <a:lstStyle/>
                    <a:p>
                      <a:pPr>
                        <a:buNone/>
                      </a:pPr>
                      <a:r>
                        <a:rPr lang="en-IN" sz="1700">
                          <a:effectLst/>
                          <a:latin typeface="Comic Sans MS" panose="030F0702030302020204" pitchFamily="66" charset="0"/>
                        </a:rPr>
                        <a:t>Plain language (Gherkin syntax)</a:t>
                      </a:r>
                    </a:p>
                  </a:txBody>
                  <a:tcPr anchor="ctr"/>
                </a:tc>
                <a:extLst>
                  <a:ext uri="{0D108BD9-81ED-4DB2-BD59-A6C34878D82A}">
                    <a16:rowId xmlns:a16="http://schemas.microsoft.com/office/drawing/2014/main" val="2640559965"/>
                  </a:ext>
                </a:extLst>
              </a:tr>
              <a:tr h="460939">
                <a:tc>
                  <a:txBody>
                    <a:bodyPr/>
                    <a:lstStyle/>
                    <a:p>
                      <a:pPr>
                        <a:buNone/>
                      </a:pPr>
                      <a:r>
                        <a:rPr lang="en-IN" sz="1700" b="1">
                          <a:effectLst/>
                          <a:latin typeface="Comic Sans MS" panose="030F0702030302020204" pitchFamily="66" charset="0"/>
                        </a:rPr>
                        <a:t>Stakeholders</a:t>
                      </a:r>
                      <a:endParaRPr lang="en-IN" sz="1700">
                        <a:effectLst/>
                        <a:latin typeface="Comic Sans MS" panose="030F0702030302020204" pitchFamily="66" charset="0"/>
                      </a:endParaRPr>
                    </a:p>
                  </a:txBody>
                  <a:tcPr anchor="ctr"/>
                </a:tc>
                <a:tc>
                  <a:txBody>
                    <a:bodyPr/>
                    <a:lstStyle/>
                    <a:p>
                      <a:pPr>
                        <a:buNone/>
                      </a:pPr>
                      <a:r>
                        <a:rPr lang="en-IN" sz="1700">
                          <a:effectLst/>
                          <a:latin typeface="Comic Sans MS" panose="030F0702030302020204" pitchFamily="66" charset="0"/>
                        </a:rPr>
                        <a:t>Developers</a:t>
                      </a:r>
                    </a:p>
                  </a:txBody>
                  <a:tcPr anchor="ctr"/>
                </a:tc>
                <a:tc>
                  <a:txBody>
                    <a:bodyPr/>
                    <a:lstStyle/>
                    <a:p>
                      <a:pPr>
                        <a:buNone/>
                      </a:pPr>
                      <a:r>
                        <a:rPr lang="en-IN" sz="1700">
                          <a:effectLst/>
                          <a:latin typeface="Comic Sans MS" panose="030F0702030302020204" pitchFamily="66" charset="0"/>
                        </a:rPr>
                        <a:t>Developers, testers, business users</a:t>
                      </a:r>
                    </a:p>
                  </a:txBody>
                  <a:tcPr anchor="ctr"/>
                </a:tc>
                <a:extLst>
                  <a:ext uri="{0D108BD9-81ED-4DB2-BD59-A6C34878D82A}">
                    <a16:rowId xmlns:a16="http://schemas.microsoft.com/office/drawing/2014/main" val="4199999497"/>
                  </a:ext>
                </a:extLst>
              </a:tr>
              <a:tr h="801633">
                <a:tc>
                  <a:txBody>
                    <a:bodyPr/>
                    <a:lstStyle/>
                    <a:p>
                      <a:pPr>
                        <a:buNone/>
                      </a:pPr>
                      <a:r>
                        <a:rPr lang="en-IN" sz="1700" b="1">
                          <a:effectLst/>
                          <a:latin typeface="Comic Sans MS" panose="030F0702030302020204" pitchFamily="66" charset="0"/>
                        </a:rPr>
                        <a:t>Process</a:t>
                      </a:r>
                      <a:endParaRPr lang="en-IN" sz="1700">
                        <a:effectLst/>
                        <a:latin typeface="Comic Sans MS" panose="030F0702030302020204" pitchFamily="66" charset="0"/>
                      </a:endParaRPr>
                    </a:p>
                  </a:txBody>
                  <a:tcPr anchor="ctr"/>
                </a:tc>
                <a:tc>
                  <a:txBody>
                    <a:bodyPr/>
                    <a:lstStyle/>
                    <a:p>
                      <a:pPr>
                        <a:buNone/>
                      </a:pPr>
                      <a:r>
                        <a:rPr lang="en-US" sz="1700">
                          <a:effectLst/>
                          <a:latin typeface="Comic Sans MS" panose="030F0702030302020204" pitchFamily="66" charset="0"/>
                        </a:rPr>
                        <a:t>Write test → Write code → Refactor</a:t>
                      </a:r>
                    </a:p>
                  </a:txBody>
                  <a:tcPr anchor="ctr"/>
                </a:tc>
                <a:tc>
                  <a:txBody>
                    <a:bodyPr/>
                    <a:lstStyle/>
                    <a:p>
                      <a:pPr>
                        <a:buNone/>
                      </a:pPr>
                      <a:r>
                        <a:rPr lang="en-IN" sz="1700">
                          <a:effectLst/>
                          <a:latin typeface="Comic Sans MS" panose="030F0702030302020204" pitchFamily="66" charset="0"/>
                        </a:rPr>
                        <a:t>Define </a:t>
                      </a:r>
                      <a:r>
                        <a:rPr lang="en-IN" sz="1700" err="1">
                          <a:effectLst/>
                          <a:latin typeface="Comic Sans MS" panose="030F0702030302020204" pitchFamily="66" charset="0"/>
                        </a:rPr>
                        <a:t>behavior</a:t>
                      </a:r>
                      <a:r>
                        <a:rPr lang="en-IN" sz="1700">
                          <a:effectLst/>
                          <a:latin typeface="Comic Sans MS" panose="030F0702030302020204" pitchFamily="66" charset="0"/>
                        </a:rPr>
                        <a:t> → Write scenarios → Implement</a:t>
                      </a:r>
                    </a:p>
                  </a:txBody>
                  <a:tcPr anchor="ctr"/>
                </a:tc>
                <a:extLst>
                  <a:ext uri="{0D108BD9-81ED-4DB2-BD59-A6C34878D82A}">
                    <a16:rowId xmlns:a16="http://schemas.microsoft.com/office/drawing/2014/main" val="3092538549"/>
                  </a:ext>
                </a:extLst>
              </a:tr>
              <a:tr h="801633">
                <a:tc>
                  <a:txBody>
                    <a:bodyPr/>
                    <a:lstStyle/>
                    <a:p>
                      <a:pPr>
                        <a:buNone/>
                      </a:pPr>
                      <a:r>
                        <a:rPr lang="en-IN" sz="1700" b="1">
                          <a:effectLst/>
                          <a:latin typeface="Comic Sans MS" panose="030F0702030302020204" pitchFamily="66" charset="0"/>
                        </a:rPr>
                        <a:t>Benefits</a:t>
                      </a:r>
                      <a:endParaRPr lang="en-IN" sz="1700">
                        <a:effectLst/>
                        <a:latin typeface="Comic Sans MS" panose="030F0702030302020204" pitchFamily="66" charset="0"/>
                      </a:endParaRPr>
                    </a:p>
                  </a:txBody>
                  <a:tcPr anchor="ctr"/>
                </a:tc>
                <a:tc>
                  <a:txBody>
                    <a:bodyPr/>
                    <a:lstStyle/>
                    <a:p>
                      <a:pPr>
                        <a:buNone/>
                      </a:pPr>
                      <a:r>
                        <a:rPr lang="en-US" sz="1700">
                          <a:effectLst/>
                          <a:latin typeface="Comic Sans MS" panose="030F0702030302020204" pitchFamily="66" charset="0"/>
                        </a:rPr>
                        <a:t>Early bug detection, clean code</a:t>
                      </a:r>
                    </a:p>
                  </a:txBody>
                  <a:tcPr anchor="ctr"/>
                </a:tc>
                <a:tc>
                  <a:txBody>
                    <a:bodyPr/>
                    <a:lstStyle/>
                    <a:p>
                      <a:pPr>
                        <a:buNone/>
                      </a:pPr>
                      <a:r>
                        <a:rPr lang="en-IN" sz="1700">
                          <a:effectLst/>
                          <a:latin typeface="Comic Sans MS" panose="030F0702030302020204" pitchFamily="66" charset="0"/>
                        </a:rPr>
                        <a:t>Shared understanding, better collaboration</a:t>
                      </a:r>
                    </a:p>
                  </a:txBody>
                  <a:tcPr anchor="ctr"/>
                </a:tc>
                <a:extLst>
                  <a:ext uri="{0D108BD9-81ED-4DB2-BD59-A6C34878D82A}">
                    <a16:rowId xmlns:a16="http://schemas.microsoft.com/office/drawing/2014/main" val="1087084616"/>
                  </a:ext>
                </a:extLst>
              </a:tr>
              <a:tr h="460939">
                <a:tc>
                  <a:txBody>
                    <a:bodyPr/>
                    <a:lstStyle/>
                    <a:p>
                      <a:pPr>
                        <a:buNone/>
                      </a:pPr>
                      <a:r>
                        <a:rPr lang="en-IN" sz="1700" b="1">
                          <a:effectLst/>
                          <a:latin typeface="Comic Sans MS" panose="030F0702030302020204" pitchFamily="66" charset="0"/>
                        </a:rPr>
                        <a:t>Limitations</a:t>
                      </a:r>
                      <a:endParaRPr lang="en-IN" sz="1700">
                        <a:effectLst/>
                        <a:latin typeface="Comic Sans MS" panose="030F0702030302020204" pitchFamily="66" charset="0"/>
                      </a:endParaRPr>
                    </a:p>
                  </a:txBody>
                  <a:tcPr anchor="ctr"/>
                </a:tc>
                <a:tc>
                  <a:txBody>
                    <a:bodyPr/>
                    <a:lstStyle/>
                    <a:p>
                      <a:pPr>
                        <a:buNone/>
                      </a:pPr>
                      <a:r>
                        <a:rPr lang="en-US" sz="1700">
                          <a:effectLst/>
                          <a:latin typeface="Comic Sans MS" panose="030F0702030302020204" pitchFamily="66" charset="0"/>
                        </a:rPr>
                        <a:t>Can be too technical for non-</a:t>
                      </a:r>
                      <a:r>
                        <a:rPr lang="en-US" sz="1700" err="1">
                          <a:effectLst/>
                          <a:latin typeface="Comic Sans MS" panose="030F0702030302020204" pitchFamily="66" charset="0"/>
                        </a:rPr>
                        <a:t>devs</a:t>
                      </a:r>
                      <a:endParaRPr lang="en-US" sz="1700">
                        <a:effectLst/>
                        <a:latin typeface="Comic Sans MS" panose="030F0702030302020204" pitchFamily="66" charset="0"/>
                      </a:endParaRPr>
                    </a:p>
                  </a:txBody>
                  <a:tcPr anchor="ctr"/>
                </a:tc>
                <a:tc>
                  <a:txBody>
                    <a:bodyPr/>
                    <a:lstStyle/>
                    <a:p>
                      <a:pPr>
                        <a:buNone/>
                      </a:pPr>
                      <a:r>
                        <a:rPr lang="en-IN" sz="1700">
                          <a:effectLst/>
                          <a:latin typeface="Comic Sans MS" panose="030F0702030302020204" pitchFamily="66" charset="0"/>
                        </a:rPr>
                        <a:t>Requires more upfront collaboration</a:t>
                      </a:r>
                    </a:p>
                  </a:txBody>
                  <a:tcPr anchor="ctr"/>
                </a:tc>
                <a:extLst>
                  <a:ext uri="{0D108BD9-81ED-4DB2-BD59-A6C34878D82A}">
                    <a16:rowId xmlns:a16="http://schemas.microsoft.com/office/drawing/2014/main" val="1236682590"/>
                  </a:ext>
                </a:extLst>
              </a:tr>
            </a:tbl>
          </a:graphicData>
        </a:graphic>
      </p:graphicFrame>
    </p:spTree>
    <p:extLst>
      <p:ext uri="{BB962C8B-B14F-4D97-AF65-F5344CB8AC3E}">
        <p14:creationId xmlns:p14="http://schemas.microsoft.com/office/powerpoint/2010/main" val="2928037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0DABC-5C46-76BC-828F-0D93E664B821}"/>
            </a:ext>
          </a:extLst>
        </p:cNvPr>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9FE24548-0D61-9854-4D7C-8DA74A07AB45}"/>
              </a:ext>
            </a:extLst>
          </p:cNvPr>
          <p:cNvSpPr>
            <a:spLocks noGrp="1"/>
          </p:cNvSpPr>
          <p:nvPr>
            <p:ph type="sldNum" sz="quarter" idx="12"/>
          </p:nvPr>
        </p:nvSpPr>
        <p:spPr/>
        <p:txBody>
          <a:bodyPr/>
          <a:lstStyle/>
          <a:p>
            <a:fld id="{38826FC0-333C-E549-9FA3-0EE43DF298A3}" type="slidenum">
              <a:rPr lang="en-US" smtClean="0"/>
              <a:pPr/>
              <a:t>6</a:t>
            </a:fld>
            <a:endParaRPr lang="en-US"/>
          </a:p>
        </p:txBody>
      </p:sp>
      <p:sp>
        <p:nvSpPr>
          <p:cNvPr id="4" name="Footer Placeholder 3">
            <a:extLst>
              <a:ext uri="{FF2B5EF4-FFF2-40B4-BE49-F238E27FC236}">
                <a16:creationId xmlns:a16="http://schemas.microsoft.com/office/drawing/2014/main" id="{837BFF14-332D-120B-E3D5-EC4967C3EAE7}"/>
              </a:ext>
            </a:extLst>
          </p:cNvPr>
          <p:cNvSpPr>
            <a:spLocks noGrp="1"/>
          </p:cNvSpPr>
          <p:nvPr>
            <p:ph type="ftr" sz="quarter" idx="11"/>
          </p:nvPr>
        </p:nvSpPr>
        <p:spPr>
          <a:xfrm>
            <a:off x="1005839" y="6400800"/>
            <a:ext cx="1770311" cy="228600"/>
          </a:xfrm>
        </p:spPr>
        <p:txBody>
          <a:bodyPr/>
          <a:lstStyle/>
          <a:p>
            <a:r>
              <a:rPr lang="en-US"/>
              <a:t>© 2025–2027 Cognizant | Private</a:t>
            </a:r>
          </a:p>
        </p:txBody>
      </p:sp>
      <p:sp>
        <p:nvSpPr>
          <p:cNvPr id="2" name="Title 1">
            <a:extLst>
              <a:ext uri="{FF2B5EF4-FFF2-40B4-BE49-F238E27FC236}">
                <a16:creationId xmlns:a16="http://schemas.microsoft.com/office/drawing/2014/main" id="{78ABA9AA-53D5-305D-DCC5-E85328E879B2}"/>
              </a:ext>
            </a:extLst>
          </p:cNvPr>
          <p:cNvSpPr>
            <a:spLocks noGrp="1"/>
          </p:cNvSpPr>
          <p:nvPr>
            <p:ph type="title"/>
          </p:nvPr>
        </p:nvSpPr>
        <p:spPr/>
        <p:txBody>
          <a:bodyPr/>
          <a:lstStyle/>
          <a:p>
            <a:r>
              <a:rPr lang="en-US"/>
              <a:t>TDD and BDD</a:t>
            </a:r>
          </a:p>
        </p:txBody>
      </p:sp>
      <p:sp>
        <p:nvSpPr>
          <p:cNvPr id="5" name="TextBox 4">
            <a:extLst>
              <a:ext uri="{FF2B5EF4-FFF2-40B4-BE49-F238E27FC236}">
                <a16:creationId xmlns:a16="http://schemas.microsoft.com/office/drawing/2014/main" id="{33F8703E-D5BE-3A5E-F59D-D89900A1D409}"/>
              </a:ext>
            </a:extLst>
          </p:cNvPr>
          <p:cNvSpPr txBox="1"/>
          <p:nvPr/>
        </p:nvSpPr>
        <p:spPr>
          <a:xfrm>
            <a:off x="1097280" y="1318181"/>
            <a:ext cx="9550400" cy="3785845"/>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 When to Use Each</a:t>
            </a:r>
          </a:p>
          <a:p>
            <a:pPr>
              <a:lnSpc>
                <a:spcPct val="150000"/>
              </a:lnSpc>
              <a:buFont typeface="Arial" panose="020B0604020202020204" pitchFamily="34" charset="0"/>
              <a:buChar char="•"/>
            </a:pPr>
            <a:r>
              <a:rPr lang="en-US" b="1">
                <a:effectLst/>
                <a:latin typeface="Comic Sans MS" panose="030F0702030302020204" pitchFamily="66" charset="0"/>
              </a:rPr>
              <a:t>Use TDD</a:t>
            </a:r>
            <a:r>
              <a:rPr lang="en-US">
                <a:effectLst/>
                <a:latin typeface="Comic Sans MS" panose="030F0702030302020204" pitchFamily="66" charset="0"/>
              </a:rPr>
              <a:t> when:</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You need strong unit-level validation.</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The team is developer-heavy and focused on technical correctness.</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Rapid iterations and refactoring are expected.</a:t>
            </a:r>
          </a:p>
          <a:p>
            <a:pPr>
              <a:lnSpc>
                <a:spcPct val="150000"/>
              </a:lnSpc>
              <a:buFont typeface="Arial" panose="020B0604020202020204" pitchFamily="34" charset="0"/>
              <a:buChar char="•"/>
            </a:pPr>
            <a:r>
              <a:rPr lang="en-US" b="1">
                <a:effectLst/>
                <a:latin typeface="Comic Sans MS" panose="030F0702030302020204" pitchFamily="66" charset="0"/>
              </a:rPr>
              <a:t>Use BDD</a:t>
            </a:r>
            <a:r>
              <a:rPr lang="en-US">
                <a:effectLst/>
                <a:latin typeface="Comic Sans MS" panose="030F0702030302020204" pitchFamily="66" charset="0"/>
              </a:rPr>
              <a:t> when:</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Business stakeholders need to be involved in defining requirements.</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You want executable specifications that double as documentation.</a:t>
            </a:r>
          </a:p>
          <a:p>
            <a:pPr marL="742950" lvl="1" indent="-285750">
              <a:lnSpc>
                <a:spcPct val="150000"/>
              </a:lnSpc>
              <a:buFont typeface="Arial" panose="020B0604020202020204" pitchFamily="34" charset="0"/>
              <a:buChar char="•"/>
            </a:pPr>
            <a:r>
              <a:rPr lang="en-US">
                <a:effectLst/>
                <a:latin typeface="Comic Sans MS" panose="030F0702030302020204" pitchFamily="66" charset="0"/>
              </a:rPr>
              <a:t>Complex systems require clear communication of expected behaviors.</a:t>
            </a:r>
          </a:p>
        </p:txBody>
      </p:sp>
    </p:spTree>
    <p:extLst>
      <p:ext uri="{BB962C8B-B14F-4D97-AF65-F5344CB8AC3E}">
        <p14:creationId xmlns:p14="http://schemas.microsoft.com/office/powerpoint/2010/main" val="10862954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CCBC-8D47-6CE0-4B1D-1CC5E9C43AD8}"/>
              </a:ext>
            </a:extLst>
          </p:cNvPr>
          <p:cNvSpPr>
            <a:spLocks noGrp="1"/>
          </p:cNvSpPr>
          <p:nvPr>
            <p:ph type="title"/>
          </p:nvPr>
        </p:nvSpPr>
        <p:spPr/>
        <p:txBody>
          <a:bodyPr/>
          <a:lstStyle/>
          <a:p>
            <a:r>
              <a:rPr lang="en-IN"/>
              <a:t>Cucumber</a:t>
            </a:r>
          </a:p>
        </p:txBody>
      </p:sp>
      <p:sp>
        <p:nvSpPr>
          <p:cNvPr id="4" name="Footer Placeholder 3">
            <a:extLst>
              <a:ext uri="{FF2B5EF4-FFF2-40B4-BE49-F238E27FC236}">
                <a16:creationId xmlns:a16="http://schemas.microsoft.com/office/drawing/2014/main" id="{8FE01E1E-0F0D-0A5F-B3D2-2334E7093483}"/>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309EF8E5-6BC6-C16D-613D-1A9ECCC74E69}"/>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7" name="Content Placeholder 6">
            <a:extLst>
              <a:ext uri="{FF2B5EF4-FFF2-40B4-BE49-F238E27FC236}">
                <a16:creationId xmlns:a16="http://schemas.microsoft.com/office/drawing/2014/main" id="{E1909598-F5CC-8B36-C5A3-2C4451B60975}"/>
              </a:ext>
            </a:extLst>
          </p:cNvPr>
          <p:cNvSpPr>
            <a:spLocks noGrp="1"/>
          </p:cNvSpPr>
          <p:nvPr>
            <p:ph idx="1"/>
          </p:nvPr>
        </p:nvSpPr>
        <p:spPr>
          <a:xfrm>
            <a:off x="914400" y="1371600"/>
            <a:ext cx="9489440" cy="2184400"/>
          </a:xfrm>
        </p:spPr>
        <p:txBody>
          <a:bodyPr/>
          <a:lstStyle/>
          <a:p>
            <a:pPr>
              <a:spcAft>
                <a:spcPts val="600"/>
              </a:spcAft>
            </a:pPr>
            <a:r>
              <a:rPr lang="en-US" altLang="en-US" sz="1800">
                <a:latin typeface="Comic Sans MS" panose="030F0702030302020204" pitchFamily="66" charset="0"/>
              </a:rPr>
              <a:t>Cucumber is framework/tool which supports the implementation of BDD</a:t>
            </a:r>
            <a:r>
              <a:rPr lang="en-US" altLang="en-US" sz="1800" i="1">
                <a:latin typeface="Comic Sans MS" panose="030F0702030302020204" pitchFamily="66" charset="0"/>
              </a:rPr>
              <a:t>.</a:t>
            </a:r>
          </a:p>
          <a:p>
            <a:pPr>
              <a:spcAft>
                <a:spcPts val="600"/>
              </a:spcAft>
            </a:pPr>
            <a:r>
              <a:rPr lang="en-US" altLang="en-US" sz="1800">
                <a:latin typeface="Comic Sans MS" panose="030F0702030302020204" pitchFamily="66" charset="0"/>
              </a:rPr>
              <a:t>Cucumber supports different languages like JAVA,PYTHON,.NET, PHP, JAVASCRIPT, PERL and so on..</a:t>
            </a:r>
          </a:p>
          <a:p>
            <a:pPr>
              <a:spcAft>
                <a:spcPts val="600"/>
              </a:spcAft>
            </a:pPr>
            <a:r>
              <a:rPr lang="en-US" altLang="en-US" sz="1800">
                <a:latin typeface="Comic Sans MS" panose="030F0702030302020204" pitchFamily="66" charset="0"/>
              </a:rPr>
              <a:t>BDD tools are </a:t>
            </a:r>
            <a:r>
              <a:rPr lang="en-US" altLang="en-US" sz="1800" err="1">
                <a:latin typeface="Comic Sans MS" panose="030F0702030302020204" pitchFamily="66" charset="0"/>
              </a:rPr>
              <a:t>SpecFlow,Behave,Jasmine</a:t>
            </a:r>
            <a:r>
              <a:rPr lang="en-US" altLang="en-US" sz="1800">
                <a:latin typeface="Comic Sans MS" panose="030F0702030302020204" pitchFamily="66" charset="0"/>
              </a:rPr>
              <a:t>, </a:t>
            </a:r>
            <a:r>
              <a:rPr lang="en-US" altLang="en-US" sz="1800" err="1">
                <a:latin typeface="Comic Sans MS" panose="030F0702030302020204" pitchFamily="66" charset="0"/>
              </a:rPr>
              <a:t>Jbehave</a:t>
            </a:r>
            <a:r>
              <a:rPr lang="en-US" altLang="en-US" sz="1800">
                <a:latin typeface="Comic Sans MS" panose="030F0702030302020204" pitchFamily="66" charset="0"/>
              </a:rPr>
              <a:t>, </a:t>
            </a:r>
            <a:r>
              <a:rPr lang="en-US" altLang="en-US" sz="1800" err="1">
                <a:latin typeface="Comic Sans MS" panose="030F0702030302020204" pitchFamily="66" charset="0"/>
              </a:rPr>
              <a:t>Kahalan</a:t>
            </a:r>
            <a:r>
              <a:rPr lang="en-US" altLang="en-US" sz="1800">
                <a:latin typeface="Comic Sans MS" panose="030F0702030302020204" pitchFamily="66" charset="0"/>
              </a:rPr>
              <a:t>, </a:t>
            </a:r>
            <a:r>
              <a:rPr lang="en-US" altLang="en-US" sz="1800" err="1">
                <a:latin typeface="Comic Sans MS" panose="030F0702030302020204" pitchFamily="66" charset="0"/>
              </a:rPr>
              <a:t>Daspec</a:t>
            </a:r>
            <a:r>
              <a:rPr lang="en-US" altLang="en-US" sz="1800">
                <a:latin typeface="Comic Sans MS" panose="030F0702030302020204" pitchFamily="66" charset="0"/>
              </a:rPr>
              <a:t>, </a:t>
            </a:r>
            <a:r>
              <a:rPr lang="en-US" altLang="en-US" sz="1800" err="1">
                <a:latin typeface="Comic Sans MS" panose="030F0702030302020204" pitchFamily="66" charset="0"/>
              </a:rPr>
              <a:t>spock,LestLeft</a:t>
            </a:r>
            <a:r>
              <a:rPr lang="en-US" altLang="en-US" sz="1800">
                <a:latin typeface="Comic Sans MS" panose="030F0702030302020204" pitchFamily="66" charset="0"/>
              </a:rPr>
              <a:t> and more.</a:t>
            </a:r>
          </a:p>
        </p:txBody>
      </p:sp>
    </p:spTree>
    <p:extLst>
      <p:ext uri="{BB962C8B-B14F-4D97-AF65-F5344CB8AC3E}">
        <p14:creationId xmlns:p14="http://schemas.microsoft.com/office/powerpoint/2010/main" val="9369658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7421E-187C-CC7F-103C-FB1C1F68AC13}"/>
              </a:ext>
            </a:extLst>
          </p:cNvPr>
          <p:cNvSpPr>
            <a:spLocks noGrp="1"/>
          </p:cNvSpPr>
          <p:nvPr>
            <p:ph type="title"/>
          </p:nvPr>
        </p:nvSpPr>
        <p:spPr/>
        <p:txBody>
          <a:bodyPr/>
          <a:lstStyle/>
          <a:p>
            <a:r>
              <a:rPr lang="en-IN"/>
              <a:t>Important files in Cucumber</a:t>
            </a:r>
          </a:p>
        </p:txBody>
      </p:sp>
      <p:sp>
        <p:nvSpPr>
          <p:cNvPr id="4" name="Footer Placeholder 3">
            <a:extLst>
              <a:ext uri="{FF2B5EF4-FFF2-40B4-BE49-F238E27FC236}">
                <a16:creationId xmlns:a16="http://schemas.microsoft.com/office/drawing/2014/main" id="{D2B29851-223E-1575-4043-DFC7F8B11D8A}"/>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458AC15-C350-EA04-7DBE-380F7B398A85}"/>
              </a:ext>
            </a:extLst>
          </p:cNvPr>
          <p:cNvSpPr>
            <a:spLocks noGrp="1"/>
          </p:cNvSpPr>
          <p:nvPr>
            <p:ph type="sldNum" sz="quarter" idx="12"/>
          </p:nvPr>
        </p:nvSpPr>
        <p:spPr/>
        <p:txBody>
          <a:bodyPr/>
          <a:lstStyle/>
          <a:p>
            <a:fld id="{38826FC0-333C-E549-9FA3-0EE43DF298A3}" type="slidenum">
              <a:rPr lang="en-US" smtClean="0"/>
              <a:pPr/>
              <a:t>8</a:t>
            </a:fld>
            <a:endParaRPr lang="en-US"/>
          </a:p>
        </p:txBody>
      </p:sp>
      <p:graphicFrame>
        <p:nvGraphicFramePr>
          <p:cNvPr id="6" name="Content Placeholder 2">
            <a:extLst>
              <a:ext uri="{FF2B5EF4-FFF2-40B4-BE49-F238E27FC236}">
                <a16:creationId xmlns:a16="http://schemas.microsoft.com/office/drawing/2014/main" id="{79A71CC0-7DED-ABAA-0997-981AD26A8EB8}"/>
              </a:ext>
            </a:extLst>
          </p:cNvPr>
          <p:cNvGraphicFramePr>
            <a:graphicFrameLocks noGrp="1"/>
          </p:cNvGraphicFramePr>
          <p:nvPr>
            <p:ph idx="1"/>
            <p:extLst>
              <p:ext uri="{D42A27DB-BD31-4B8C-83A1-F6EECF244321}">
                <p14:modId xmlns:p14="http://schemas.microsoft.com/office/powerpoint/2010/main" val="1469946991"/>
              </p:ext>
            </p:extLst>
          </p:nvPr>
        </p:nvGraphicFramePr>
        <p:xfrm>
          <a:off x="457200" y="143741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8240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74F33-3C83-9AE7-A615-A33ADB5089B3}"/>
              </a:ext>
            </a:extLst>
          </p:cNvPr>
          <p:cNvSpPr>
            <a:spLocks noGrp="1"/>
          </p:cNvSpPr>
          <p:nvPr>
            <p:ph type="title"/>
          </p:nvPr>
        </p:nvSpPr>
        <p:spPr/>
        <p:txBody>
          <a:bodyPr/>
          <a:lstStyle/>
          <a:p>
            <a:r>
              <a:rPr lang="en-IN"/>
              <a:t>Feature File</a:t>
            </a:r>
          </a:p>
        </p:txBody>
      </p:sp>
      <p:sp>
        <p:nvSpPr>
          <p:cNvPr id="4" name="Footer Placeholder 3">
            <a:extLst>
              <a:ext uri="{FF2B5EF4-FFF2-40B4-BE49-F238E27FC236}">
                <a16:creationId xmlns:a16="http://schemas.microsoft.com/office/drawing/2014/main" id="{A0CE8BCC-BD05-7CCA-E6BD-404E29E81525}"/>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468A73EE-646B-FB06-2E90-907EC12EE33E}"/>
              </a:ext>
            </a:extLst>
          </p:cNvPr>
          <p:cNvSpPr>
            <a:spLocks noGrp="1"/>
          </p:cNvSpPr>
          <p:nvPr>
            <p:ph type="sldNum" sz="quarter" idx="12"/>
          </p:nvPr>
        </p:nvSpPr>
        <p:spPr/>
        <p:txBody>
          <a:bodyPr/>
          <a:lstStyle/>
          <a:p>
            <a:fld id="{38826FC0-333C-E549-9FA3-0EE43DF298A3}" type="slidenum">
              <a:rPr lang="en-US" smtClean="0"/>
              <a:pPr/>
              <a:t>9</a:t>
            </a:fld>
            <a:endParaRPr lang="en-US"/>
          </a:p>
        </p:txBody>
      </p:sp>
      <p:sp>
        <p:nvSpPr>
          <p:cNvPr id="6" name="Content Placeholder 2">
            <a:extLst>
              <a:ext uri="{FF2B5EF4-FFF2-40B4-BE49-F238E27FC236}">
                <a16:creationId xmlns:a16="http://schemas.microsoft.com/office/drawing/2014/main" id="{2B6AACB0-A5B7-927C-469F-888CD633D081}"/>
              </a:ext>
            </a:extLst>
          </p:cNvPr>
          <p:cNvSpPr>
            <a:spLocks noGrp="1"/>
          </p:cNvSpPr>
          <p:nvPr>
            <p:ph idx="1"/>
          </p:nvPr>
        </p:nvSpPr>
        <p:spPr>
          <a:xfrm>
            <a:off x="1463040" y="1263161"/>
            <a:ext cx="8270240" cy="4664075"/>
          </a:xfrm>
        </p:spPr>
        <p:txBody>
          <a:bodyPr/>
          <a:lstStyle/>
          <a:p>
            <a:pPr>
              <a:lnSpc>
                <a:spcPct val="150000"/>
              </a:lnSpc>
            </a:pPr>
            <a:r>
              <a:rPr lang="en-IN" sz="1800" b="1">
                <a:latin typeface="Comic Sans MS" panose="030F0702030302020204" pitchFamily="66" charset="0"/>
              </a:rPr>
              <a:t>Gherkin Syntax</a:t>
            </a:r>
          </a:p>
          <a:p>
            <a:pPr lvl="1">
              <a:lnSpc>
                <a:spcPct val="150000"/>
              </a:lnSpc>
            </a:pPr>
            <a:r>
              <a:rPr lang="en-US" sz="1800">
                <a:latin typeface="Comic Sans MS" panose="030F0702030302020204" pitchFamily="66" charset="0"/>
              </a:rPr>
              <a:t>Feature files are written using Gherkin, a business-readable, domain-specific language. Gherkin uses keywords like Feature, Scenario, Given, When, Then, And, and But to structure the specifications.</a:t>
            </a:r>
          </a:p>
          <a:p>
            <a:pPr lvl="1">
              <a:lnSpc>
                <a:spcPct val="150000"/>
              </a:lnSpc>
            </a:pPr>
            <a:endParaRPr lang="en-US" sz="1800">
              <a:latin typeface="Comic Sans MS" panose="030F0702030302020204" pitchFamily="66" charset="0"/>
            </a:endParaRPr>
          </a:p>
          <a:p>
            <a:pPr>
              <a:lnSpc>
                <a:spcPct val="150000"/>
              </a:lnSpc>
            </a:pPr>
            <a:r>
              <a:rPr lang="en-IN" sz="1800" b="1">
                <a:latin typeface="Comic Sans MS" panose="030F0702030302020204" pitchFamily="66" charset="0"/>
              </a:rPr>
              <a:t>File Extension</a:t>
            </a:r>
          </a:p>
          <a:p>
            <a:pPr lvl="1">
              <a:lnSpc>
                <a:spcPct val="150000"/>
              </a:lnSpc>
            </a:pPr>
            <a:r>
              <a:rPr lang="en-US" sz="1800">
                <a:latin typeface="Comic Sans MS" panose="030F0702030302020204" pitchFamily="66" charset="0"/>
              </a:rPr>
              <a:t> Feature files are typically saved with a .feature extension (e.g., </a:t>
            </a:r>
            <a:r>
              <a:rPr lang="en-US" sz="1800" err="1">
                <a:latin typeface="Comic Sans MS" panose="030F0702030302020204" pitchFamily="66" charset="0"/>
              </a:rPr>
              <a:t>login.feature</a:t>
            </a:r>
            <a:r>
              <a:rPr lang="en-US" sz="1800">
                <a:latin typeface="Comic Sans MS" panose="030F0702030302020204" pitchFamily="66" charset="0"/>
              </a:rPr>
              <a:t>, </a:t>
            </a:r>
            <a:r>
              <a:rPr lang="en-US" sz="1800" err="1">
                <a:latin typeface="Comic Sans MS" panose="030F0702030302020204" pitchFamily="66" charset="0"/>
              </a:rPr>
              <a:t>search.feature</a:t>
            </a:r>
            <a:r>
              <a:rPr lang="en-US" sz="1800">
                <a:latin typeface="Comic Sans MS" panose="030F0702030302020204" pitchFamily="66" charset="0"/>
              </a:rPr>
              <a:t>).</a:t>
            </a:r>
            <a:endParaRPr lang="en-IN" sz="1800">
              <a:latin typeface="Comic Sans MS" panose="030F0702030302020204" pitchFamily="66" charset="0"/>
            </a:endParaRPr>
          </a:p>
        </p:txBody>
      </p:sp>
    </p:spTree>
    <p:extLst>
      <p:ext uri="{BB962C8B-B14F-4D97-AF65-F5344CB8AC3E}">
        <p14:creationId xmlns:p14="http://schemas.microsoft.com/office/powerpoint/2010/main" val="48162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55FEF-C837-9FE3-7813-D6FAB6649790}"/>
              </a:ext>
            </a:extLst>
          </p:cNvPr>
          <p:cNvSpPr>
            <a:spLocks noGrp="1"/>
          </p:cNvSpPr>
          <p:nvPr>
            <p:ph type="title"/>
          </p:nvPr>
        </p:nvSpPr>
        <p:spPr/>
        <p:txBody>
          <a:bodyPr/>
          <a:lstStyle/>
          <a:p>
            <a:r>
              <a:rPr lang="en-IN"/>
              <a:t>Feature File</a:t>
            </a:r>
          </a:p>
        </p:txBody>
      </p:sp>
      <p:sp>
        <p:nvSpPr>
          <p:cNvPr id="4" name="Footer Placeholder 3">
            <a:extLst>
              <a:ext uri="{FF2B5EF4-FFF2-40B4-BE49-F238E27FC236}">
                <a16:creationId xmlns:a16="http://schemas.microsoft.com/office/drawing/2014/main" id="{95757877-3A2E-5659-0DCA-E7918A4C1B1F}"/>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7203690F-73C5-C55B-C336-8DFD366AF17D}"/>
              </a:ext>
            </a:extLst>
          </p:cNvPr>
          <p:cNvSpPr>
            <a:spLocks noGrp="1"/>
          </p:cNvSpPr>
          <p:nvPr>
            <p:ph type="sldNum" sz="quarter" idx="12"/>
          </p:nvPr>
        </p:nvSpPr>
        <p:spPr/>
        <p:txBody>
          <a:bodyPr/>
          <a:lstStyle/>
          <a:p>
            <a:fld id="{38826FC0-333C-E549-9FA3-0EE43DF298A3}" type="slidenum">
              <a:rPr lang="en-US" smtClean="0"/>
              <a:pPr/>
              <a:t>10</a:t>
            </a:fld>
            <a:endParaRPr lang="en-US"/>
          </a:p>
        </p:txBody>
      </p:sp>
      <p:sp>
        <p:nvSpPr>
          <p:cNvPr id="6" name="Content Placeholder 2">
            <a:extLst>
              <a:ext uri="{FF2B5EF4-FFF2-40B4-BE49-F238E27FC236}">
                <a16:creationId xmlns:a16="http://schemas.microsoft.com/office/drawing/2014/main" id="{37FBC475-D46F-0D11-C41D-E1545D4F077D}"/>
              </a:ext>
            </a:extLst>
          </p:cNvPr>
          <p:cNvSpPr>
            <a:spLocks noGrp="1"/>
          </p:cNvSpPr>
          <p:nvPr>
            <p:ph idx="1"/>
          </p:nvPr>
        </p:nvSpPr>
        <p:spPr>
          <a:xfrm>
            <a:off x="822960" y="1024559"/>
            <a:ext cx="10251440" cy="5604839"/>
          </a:xfrm>
        </p:spPr>
        <p:txBody>
          <a:bodyPr>
            <a:noAutofit/>
          </a:bodyPr>
          <a:lstStyle/>
          <a:p>
            <a:pPr>
              <a:lnSpc>
                <a:spcPct val="150000"/>
              </a:lnSpc>
            </a:pPr>
            <a:r>
              <a:rPr lang="en-US" b="1">
                <a:latin typeface="Comic Sans MS" panose="030F0702030302020204" pitchFamily="66" charset="0"/>
              </a:rPr>
              <a:t>Feature</a:t>
            </a:r>
            <a:r>
              <a:rPr lang="en-US">
                <a:latin typeface="Comic Sans MS" panose="030F0702030302020204" pitchFamily="66" charset="0"/>
              </a:rPr>
              <a:t>: The file begins with the Feature: keyword, followed by a descriptive name for the feature being tested. An optional free-form description can be added below the feature name.</a:t>
            </a:r>
          </a:p>
          <a:p>
            <a:pPr>
              <a:lnSpc>
                <a:spcPct val="150000"/>
              </a:lnSpc>
            </a:pPr>
            <a:r>
              <a:rPr lang="en-US" b="1">
                <a:latin typeface="Comic Sans MS" panose="030F0702030302020204" pitchFamily="66" charset="0"/>
              </a:rPr>
              <a:t>Scenario: </a:t>
            </a:r>
            <a:r>
              <a:rPr lang="en-US">
                <a:latin typeface="Comic Sans MS" panose="030F0702030302020204" pitchFamily="66" charset="0"/>
              </a:rPr>
              <a:t>A concrete example of how the feature should behave. Within a feature, you can add one or more Scenario blocks. Each scenario describes a particular sequence of events and expected outcomes.</a:t>
            </a:r>
          </a:p>
          <a:p>
            <a:pPr>
              <a:lnSpc>
                <a:spcPct val="150000"/>
              </a:lnSpc>
            </a:pPr>
            <a:r>
              <a:rPr lang="en-US" b="1">
                <a:latin typeface="Comic Sans MS" panose="030F0702030302020204" pitchFamily="66" charset="0"/>
              </a:rPr>
              <a:t>Steps (Given-When-Then): </a:t>
            </a:r>
            <a:r>
              <a:rPr lang="en-US">
                <a:latin typeface="Comic Sans MS" panose="030F0702030302020204" pitchFamily="66" charset="0"/>
              </a:rPr>
              <a:t>Scenarios are composed of steps using the Given-When-Then structure:</a:t>
            </a:r>
          </a:p>
          <a:p>
            <a:pPr lvl="1">
              <a:lnSpc>
                <a:spcPct val="150000"/>
              </a:lnSpc>
            </a:pPr>
            <a:r>
              <a:rPr lang="en-US" sz="1600" b="1">
                <a:latin typeface="Comic Sans MS" panose="030F0702030302020204" pitchFamily="66" charset="0"/>
              </a:rPr>
              <a:t>Given</a:t>
            </a:r>
            <a:r>
              <a:rPr lang="en-US" sz="1600">
                <a:latin typeface="Comic Sans MS" panose="030F0702030302020204" pitchFamily="66" charset="0"/>
              </a:rPr>
              <a:t>: Describes the initial state or prerequisites before the action.</a:t>
            </a:r>
          </a:p>
          <a:p>
            <a:pPr lvl="1">
              <a:lnSpc>
                <a:spcPct val="150000"/>
              </a:lnSpc>
            </a:pPr>
            <a:r>
              <a:rPr lang="en-US" sz="1600" b="1">
                <a:latin typeface="Comic Sans MS" panose="030F0702030302020204" pitchFamily="66" charset="0"/>
              </a:rPr>
              <a:t>When</a:t>
            </a:r>
            <a:r>
              <a:rPr lang="en-US" sz="1600">
                <a:latin typeface="Comic Sans MS" panose="030F0702030302020204" pitchFamily="66" charset="0"/>
              </a:rPr>
              <a:t>: Describes the action or event being performed.</a:t>
            </a:r>
          </a:p>
          <a:p>
            <a:pPr lvl="1">
              <a:lnSpc>
                <a:spcPct val="150000"/>
              </a:lnSpc>
            </a:pPr>
            <a:r>
              <a:rPr lang="en-US" sz="1600" b="1">
                <a:latin typeface="Comic Sans MS" panose="030F0702030302020204" pitchFamily="66" charset="0"/>
              </a:rPr>
              <a:t>Then</a:t>
            </a:r>
            <a:r>
              <a:rPr lang="en-US" sz="1600">
                <a:latin typeface="Comic Sans MS" panose="030F0702030302020204" pitchFamily="66" charset="0"/>
              </a:rPr>
              <a:t>: Describes the expected outcome or result after the action. </a:t>
            </a:r>
          </a:p>
          <a:p>
            <a:pPr>
              <a:lnSpc>
                <a:spcPct val="150000"/>
              </a:lnSpc>
            </a:pPr>
            <a:r>
              <a:rPr lang="en-US" b="1">
                <a:latin typeface="Comic Sans MS" panose="030F0702030302020204" pitchFamily="66" charset="0"/>
              </a:rPr>
              <a:t>Background</a:t>
            </a:r>
            <a:r>
              <a:rPr lang="en-US">
                <a:latin typeface="Comic Sans MS" panose="030F0702030302020204" pitchFamily="66" charset="0"/>
              </a:rPr>
              <a:t>: An optional Background: section can be used to define common Given steps that apply to all scenarios within a feature, reducing repetition.</a:t>
            </a:r>
          </a:p>
          <a:p>
            <a:pPr>
              <a:lnSpc>
                <a:spcPct val="150000"/>
              </a:lnSpc>
            </a:pPr>
            <a:r>
              <a:rPr lang="en-US" b="1">
                <a:latin typeface="Comic Sans MS" panose="030F0702030302020204" pitchFamily="66" charset="0"/>
              </a:rPr>
              <a:t>Scenario Outline: </a:t>
            </a:r>
            <a:r>
              <a:rPr lang="en-US">
                <a:latin typeface="Comic Sans MS" panose="030F0702030302020204" pitchFamily="66" charset="0"/>
              </a:rPr>
              <a:t>Used for data-driven testing with multiple inputs.</a:t>
            </a:r>
          </a:p>
          <a:p>
            <a:pPr>
              <a:lnSpc>
                <a:spcPct val="150000"/>
              </a:lnSpc>
            </a:pPr>
            <a:r>
              <a:rPr lang="en-US" b="1">
                <a:latin typeface="Comic Sans MS" panose="030F0702030302020204" pitchFamily="66" charset="0"/>
              </a:rPr>
              <a:t>Tags</a:t>
            </a:r>
            <a:r>
              <a:rPr lang="en-US">
                <a:latin typeface="Comic Sans MS" panose="030F0702030302020204" pitchFamily="66" charset="0"/>
              </a:rPr>
              <a:t>: Tags (e.g., @smoke, @regression) can be added above Feature or Scenario to categorize and filter tests for execution.</a:t>
            </a:r>
            <a:endParaRPr lang="en-IN">
              <a:latin typeface="Comic Sans MS" panose="030F0702030302020204" pitchFamily="66" charset="0"/>
            </a:endParaRPr>
          </a:p>
        </p:txBody>
      </p:sp>
    </p:spTree>
    <p:extLst>
      <p:ext uri="{BB962C8B-B14F-4D97-AF65-F5344CB8AC3E}">
        <p14:creationId xmlns:p14="http://schemas.microsoft.com/office/powerpoint/2010/main" val="564055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D67EE-5CA4-B6E3-96E2-1942666C51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576F6-5DCE-4510-7D60-F42599255040}"/>
              </a:ext>
            </a:extLst>
          </p:cNvPr>
          <p:cNvSpPr>
            <a:spLocks noGrp="1"/>
          </p:cNvSpPr>
          <p:nvPr>
            <p:ph type="title"/>
          </p:nvPr>
        </p:nvSpPr>
        <p:spPr/>
        <p:txBody>
          <a:bodyPr/>
          <a:lstStyle/>
          <a:p>
            <a:r>
              <a:rPr lang="en-IN"/>
              <a:t>Keywords</a:t>
            </a:r>
          </a:p>
        </p:txBody>
      </p:sp>
      <p:sp>
        <p:nvSpPr>
          <p:cNvPr id="4" name="Footer Placeholder 3">
            <a:extLst>
              <a:ext uri="{FF2B5EF4-FFF2-40B4-BE49-F238E27FC236}">
                <a16:creationId xmlns:a16="http://schemas.microsoft.com/office/drawing/2014/main" id="{22610E7B-E1DB-E585-A426-0BDDF7100BA3}"/>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B2DF83DF-F23A-F946-9400-489B66366963}"/>
              </a:ext>
            </a:extLst>
          </p:cNvPr>
          <p:cNvSpPr>
            <a:spLocks noGrp="1"/>
          </p:cNvSpPr>
          <p:nvPr>
            <p:ph type="sldNum" sz="quarter" idx="12"/>
          </p:nvPr>
        </p:nvSpPr>
        <p:spPr/>
        <p:txBody>
          <a:bodyPr/>
          <a:lstStyle/>
          <a:p>
            <a:fld id="{38826FC0-333C-E549-9FA3-0EE43DF298A3}" type="slidenum">
              <a:rPr lang="en-US" smtClean="0"/>
              <a:pPr/>
              <a:t>11</a:t>
            </a:fld>
            <a:endParaRPr lang="en-US"/>
          </a:p>
        </p:txBody>
      </p:sp>
      <p:pic>
        <p:nvPicPr>
          <p:cNvPr id="9" name="Picture 8" descr="A black background with white text&#10;&#10;AI-generated content may be incorrect.">
            <a:extLst>
              <a:ext uri="{FF2B5EF4-FFF2-40B4-BE49-F238E27FC236}">
                <a16:creationId xmlns:a16="http://schemas.microsoft.com/office/drawing/2014/main" id="{DB338ED2-D52A-C5D4-2510-95501C8C45BF}"/>
              </a:ext>
            </a:extLst>
          </p:cNvPr>
          <p:cNvPicPr>
            <a:picLocks noChangeAspect="1"/>
          </p:cNvPicPr>
          <p:nvPr/>
        </p:nvPicPr>
        <p:blipFill>
          <a:blip r:embed="rId2"/>
          <a:stretch>
            <a:fillRect/>
          </a:stretch>
        </p:blipFill>
        <p:spPr>
          <a:xfrm>
            <a:off x="640080" y="1387450"/>
            <a:ext cx="5039360" cy="1447189"/>
          </a:xfrm>
          <a:prstGeom prst="rect">
            <a:avLst/>
          </a:prstGeom>
        </p:spPr>
      </p:pic>
      <p:pic>
        <p:nvPicPr>
          <p:cNvPr id="11" name="Picture 10" descr="A screen shot of a computer program&#10;&#10;AI-generated content may be incorrect.">
            <a:extLst>
              <a:ext uri="{FF2B5EF4-FFF2-40B4-BE49-F238E27FC236}">
                <a16:creationId xmlns:a16="http://schemas.microsoft.com/office/drawing/2014/main" id="{779767F8-877C-3F52-C887-5B2A1087EA10}"/>
              </a:ext>
            </a:extLst>
          </p:cNvPr>
          <p:cNvPicPr>
            <a:picLocks noChangeAspect="1"/>
          </p:cNvPicPr>
          <p:nvPr/>
        </p:nvPicPr>
        <p:blipFill>
          <a:blip r:embed="rId3"/>
          <a:stretch>
            <a:fillRect/>
          </a:stretch>
        </p:blipFill>
        <p:spPr>
          <a:xfrm>
            <a:off x="484127" y="3558516"/>
            <a:ext cx="5351265" cy="2118406"/>
          </a:xfrm>
          <a:prstGeom prst="rect">
            <a:avLst/>
          </a:prstGeom>
        </p:spPr>
      </p:pic>
      <p:sp>
        <p:nvSpPr>
          <p:cNvPr id="13" name="TextBox 12">
            <a:extLst>
              <a:ext uri="{FF2B5EF4-FFF2-40B4-BE49-F238E27FC236}">
                <a16:creationId xmlns:a16="http://schemas.microsoft.com/office/drawing/2014/main" id="{6A061799-ACF6-A34E-5EE7-E6BB5EC430EB}"/>
              </a:ext>
            </a:extLst>
          </p:cNvPr>
          <p:cNvSpPr txBox="1"/>
          <p:nvPr/>
        </p:nvSpPr>
        <p:spPr>
          <a:xfrm>
            <a:off x="1838960" y="966871"/>
            <a:ext cx="2702560" cy="369332"/>
          </a:xfrm>
          <a:prstGeom prst="rect">
            <a:avLst/>
          </a:prstGeom>
          <a:noFill/>
        </p:spPr>
        <p:txBody>
          <a:bodyPr wrap="square">
            <a:spAutoFit/>
          </a:bodyPr>
          <a:lstStyle/>
          <a:p>
            <a:r>
              <a:rPr lang="en-US" b="1">
                <a:latin typeface="Comic Sans MS" panose="030F0702030302020204" pitchFamily="66" charset="0"/>
              </a:rPr>
              <a:t>Scenario: </a:t>
            </a:r>
            <a:endParaRPr lang="en-IN"/>
          </a:p>
        </p:txBody>
      </p:sp>
      <p:sp>
        <p:nvSpPr>
          <p:cNvPr id="15" name="TextBox 14">
            <a:extLst>
              <a:ext uri="{FF2B5EF4-FFF2-40B4-BE49-F238E27FC236}">
                <a16:creationId xmlns:a16="http://schemas.microsoft.com/office/drawing/2014/main" id="{9E3CF0BC-9CDF-8F50-4420-D3300C9F3C08}"/>
              </a:ext>
            </a:extLst>
          </p:cNvPr>
          <p:cNvSpPr txBox="1"/>
          <p:nvPr/>
        </p:nvSpPr>
        <p:spPr>
          <a:xfrm>
            <a:off x="1371600" y="3114818"/>
            <a:ext cx="3515360" cy="369332"/>
          </a:xfrm>
          <a:prstGeom prst="rect">
            <a:avLst/>
          </a:prstGeom>
          <a:noFill/>
        </p:spPr>
        <p:txBody>
          <a:bodyPr wrap="square">
            <a:spAutoFit/>
          </a:bodyPr>
          <a:lstStyle/>
          <a:p>
            <a:r>
              <a:rPr lang="en-US" b="1">
                <a:latin typeface="Comic Sans MS" panose="030F0702030302020204" pitchFamily="66" charset="0"/>
              </a:rPr>
              <a:t>Scenario Outline: </a:t>
            </a:r>
            <a:endParaRPr lang="en-IN"/>
          </a:p>
        </p:txBody>
      </p:sp>
      <p:sp>
        <p:nvSpPr>
          <p:cNvPr id="18" name="TextBox 17">
            <a:extLst>
              <a:ext uri="{FF2B5EF4-FFF2-40B4-BE49-F238E27FC236}">
                <a16:creationId xmlns:a16="http://schemas.microsoft.com/office/drawing/2014/main" id="{EAE6512D-BEA8-B635-DE2C-9D4E011BE317}"/>
              </a:ext>
            </a:extLst>
          </p:cNvPr>
          <p:cNvSpPr txBox="1"/>
          <p:nvPr/>
        </p:nvSpPr>
        <p:spPr>
          <a:xfrm>
            <a:off x="6736080" y="827723"/>
            <a:ext cx="3515360" cy="369332"/>
          </a:xfrm>
          <a:prstGeom prst="rect">
            <a:avLst/>
          </a:prstGeom>
          <a:noFill/>
        </p:spPr>
        <p:txBody>
          <a:bodyPr wrap="square">
            <a:spAutoFit/>
          </a:bodyPr>
          <a:lstStyle/>
          <a:p>
            <a:r>
              <a:rPr lang="en-US" b="1">
                <a:latin typeface="Comic Sans MS" panose="030F0702030302020204" pitchFamily="66" charset="0"/>
              </a:rPr>
              <a:t>Background: </a:t>
            </a:r>
            <a:endParaRPr lang="en-IN"/>
          </a:p>
        </p:txBody>
      </p:sp>
      <p:pic>
        <p:nvPicPr>
          <p:cNvPr id="20" name="Picture 19" descr="A screenshot of a computer program&#10;&#10;AI-generated content may be incorrect.">
            <a:extLst>
              <a:ext uri="{FF2B5EF4-FFF2-40B4-BE49-F238E27FC236}">
                <a16:creationId xmlns:a16="http://schemas.microsoft.com/office/drawing/2014/main" id="{B5EB672E-1418-6B08-E409-92885A9DBB13}"/>
              </a:ext>
            </a:extLst>
          </p:cNvPr>
          <p:cNvPicPr>
            <a:picLocks noChangeAspect="1"/>
          </p:cNvPicPr>
          <p:nvPr/>
        </p:nvPicPr>
        <p:blipFill>
          <a:blip r:embed="rId4"/>
          <a:stretch>
            <a:fillRect/>
          </a:stretch>
        </p:blipFill>
        <p:spPr>
          <a:xfrm>
            <a:off x="6522722" y="3936861"/>
            <a:ext cx="3581584" cy="2692538"/>
          </a:xfrm>
          <a:prstGeom prst="rect">
            <a:avLst/>
          </a:prstGeom>
        </p:spPr>
      </p:pic>
      <p:pic>
        <p:nvPicPr>
          <p:cNvPr id="22" name="Picture 21" descr="A screen shot of a computer program&#10;&#10;AI-generated content may be incorrect.">
            <a:extLst>
              <a:ext uri="{FF2B5EF4-FFF2-40B4-BE49-F238E27FC236}">
                <a16:creationId xmlns:a16="http://schemas.microsoft.com/office/drawing/2014/main" id="{D4271D63-3AD6-B2AE-01AB-7EE95E443518}"/>
              </a:ext>
            </a:extLst>
          </p:cNvPr>
          <p:cNvPicPr>
            <a:picLocks noChangeAspect="1"/>
          </p:cNvPicPr>
          <p:nvPr/>
        </p:nvPicPr>
        <p:blipFill>
          <a:blip r:embed="rId5"/>
          <a:stretch>
            <a:fillRect/>
          </a:stretch>
        </p:blipFill>
        <p:spPr>
          <a:xfrm>
            <a:off x="6512562" y="1268316"/>
            <a:ext cx="3575234" cy="2597283"/>
          </a:xfrm>
          <a:prstGeom prst="rect">
            <a:avLst/>
          </a:prstGeom>
        </p:spPr>
      </p:pic>
      <p:sp>
        <p:nvSpPr>
          <p:cNvPr id="23" name="TextBox 22">
            <a:extLst>
              <a:ext uri="{FF2B5EF4-FFF2-40B4-BE49-F238E27FC236}">
                <a16:creationId xmlns:a16="http://schemas.microsoft.com/office/drawing/2014/main" id="{674ECAEE-5DFF-8A7C-2892-FF4CBD432CE8}"/>
              </a:ext>
            </a:extLst>
          </p:cNvPr>
          <p:cNvSpPr txBox="1"/>
          <p:nvPr/>
        </p:nvSpPr>
        <p:spPr>
          <a:xfrm>
            <a:off x="10322560" y="4038283"/>
            <a:ext cx="3515360" cy="369332"/>
          </a:xfrm>
          <a:prstGeom prst="rect">
            <a:avLst/>
          </a:prstGeom>
          <a:noFill/>
        </p:spPr>
        <p:txBody>
          <a:bodyPr wrap="square">
            <a:spAutoFit/>
          </a:bodyPr>
          <a:lstStyle/>
          <a:p>
            <a:r>
              <a:rPr lang="en-US" b="1">
                <a:latin typeface="Comic Sans MS" panose="030F0702030302020204" pitchFamily="66" charset="0"/>
              </a:rPr>
              <a:t>Tags: </a:t>
            </a:r>
            <a:endParaRPr lang="en-IN"/>
          </a:p>
        </p:txBody>
      </p:sp>
    </p:spTree>
    <p:extLst>
      <p:ext uri="{BB962C8B-B14F-4D97-AF65-F5344CB8AC3E}">
        <p14:creationId xmlns:p14="http://schemas.microsoft.com/office/powerpoint/2010/main" val="66997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06DF6-5EA0-BF57-AA85-E087992A57CF}"/>
              </a:ext>
            </a:extLst>
          </p:cNvPr>
          <p:cNvSpPr>
            <a:spLocks noGrp="1"/>
          </p:cNvSpPr>
          <p:nvPr>
            <p:ph type="title"/>
          </p:nvPr>
        </p:nvSpPr>
        <p:spPr/>
        <p:txBody>
          <a:bodyPr/>
          <a:lstStyle/>
          <a:p>
            <a:r>
              <a:rPr lang="en-IN"/>
              <a:t>Step Definition	</a:t>
            </a:r>
          </a:p>
        </p:txBody>
      </p:sp>
      <p:sp>
        <p:nvSpPr>
          <p:cNvPr id="3" name="Content Placeholder 2">
            <a:extLst>
              <a:ext uri="{FF2B5EF4-FFF2-40B4-BE49-F238E27FC236}">
                <a16:creationId xmlns:a16="http://schemas.microsoft.com/office/drawing/2014/main" id="{4587B54A-CFBF-6DA5-199B-7D03C30020B4}"/>
              </a:ext>
            </a:extLst>
          </p:cNvPr>
          <p:cNvSpPr>
            <a:spLocks noGrp="1"/>
          </p:cNvSpPr>
          <p:nvPr>
            <p:ph idx="1"/>
          </p:nvPr>
        </p:nvSpPr>
        <p:spPr>
          <a:xfrm>
            <a:off x="822960" y="1198881"/>
            <a:ext cx="10657840" cy="1452880"/>
          </a:xfrm>
        </p:spPr>
        <p:txBody>
          <a:bodyPr/>
          <a:lstStyle/>
          <a:p>
            <a:pPr>
              <a:lnSpc>
                <a:spcPct val="150000"/>
              </a:lnSpc>
            </a:pPr>
            <a:r>
              <a:rPr lang="en-US" sz="1800">
                <a:latin typeface="Comic Sans MS" panose="030F0702030302020204" pitchFamily="66" charset="0"/>
              </a:rPr>
              <a:t>A step definition in BDD is the piece of code that connects the plain-language steps written in a feature file (Gherkin syntax) to actual executable test logic. It acts as the translator between human-readable scenarios and automated test code.</a:t>
            </a:r>
          </a:p>
          <a:p>
            <a:pPr marL="0" indent="0">
              <a:lnSpc>
                <a:spcPct val="150000"/>
              </a:lnSpc>
              <a:buNone/>
            </a:pPr>
            <a:endParaRPr lang="en-IN" sz="1800">
              <a:latin typeface="Comic Sans MS" panose="030F0702030302020204" pitchFamily="66" charset="0"/>
            </a:endParaRPr>
          </a:p>
          <a:p>
            <a:pPr>
              <a:lnSpc>
                <a:spcPct val="150000"/>
              </a:lnSpc>
            </a:pPr>
            <a:endParaRPr lang="en-IN" sz="1800">
              <a:latin typeface="Comic Sans MS" panose="030F0702030302020204" pitchFamily="66" charset="0"/>
            </a:endParaRPr>
          </a:p>
        </p:txBody>
      </p:sp>
      <p:sp>
        <p:nvSpPr>
          <p:cNvPr id="4" name="Footer Placeholder 3">
            <a:extLst>
              <a:ext uri="{FF2B5EF4-FFF2-40B4-BE49-F238E27FC236}">
                <a16:creationId xmlns:a16="http://schemas.microsoft.com/office/drawing/2014/main" id="{33B8325A-8805-2EE6-3706-A4552A608958}"/>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C7913795-997B-806F-3AFF-C3D2CE79AC5E}"/>
              </a:ext>
            </a:extLst>
          </p:cNvPr>
          <p:cNvSpPr>
            <a:spLocks noGrp="1"/>
          </p:cNvSpPr>
          <p:nvPr>
            <p:ph type="sldNum" sz="quarter" idx="12"/>
          </p:nvPr>
        </p:nvSpPr>
        <p:spPr/>
        <p:txBody>
          <a:bodyPr/>
          <a:lstStyle/>
          <a:p>
            <a:fld id="{38826FC0-333C-E549-9FA3-0EE43DF298A3}" type="slidenum">
              <a:rPr lang="en-US" smtClean="0"/>
              <a:pPr/>
              <a:t>12</a:t>
            </a:fld>
            <a:endParaRPr lang="en-US"/>
          </a:p>
        </p:txBody>
      </p:sp>
      <p:sp>
        <p:nvSpPr>
          <p:cNvPr id="8" name="TextBox 7">
            <a:extLst>
              <a:ext uri="{FF2B5EF4-FFF2-40B4-BE49-F238E27FC236}">
                <a16:creationId xmlns:a16="http://schemas.microsoft.com/office/drawing/2014/main" id="{6D03FE90-64EF-0C15-FD47-D5AD5FE87143}"/>
              </a:ext>
            </a:extLst>
          </p:cNvPr>
          <p:cNvSpPr txBox="1"/>
          <p:nvPr/>
        </p:nvSpPr>
        <p:spPr>
          <a:xfrm>
            <a:off x="873760" y="2936565"/>
            <a:ext cx="10444480" cy="2539350"/>
          </a:xfrm>
          <a:prstGeom prst="rect">
            <a:avLst/>
          </a:prstGeom>
          <a:noFill/>
        </p:spPr>
        <p:txBody>
          <a:bodyPr wrap="square">
            <a:spAutoFit/>
          </a:bodyPr>
          <a:lstStyle/>
          <a:p>
            <a:pPr>
              <a:lnSpc>
                <a:spcPct val="150000"/>
              </a:lnSpc>
              <a:buNone/>
            </a:pPr>
            <a:r>
              <a:rPr lang="en-US" b="1">
                <a:effectLst/>
                <a:latin typeface="Comic Sans MS" panose="030F0702030302020204" pitchFamily="66" charset="0"/>
              </a:rPr>
              <a:t>What Step Definitions Do</a:t>
            </a:r>
          </a:p>
          <a:p>
            <a:pPr>
              <a:lnSpc>
                <a:spcPct val="150000"/>
              </a:lnSpc>
              <a:buFont typeface="Arial" panose="020B0604020202020204" pitchFamily="34" charset="0"/>
              <a:buChar char="•"/>
            </a:pPr>
            <a:r>
              <a:rPr lang="en-US" b="1">
                <a:effectLst/>
                <a:latin typeface="Comic Sans MS" panose="030F0702030302020204" pitchFamily="66" charset="0"/>
              </a:rPr>
              <a:t>Bridge the gap</a:t>
            </a:r>
            <a:r>
              <a:rPr lang="en-US">
                <a:effectLst/>
                <a:latin typeface="Comic Sans MS" panose="030F0702030302020204" pitchFamily="66" charset="0"/>
              </a:rPr>
              <a:t>: They map natural language steps (Given–When–Then) to programming code.</a:t>
            </a:r>
          </a:p>
          <a:p>
            <a:pPr>
              <a:lnSpc>
                <a:spcPct val="150000"/>
              </a:lnSpc>
              <a:buFont typeface="Arial" panose="020B0604020202020204" pitchFamily="34" charset="0"/>
              <a:buChar char="•"/>
            </a:pPr>
            <a:r>
              <a:rPr lang="en-US" b="1">
                <a:effectLst/>
                <a:latin typeface="Comic Sans MS" panose="030F0702030302020204" pitchFamily="66" charset="0"/>
              </a:rPr>
              <a:t>Executable logic</a:t>
            </a:r>
            <a:r>
              <a:rPr lang="en-US">
                <a:effectLst/>
                <a:latin typeface="Comic Sans MS" panose="030F0702030302020204" pitchFamily="66" charset="0"/>
              </a:rPr>
              <a:t>: When a scenario runs, the framework (like Cucumber, </a:t>
            </a:r>
            <a:r>
              <a:rPr lang="en-US" err="1">
                <a:effectLst/>
                <a:latin typeface="Comic Sans MS" panose="030F0702030302020204" pitchFamily="66" charset="0"/>
              </a:rPr>
              <a:t>SpecFlow</a:t>
            </a:r>
            <a:r>
              <a:rPr lang="en-US">
                <a:effectLst/>
                <a:latin typeface="Comic Sans MS" panose="030F0702030302020204" pitchFamily="66" charset="0"/>
              </a:rPr>
              <a:t>, </a:t>
            </a:r>
            <a:r>
              <a:rPr lang="en-US" err="1">
                <a:effectLst/>
                <a:latin typeface="Comic Sans MS" panose="030F0702030302020204" pitchFamily="66" charset="0"/>
              </a:rPr>
              <a:t>JBehave</a:t>
            </a:r>
            <a:r>
              <a:rPr lang="en-US">
                <a:effectLst/>
                <a:latin typeface="Comic Sans MS" panose="030F0702030302020204" pitchFamily="66" charset="0"/>
              </a:rPr>
              <a:t>) matches each step to its corresponding step definition and executes the code.</a:t>
            </a:r>
          </a:p>
          <a:p>
            <a:pPr>
              <a:lnSpc>
                <a:spcPct val="150000"/>
              </a:lnSpc>
              <a:buFont typeface="Arial" panose="020B0604020202020204" pitchFamily="34" charset="0"/>
              <a:buChar char="•"/>
            </a:pPr>
            <a:r>
              <a:rPr lang="en-US" b="1">
                <a:effectLst/>
                <a:latin typeface="Comic Sans MS" panose="030F0702030302020204" pitchFamily="66" charset="0"/>
              </a:rPr>
              <a:t>Reusable components</a:t>
            </a:r>
            <a:r>
              <a:rPr lang="en-US">
                <a:effectLst/>
                <a:latin typeface="Comic Sans MS" panose="030F0702030302020204" pitchFamily="66" charset="0"/>
              </a:rPr>
              <a:t>: Step definitions can be reused across multiple scenarios, reducing duplication.</a:t>
            </a:r>
          </a:p>
        </p:txBody>
      </p:sp>
    </p:spTree>
    <p:extLst>
      <p:ext uri="{BB962C8B-B14F-4D97-AF65-F5344CB8AC3E}">
        <p14:creationId xmlns:p14="http://schemas.microsoft.com/office/powerpoint/2010/main" val="1617869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589EA-D097-F46B-31BD-FACDB711A4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B47A7-FD1A-6044-49EA-D2FEF03268B0}"/>
              </a:ext>
            </a:extLst>
          </p:cNvPr>
          <p:cNvSpPr>
            <a:spLocks noGrp="1"/>
          </p:cNvSpPr>
          <p:nvPr>
            <p:ph type="title"/>
          </p:nvPr>
        </p:nvSpPr>
        <p:spPr/>
        <p:txBody>
          <a:bodyPr/>
          <a:lstStyle/>
          <a:p>
            <a:r>
              <a:rPr lang="en-IN"/>
              <a:t>Step Definition	</a:t>
            </a:r>
          </a:p>
        </p:txBody>
      </p:sp>
      <p:sp>
        <p:nvSpPr>
          <p:cNvPr id="4" name="Footer Placeholder 3">
            <a:extLst>
              <a:ext uri="{FF2B5EF4-FFF2-40B4-BE49-F238E27FC236}">
                <a16:creationId xmlns:a16="http://schemas.microsoft.com/office/drawing/2014/main" id="{C0AA3CB0-AE11-919E-3171-34E256263031}"/>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5A02C62-B03B-62E3-C90D-51F1338C31CE}"/>
              </a:ext>
            </a:extLst>
          </p:cNvPr>
          <p:cNvSpPr>
            <a:spLocks noGrp="1"/>
          </p:cNvSpPr>
          <p:nvPr>
            <p:ph type="sldNum" sz="quarter" idx="12"/>
          </p:nvPr>
        </p:nvSpPr>
        <p:spPr/>
        <p:txBody>
          <a:bodyPr/>
          <a:lstStyle/>
          <a:p>
            <a:fld id="{38826FC0-333C-E549-9FA3-0EE43DF298A3}" type="slidenum">
              <a:rPr lang="en-US" smtClean="0"/>
              <a:pPr/>
              <a:t>13</a:t>
            </a:fld>
            <a:endParaRPr lang="en-US"/>
          </a:p>
        </p:txBody>
      </p:sp>
      <p:sp>
        <p:nvSpPr>
          <p:cNvPr id="10" name="TextBox 9">
            <a:extLst>
              <a:ext uri="{FF2B5EF4-FFF2-40B4-BE49-F238E27FC236}">
                <a16:creationId xmlns:a16="http://schemas.microsoft.com/office/drawing/2014/main" id="{EB7BE6BB-25A8-A1DD-2D3A-4B4FD8B2AA30}"/>
              </a:ext>
            </a:extLst>
          </p:cNvPr>
          <p:cNvSpPr txBox="1"/>
          <p:nvPr/>
        </p:nvSpPr>
        <p:spPr>
          <a:xfrm>
            <a:off x="274320" y="2273287"/>
            <a:ext cx="6096000" cy="1477328"/>
          </a:xfrm>
          <a:prstGeom prst="rect">
            <a:avLst/>
          </a:prstGeom>
          <a:noFill/>
        </p:spPr>
        <p:txBody>
          <a:bodyPr wrap="square">
            <a:spAutoFit/>
          </a:bodyPr>
          <a:lstStyle/>
          <a:p>
            <a:pPr>
              <a:buNone/>
            </a:pPr>
            <a:r>
              <a:rPr lang="en-US">
                <a:effectLst/>
                <a:latin typeface="Courier New" panose="02070309020205020404" pitchFamily="49" charset="0"/>
              </a:rPr>
              <a:t>Feature: Login</a:t>
            </a:r>
          </a:p>
          <a:p>
            <a:pPr>
              <a:buNone/>
            </a:pPr>
            <a:r>
              <a:rPr lang="en-US">
                <a:effectLst/>
                <a:latin typeface="Courier New" panose="02070309020205020404" pitchFamily="49" charset="0"/>
              </a:rPr>
              <a:t>  Scenario: Successful login</a:t>
            </a:r>
          </a:p>
          <a:p>
            <a:pPr>
              <a:buNone/>
            </a:pPr>
            <a:r>
              <a:rPr lang="en-US">
                <a:effectLst/>
                <a:latin typeface="Courier New" panose="02070309020205020404" pitchFamily="49" charset="0"/>
              </a:rPr>
              <a:t>    Given the user is on the login page</a:t>
            </a:r>
          </a:p>
          <a:p>
            <a:pPr>
              <a:buNone/>
            </a:pPr>
            <a:r>
              <a:rPr lang="en-US">
                <a:effectLst/>
                <a:latin typeface="Courier New" panose="02070309020205020404" pitchFamily="49" charset="0"/>
              </a:rPr>
              <a:t>    When they enter valid credentials</a:t>
            </a:r>
          </a:p>
          <a:p>
            <a:pPr>
              <a:buNone/>
            </a:pPr>
            <a:r>
              <a:rPr lang="en-US">
                <a:effectLst/>
                <a:latin typeface="Courier New" panose="02070309020205020404" pitchFamily="49" charset="0"/>
              </a:rPr>
              <a:t>    Then they should see the dashboard</a:t>
            </a:r>
          </a:p>
        </p:txBody>
      </p:sp>
      <p:sp>
        <p:nvSpPr>
          <p:cNvPr id="12" name="TextBox 11">
            <a:extLst>
              <a:ext uri="{FF2B5EF4-FFF2-40B4-BE49-F238E27FC236}">
                <a16:creationId xmlns:a16="http://schemas.microsoft.com/office/drawing/2014/main" id="{7F9D15C7-0562-3DC9-7856-F6C5B1B9C69B}"/>
              </a:ext>
            </a:extLst>
          </p:cNvPr>
          <p:cNvSpPr txBox="1"/>
          <p:nvPr/>
        </p:nvSpPr>
        <p:spPr>
          <a:xfrm>
            <a:off x="5638800" y="623399"/>
            <a:ext cx="6096000" cy="5632311"/>
          </a:xfrm>
          <a:prstGeom prst="rect">
            <a:avLst/>
          </a:prstGeom>
          <a:noFill/>
        </p:spPr>
        <p:txBody>
          <a:bodyPr wrap="square">
            <a:spAutoFit/>
          </a:bodyPr>
          <a:lstStyle/>
          <a:p>
            <a:pPr>
              <a:buNone/>
            </a:pPr>
            <a:r>
              <a:rPr lang="en-IN">
                <a:effectLst/>
                <a:latin typeface="Courier New" panose="02070309020205020404" pitchFamily="49" charset="0"/>
              </a:rPr>
              <a:t>import </a:t>
            </a:r>
            <a:r>
              <a:rPr lang="en-IN" err="1">
                <a:effectLst/>
                <a:latin typeface="Courier New" panose="02070309020205020404" pitchFamily="49" charset="0"/>
              </a:rPr>
              <a:t>io.cucumber.java.en</a:t>
            </a:r>
            <a:r>
              <a:rPr lang="en-IN">
                <a:effectLst/>
                <a:latin typeface="Courier New" panose="02070309020205020404" pitchFamily="49" charset="0"/>
              </a:rPr>
              <a:t>.*;</a:t>
            </a:r>
          </a:p>
          <a:p>
            <a:pPr>
              <a:buNone/>
            </a:pPr>
            <a:endParaRPr lang="en-IN">
              <a:effectLst/>
              <a:latin typeface="Courier New" panose="02070309020205020404" pitchFamily="49" charset="0"/>
            </a:endParaRPr>
          </a:p>
          <a:p>
            <a:pPr>
              <a:buNone/>
            </a:pPr>
            <a:r>
              <a:rPr lang="en-IN">
                <a:effectLst/>
                <a:latin typeface="Courier New" panose="02070309020205020404" pitchFamily="49" charset="0"/>
              </a:rPr>
              <a:t>public class </a:t>
            </a:r>
            <a:r>
              <a:rPr lang="en-IN" err="1">
                <a:effectLst/>
                <a:latin typeface="Courier New" panose="02070309020205020404" pitchFamily="49" charset="0"/>
              </a:rPr>
              <a:t>LoginSteps</a:t>
            </a:r>
            <a:r>
              <a:rPr lang="en-IN">
                <a:effectLst/>
                <a:latin typeface="Courier New" panose="02070309020205020404" pitchFamily="49" charset="0"/>
              </a:rPr>
              <a:t> {</a:t>
            </a:r>
          </a:p>
          <a:p>
            <a:pPr>
              <a:buNone/>
            </a:pPr>
            <a:endParaRPr lang="en-IN">
              <a:effectLst/>
              <a:latin typeface="Courier New" panose="02070309020205020404" pitchFamily="49" charset="0"/>
            </a:endParaRPr>
          </a:p>
          <a:p>
            <a:pPr>
              <a:buNone/>
            </a:pPr>
            <a:r>
              <a:rPr lang="en-IN">
                <a:effectLst/>
                <a:latin typeface="Courier New" panose="02070309020205020404" pitchFamily="49" charset="0"/>
              </a:rPr>
              <a:t>  @Given("the user is on the login page")</a:t>
            </a:r>
          </a:p>
          <a:p>
            <a:pPr>
              <a:buNone/>
            </a:pPr>
            <a:r>
              <a:rPr lang="en-IN">
                <a:effectLst/>
                <a:latin typeface="Courier New" panose="02070309020205020404" pitchFamily="49" charset="0"/>
              </a:rPr>
              <a:t>  public void </a:t>
            </a:r>
            <a:r>
              <a:rPr lang="en-IN" err="1">
                <a:effectLst/>
                <a:latin typeface="Courier New" panose="02070309020205020404" pitchFamily="49" charset="0"/>
              </a:rPr>
              <a:t>userOnLoginPage</a:t>
            </a:r>
            <a:r>
              <a:rPr lang="en-IN">
                <a:effectLst/>
                <a:latin typeface="Courier New" panose="02070309020205020404" pitchFamily="49" charset="0"/>
              </a:rPr>
              <a:t>() {</a:t>
            </a:r>
          </a:p>
          <a:p>
            <a:pPr>
              <a:buNone/>
            </a:pPr>
            <a:r>
              <a:rPr lang="en-IN">
                <a:effectLst/>
                <a:latin typeface="Courier New" panose="02070309020205020404" pitchFamily="49" charset="0"/>
              </a:rPr>
              <a:t>    // Code to open login page</a:t>
            </a:r>
          </a:p>
          <a:p>
            <a:pPr>
              <a:buNone/>
            </a:pPr>
            <a:r>
              <a:rPr lang="en-IN">
                <a:effectLst/>
                <a:latin typeface="Courier New" panose="02070309020205020404" pitchFamily="49" charset="0"/>
              </a:rPr>
              <a:t>  }</a:t>
            </a:r>
          </a:p>
          <a:p>
            <a:pPr>
              <a:buNone/>
            </a:pPr>
            <a:endParaRPr lang="en-IN">
              <a:effectLst/>
              <a:latin typeface="Courier New" panose="02070309020205020404" pitchFamily="49" charset="0"/>
            </a:endParaRPr>
          </a:p>
          <a:p>
            <a:pPr>
              <a:buNone/>
            </a:pPr>
            <a:r>
              <a:rPr lang="en-IN">
                <a:effectLst/>
                <a:latin typeface="Courier New" panose="02070309020205020404" pitchFamily="49" charset="0"/>
              </a:rPr>
              <a:t>  @When("they enter valid credentials")</a:t>
            </a:r>
          </a:p>
          <a:p>
            <a:pPr>
              <a:buNone/>
            </a:pPr>
            <a:r>
              <a:rPr lang="en-IN">
                <a:effectLst/>
                <a:latin typeface="Courier New" panose="02070309020205020404" pitchFamily="49" charset="0"/>
              </a:rPr>
              <a:t>  public void </a:t>
            </a:r>
            <a:r>
              <a:rPr lang="en-IN" err="1">
                <a:effectLst/>
                <a:latin typeface="Courier New" panose="02070309020205020404" pitchFamily="49" charset="0"/>
              </a:rPr>
              <a:t>enterValidCredentials</a:t>
            </a:r>
            <a:r>
              <a:rPr lang="en-IN">
                <a:effectLst/>
                <a:latin typeface="Courier New" panose="02070309020205020404" pitchFamily="49" charset="0"/>
              </a:rPr>
              <a:t>() {</a:t>
            </a:r>
          </a:p>
          <a:p>
            <a:pPr>
              <a:buNone/>
            </a:pPr>
            <a:r>
              <a:rPr lang="en-IN">
                <a:effectLst/>
                <a:latin typeface="Courier New" panose="02070309020205020404" pitchFamily="49" charset="0"/>
              </a:rPr>
              <a:t>    // Code to input username and password</a:t>
            </a:r>
          </a:p>
          <a:p>
            <a:pPr>
              <a:buNone/>
            </a:pPr>
            <a:r>
              <a:rPr lang="en-IN">
                <a:effectLst/>
                <a:latin typeface="Courier New" panose="02070309020205020404" pitchFamily="49" charset="0"/>
              </a:rPr>
              <a:t>  }</a:t>
            </a:r>
          </a:p>
          <a:p>
            <a:pPr>
              <a:buNone/>
            </a:pPr>
            <a:endParaRPr lang="en-IN">
              <a:effectLst/>
              <a:latin typeface="Courier New" panose="02070309020205020404" pitchFamily="49" charset="0"/>
            </a:endParaRPr>
          </a:p>
          <a:p>
            <a:pPr>
              <a:buNone/>
            </a:pPr>
            <a:r>
              <a:rPr lang="en-IN">
                <a:effectLst/>
                <a:latin typeface="Courier New" panose="02070309020205020404" pitchFamily="49" charset="0"/>
              </a:rPr>
              <a:t>  @Then("they should see the dashboard")</a:t>
            </a:r>
          </a:p>
          <a:p>
            <a:pPr>
              <a:buNone/>
            </a:pPr>
            <a:r>
              <a:rPr lang="en-IN">
                <a:effectLst/>
                <a:latin typeface="Courier New" panose="02070309020205020404" pitchFamily="49" charset="0"/>
              </a:rPr>
              <a:t>  public void </a:t>
            </a:r>
            <a:r>
              <a:rPr lang="en-IN" err="1">
                <a:effectLst/>
                <a:latin typeface="Courier New" panose="02070309020205020404" pitchFamily="49" charset="0"/>
              </a:rPr>
              <a:t>seeDashboard</a:t>
            </a:r>
            <a:r>
              <a:rPr lang="en-IN">
                <a:effectLst/>
                <a:latin typeface="Courier New" panose="02070309020205020404" pitchFamily="49" charset="0"/>
              </a:rPr>
              <a:t>() {</a:t>
            </a:r>
          </a:p>
          <a:p>
            <a:pPr>
              <a:buNone/>
            </a:pPr>
            <a:r>
              <a:rPr lang="en-IN">
                <a:effectLst/>
                <a:latin typeface="Courier New" panose="02070309020205020404" pitchFamily="49" charset="0"/>
              </a:rPr>
              <a:t>    // Code to verify dashboard is displayed</a:t>
            </a:r>
          </a:p>
          <a:p>
            <a:pPr>
              <a:buNone/>
            </a:pPr>
            <a:r>
              <a:rPr lang="en-IN">
                <a:effectLst/>
                <a:latin typeface="Courier New" panose="02070309020205020404" pitchFamily="49" charset="0"/>
              </a:rPr>
              <a:t>  }</a:t>
            </a:r>
          </a:p>
          <a:p>
            <a:pPr>
              <a:buNone/>
            </a:pPr>
            <a:r>
              <a:rPr lang="en-IN">
                <a:effectLst/>
                <a:latin typeface="Courier New" panose="02070309020205020404" pitchFamily="49" charset="0"/>
              </a:rPr>
              <a:t>}</a:t>
            </a:r>
          </a:p>
        </p:txBody>
      </p:sp>
      <p:sp>
        <p:nvSpPr>
          <p:cNvPr id="13" name="TextBox 12">
            <a:extLst>
              <a:ext uri="{FF2B5EF4-FFF2-40B4-BE49-F238E27FC236}">
                <a16:creationId xmlns:a16="http://schemas.microsoft.com/office/drawing/2014/main" id="{927EE8B8-0119-5E06-2CD4-FC7E146790FB}"/>
              </a:ext>
            </a:extLst>
          </p:cNvPr>
          <p:cNvSpPr txBox="1"/>
          <p:nvPr/>
        </p:nvSpPr>
        <p:spPr>
          <a:xfrm>
            <a:off x="365760" y="1875947"/>
            <a:ext cx="2153920" cy="332399"/>
          </a:xfrm>
          <a:prstGeom prst="rect">
            <a:avLst/>
          </a:prstGeom>
          <a:noFill/>
        </p:spPr>
        <p:txBody>
          <a:bodyPr wrap="square" lIns="0" tIns="0" rIns="0" bIns="0" rtlCol="0">
            <a:noAutofit/>
          </a:bodyPr>
          <a:lstStyle/>
          <a:p>
            <a:pPr algn="l">
              <a:lnSpc>
                <a:spcPct val="110000"/>
              </a:lnSpc>
              <a:spcBef>
                <a:spcPts val="600"/>
              </a:spcBef>
              <a:spcAft>
                <a:spcPts val="0"/>
              </a:spcAft>
            </a:pPr>
            <a:r>
              <a:rPr lang="en-IN" b="1">
                <a:latin typeface="Comic Sans MS" panose="030F0702030302020204" pitchFamily="66" charset="0"/>
              </a:rPr>
              <a:t>Feature File</a:t>
            </a:r>
          </a:p>
        </p:txBody>
      </p:sp>
      <p:sp>
        <p:nvSpPr>
          <p:cNvPr id="14" name="TextBox 13">
            <a:extLst>
              <a:ext uri="{FF2B5EF4-FFF2-40B4-BE49-F238E27FC236}">
                <a16:creationId xmlns:a16="http://schemas.microsoft.com/office/drawing/2014/main" id="{06A8FDA0-978E-B877-70E5-A53A66512698}"/>
              </a:ext>
            </a:extLst>
          </p:cNvPr>
          <p:cNvSpPr txBox="1"/>
          <p:nvPr/>
        </p:nvSpPr>
        <p:spPr>
          <a:xfrm>
            <a:off x="7294880" y="341786"/>
            <a:ext cx="2153920" cy="332399"/>
          </a:xfrm>
          <a:prstGeom prst="rect">
            <a:avLst/>
          </a:prstGeom>
          <a:noFill/>
        </p:spPr>
        <p:txBody>
          <a:bodyPr wrap="square" lIns="0" tIns="0" rIns="0" bIns="0" rtlCol="0">
            <a:noAutofit/>
          </a:bodyPr>
          <a:lstStyle/>
          <a:p>
            <a:pPr algn="l">
              <a:lnSpc>
                <a:spcPct val="110000"/>
              </a:lnSpc>
              <a:spcBef>
                <a:spcPts val="600"/>
              </a:spcBef>
              <a:spcAft>
                <a:spcPts val="0"/>
              </a:spcAft>
            </a:pPr>
            <a:r>
              <a:rPr lang="en-IN" b="1">
                <a:latin typeface="Comic Sans MS" panose="030F0702030302020204" pitchFamily="66" charset="0"/>
              </a:rPr>
              <a:t>Step Definition</a:t>
            </a:r>
          </a:p>
        </p:txBody>
      </p:sp>
    </p:spTree>
    <p:extLst>
      <p:ext uri="{BB962C8B-B14F-4D97-AF65-F5344CB8AC3E}">
        <p14:creationId xmlns:p14="http://schemas.microsoft.com/office/powerpoint/2010/main" val="1056055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FBB42-DD88-2515-D08A-4EBAC5DB1CA7}"/>
              </a:ext>
            </a:extLst>
          </p:cNvPr>
          <p:cNvSpPr>
            <a:spLocks noGrp="1"/>
          </p:cNvSpPr>
          <p:nvPr>
            <p:ph type="title"/>
          </p:nvPr>
        </p:nvSpPr>
        <p:spPr/>
        <p:txBody>
          <a:bodyPr/>
          <a:lstStyle/>
          <a:p>
            <a:r>
              <a:rPr lang="en-IN"/>
              <a:t>Runner File</a:t>
            </a:r>
          </a:p>
        </p:txBody>
      </p:sp>
      <p:sp>
        <p:nvSpPr>
          <p:cNvPr id="3" name="Content Placeholder 2">
            <a:extLst>
              <a:ext uri="{FF2B5EF4-FFF2-40B4-BE49-F238E27FC236}">
                <a16:creationId xmlns:a16="http://schemas.microsoft.com/office/drawing/2014/main" id="{B0CA09D8-09AA-105A-7397-468529B2C531}"/>
              </a:ext>
            </a:extLst>
          </p:cNvPr>
          <p:cNvSpPr>
            <a:spLocks noGrp="1"/>
          </p:cNvSpPr>
          <p:nvPr>
            <p:ph idx="1"/>
          </p:nvPr>
        </p:nvSpPr>
        <p:spPr>
          <a:xfrm>
            <a:off x="822960" y="989158"/>
            <a:ext cx="9936480" cy="5167801"/>
          </a:xfrm>
        </p:spPr>
        <p:txBody>
          <a:bodyPr/>
          <a:lstStyle/>
          <a:p>
            <a:pPr marL="0" indent="0">
              <a:buNone/>
            </a:pPr>
            <a:r>
              <a:rPr lang="en-US" sz="1800" b="1">
                <a:latin typeface="Comic Sans MS" panose="030F0702030302020204" pitchFamily="66" charset="0"/>
              </a:rPr>
              <a:t>Configuration</a:t>
            </a:r>
            <a:r>
              <a:rPr lang="en-US" sz="1800">
                <a:latin typeface="Comic Sans MS" panose="030F0702030302020204" pitchFamily="66" charset="0"/>
              </a:rPr>
              <a:t>: </a:t>
            </a:r>
          </a:p>
          <a:p>
            <a:pPr marL="0" indent="0">
              <a:buNone/>
            </a:pPr>
            <a:endParaRPr lang="en-US" sz="1800">
              <a:latin typeface="Comic Sans MS" panose="030F0702030302020204" pitchFamily="66" charset="0"/>
            </a:endParaRPr>
          </a:p>
          <a:p>
            <a:pPr marL="0" indent="0">
              <a:buNone/>
            </a:pPr>
            <a:r>
              <a:rPr lang="en-US" sz="1800">
                <a:latin typeface="Comic Sans MS" panose="030F0702030302020204" pitchFamily="66" charset="0"/>
              </a:rPr>
              <a:t>It provides a place to configure various aspects of your Cucumber test run using @CucumberOptions annotations, such as:</a:t>
            </a:r>
          </a:p>
          <a:p>
            <a:pPr marL="0" indent="0">
              <a:buNone/>
            </a:pPr>
            <a:endParaRPr lang="en-US" sz="1800">
              <a:latin typeface="Comic Sans MS" panose="030F0702030302020204" pitchFamily="66" charset="0"/>
            </a:endParaRPr>
          </a:p>
          <a:p>
            <a:pPr marL="514350" indent="-514350">
              <a:buFont typeface="+mj-lt"/>
              <a:buAutoNum type="arabicPeriod"/>
            </a:pPr>
            <a:r>
              <a:rPr lang="en-US" sz="1800">
                <a:latin typeface="Comic Sans MS" panose="030F0702030302020204" pitchFamily="66" charset="0"/>
              </a:rPr>
              <a:t>features: Specifies the path to your feature files.</a:t>
            </a:r>
          </a:p>
          <a:p>
            <a:pPr marL="514350" indent="-514350">
              <a:buFont typeface="+mj-lt"/>
              <a:buAutoNum type="arabicPeriod"/>
            </a:pPr>
            <a:r>
              <a:rPr lang="en-US" sz="1800">
                <a:latin typeface="Comic Sans MS" panose="030F0702030302020204" pitchFamily="66" charset="0"/>
              </a:rPr>
              <a:t>glue: Specifies the package where your step definition classes are located.</a:t>
            </a:r>
          </a:p>
          <a:p>
            <a:pPr marL="514350" indent="-514350">
              <a:buFont typeface="+mj-lt"/>
              <a:buAutoNum type="arabicPeriod"/>
            </a:pPr>
            <a:r>
              <a:rPr lang="en-US" sz="1800">
                <a:latin typeface="Comic Sans MS" panose="030F0702030302020204" pitchFamily="66" charset="0"/>
              </a:rPr>
              <a:t>plugin: Defines how test reports are generated (e.g., HTML, JSON, pretty console output).</a:t>
            </a:r>
          </a:p>
          <a:p>
            <a:pPr marL="514350" indent="-514350">
              <a:buFont typeface="+mj-lt"/>
              <a:buAutoNum type="arabicPeriod"/>
            </a:pPr>
            <a:r>
              <a:rPr lang="en-US" sz="1800" err="1">
                <a:latin typeface="Comic Sans MS" panose="030F0702030302020204" pitchFamily="66" charset="0"/>
              </a:rPr>
              <a:t>taAllows</a:t>
            </a:r>
            <a:r>
              <a:rPr lang="en-US" sz="1800">
                <a:latin typeface="Comic Sans MS" panose="030F0702030302020204" pitchFamily="66" charset="0"/>
              </a:rPr>
              <a:t> you to filter scenarios to run based on their tags (e.g., @SmokeTest, @Regression).gs:</a:t>
            </a:r>
          </a:p>
          <a:p>
            <a:pPr marL="514350" indent="-514350">
              <a:buFont typeface="+mj-lt"/>
              <a:buAutoNum type="arabicPeriod"/>
            </a:pPr>
            <a:r>
              <a:rPr lang="en-US" sz="1800" err="1">
                <a:latin typeface="Comic Sans MS" panose="030F0702030302020204" pitchFamily="66" charset="0"/>
              </a:rPr>
              <a:t>dryRun</a:t>
            </a:r>
            <a:r>
              <a:rPr lang="en-US" sz="1800">
                <a:latin typeface="Comic Sans MS" panose="030F0702030302020204" pitchFamily="66" charset="0"/>
              </a:rPr>
              <a:t>: Checks for missing step definitions without actually executing the steps.</a:t>
            </a:r>
          </a:p>
          <a:p>
            <a:pPr marL="514350" indent="-514350">
              <a:buFont typeface="+mj-lt"/>
              <a:buAutoNum type="arabicPeriod"/>
            </a:pPr>
            <a:r>
              <a:rPr lang="en-US" sz="1800">
                <a:latin typeface="Comic Sans MS" panose="030F0702030302020204" pitchFamily="66" charset="0"/>
              </a:rPr>
              <a:t>Integration with Test Frameworks: It integrates Cucumber with your chosen test framework (e.g., by using @RunWith(Cucumber.class) for JUnit).</a:t>
            </a:r>
            <a:endParaRPr lang="en-IN" sz="1800">
              <a:latin typeface="Comic Sans MS" panose="030F0702030302020204" pitchFamily="66" charset="0"/>
            </a:endParaRPr>
          </a:p>
          <a:p>
            <a:endParaRPr lang="en-IN" sz="1800">
              <a:latin typeface="Comic Sans MS" panose="030F0702030302020204" pitchFamily="66" charset="0"/>
            </a:endParaRPr>
          </a:p>
        </p:txBody>
      </p:sp>
      <p:sp>
        <p:nvSpPr>
          <p:cNvPr id="4" name="Footer Placeholder 3">
            <a:extLst>
              <a:ext uri="{FF2B5EF4-FFF2-40B4-BE49-F238E27FC236}">
                <a16:creationId xmlns:a16="http://schemas.microsoft.com/office/drawing/2014/main" id="{E490DEA6-4E17-D784-8808-B31565E47EAE}"/>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4C937405-B121-C049-D1B6-C03378A1987B}"/>
              </a:ext>
            </a:extLst>
          </p:cNvPr>
          <p:cNvSpPr>
            <a:spLocks noGrp="1"/>
          </p:cNvSpPr>
          <p:nvPr>
            <p:ph type="sldNum" sz="quarter" idx="12"/>
          </p:nvPr>
        </p:nvSpPr>
        <p:spPr/>
        <p:txBody>
          <a:bodyPr/>
          <a:lstStyle/>
          <a:p>
            <a:fld id="{38826FC0-333C-E549-9FA3-0EE43DF298A3}" type="slidenum">
              <a:rPr lang="en-US" smtClean="0"/>
              <a:pPr/>
              <a:t>14</a:t>
            </a:fld>
            <a:endParaRPr lang="en-US"/>
          </a:p>
        </p:txBody>
      </p:sp>
    </p:spTree>
    <p:extLst>
      <p:ext uri="{BB962C8B-B14F-4D97-AF65-F5344CB8AC3E}">
        <p14:creationId xmlns:p14="http://schemas.microsoft.com/office/powerpoint/2010/main" val="1561596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210FF-1965-6EAC-C4A9-6FD9D0568B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218A9-7D66-8EA3-536D-1953895F9423}"/>
              </a:ext>
            </a:extLst>
          </p:cNvPr>
          <p:cNvSpPr>
            <a:spLocks noGrp="1"/>
          </p:cNvSpPr>
          <p:nvPr>
            <p:ph type="title"/>
          </p:nvPr>
        </p:nvSpPr>
        <p:spPr/>
        <p:txBody>
          <a:bodyPr/>
          <a:lstStyle/>
          <a:p>
            <a:r>
              <a:rPr lang="en-IN"/>
              <a:t>Project Structure</a:t>
            </a:r>
          </a:p>
        </p:txBody>
      </p:sp>
      <p:sp>
        <p:nvSpPr>
          <p:cNvPr id="4" name="Footer Placeholder 3">
            <a:extLst>
              <a:ext uri="{FF2B5EF4-FFF2-40B4-BE49-F238E27FC236}">
                <a16:creationId xmlns:a16="http://schemas.microsoft.com/office/drawing/2014/main" id="{C552EB45-355A-0468-E238-F63C6CE94E95}"/>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5C8CF783-C080-9096-7D80-22D8ECDD8D8A}"/>
              </a:ext>
            </a:extLst>
          </p:cNvPr>
          <p:cNvSpPr>
            <a:spLocks noGrp="1"/>
          </p:cNvSpPr>
          <p:nvPr>
            <p:ph type="sldNum" sz="quarter" idx="12"/>
          </p:nvPr>
        </p:nvSpPr>
        <p:spPr/>
        <p:txBody>
          <a:bodyPr/>
          <a:lstStyle/>
          <a:p>
            <a:fld id="{38826FC0-333C-E549-9FA3-0EE43DF298A3}" type="slidenum">
              <a:rPr lang="en-US" smtClean="0"/>
              <a:pPr/>
              <a:t>15</a:t>
            </a:fld>
            <a:endParaRPr lang="en-US"/>
          </a:p>
        </p:txBody>
      </p:sp>
      <p:sp>
        <p:nvSpPr>
          <p:cNvPr id="10" name="TextBox 9">
            <a:extLst>
              <a:ext uri="{FF2B5EF4-FFF2-40B4-BE49-F238E27FC236}">
                <a16:creationId xmlns:a16="http://schemas.microsoft.com/office/drawing/2014/main" id="{BED73FE7-E977-BADB-997A-2B9DBB3CA534}"/>
              </a:ext>
            </a:extLst>
          </p:cNvPr>
          <p:cNvSpPr txBox="1"/>
          <p:nvPr/>
        </p:nvSpPr>
        <p:spPr>
          <a:xfrm>
            <a:off x="1893277" y="1031860"/>
            <a:ext cx="8714153" cy="4801314"/>
          </a:xfrm>
          <a:prstGeom prst="rect">
            <a:avLst/>
          </a:prstGeom>
          <a:noFill/>
        </p:spPr>
        <p:txBody>
          <a:bodyPr wrap="square" lIns="91440" tIns="45720" rIns="91440" bIns="45720" anchor="t">
            <a:spAutoFit/>
          </a:bodyPr>
          <a:lstStyle/>
          <a:p>
            <a:pPr>
              <a:buNone/>
            </a:pPr>
            <a:r>
              <a:rPr lang="en-IN">
                <a:effectLst/>
                <a:latin typeface="Courier New"/>
                <a:cs typeface="Courier New"/>
              </a:rPr>
              <a:t>cucumber-selenium-demo/</a:t>
            </a:r>
          </a:p>
          <a:p>
            <a:pPr>
              <a:buNone/>
            </a:pPr>
            <a:r>
              <a:rPr lang="en-IN">
                <a:effectLst/>
                <a:latin typeface="Courier New"/>
                <a:cs typeface="Courier New"/>
              </a:rPr>
              <a:t>│</a:t>
            </a:r>
          </a:p>
          <a:p>
            <a:pPr>
              <a:buNone/>
            </a:pPr>
            <a:r>
              <a:rPr lang="en-IN">
                <a:effectLst/>
                <a:latin typeface="Courier New"/>
                <a:cs typeface="Courier New"/>
              </a:rPr>
              <a:t>├── </a:t>
            </a:r>
            <a:r>
              <a:rPr lang="en-IN" err="1">
                <a:effectLst/>
                <a:latin typeface="Courier New"/>
                <a:cs typeface="Courier New"/>
              </a:rPr>
              <a:t>src</a:t>
            </a:r>
            <a:endParaRPr lang="en-IN">
              <a:effectLst/>
              <a:latin typeface="Courier New"/>
              <a:cs typeface="Courier New"/>
            </a:endParaRPr>
          </a:p>
          <a:p>
            <a:r>
              <a:rPr lang="en-IN">
                <a:effectLst/>
                <a:latin typeface="Courier New"/>
                <a:cs typeface="Courier New"/>
              </a:rPr>
              <a:t>│   </a:t>
            </a:r>
            <a:r>
              <a:rPr lang="en-IN">
                <a:latin typeface="Courier New"/>
                <a:cs typeface="Courier New"/>
              </a:rPr>
              <a:t>  </a:t>
            </a:r>
            <a:r>
              <a:rPr lang="en-IN">
                <a:effectLst/>
                <a:latin typeface="Courier New"/>
                <a:cs typeface="Courier New"/>
              </a:rPr>
              <a:t>└── test</a:t>
            </a:r>
          </a:p>
          <a:p>
            <a:r>
              <a:rPr lang="en-IN">
                <a:effectLst/>
                <a:latin typeface="Courier New"/>
                <a:cs typeface="Courier New"/>
              </a:rPr>
              <a:t>│       </a:t>
            </a:r>
            <a:r>
              <a:rPr lang="en-IN">
                <a:latin typeface="Courier New"/>
                <a:cs typeface="Courier New"/>
              </a:rPr>
              <a:t>   </a:t>
            </a:r>
            <a:r>
              <a:rPr lang="en-IN">
                <a:effectLst/>
                <a:latin typeface="Courier New"/>
                <a:cs typeface="Courier New"/>
              </a:rPr>
              <a:t>└── java</a:t>
            </a:r>
            <a:endParaRPr lang="en-IN">
              <a:latin typeface="Courier New"/>
              <a:cs typeface="Courier New"/>
            </a:endParaRPr>
          </a:p>
          <a:p>
            <a:r>
              <a:rPr lang="en-IN">
                <a:effectLst/>
                <a:latin typeface="Courier New"/>
                <a:cs typeface="Courier New"/>
              </a:rPr>
              <a:t>│           </a:t>
            </a:r>
            <a:r>
              <a:rPr lang="en-IN">
                <a:latin typeface="Courier New"/>
                <a:cs typeface="Courier New"/>
              </a:rPr>
              <a:t>    </a:t>
            </a:r>
            <a:r>
              <a:rPr lang="en-IN">
                <a:effectLst/>
                <a:latin typeface="Courier New"/>
                <a:cs typeface="Courier New"/>
              </a:rPr>
              <a:t>├── </a:t>
            </a:r>
            <a:r>
              <a:rPr lang="en-IN" err="1">
                <a:effectLst/>
                <a:latin typeface="Courier New"/>
                <a:cs typeface="Courier New"/>
              </a:rPr>
              <a:t>stepDefinitions</a:t>
            </a:r>
            <a:endParaRPr lang="en-IN">
              <a:effectLst/>
              <a:latin typeface="Courier New"/>
              <a:cs typeface="Courier New"/>
            </a:endParaRPr>
          </a:p>
          <a:p>
            <a:r>
              <a:rPr lang="en-IN">
                <a:effectLst/>
                <a:latin typeface="Courier New"/>
                <a:cs typeface="Courier New"/>
              </a:rPr>
              <a:t>│        </a:t>
            </a:r>
            <a:r>
              <a:rPr lang="en-IN">
                <a:latin typeface="Courier New"/>
                <a:cs typeface="Courier New"/>
              </a:rPr>
              <a:t>   </a:t>
            </a:r>
            <a:r>
              <a:rPr lang="en-IN">
                <a:effectLst/>
                <a:latin typeface="Courier New"/>
                <a:cs typeface="Courier New"/>
              </a:rPr>
              <a:t>   │   </a:t>
            </a:r>
            <a:r>
              <a:rPr lang="en-IN">
                <a:latin typeface="Courier New"/>
                <a:cs typeface="Courier New"/>
              </a:rPr>
              <a:t>   └──</a:t>
            </a:r>
            <a:r>
              <a:rPr lang="en-IN">
                <a:effectLst/>
                <a:latin typeface="Courier New"/>
                <a:cs typeface="Courier New"/>
              </a:rPr>
              <a:t> LoginSteps.java</a:t>
            </a:r>
          </a:p>
          <a:p>
            <a:pPr>
              <a:buNone/>
            </a:pPr>
            <a:r>
              <a:rPr lang="en-IN">
                <a:effectLst/>
                <a:latin typeface="Courier New"/>
                <a:cs typeface="Courier New"/>
              </a:rPr>
              <a:t>│           ├── runners</a:t>
            </a:r>
          </a:p>
          <a:p>
            <a:r>
              <a:rPr lang="en-IN">
                <a:effectLst/>
                <a:latin typeface="Courier New"/>
                <a:cs typeface="Courier New"/>
              </a:rPr>
              <a:t>│           </a:t>
            </a:r>
            <a:r>
              <a:rPr lang="en-IN">
                <a:latin typeface="Courier New"/>
                <a:cs typeface="Courier New"/>
              </a:rPr>
              <a:t>      </a:t>
            </a:r>
            <a:r>
              <a:rPr lang="en-IN">
                <a:effectLst/>
                <a:latin typeface="Courier New"/>
                <a:cs typeface="Courier New"/>
              </a:rPr>
              <a:t>│</a:t>
            </a:r>
            <a:r>
              <a:rPr lang="en-IN">
                <a:latin typeface="Courier New"/>
                <a:cs typeface="Courier New"/>
              </a:rPr>
              <a:t> </a:t>
            </a:r>
            <a:r>
              <a:rPr lang="en-IN">
                <a:effectLst/>
                <a:latin typeface="Courier New"/>
                <a:cs typeface="Courier New"/>
              </a:rPr>
              <a:t> </a:t>
            </a:r>
            <a:r>
              <a:rPr lang="en-IN">
                <a:latin typeface="Courier New"/>
                <a:cs typeface="Courier New"/>
              </a:rPr>
              <a:t> </a:t>
            </a:r>
            <a:r>
              <a:rPr lang="en-IN">
                <a:effectLst/>
                <a:latin typeface="Courier New"/>
                <a:cs typeface="Courier New"/>
              </a:rPr>
              <a:t>└── TestRunner.java</a:t>
            </a:r>
          </a:p>
          <a:p>
            <a:r>
              <a:rPr lang="en-IN">
                <a:effectLst/>
                <a:latin typeface="Courier New"/>
                <a:cs typeface="Courier New"/>
              </a:rPr>
              <a:t>│ </a:t>
            </a:r>
            <a:r>
              <a:rPr lang="en-IN">
                <a:latin typeface="Courier New"/>
                <a:cs typeface="Courier New"/>
              </a:rPr>
              <a:t>          </a:t>
            </a:r>
            <a:r>
              <a:rPr lang="en-IN">
                <a:effectLst/>
                <a:latin typeface="Courier New"/>
                <a:cs typeface="Courier New"/>
              </a:rPr>
              <a:t>└── pages</a:t>
            </a:r>
          </a:p>
          <a:p>
            <a:pPr>
              <a:buNone/>
            </a:pPr>
            <a:r>
              <a:rPr lang="en-IN">
                <a:effectLst/>
                <a:latin typeface="Courier New"/>
                <a:cs typeface="Courier New"/>
              </a:rPr>
              <a:t>│               └── LoginPage.java</a:t>
            </a:r>
          </a:p>
          <a:p>
            <a:pPr>
              <a:buNone/>
            </a:pPr>
            <a:r>
              <a:rPr lang="en-IN">
                <a:effectLst/>
                <a:latin typeface="Courier New"/>
                <a:cs typeface="Courier New"/>
              </a:rPr>
              <a:t>│</a:t>
            </a:r>
          </a:p>
          <a:p>
            <a:pPr>
              <a:buNone/>
            </a:pPr>
            <a:r>
              <a:rPr lang="en-IN">
                <a:effectLst/>
                <a:latin typeface="Courier New"/>
                <a:cs typeface="Courier New"/>
              </a:rPr>
              <a:t>└── </a:t>
            </a:r>
            <a:r>
              <a:rPr lang="en-IN" err="1">
                <a:effectLst/>
                <a:latin typeface="Courier New"/>
                <a:cs typeface="Courier New"/>
              </a:rPr>
              <a:t>src</a:t>
            </a:r>
            <a:endParaRPr lang="en-IN">
              <a:effectLst/>
              <a:latin typeface="Courier New"/>
              <a:cs typeface="Courier New"/>
            </a:endParaRPr>
          </a:p>
          <a:p>
            <a:pPr>
              <a:buNone/>
            </a:pPr>
            <a:r>
              <a:rPr lang="en-IN">
                <a:effectLst/>
                <a:latin typeface="Courier New"/>
                <a:cs typeface="Courier New"/>
              </a:rPr>
              <a:t>    └── </a:t>
            </a:r>
            <a:r>
              <a:rPr lang="en-IN">
                <a:latin typeface="Courier New"/>
                <a:cs typeface="Courier New"/>
              </a:rPr>
              <a:t>test</a:t>
            </a:r>
            <a:endParaRPr lang="en-IN">
              <a:effectLst/>
              <a:latin typeface="Courier New"/>
              <a:cs typeface="Courier New"/>
            </a:endParaRPr>
          </a:p>
          <a:p>
            <a:pPr>
              <a:buNone/>
            </a:pPr>
            <a:r>
              <a:rPr lang="en-IN">
                <a:effectLst/>
                <a:latin typeface="Courier New"/>
                <a:cs typeface="Courier New"/>
              </a:rPr>
              <a:t>        └── resources</a:t>
            </a:r>
          </a:p>
          <a:p>
            <a:pPr>
              <a:buNone/>
            </a:pPr>
            <a:r>
              <a:rPr lang="en-IN">
                <a:effectLst/>
                <a:latin typeface="Courier New"/>
                <a:cs typeface="Courier New"/>
              </a:rPr>
              <a:t>            └── features</a:t>
            </a:r>
          </a:p>
          <a:p>
            <a:r>
              <a:rPr lang="en-IN">
                <a:latin typeface="Courier New"/>
                <a:cs typeface="Courier New"/>
              </a:rPr>
              <a:t>                </a:t>
            </a:r>
            <a:r>
              <a:rPr lang="en-IN">
                <a:effectLst/>
                <a:latin typeface="Courier New"/>
                <a:cs typeface="Courier New"/>
              </a:rPr>
              <a:t>└── </a:t>
            </a:r>
            <a:r>
              <a:rPr lang="en-IN" err="1">
                <a:effectLst/>
                <a:latin typeface="Courier New"/>
                <a:cs typeface="Courier New"/>
              </a:rPr>
              <a:t>login.feature</a:t>
            </a:r>
            <a:endParaRPr lang="en-IN">
              <a:effectLst/>
              <a:latin typeface="Courier New"/>
              <a:cs typeface="Courier New"/>
            </a:endParaRPr>
          </a:p>
        </p:txBody>
      </p:sp>
    </p:spTree>
    <p:extLst>
      <p:ext uri="{BB962C8B-B14F-4D97-AF65-F5344CB8AC3E}">
        <p14:creationId xmlns:p14="http://schemas.microsoft.com/office/powerpoint/2010/main" val="8041337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C7C9-1AAC-4DD2-2A42-8FC7D179CFD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42A9B3B-0FA8-C4BA-6B67-9CE5AC7A6F11}"/>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0E7DF631-90E0-4DFE-06E2-9790B51500F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825DD1B9-FB5E-805D-EFFD-5AD3D8E7D5BA}"/>
              </a:ext>
            </a:extLst>
          </p:cNvPr>
          <p:cNvSpPr>
            <a:spLocks noGrp="1"/>
          </p:cNvSpPr>
          <p:nvPr>
            <p:ph type="sldNum" sz="quarter" idx="12"/>
          </p:nvPr>
        </p:nvSpPr>
        <p:spPr/>
        <p:txBody>
          <a:bodyPr/>
          <a:lstStyle/>
          <a:p>
            <a:fld id="{38826FC0-333C-E549-9FA3-0EE43DF298A3}" type="slidenum">
              <a:rPr lang="en-US" smtClean="0"/>
              <a:pPr/>
              <a:t>16</a:t>
            </a:fld>
            <a:endParaRPr lang="en-US"/>
          </a:p>
        </p:txBody>
      </p:sp>
      <p:pic>
        <p:nvPicPr>
          <p:cNvPr id="6" name="Picture 5">
            <a:extLst>
              <a:ext uri="{FF2B5EF4-FFF2-40B4-BE49-F238E27FC236}">
                <a16:creationId xmlns:a16="http://schemas.microsoft.com/office/drawing/2014/main" id="{A538F1DC-1455-4D68-7CEE-6EE0EEDAAF43}"/>
              </a:ext>
            </a:extLst>
          </p:cNvPr>
          <p:cNvPicPr>
            <a:picLocks noChangeAspect="1"/>
          </p:cNvPicPr>
          <p:nvPr/>
        </p:nvPicPr>
        <p:blipFill>
          <a:blip r:embed="rId2"/>
          <a:srcRect t="-155" r="86" b="5745"/>
          <a:stretch>
            <a:fillRect/>
          </a:stretch>
        </p:blipFill>
        <p:spPr>
          <a:xfrm>
            <a:off x="457200" y="457200"/>
            <a:ext cx="11267846" cy="5935803"/>
          </a:xfrm>
          <a:prstGeom prst="rect">
            <a:avLst/>
          </a:prstGeom>
        </p:spPr>
      </p:pic>
    </p:spTree>
    <p:extLst>
      <p:ext uri="{BB962C8B-B14F-4D97-AF65-F5344CB8AC3E}">
        <p14:creationId xmlns:p14="http://schemas.microsoft.com/office/powerpoint/2010/main" val="20421274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38688-6B63-8732-5109-563EFB4FA9D3}"/>
              </a:ext>
            </a:extLst>
          </p:cNvPr>
          <p:cNvSpPr>
            <a:spLocks noGrp="1"/>
          </p:cNvSpPr>
          <p:nvPr>
            <p:ph type="title"/>
          </p:nvPr>
        </p:nvSpPr>
        <p:spPr/>
        <p:txBody>
          <a:bodyPr/>
          <a:lstStyle/>
          <a:p>
            <a:r>
              <a:rPr lang="en-IN"/>
              <a:t>Three amigos</a:t>
            </a:r>
          </a:p>
        </p:txBody>
      </p:sp>
      <p:sp>
        <p:nvSpPr>
          <p:cNvPr id="4" name="Footer Placeholder 3">
            <a:extLst>
              <a:ext uri="{FF2B5EF4-FFF2-40B4-BE49-F238E27FC236}">
                <a16:creationId xmlns:a16="http://schemas.microsoft.com/office/drawing/2014/main" id="{6FC6DAE4-9E85-0504-F42C-3684C73870A3}"/>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1492C059-C8DF-BFFC-F320-E438C60EAF71}"/>
              </a:ext>
            </a:extLst>
          </p:cNvPr>
          <p:cNvSpPr>
            <a:spLocks noGrp="1"/>
          </p:cNvSpPr>
          <p:nvPr>
            <p:ph type="sldNum" sz="quarter" idx="12"/>
          </p:nvPr>
        </p:nvSpPr>
        <p:spPr/>
        <p:txBody>
          <a:bodyPr/>
          <a:lstStyle/>
          <a:p>
            <a:fld id="{38826FC0-333C-E549-9FA3-0EE43DF298A3}" type="slidenum">
              <a:rPr lang="en-US" smtClean="0"/>
              <a:pPr/>
              <a:t>17</a:t>
            </a:fld>
            <a:endParaRPr lang="en-US"/>
          </a:p>
        </p:txBody>
      </p:sp>
      <p:pic>
        <p:nvPicPr>
          <p:cNvPr id="6" name="Content Placeholder 4">
            <a:extLst>
              <a:ext uri="{FF2B5EF4-FFF2-40B4-BE49-F238E27FC236}">
                <a16:creationId xmlns:a16="http://schemas.microsoft.com/office/drawing/2014/main" id="{D58A2922-3B61-197F-3353-172857587EC4}"/>
              </a:ext>
            </a:extLst>
          </p:cNvPr>
          <p:cNvPicPr>
            <a:picLocks noGrp="1" noChangeAspect="1"/>
          </p:cNvPicPr>
          <p:nvPr>
            <p:ph idx="1"/>
          </p:nvPr>
        </p:nvPicPr>
        <p:blipFill>
          <a:blip r:embed="rId2"/>
          <a:stretch>
            <a:fillRect/>
          </a:stretch>
        </p:blipFill>
        <p:spPr>
          <a:xfrm>
            <a:off x="919793" y="1551305"/>
            <a:ext cx="8604894" cy="4351338"/>
          </a:xfrm>
          <a:prstGeom prst="rect">
            <a:avLst/>
          </a:prstGeom>
        </p:spPr>
      </p:pic>
    </p:spTree>
    <p:extLst>
      <p:ext uri="{BB962C8B-B14F-4D97-AF65-F5344CB8AC3E}">
        <p14:creationId xmlns:p14="http://schemas.microsoft.com/office/powerpoint/2010/main" val="2404237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85D2A-E253-6FF2-8AAB-5F786C169D7F}"/>
              </a:ext>
            </a:extLst>
          </p:cNvPr>
          <p:cNvSpPr>
            <a:spLocks noGrp="1"/>
          </p:cNvSpPr>
          <p:nvPr>
            <p:ph type="title"/>
          </p:nvPr>
        </p:nvSpPr>
        <p:spPr/>
        <p:txBody>
          <a:bodyPr/>
          <a:lstStyle/>
          <a:p>
            <a:r>
              <a:rPr lang="en-IN"/>
              <a:t>Cucumber hooks</a:t>
            </a:r>
          </a:p>
        </p:txBody>
      </p:sp>
      <p:sp>
        <p:nvSpPr>
          <p:cNvPr id="3" name="Content Placeholder 2">
            <a:extLst>
              <a:ext uri="{FF2B5EF4-FFF2-40B4-BE49-F238E27FC236}">
                <a16:creationId xmlns:a16="http://schemas.microsoft.com/office/drawing/2014/main" id="{3EBBEAFC-0D74-9668-1AFC-E6DFB2DA3F0B}"/>
              </a:ext>
            </a:extLst>
          </p:cNvPr>
          <p:cNvSpPr>
            <a:spLocks noGrp="1"/>
          </p:cNvSpPr>
          <p:nvPr>
            <p:ph idx="1"/>
          </p:nvPr>
        </p:nvSpPr>
        <p:spPr>
          <a:xfrm>
            <a:off x="822960" y="1427480"/>
            <a:ext cx="10617200" cy="4663440"/>
          </a:xfrm>
        </p:spPr>
        <p:txBody>
          <a:bodyPr/>
          <a:lstStyle/>
          <a:p>
            <a:pPr>
              <a:lnSpc>
                <a:spcPct val="150000"/>
              </a:lnSpc>
            </a:pPr>
            <a:r>
              <a:rPr lang="en-US" sz="1800">
                <a:latin typeface="Comic Sans MS" panose="030F0702030302020204" pitchFamily="66" charset="0"/>
              </a:rPr>
              <a:t>Cucumber hooks are code blocks, defined with annotations like @Before and @After, that run automatically before and after each scenario or step, respectively, to manage setup and teardown tasks</a:t>
            </a:r>
          </a:p>
          <a:p>
            <a:pPr>
              <a:lnSpc>
                <a:spcPct val="150000"/>
              </a:lnSpc>
            </a:pPr>
            <a:r>
              <a:rPr lang="en-US" sz="1800">
                <a:latin typeface="Comic Sans MS" panose="030F0702030302020204" pitchFamily="66" charset="0"/>
              </a:rPr>
              <a:t>Key Annotations </a:t>
            </a:r>
          </a:p>
          <a:p>
            <a:pPr lvl="1">
              <a:lnSpc>
                <a:spcPct val="150000"/>
              </a:lnSpc>
            </a:pPr>
            <a:r>
              <a:rPr lang="en-US" sz="1800">
                <a:latin typeface="Comic Sans MS" panose="030F0702030302020204" pitchFamily="66" charset="0"/>
              </a:rPr>
              <a:t>@Before: Executes before each scenario.</a:t>
            </a:r>
          </a:p>
          <a:p>
            <a:pPr lvl="1">
              <a:lnSpc>
                <a:spcPct val="150000"/>
              </a:lnSpc>
            </a:pPr>
            <a:r>
              <a:rPr lang="en-US" sz="1800">
                <a:latin typeface="Comic Sans MS" panose="030F0702030302020204" pitchFamily="66" charset="0"/>
              </a:rPr>
              <a:t>@After: Executes after each scenario.</a:t>
            </a:r>
          </a:p>
          <a:p>
            <a:pPr lvl="1">
              <a:lnSpc>
                <a:spcPct val="150000"/>
              </a:lnSpc>
            </a:pPr>
            <a:r>
              <a:rPr lang="en-US" sz="1800">
                <a:latin typeface="Comic Sans MS" panose="030F0702030302020204" pitchFamily="66" charset="0"/>
              </a:rPr>
              <a:t>@BeforeStep: Executes before each step in a scenario.</a:t>
            </a:r>
          </a:p>
          <a:p>
            <a:pPr lvl="1">
              <a:lnSpc>
                <a:spcPct val="150000"/>
              </a:lnSpc>
            </a:pPr>
            <a:r>
              <a:rPr lang="en-US" sz="1800">
                <a:latin typeface="Comic Sans MS" panose="030F0702030302020204" pitchFamily="66" charset="0"/>
              </a:rPr>
              <a:t>@AfterStep: Executes after each step in a scenario.</a:t>
            </a:r>
            <a:endParaRPr lang="en-IN" sz="1800">
              <a:latin typeface="Comic Sans MS" panose="030F0702030302020204" pitchFamily="66" charset="0"/>
            </a:endParaRPr>
          </a:p>
          <a:p>
            <a:pPr>
              <a:lnSpc>
                <a:spcPct val="150000"/>
              </a:lnSpc>
            </a:pPr>
            <a:endParaRPr lang="en-IN" sz="1800">
              <a:latin typeface="Comic Sans MS" panose="030F0702030302020204" pitchFamily="66" charset="0"/>
            </a:endParaRPr>
          </a:p>
        </p:txBody>
      </p:sp>
      <p:sp>
        <p:nvSpPr>
          <p:cNvPr id="4" name="Footer Placeholder 3">
            <a:extLst>
              <a:ext uri="{FF2B5EF4-FFF2-40B4-BE49-F238E27FC236}">
                <a16:creationId xmlns:a16="http://schemas.microsoft.com/office/drawing/2014/main" id="{2C86F95A-C4B3-C15A-F880-4B444949B1EB}"/>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067FF350-E02E-7E40-95AB-BA5DCC0506C8}"/>
              </a:ext>
            </a:extLst>
          </p:cNvPr>
          <p:cNvSpPr>
            <a:spLocks noGrp="1"/>
          </p:cNvSpPr>
          <p:nvPr>
            <p:ph type="sldNum" sz="quarter" idx="12"/>
          </p:nvPr>
        </p:nvSpPr>
        <p:spPr/>
        <p:txBody>
          <a:bodyPr/>
          <a:lstStyle/>
          <a:p>
            <a:fld id="{38826FC0-333C-E549-9FA3-0EE43DF298A3}" type="slidenum">
              <a:rPr lang="en-US" smtClean="0"/>
              <a:pPr/>
              <a:t>18</a:t>
            </a:fld>
            <a:endParaRPr lang="en-US"/>
          </a:p>
        </p:txBody>
      </p:sp>
    </p:spTree>
    <p:extLst>
      <p:ext uri="{BB962C8B-B14F-4D97-AF65-F5344CB8AC3E}">
        <p14:creationId xmlns:p14="http://schemas.microsoft.com/office/powerpoint/2010/main" val="1683890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43102-7E6F-2D23-6AE0-BD92C047697F}"/>
              </a:ext>
            </a:extLst>
          </p:cNvPr>
          <p:cNvSpPr>
            <a:spLocks noGrp="1"/>
          </p:cNvSpPr>
          <p:nvPr>
            <p:ph type="title"/>
          </p:nvPr>
        </p:nvSpPr>
        <p:spPr/>
        <p:txBody>
          <a:bodyPr/>
          <a:lstStyle/>
          <a:p>
            <a:endParaRPr lang="en-IN"/>
          </a:p>
        </p:txBody>
      </p:sp>
      <p:sp>
        <p:nvSpPr>
          <p:cNvPr id="4" name="Footer Placeholder 3">
            <a:extLst>
              <a:ext uri="{FF2B5EF4-FFF2-40B4-BE49-F238E27FC236}">
                <a16:creationId xmlns:a16="http://schemas.microsoft.com/office/drawing/2014/main" id="{8052C818-6CA0-DFF0-2F6E-6238394862AF}"/>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3F5B5C5A-8C0A-5CB0-3DE6-4D40A36FCD01}"/>
              </a:ext>
            </a:extLst>
          </p:cNvPr>
          <p:cNvSpPr>
            <a:spLocks noGrp="1"/>
          </p:cNvSpPr>
          <p:nvPr>
            <p:ph type="sldNum" sz="quarter" idx="12"/>
          </p:nvPr>
        </p:nvSpPr>
        <p:spPr/>
        <p:txBody>
          <a:bodyPr/>
          <a:lstStyle/>
          <a:p>
            <a:fld id="{38826FC0-333C-E549-9FA3-0EE43DF298A3}" type="slidenum">
              <a:rPr lang="en-US" smtClean="0"/>
              <a:pPr/>
              <a:t>19</a:t>
            </a:fld>
            <a:endParaRPr lang="en-US"/>
          </a:p>
        </p:txBody>
      </p:sp>
      <p:pic>
        <p:nvPicPr>
          <p:cNvPr id="6" name="Content Placeholder 4">
            <a:extLst>
              <a:ext uri="{FF2B5EF4-FFF2-40B4-BE49-F238E27FC236}">
                <a16:creationId xmlns:a16="http://schemas.microsoft.com/office/drawing/2014/main" id="{7FB2A10E-370D-98BC-579E-8A2D7288881A}"/>
              </a:ext>
            </a:extLst>
          </p:cNvPr>
          <p:cNvPicPr>
            <a:picLocks noGrp="1" noChangeAspect="1"/>
          </p:cNvPicPr>
          <p:nvPr>
            <p:ph idx="1"/>
          </p:nvPr>
        </p:nvPicPr>
        <p:blipFill>
          <a:blip r:embed="rId2"/>
          <a:stretch>
            <a:fillRect/>
          </a:stretch>
        </p:blipFill>
        <p:spPr>
          <a:xfrm>
            <a:off x="457200" y="389653"/>
            <a:ext cx="9743605" cy="5943600"/>
          </a:xfrm>
          <a:prstGeom prst="rect">
            <a:avLst/>
          </a:prstGeom>
        </p:spPr>
      </p:pic>
    </p:spTree>
    <p:extLst>
      <p:ext uri="{BB962C8B-B14F-4D97-AF65-F5344CB8AC3E}">
        <p14:creationId xmlns:p14="http://schemas.microsoft.com/office/powerpoint/2010/main" val="16572320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147F54-E185-C9B3-AC7D-AE74B6B99EB5}"/>
              </a:ext>
            </a:extLst>
          </p:cNvPr>
          <p:cNvSpPr>
            <a:spLocks noGrp="1"/>
          </p:cNvSpPr>
          <p:nvPr>
            <p:ph type="title"/>
          </p:nvPr>
        </p:nvSpPr>
        <p:spPr/>
        <p:txBody>
          <a:bodyPr/>
          <a:lstStyle/>
          <a:p>
            <a:r>
              <a:rPr lang="en-IN"/>
              <a:t>Tagged Hooks</a:t>
            </a:r>
          </a:p>
        </p:txBody>
      </p:sp>
      <p:sp>
        <p:nvSpPr>
          <p:cNvPr id="4" name="Footer Placeholder 3">
            <a:extLst>
              <a:ext uri="{FF2B5EF4-FFF2-40B4-BE49-F238E27FC236}">
                <a16:creationId xmlns:a16="http://schemas.microsoft.com/office/drawing/2014/main" id="{FE88DCFA-D86A-964A-BD1D-D52D2D7CCA74}"/>
              </a:ext>
            </a:extLst>
          </p:cNvPr>
          <p:cNvSpPr>
            <a:spLocks noGrp="1"/>
          </p:cNvSpPr>
          <p:nvPr>
            <p:ph type="ftr" sz="quarter" idx="11"/>
          </p:nvPr>
        </p:nvSpPr>
        <p:spPr/>
        <p:txBody>
          <a:bodyPr/>
          <a:lstStyle/>
          <a:p>
            <a:r>
              <a:rPr lang="en-US"/>
              <a:t>© 2025–2027 Cognizant | Private</a:t>
            </a:r>
          </a:p>
        </p:txBody>
      </p:sp>
      <p:sp>
        <p:nvSpPr>
          <p:cNvPr id="5" name="Slide Number Placeholder 4">
            <a:extLst>
              <a:ext uri="{FF2B5EF4-FFF2-40B4-BE49-F238E27FC236}">
                <a16:creationId xmlns:a16="http://schemas.microsoft.com/office/drawing/2014/main" id="{21E30A79-0018-D596-9353-479B6E1437F3}"/>
              </a:ext>
            </a:extLst>
          </p:cNvPr>
          <p:cNvSpPr>
            <a:spLocks noGrp="1"/>
          </p:cNvSpPr>
          <p:nvPr>
            <p:ph type="sldNum" sz="quarter" idx="12"/>
          </p:nvPr>
        </p:nvSpPr>
        <p:spPr/>
        <p:txBody>
          <a:bodyPr/>
          <a:lstStyle/>
          <a:p>
            <a:fld id="{38826FC0-333C-E549-9FA3-0EE43DF298A3}" type="slidenum">
              <a:rPr lang="en-US" smtClean="0"/>
              <a:pPr/>
              <a:t>20</a:t>
            </a:fld>
            <a:endParaRPr lang="en-US"/>
          </a:p>
        </p:txBody>
      </p:sp>
      <p:sp>
        <p:nvSpPr>
          <p:cNvPr id="6" name="Content Placeholder 2">
            <a:extLst>
              <a:ext uri="{FF2B5EF4-FFF2-40B4-BE49-F238E27FC236}">
                <a16:creationId xmlns:a16="http://schemas.microsoft.com/office/drawing/2014/main" id="{8B9B3F92-A621-4DA4-42DA-9850F932DF70}"/>
              </a:ext>
            </a:extLst>
          </p:cNvPr>
          <p:cNvSpPr>
            <a:spLocks noGrp="1"/>
          </p:cNvSpPr>
          <p:nvPr>
            <p:ph idx="1"/>
          </p:nvPr>
        </p:nvSpPr>
        <p:spPr>
          <a:xfrm>
            <a:off x="457200" y="1447801"/>
            <a:ext cx="9794240" cy="1031240"/>
          </a:xfrm>
        </p:spPr>
        <p:txBody>
          <a:bodyPr anchor="ctr">
            <a:normAutofit/>
          </a:bodyPr>
          <a:lstStyle/>
          <a:p>
            <a:r>
              <a:rPr lang="en-US" sz="1800">
                <a:latin typeface="Comic Sans MS" panose="030F0702030302020204" pitchFamily="66" charset="0"/>
              </a:rPr>
              <a:t>Tagged hooks only run for scenarios that have a matching tag. This is useful for scenarios that require special setup</a:t>
            </a:r>
          </a:p>
          <a:p>
            <a:endParaRPr lang="en-IN" sz="1800">
              <a:latin typeface="Comic Sans MS" panose="030F0702030302020204" pitchFamily="66" charset="0"/>
            </a:endParaRPr>
          </a:p>
        </p:txBody>
      </p:sp>
      <p:pic>
        <p:nvPicPr>
          <p:cNvPr id="7" name="Picture 6">
            <a:extLst>
              <a:ext uri="{FF2B5EF4-FFF2-40B4-BE49-F238E27FC236}">
                <a16:creationId xmlns:a16="http://schemas.microsoft.com/office/drawing/2014/main" id="{8A2108CA-EEF5-6DA1-52E7-90C7F18161F5}"/>
              </a:ext>
            </a:extLst>
          </p:cNvPr>
          <p:cNvPicPr>
            <a:picLocks noChangeAspect="1"/>
          </p:cNvPicPr>
          <p:nvPr/>
        </p:nvPicPr>
        <p:blipFill>
          <a:blip r:embed="rId2"/>
          <a:stretch>
            <a:fillRect/>
          </a:stretch>
        </p:blipFill>
        <p:spPr>
          <a:xfrm>
            <a:off x="1641193" y="2251859"/>
            <a:ext cx="8897422" cy="3959352"/>
          </a:xfrm>
          <a:prstGeom prst="rect">
            <a:avLst/>
          </a:prstGeom>
        </p:spPr>
      </p:pic>
    </p:spTree>
    <p:extLst>
      <p:ext uri="{BB962C8B-B14F-4D97-AF65-F5344CB8AC3E}">
        <p14:creationId xmlns:p14="http://schemas.microsoft.com/office/powerpoint/2010/main" val="223767279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EFB4C7-205D-4E6A-886B-BBFFE9BD0BFE}">
  <ds:schemaRefs>
    <ds:schemaRef ds:uri="85aa0b7b-c2ff-4619-b015-c2745a4ebbb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4A4B404F-09F1-40CA-84E2-FD9F4E5EB219}">
  <ds:schemaRefs>
    <ds:schemaRef ds:uri="85aa0b7b-c2ff-4619-b015-c2745a4ebbb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Application>Microsoft Office PowerPoint</Application>
  <PresentationFormat>Widescreen</PresentationFormat>
  <Slides>20</Slides>
  <Notes>6</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Cognizant_2024</vt:lpstr>
      <vt:lpstr>Cucumber</vt:lpstr>
      <vt:lpstr>TDD and BDD</vt:lpstr>
      <vt:lpstr>TDD and BDD</vt:lpstr>
      <vt:lpstr>TDD and BDD</vt:lpstr>
      <vt:lpstr>TDD and BDD</vt:lpstr>
      <vt:lpstr>TDD and BDD</vt:lpstr>
      <vt:lpstr>Cucumber</vt:lpstr>
      <vt:lpstr>Important files in Cucumber</vt:lpstr>
      <vt:lpstr>Feature File</vt:lpstr>
      <vt:lpstr>Feature File</vt:lpstr>
      <vt:lpstr>Keywords</vt:lpstr>
      <vt:lpstr>Step Definition </vt:lpstr>
      <vt:lpstr>Step Definition </vt:lpstr>
      <vt:lpstr>Runner File</vt:lpstr>
      <vt:lpstr>Project Structure</vt:lpstr>
      <vt:lpstr>PowerPoint Presentation</vt:lpstr>
      <vt:lpstr>Three amigos</vt:lpstr>
      <vt:lpstr>Cucumber hooks</vt:lpstr>
      <vt:lpstr>PowerPoint Presentation</vt:lpstr>
      <vt:lpstr>Tagged Hooks</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revision>3</cp:revision>
  <dcterms:created xsi:type="dcterms:W3CDTF">2025-09-17T08:32:50Z</dcterms:created>
  <dcterms:modified xsi:type="dcterms:W3CDTF">2026-02-11T12:01:55Z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