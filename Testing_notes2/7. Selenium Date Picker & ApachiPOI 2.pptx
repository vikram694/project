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6"/>
  </p:notesMasterIdLst>
  <p:handoutMasterIdLst>
    <p:handoutMasterId r:id="rId17"/>
  </p:handoutMasterIdLst>
  <p:sldIdLst>
    <p:sldId id="2147479184" r:id="rId5"/>
    <p:sldId id="2147479218" r:id="rId6"/>
    <p:sldId id="2147479219" r:id="rId7"/>
    <p:sldId id="2147479220" r:id="rId8"/>
    <p:sldId id="2147479221" r:id="rId9"/>
    <p:sldId id="2147479222" r:id="rId10"/>
    <p:sldId id="2147479223" r:id="rId11"/>
    <p:sldId id="2147479224" r:id="rId12"/>
    <p:sldId id="2147479225" r:id="rId13"/>
    <p:sldId id="2147479226" r:id="rId14"/>
    <p:sldId id="214747922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74" d="100"/>
          <a:sy n="74" d="100"/>
        </p:scale>
        <p:origin x="376"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Yejjavarapu (Cognizant)" userId="3936b720-d7f5-4bca-9309-d3687ae3547e" providerId="ADAL" clId="{15B97537-7976-4122-9A46-6BBDEF3EB3C0}"/>
    <pc:docChg chg="modSld">
      <pc:chgData name="Venu, Yejjavarapu (Cognizant)" userId="3936b720-d7f5-4bca-9309-d3687ae3547e" providerId="ADAL" clId="{15B97537-7976-4122-9A46-6BBDEF3EB3C0}" dt="2026-01-09T09:10:07.559" v="0" actId="1037"/>
      <pc:docMkLst>
        <pc:docMk/>
      </pc:docMkLst>
      <pc:sldChg chg="modSp mod">
        <pc:chgData name="Venu, Yejjavarapu (Cognizant)" userId="3936b720-d7f5-4bca-9309-d3687ae3547e" providerId="ADAL" clId="{15B97537-7976-4122-9A46-6BBDEF3EB3C0}" dt="2026-01-09T09:10:07.559" v="0" actId="1037"/>
        <pc:sldMkLst>
          <pc:docMk/>
          <pc:sldMk cId="3248234537" sldId="2147479227"/>
        </pc:sldMkLst>
        <pc:picChg chg="mod">
          <ac:chgData name="Venu, Yejjavarapu (Cognizant)" userId="3936b720-d7f5-4bca-9309-d3687ae3547e" providerId="ADAL" clId="{15B97537-7976-4122-9A46-6BBDEF3EB3C0}" dt="2026-01-09T09:10:07.559" v="0" actId="1037"/>
          <ac:picMkLst>
            <pc:docMk/>
            <pc:sldMk cId="3248234537" sldId="2147479227"/>
            <ac:picMk id="6" creationId="{C4A5FC15-B96F-6062-C4B2-57BC98065F31}"/>
          </ac:picMkLst>
        </pc:picChg>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6-01-05T05:37:50.148" v="4263" actId="14100"/>
      <pc:docMkLst>
        <pc:docMk/>
      </pc:docMkLst>
      <pc:sldChg chg="modSp mod">
        <pc:chgData name="Mohan, Poornima Swarna (Cognizant)" userId="36824357-ffbd-40a5-b000-b82d0f7dca89" providerId="ADAL" clId="{BB20CA10-5FC3-4CCD-8518-89B0931CAB48}" dt="2026-01-05T04:59:56.890" v="3897" actId="20577"/>
        <pc:sldMkLst>
          <pc:docMk/>
          <pc:sldMk cId="2713534842" sldId="2147479184"/>
        </pc:sldMkLst>
        <pc:spChg chg="mod">
          <ac:chgData name="Mohan, Poornima Swarna (Cognizant)" userId="36824357-ffbd-40a5-b000-b82d0f7dca89" providerId="ADAL" clId="{BB20CA10-5FC3-4CCD-8518-89B0931CAB48}" dt="2026-01-05T04:59:56.890" v="3897" actId="20577"/>
          <ac:spMkLst>
            <pc:docMk/>
            <pc:sldMk cId="2713534842" sldId="2147479184"/>
            <ac:spMk id="5" creationId="{09D9EB17-9965-3523-3F99-EF5E53642703}"/>
          </ac:spMkLst>
        </pc:spChg>
      </pc:sldChg>
      <pc:sldChg chg="addSp delSp modSp add mod">
        <pc:chgData name="Mohan, Poornima Swarna (Cognizant)" userId="36824357-ffbd-40a5-b000-b82d0f7dca89" providerId="ADAL" clId="{BB20CA10-5FC3-4CCD-8518-89B0931CAB48}" dt="2026-01-05T05:03:16.727" v="3991" actId="1076"/>
        <pc:sldMkLst>
          <pc:docMk/>
          <pc:sldMk cId="2509020702" sldId="2147479218"/>
        </pc:sldMkLst>
        <pc:spChg chg="mod">
          <ac:chgData name="Mohan, Poornima Swarna (Cognizant)" userId="36824357-ffbd-40a5-b000-b82d0f7dca89" providerId="ADAL" clId="{BB20CA10-5FC3-4CCD-8518-89B0931CAB48}" dt="2026-01-05T05:00:17.936" v="3940" actId="20577"/>
          <ac:spMkLst>
            <pc:docMk/>
            <pc:sldMk cId="2509020702" sldId="2147479218"/>
            <ac:spMk id="2" creationId="{467530D2-1E0A-1D64-965E-F61DCD0E3A34}"/>
          </ac:spMkLst>
        </pc:spChg>
        <pc:spChg chg="add mod">
          <ac:chgData name="Mohan, Poornima Swarna (Cognizant)" userId="36824357-ffbd-40a5-b000-b82d0f7dca89" providerId="ADAL" clId="{BB20CA10-5FC3-4CCD-8518-89B0931CAB48}" dt="2026-01-05T05:01:06.836" v="3962" actId="2710"/>
          <ac:spMkLst>
            <pc:docMk/>
            <pc:sldMk cId="2509020702" sldId="2147479218"/>
            <ac:spMk id="6" creationId="{34A83069-89E1-E27A-AF8F-8D489F7C58E6}"/>
          </ac:spMkLst>
        </pc:spChg>
        <pc:spChg chg="add mod">
          <ac:chgData name="Mohan, Poornima Swarna (Cognizant)" userId="36824357-ffbd-40a5-b000-b82d0f7dca89" providerId="ADAL" clId="{BB20CA10-5FC3-4CCD-8518-89B0931CAB48}" dt="2026-01-05T05:01:10.438" v="3963" actId="1076"/>
          <ac:spMkLst>
            <pc:docMk/>
            <pc:sldMk cId="2509020702" sldId="2147479218"/>
            <ac:spMk id="8" creationId="{C32C94D6-8D7E-E2C8-4CEA-D629A5E6AC86}"/>
          </ac:spMkLst>
        </pc:spChg>
        <pc:spChg chg="add mod">
          <ac:chgData name="Mohan, Poornima Swarna (Cognizant)" userId="36824357-ffbd-40a5-b000-b82d0f7dca89" providerId="ADAL" clId="{BB20CA10-5FC3-4CCD-8518-89B0931CAB48}" dt="2026-01-05T05:02:55.603" v="3985" actId="255"/>
          <ac:spMkLst>
            <pc:docMk/>
            <pc:sldMk cId="2509020702" sldId="2147479218"/>
            <ac:spMk id="12" creationId="{35F6DDCB-AC43-13C0-4438-97ADE9488C9C}"/>
          </ac:spMkLst>
        </pc:spChg>
        <pc:spChg chg="add mod">
          <ac:chgData name="Mohan, Poornima Swarna (Cognizant)" userId="36824357-ffbd-40a5-b000-b82d0f7dca89" providerId="ADAL" clId="{BB20CA10-5FC3-4CCD-8518-89B0931CAB48}" dt="2026-01-05T05:03:16.727" v="3991" actId="1076"/>
          <ac:spMkLst>
            <pc:docMk/>
            <pc:sldMk cId="2509020702" sldId="2147479218"/>
            <ac:spMk id="13" creationId="{FF2DDD61-62A7-7760-E90A-92494E9BCF29}"/>
          </ac:spMkLst>
        </pc:spChg>
      </pc:sldChg>
      <pc:sldChg chg="addSp delSp modSp add mod">
        <pc:chgData name="Mohan, Poornima Swarna (Cognizant)" userId="36824357-ffbd-40a5-b000-b82d0f7dca89" providerId="ADAL" clId="{BB20CA10-5FC3-4CCD-8518-89B0931CAB48}" dt="2026-01-05T05:04:41.858" v="4015" actId="20577"/>
        <pc:sldMkLst>
          <pc:docMk/>
          <pc:sldMk cId="2631421333" sldId="2147479219"/>
        </pc:sldMkLst>
        <pc:spChg chg="add mod">
          <ac:chgData name="Mohan, Poornima Swarna (Cognizant)" userId="36824357-ffbd-40a5-b000-b82d0f7dca89" providerId="ADAL" clId="{BB20CA10-5FC3-4CCD-8518-89B0931CAB48}" dt="2026-01-05T05:03:36.046" v="3995" actId="1076"/>
          <ac:spMkLst>
            <pc:docMk/>
            <pc:sldMk cId="2631421333" sldId="2147479219"/>
            <ac:spMk id="7" creationId="{4D66C829-8611-391E-ACC7-0BDEFC638414}"/>
          </ac:spMkLst>
        </pc:spChg>
        <pc:spChg chg="add mod">
          <ac:chgData name="Mohan, Poornima Swarna (Cognizant)" userId="36824357-ffbd-40a5-b000-b82d0f7dca89" providerId="ADAL" clId="{BB20CA10-5FC3-4CCD-8518-89B0931CAB48}" dt="2026-01-05T05:04:41.858" v="4015" actId="20577"/>
          <ac:spMkLst>
            <pc:docMk/>
            <pc:sldMk cId="2631421333" sldId="2147479219"/>
            <ac:spMk id="8" creationId="{3F9E40CF-E8C8-C9BB-BF28-51370B0AE4E1}"/>
          </ac:spMkLst>
        </pc:spChg>
      </pc:sldChg>
      <pc:sldChg chg="addSp modSp add mod">
        <pc:chgData name="Mohan, Poornima Swarna (Cognizant)" userId="36824357-ffbd-40a5-b000-b82d0f7dca89" providerId="ADAL" clId="{BB20CA10-5FC3-4CCD-8518-89B0931CAB48}" dt="2026-01-05T05:06:43.377" v="4035" actId="1076"/>
        <pc:sldMkLst>
          <pc:docMk/>
          <pc:sldMk cId="486079719" sldId="2147479220"/>
        </pc:sldMkLst>
        <pc:spChg chg="add mod">
          <ac:chgData name="Mohan, Poornima Swarna (Cognizant)" userId="36824357-ffbd-40a5-b000-b82d0f7dca89" providerId="ADAL" clId="{BB20CA10-5FC3-4CCD-8518-89B0931CAB48}" dt="2026-01-05T05:06:36.640" v="4032" actId="14100"/>
          <ac:spMkLst>
            <pc:docMk/>
            <pc:sldMk cId="486079719" sldId="2147479220"/>
            <ac:spMk id="6" creationId="{0848FD9B-2493-8844-F050-355E754B25B5}"/>
          </ac:spMkLst>
        </pc:spChg>
        <pc:spChg chg="add mod">
          <ac:chgData name="Mohan, Poornima Swarna (Cognizant)" userId="36824357-ffbd-40a5-b000-b82d0f7dca89" providerId="ADAL" clId="{BB20CA10-5FC3-4CCD-8518-89B0931CAB48}" dt="2026-01-05T05:06:43.377" v="4035" actId="1076"/>
          <ac:spMkLst>
            <pc:docMk/>
            <pc:sldMk cId="486079719" sldId="2147479220"/>
            <ac:spMk id="8" creationId="{D8A4EAD8-3810-ACEF-D180-6DB5EB091968}"/>
          </ac:spMkLst>
        </pc:spChg>
      </pc:sldChg>
      <pc:sldChg chg="addSp modSp add mod">
        <pc:chgData name="Mohan, Poornima Swarna (Cognizant)" userId="36824357-ffbd-40a5-b000-b82d0f7dca89" providerId="ADAL" clId="{BB20CA10-5FC3-4CCD-8518-89B0931CAB48}" dt="2026-01-05T05:12:52.978" v="4113"/>
        <pc:sldMkLst>
          <pc:docMk/>
          <pc:sldMk cId="3610111677" sldId="2147479221"/>
        </pc:sldMkLst>
        <pc:spChg chg="mod">
          <ac:chgData name="Mohan, Poornima Swarna (Cognizant)" userId="36824357-ffbd-40a5-b000-b82d0f7dca89" providerId="ADAL" clId="{BB20CA10-5FC3-4CCD-8518-89B0931CAB48}" dt="2026-01-05T05:07:57.980" v="4066" actId="20577"/>
          <ac:spMkLst>
            <pc:docMk/>
            <pc:sldMk cId="3610111677" sldId="2147479221"/>
            <ac:spMk id="2" creationId="{3998D9EC-ED97-2311-CB67-727AAFB43854}"/>
          </ac:spMkLst>
        </pc:spChg>
        <pc:spChg chg="add mod">
          <ac:chgData name="Mohan, Poornima Swarna (Cognizant)" userId="36824357-ffbd-40a5-b000-b82d0f7dca89" providerId="ADAL" clId="{BB20CA10-5FC3-4CCD-8518-89B0931CAB48}" dt="2026-01-05T05:12:52.978" v="4113"/>
          <ac:spMkLst>
            <pc:docMk/>
            <pc:sldMk cId="3610111677" sldId="2147479221"/>
            <ac:spMk id="3" creationId="{883E25C9-B897-4BBA-2E98-274CC889FD06}"/>
          </ac:spMkLst>
        </pc:spChg>
      </pc:sldChg>
      <pc:sldChg chg="addSp delSp modSp add mod">
        <pc:chgData name="Mohan, Poornima Swarna (Cognizant)" userId="36824357-ffbd-40a5-b000-b82d0f7dca89" providerId="ADAL" clId="{BB20CA10-5FC3-4CCD-8518-89B0931CAB48}" dt="2026-01-05T05:10:11.084" v="4086"/>
        <pc:sldMkLst>
          <pc:docMk/>
          <pc:sldMk cId="2326054767" sldId="2147479222"/>
        </pc:sldMkLst>
        <pc:spChg chg="add mod">
          <ac:chgData name="Mohan, Poornima Swarna (Cognizant)" userId="36824357-ffbd-40a5-b000-b82d0f7dca89" providerId="ADAL" clId="{BB20CA10-5FC3-4CCD-8518-89B0931CAB48}" dt="2026-01-05T05:09:45.302" v="4082" actId="255"/>
          <ac:spMkLst>
            <pc:docMk/>
            <pc:sldMk cId="2326054767" sldId="2147479222"/>
            <ac:spMk id="7" creationId="{0989EA17-79DA-769C-322F-98AFD893E89F}"/>
          </ac:spMkLst>
        </pc:spChg>
        <pc:spChg chg="add mod">
          <ac:chgData name="Mohan, Poornima Swarna (Cognizant)" userId="36824357-ffbd-40a5-b000-b82d0f7dca89" providerId="ADAL" clId="{BB20CA10-5FC3-4CCD-8518-89B0931CAB48}" dt="2026-01-05T05:10:08.497" v="4085" actId="14100"/>
          <ac:spMkLst>
            <pc:docMk/>
            <pc:sldMk cId="2326054767" sldId="2147479222"/>
            <ac:spMk id="8" creationId="{8728D469-6A71-D1C4-9070-B908F36DC95F}"/>
          </ac:spMkLst>
        </pc:spChg>
      </pc:sldChg>
      <pc:sldChg chg="addSp delSp modSp add mod">
        <pc:chgData name="Mohan, Poornima Swarna (Cognizant)" userId="36824357-ffbd-40a5-b000-b82d0f7dca89" providerId="ADAL" clId="{BB20CA10-5FC3-4CCD-8518-89B0931CAB48}" dt="2026-01-05T05:10:44.289" v="4099" actId="20577"/>
        <pc:sldMkLst>
          <pc:docMk/>
          <pc:sldMk cId="2414242910" sldId="2147479223"/>
        </pc:sldMkLst>
        <pc:spChg chg="mod">
          <ac:chgData name="Mohan, Poornima Swarna (Cognizant)" userId="36824357-ffbd-40a5-b000-b82d0f7dca89" providerId="ADAL" clId="{BB20CA10-5FC3-4CCD-8518-89B0931CAB48}" dt="2026-01-05T05:10:15.415" v="4088" actId="1076"/>
          <ac:spMkLst>
            <pc:docMk/>
            <pc:sldMk cId="2414242910" sldId="2147479223"/>
            <ac:spMk id="2" creationId="{058E5C71-7951-8249-B8AF-099F382F2CC7}"/>
          </ac:spMkLst>
        </pc:spChg>
        <pc:spChg chg="add mod">
          <ac:chgData name="Mohan, Poornima Swarna (Cognizant)" userId="36824357-ffbd-40a5-b000-b82d0f7dca89" providerId="ADAL" clId="{BB20CA10-5FC3-4CCD-8518-89B0931CAB48}" dt="2026-01-05T05:10:44.289" v="4099" actId="20577"/>
          <ac:spMkLst>
            <pc:docMk/>
            <pc:sldMk cId="2414242910" sldId="2147479223"/>
            <ac:spMk id="3" creationId="{BEB572B5-5613-1003-A7D8-BBD17349080E}"/>
          </ac:spMkLst>
        </pc:spChg>
      </pc:sldChg>
      <pc:sldChg chg="addSp delSp modSp add mod">
        <pc:chgData name="Mohan, Poornima Swarna (Cognizant)" userId="36824357-ffbd-40a5-b000-b82d0f7dca89" providerId="ADAL" clId="{BB20CA10-5FC3-4CCD-8518-89B0931CAB48}" dt="2026-01-05T05:11:42.528" v="4105" actId="255"/>
        <pc:sldMkLst>
          <pc:docMk/>
          <pc:sldMk cId="3356030028" sldId="2147479224"/>
        </pc:sldMkLst>
        <pc:spChg chg="add mod">
          <ac:chgData name="Mohan, Poornima Swarna (Cognizant)" userId="36824357-ffbd-40a5-b000-b82d0f7dca89" providerId="ADAL" clId="{BB20CA10-5FC3-4CCD-8518-89B0931CAB48}" dt="2026-01-05T05:11:42.528" v="4105" actId="255"/>
          <ac:spMkLst>
            <pc:docMk/>
            <pc:sldMk cId="3356030028" sldId="2147479224"/>
            <ac:spMk id="6" creationId="{42D573F5-8046-E07D-2414-53839F4A83B9}"/>
          </ac:spMkLst>
        </pc:spChg>
      </pc:sldChg>
      <pc:sldChg chg="addSp delSp modSp add mod">
        <pc:chgData name="Mohan, Poornima Swarna (Cognizant)" userId="36824357-ffbd-40a5-b000-b82d0f7dca89" providerId="ADAL" clId="{BB20CA10-5FC3-4CCD-8518-89B0931CAB48}" dt="2026-01-05T05:19:06.923" v="4152" actId="1076"/>
        <pc:sldMkLst>
          <pc:docMk/>
          <pc:sldMk cId="639107918" sldId="2147479225"/>
        </pc:sldMkLst>
        <pc:spChg chg="mod">
          <ac:chgData name="Mohan, Poornima Swarna (Cognizant)" userId="36824357-ffbd-40a5-b000-b82d0f7dca89" providerId="ADAL" clId="{BB20CA10-5FC3-4CCD-8518-89B0931CAB48}" dt="2026-01-05T05:17:04.433" v="4125" actId="20577"/>
          <ac:spMkLst>
            <pc:docMk/>
            <pc:sldMk cId="639107918" sldId="2147479225"/>
            <ac:spMk id="2" creationId="{4C40296E-E2A6-144E-701D-A41F6E636C61}"/>
          </ac:spMkLst>
        </pc:spChg>
        <pc:spChg chg="add mod">
          <ac:chgData name="Mohan, Poornima Swarna (Cognizant)" userId="36824357-ffbd-40a5-b000-b82d0f7dca89" providerId="ADAL" clId="{BB20CA10-5FC3-4CCD-8518-89B0931CAB48}" dt="2026-01-05T05:17:45.948" v="4135" actId="2711"/>
          <ac:spMkLst>
            <pc:docMk/>
            <pc:sldMk cId="639107918" sldId="2147479225"/>
            <ac:spMk id="9" creationId="{C942F7CF-DDCB-CD22-4C49-4E792E2362B7}"/>
          </ac:spMkLst>
        </pc:spChg>
        <pc:spChg chg="add mod">
          <ac:chgData name="Mohan, Poornima Swarna (Cognizant)" userId="36824357-ffbd-40a5-b000-b82d0f7dca89" providerId="ADAL" clId="{BB20CA10-5FC3-4CCD-8518-89B0931CAB48}" dt="2026-01-05T05:18:09.641" v="4140" actId="5793"/>
          <ac:spMkLst>
            <pc:docMk/>
            <pc:sldMk cId="639107918" sldId="2147479225"/>
            <ac:spMk id="11" creationId="{087E6E2D-DEEB-75CE-BD78-ACADD411219C}"/>
          </ac:spMkLst>
        </pc:spChg>
        <pc:spChg chg="add mod">
          <ac:chgData name="Mohan, Poornima Swarna (Cognizant)" userId="36824357-ffbd-40a5-b000-b82d0f7dca89" providerId="ADAL" clId="{BB20CA10-5FC3-4CCD-8518-89B0931CAB48}" dt="2026-01-05T05:18:57.299" v="4150" actId="1076"/>
          <ac:spMkLst>
            <pc:docMk/>
            <pc:sldMk cId="639107918" sldId="2147479225"/>
            <ac:spMk id="15" creationId="{DBF32B2D-1FAA-1B0C-CC24-CA83E9AC8D42}"/>
          </ac:spMkLst>
        </pc:spChg>
        <pc:picChg chg="add mod">
          <ac:chgData name="Mohan, Poornima Swarna (Cognizant)" userId="36824357-ffbd-40a5-b000-b82d0f7dca89" providerId="ADAL" clId="{BB20CA10-5FC3-4CCD-8518-89B0931CAB48}" dt="2026-01-05T05:18:26.774" v="4142" actId="1076"/>
          <ac:picMkLst>
            <pc:docMk/>
            <pc:sldMk cId="639107918" sldId="2147479225"/>
            <ac:picMk id="13" creationId="{716ABF58-8EDE-402A-F4EB-4D5B029A1D85}"/>
          </ac:picMkLst>
        </pc:picChg>
        <pc:picChg chg="add mod">
          <ac:chgData name="Mohan, Poornima Swarna (Cognizant)" userId="36824357-ffbd-40a5-b000-b82d0f7dca89" providerId="ADAL" clId="{BB20CA10-5FC3-4CCD-8518-89B0931CAB48}" dt="2026-01-05T05:19:06.923" v="4152" actId="1076"/>
          <ac:picMkLst>
            <pc:docMk/>
            <pc:sldMk cId="639107918" sldId="2147479225"/>
            <ac:picMk id="17" creationId="{ADE96CDF-4DC4-C708-123B-855702F1362C}"/>
          </ac:picMkLst>
        </pc:picChg>
      </pc:sldChg>
      <pc:sldChg chg="addSp delSp modSp add mod">
        <pc:chgData name="Mohan, Poornima Swarna (Cognizant)" userId="36824357-ffbd-40a5-b000-b82d0f7dca89" providerId="ADAL" clId="{BB20CA10-5FC3-4CCD-8518-89B0931CAB48}" dt="2026-01-05T05:32:42.865" v="4256" actId="1076"/>
        <pc:sldMkLst>
          <pc:docMk/>
          <pc:sldMk cId="1184175434" sldId="2147479226"/>
        </pc:sldMkLst>
        <pc:spChg chg="add mod">
          <ac:chgData name="Mohan, Poornima Swarna (Cognizant)" userId="36824357-ffbd-40a5-b000-b82d0f7dca89" providerId="ADAL" clId="{BB20CA10-5FC3-4CCD-8518-89B0931CAB48}" dt="2026-01-05T05:19:46.728" v="4158" actId="2710"/>
          <ac:spMkLst>
            <pc:docMk/>
            <pc:sldMk cId="1184175434" sldId="2147479226"/>
            <ac:spMk id="6" creationId="{40E9243B-517A-5083-8A51-7C1A91D1BF5E}"/>
          </ac:spMkLst>
        </pc:spChg>
        <pc:spChg chg="add mod">
          <ac:chgData name="Mohan, Poornima Swarna (Cognizant)" userId="36824357-ffbd-40a5-b000-b82d0f7dca89" providerId="ADAL" clId="{BB20CA10-5FC3-4CCD-8518-89B0931CAB48}" dt="2026-01-05T05:23:51.616" v="4209" actId="1076"/>
          <ac:spMkLst>
            <pc:docMk/>
            <pc:sldMk cId="1184175434" sldId="2147479226"/>
            <ac:spMk id="23" creationId="{AF6DCA61-C366-E413-997B-B81DF48FAEC7}"/>
          </ac:spMkLst>
        </pc:spChg>
        <pc:picChg chg="add mod">
          <ac:chgData name="Mohan, Poornima Swarna (Cognizant)" userId="36824357-ffbd-40a5-b000-b82d0f7dca89" providerId="ADAL" clId="{BB20CA10-5FC3-4CCD-8518-89B0931CAB48}" dt="2026-01-05T05:30:29.761" v="4250" actId="14100"/>
          <ac:picMkLst>
            <pc:docMk/>
            <pc:sldMk cId="1184175434" sldId="2147479226"/>
            <ac:picMk id="7" creationId="{7BA4FC62-FF07-AB8D-E67B-97F123ABC97D}"/>
          </ac:picMkLst>
        </pc:picChg>
        <pc:picChg chg="add mod">
          <ac:chgData name="Mohan, Poornima Swarna (Cognizant)" userId="36824357-ffbd-40a5-b000-b82d0f7dca89" providerId="ADAL" clId="{BB20CA10-5FC3-4CCD-8518-89B0931CAB48}" dt="2026-01-05T05:32:42.865" v="4256" actId="1076"/>
          <ac:picMkLst>
            <pc:docMk/>
            <pc:sldMk cId="1184175434" sldId="2147479226"/>
            <ac:picMk id="9" creationId="{928BCC5D-7A6F-4204-0B34-6B529C28F2BE}"/>
          </ac:picMkLst>
        </pc:picChg>
      </pc:sldChg>
      <pc:sldChg chg="addSp delSp modSp add mod">
        <pc:chgData name="Mohan, Poornima Swarna (Cognizant)" userId="36824357-ffbd-40a5-b000-b82d0f7dca89" providerId="ADAL" clId="{BB20CA10-5FC3-4CCD-8518-89B0931CAB48}" dt="2026-01-05T05:37:50.148" v="4263" actId="14100"/>
        <pc:sldMkLst>
          <pc:docMk/>
          <pc:sldMk cId="3248234537" sldId="2147479227"/>
        </pc:sldMkLst>
        <pc:spChg chg="add mod">
          <ac:chgData name="Mohan, Poornima Swarna (Cognizant)" userId="36824357-ffbd-40a5-b000-b82d0f7dca89" providerId="ADAL" clId="{BB20CA10-5FC3-4CCD-8518-89B0931CAB48}" dt="2026-01-05T05:24:33.804" v="4219" actId="2711"/>
          <ac:spMkLst>
            <pc:docMk/>
            <pc:sldMk cId="3248234537" sldId="2147479227"/>
            <ac:spMk id="7" creationId="{432F8532-2617-8274-6F94-6597ACA6B313}"/>
          </ac:spMkLst>
        </pc:spChg>
        <pc:spChg chg="add mod">
          <ac:chgData name="Mohan, Poornima Swarna (Cognizant)" userId="36824357-ffbd-40a5-b000-b82d0f7dca89" providerId="ADAL" clId="{BB20CA10-5FC3-4CCD-8518-89B0931CAB48}" dt="2026-01-05T05:24:44.944" v="4222" actId="2711"/>
          <ac:spMkLst>
            <pc:docMk/>
            <pc:sldMk cId="3248234537" sldId="2147479227"/>
            <ac:spMk id="9" creationId="{CFBF3EA8-C74D-7A5C-A397-C3CB1C34F336}"/>
          </ac:spMkLst>
        </pc:spChg>
        <pc:spChg chg="add mod">
          <ac:chgData name="Mohan, Poornima Swarna (Cognizant)" userId="36824357-ffbd-40a5-b000-b82d0f7dca89" providerId="ADAL" clId="{BB20CA10-5FC3-4CCD-8518-89B0931CAB48}" dt="2026-01-05T05:25:44.831" v="4233" actId="113"/>
          <ac:spMkLst>
            <pc:docMk/>
            <pc:sldMk cId="3248234537" sldId="2147479227"/>
            <ac:spMk id="13" creationId="{9DE1B682-004B-8324-5472-A35D206AC39F}"/>
          </ac:spMkLst>
        </pc:spChg>
        <pc:graphicFrameChg chg="add mod modGraphic">
          <ac:chgData name="Mohan, Poornima Swarna (Cognizant)" userId="36824357-ffbd-40a5-b000-b82d0f7dca89" providerId="ADAL" clId="{BB20CA10-5FC3-4CCD-8518-89B0931CAB48}" dt="2026-01-05T05:26:54.627" v="4244" actId="14100"/>
          <ac:graphicFrameMkLst>
            <pc:docMk/>
            <pc:sldMk cId="3248234537" sldId="2147479227"/>
            <ac:graphicFrameMk id="14" creationId="{ACE8FD0D-334A-B37E-C623-B6CB2A3753EF}"/>
          </ac:graphicFrameMkLst>
        </pc:graphicFrameChg>
        <pc:picChg chg="add mod">
          <ac:chgData name="Mohan, Poornima Swarna (Cognizant)" userId="36824357-ffbd-40a5-b000-b82d0f7dca89" providerId="ADAL" clId="{BB20CA10-5FC3-4CCD-8518-89B0931CAB48}" dt="2026-01-05T05:37:50.148" v="4263" actId="14100"/>
          <ac:picMkLst>
            <pc:docMk/>
            <pc:sldMk cId="3248234537" sldId="2147479227"/>
            <ac:picMk id="6" creationId="{C4A5FC15-B96F-6062-C4B2-57BC98065F31}"/>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1/9/2026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1/9/2026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1/9/2026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1/9/2026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1/9/2026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1/9/2026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1/9/2026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1/9/2026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1/9/2026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1/9/2026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1/9/2026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1/9/2026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1/9/2026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1/9/2026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1/9/2026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1/9/2026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1/9/2026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1/9/2026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1/9/2026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1/9/2026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1/9/2026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1/9/2026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1/9/2026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1/9/2026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1/9/2026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1/9/2026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1/9/2026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1/9/2026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1/9/2026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1/9/2026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1/9/2026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1/9/2026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1/9/2026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1/9/2026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1/9/2026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1/9/2026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hyperlink" Target="http://element.click/" TargetMode="External"/><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hyperlink" Target="http://dynamicelement.click/" TargetMode="External"/><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Date Picker &amp; Apachi POI</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2813F-43C5-7D50-CF3D-4ED913606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530D2-1E0A-1D64-965E-F61DCD0E3A34}"/>
              </a:ext>
            </a:extLst>
          </p:cNvPr>
          <p:cNvSpPr>
            <a:spLocks noGrp="1"/>
          </p:cNvSpPr>
          <p:nvPr>
            <p:ph type="title"/>
          </p:nvPr>
        </p:nvSpPr>
        <p:spPr>
          <a:xfrm>
            <a:off x="457200" y="457200"/>
            <a:ext cx="11277600" cy="332399"/>
          </a:xfrm>
        </p:spPr>
        <p:txBody>
          <a:bodyPr/>
          <a:lstStyle/>
          <a:p>
            <a:r>
              <a:rPr lang="en-IN" dirty="0"/>
              <a:t>Date Picker</a:t>
            </a:r>
          </a:p>
        </p:txBody>
      </p:sp>
      <p:sp>
        <p:nvSpPr>
          <p:cNvPr id="4" name="Footer Placeholder 3">
            <a:extLst>
              <a:ext uri="{FF2B5EF4-FFF2-40B4-BE49-F238E27FC236}">
                <a16:creationId xmlns:a16="http://schemas.microsoft.com/office/drawing/2014/main" id="{C2DA060A-A68B-7739-31BE-AB0FB6A560E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BF71A4C-D55C-39ED-C3A5-1501619B457F}"/>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6" name="TextBox 5">
            <a:extLst>
              <a:ext uri="{FF2B5EF4-FFF2-40B4-BE49-F238E27FC236}">
                <a16:creationId xmlns:a16="http://schemas.microsoft.com/office/drawing/2014/main" id="{34A83069-89E1-E27A-AF8F-8D489F7C58E6}"/>
              </a:ext>
            </a:extLst>
          </p:cNvPr>
          <p:cNvSpPr txBox="1"/>
          <p:nvPr/>
        </p:nvSpPr>
        <p:spPr>
          <a:xfrm>
            <a:off x="731520" y="1000036"/>
            <a:ext cx="11379200" cy="877356"/>
          </a:xfrm>
          <a:prstGeom prst="rect">
            <a:avLst/>
          </a:prstGeom>
          <a:noFill/>
        </p:spPr>
        <p:txBody>
          <a:bodyPr wrap="square">
            <a:spAutoFit/>
          </a:bodyPr>
          <a:lstStyle/>
          <a:p>
            <a:pPr>
              <a:lnSpc>
                <a:spcPct val="150000"/>
              </a:lnSpc>
              <a:buNone/>
            </a:pPr>
            <a:r>
              <a:rPr lang="en-IN" dirty="0">
                <a:latin typeface="Comic Sans MS" panose="030F0702030302020204" pitchFamily="66" charset="0"/>
              </a:rPr>
              <a:t>Handling a </a:t>
            </a:r>
            <a:r>
              <a:rPr lang="en-IN" b="1" dirty="0">
                <a:latin typeface="Comic Sans MS" panose="030F0702030302020204" pitchFamily="66" charset="0"/>
              </a:rPr>
              <a:t>Date Picker</a:t>
            </a:r>
            <a:r>
              <a:rPr lang="en-IN" dirty="0">
                <a:latin typeface="Comic Sans MS" panose="030F0702030302020204" pitchFamily="66" charset="0"/>
              </a:rPr>
              <a:t> in Selenium depends on whether it's a </a:t>
            </a:r>
            <a:r>
              <a:rPr lang="en-IN" b="1" dirty="0">
                <a:latin typeface="Comic Sans MS" panose="030F0702030302020204" pitchFamily="66" charset="0"/>
              </a:rPr>
              <a:t>custom UI-based calendar widget</a:t>
            </a:r>
            <a:r>
              <a:rPr lang="en-IN" dirty="0">
                <a:latin typeface="Comic Sans MS" panose="030F0702030302020204" pitchFamily="66" charset="0"/>
              </a:rPr>
              <a:t> or an </a:t>
            </a:r>
            <a:r>
              <a:rPr lang="en-IN" b="1" dirty="0">
                <a:latin typeface="Comic Sans MS" panose="030F0702030302020204" pitchFamily="66" charset="0"/>
              </a:rPr>
              <a:t>HTML5 input type="date"</a:t>
            </a:r>
            <a:r>
              <a:rPr lang="en-IN" dirty="0">
                <a:latin typeface="Comic Sans MS" panose="030F0702030302020204" pitchFamily="66" charset="0"/>
              </a:rPr>
              <a:t>. Below is a full guide for both scenarios.</a:t>
            </a:r>
          </a:p>
        </p:txBody>
      </p:sp>
      <p:sp>
        <p:nvSpPr>
          <p:cNvPr id="8" name="TextBox 7">
            <a:extLst>
              <a:ext uri="{FF2B5EF4-FFF2-40B4-BE49-F238E27FC236}">
                <a16:creationId xmlns:a16="http://schemas.microsoft.com/office/drawing/2014/main" id="{C32C94D6-8D7E-E2C8-4CEA-D629A5E6AC86}"/>
              </a:ext>
            </a:extLst>
          </p:cNvPr>
          <p:cNvSpPr txBox="1"/>
          <p:nvPr/>
        </p:nvSpPr>
        <p:spPr>
          <a:xfrm>
            <a:off x="1842365" y="2087829"/>
            <a:ext cx="9631836" cy="1708353"/>
          </a:xfrm>
          <a:prstGeom prst="rect">
            <a:avLst/>
          </a:prstGeom>
          <a:noFill/>
        </p:spPr>
        <p:txBody>
          <a:bodyPr wrap="square">
            <a:spAutoFit/>
          </a:bodyPr>
          <a:lstStyle/>
          <a:p>
            <a:pPr>
              <a:lnSpc>
                <a:spcPct val="150000"/>
              </a:lnSpc>
              <a:buFont typeface="Arial" panose="020B0604020202020204" pitchFamily="34" charset="0"/>
              <a:buChar char="•"/>
            </a:pPr>
            <a:r>
              <a:rPr lang="en-US" dirty="0">
                <a:latin typeface="Comic Sans MS" panose="030F0702030302020204" pitchFamily="66" charset="0"/>
              </a:rPr>
              <a:t>Always use </a:t>
            </a:r>
            <a:r>
              <a:rPr lang="en-US" b="1" dirty="0">
                <a:latin typeface="Comic Sans MS" panose="030F0702030302020204" pitchFamily="66" charset="0"/>
              </a:rPr>
              <a:t>explicit waits</a:t>
            </a:r>
            <a:r>
              <a:rPr lang="en-US" dirty="0">
                <a:latin typeface="Comic Sans MS" panose="030F0702030302020204" pitchFamily="66" charset="0"/>
              </a:rPr>
              <a:t> for dynamic calendars.</a:t>
            </a:r>
          </a:p>
          <a:p>
            <a:pPr>
              <a:lnSpc>
                <a:spcPct val="150000"/>
              </a:lnSpc>
              <a:buFont typeface="Arial" panose="020B0604020202020204" pitchFamily="34" charset="0"/>
              <a:buChar char="•"/>
            </a:pPr>
            <a:r>
              <a:rPr lang="en-US" dirty="0">
                <a:latin typeface="Comic Sans MS" panose="030F0702030302020204" pitchFamily="66" charset="0"/>
              </a:rPr>
              <a:t>Don't rely on </a:t>
            </a:r>
            <a:r>
              <a:rPr lang="en-US" dirty="0" err="1">
                <a:effectLst/>
                <a:latin typeface="Comic Sans MS" panose="030F0702030302020204" pitchFamily="66" charset="0"/>
              </a:rPr>
              <a:t>sendKeys</a:t>
            </a:r>
            <a:r>
              <a:rPr lang="en-US" dirty="0">
                <a:effectLst/>
                <a:latin typeface="Comic Sans MS" panose="030F0702030302020204" pitchFamily="66" charset="0"/>
              </a:rPr>
              <a:t>()</a:t>
            </a:r>
            <a:r>
              <a:rPr lang="en-US" dirty="0">
                <a:latin typeface="Comic Sans MS" panose="030F0702030302020204" pitchFamily="66" charset="0"/>
              </a:rPr>
              <a:t> if the input is read-only or JS-driven.</a:t>
            </a:r>
          </a:p>
          <a:p>
            <a:pPr>
              <a:lnSpc>
                <a:spcPct val="150000"/>
              </a:lnSpc>
              <a:buFont typeface="Arial" panose="020B0604020202020204" pitchFamily="34" charset="0"/>
              <a:buChar char="•"/>
            </a:pPr>
            <a:r>
              <a:rPr lang="en-US" dirty="0">
                <a:latin typeface="Comic Sans MS" panose="030F0702030302020204" pitchFamily="66" charset="0"/>
              </a:rPr>
              <a:t>Consider edge cases: current vs. future months, leap years, etc.</a:t>
            </a:r>
          </a:p>
          <a:p>
            <a:pPr>
              <a:lnSpc>
                <a:spcPct val="150000"/>
              </a:lnSpc>
              <a:buFont typeface="Arial" panose="020B0604020202020204" pitchFamily="34" charset="0"/>
              <a:buChar char="•"/>
            </a:pPr>
            <a:r>
              <a:rPr lang="en-US" dirty="0">
                <a:latin typeface="Comic Sans MS" panose="030F0702030302020204" pitchFamily="66" charset="0"/>
              </a:rPr>
              <a:t>Use </a:t>
            </a:r>
            <a:r>
              <a:rPr lang="en-US" dirty="0" err="1">
                <a:effectLst/>
                <a:latin typeface="Comic Sans MS" panose="030F0702030302020204" pitchFamily="66" charset="0"/>
              </a:rPr>
              <a:t>JavaScriptExecutor</a:t>
            </a:r>
            <a:r>
              <a:rPr lang="en-US" dirty="0">
                <a:latin typeface="Comic Sans MS" panose="030F0702030302020204" pitchFamily="66" charset="0"/>
              </a:rPr>
              <a:t> if the date field is not interactable via Selenium.</a:t>
            </a:r>
          </a:p>
        </p:txBody>
      </p:sp>
      <p:sp>
        <p:nvSpPr>
          <p:cNvPr id="12" name="TextBox 11">
            <a:extLst>
              <a:ext uri="{FF2B5EF4-FFF2-40B4-BE49-F238E27FC236}">
                <a16:creationId xmlns:a16="http://schemas.microsoft.com/office/drawing/2014/main" id="{35F6DDCB-AC43-13C0-4438-97ADE9488C9C}"/>
              </a:ext>
            </a:extLst>
          </p:cNvPr>
          <p:cNvSpPr txBox="1"/>
          <p:nvPr/>
        </p:nvSpPr>
        <p:spPr>
          <a:xfrm>
            <a:off x="457200" y="3917103"/>
            <a:ext cx="7406640" cy="1898148"/>
          </a:xfrm>
          <a:prstGeom prst="rect">
            <a:avLst/>
          </a:prstGeom>
          <a:noFill/>
        </p:spPr>
        <p:txBody>
          <a:bodyPr wrap="square">
            <a:spAutoFit/>
          </a:bodyPr>
          <a:lstStyle/>
          <a:p>
            <a:pPr>
              <a:lnSpc>
                <a:spcPct val="150000"/>
              </a:lnSpc>
              <a:buNone/>
            </a:pPr>
            <a:r>
              <a:rPr lang="en-IN" sz="1600" b="1" dirty="0">
                <a:latin typeface="Comic Sans MS" panose="030F0702030302020204" pitchFamily="66" charset="0"/>
              </a:rPr>
              <a:t>📅 1. Handling HTML5 </a:t>
            </a:r>
            <a:r>
              <a:rPr lang="en-IN" sz="1600" b="1" dirty="0">
                <a:effectLst/>
                <a:latin typeface="Comic Sans MS" panose="030F0702030302020204" pitchFamily="66" charset="0"/>
              </a:rPr>
              <a:t>&lt;input type="date"&gt;</a:t>
            </a:r>
            <a:endParaRPr lang="en-IN" sz="1600" dirty="0">
              <a:latin typeface="Comic Sans MS" panose="030F0702030302020204" pitchFamily="66" charset="0"/>
            </a:endParaRPr>
          </a:p>
          <a:p>
            <a:pPr>
              <a:lnSpc>
                <a:spcPct val="150000"/>
              </a:lnSpc>
              <a:buNone/>
            </a:pPr>
            <a:r>
              <a:rPr lang="en-IN" sz="1600" dirty="0">
                <a:latin typeface="Comic Sans MS" panose="030F0702030302020204" pitchFamily="66" charset="0"/>
              </a:rPr>
              <a:t>These date pickers allow direct value entry using </a:t>
            </a:r>
            <a:r>
              <a:rPr lang="en-IN" sz="1600" dirty="0" err="1">
                <a:effectLst/>
                <a:latin typeface="Comic Sans MS" panose="030F0702030302020204" pitchFamily="66" charset="0"/>
              </a:rPr>
              <a:t>sendKeys</a:t>
            </a:r>
            <a:r>
              <a:rPr lang="en-IN" sz="1600" dirty="0">
                <a:effectLst/>
                <a:latin typeface="Comic Sans MS" panose="030F0702030302020204" pitchFamily="66" charset="0"/>
              </a:rPr>
              <a:t>()</a:t>
            </a:r>
            <a:r>
              <a:rPr lang="en-IN" sz="1600" dirty="0">
                <a:latin typeface="Comic Sans MS" panose="030F0702030302020204" pitchFamily="66" charset="0"/>
              </a:rPr>
              <a:t>:</a:t>
            </a:r>
          </a:p>
          <a:p>
            <a:pPr>
              <a:lnSpc>
                <a:spcPct val="150000"/>
              </a:lnSpc>
              <a:buNone/>
            </a:pPr>
            <a:r>
              <a:rPr lang="en-IN" sz="1600" dirty="0">
                <a:effectLst/>
                <a:latin typeface="Comic Sans MS" panose="030F0702030302020204" pitchFamily="66" charset="0"/>
              </a:rPr>
              <a:t>// For example, &lt;input type="date" id="dob"&gt;</a:t>
            </a:r>
            <a:endParaRPr lang="en-IN" sz="1600" dirty="0">
              <a:latin typeface="Comic Sans MS" panose="030F0702030302020204" pitchFamily="66" charset="0"/>
            </a:endParaRPr>
          </a:p>
          <a:p>
            <a:pPr>
              <a:lnSpc>
                <a:spcPct val="150000"/>
              </a:lnSpc>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dateInput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("dob"));</a:t>
            </a:r>
            <a:endParaRPr lang="en-IN" sz="1600" dirty="0">
              <a:latin typeface="Comic Sans MS" panose="030F0702030302020204" pitchFamily="66" charset="0"/>
            </a:endParaRPr>
          </a:p>
          <a:p>
            <a:pPr>
              <a:lnSpc>
                <a:spcPct val="150000"/>
              </a:lnSpc>
              <a:buNone/>
            </a:pPr>
            <a:r>
              <a:rPr lang="en-IN" sz="1600" dirty="0" err="1">
                <a:effectLst/>
                <a:latin typeface="Comic Sans MS" panose="030F0702030302020204" pitchFamily="66" charset="0"/>
              </a:rPr>
              <a:t>dateInput.sendKeys</a:t>
            </a:r>
            <a:r>
              <a:rPr lang="en-IN" sz="1600" dirty="0">
                <a:effectLst/>
                <a:latin typeface="Comic Sans MS" panose="030F0702030302020204" pitchFamily="66" charset="0"/>
              </a:rPr>
              <a:t>("2025-06-12"); // Format: </a:t>
            </a:r>
            <a:r>
              <a:rPr lang="en-IN" sz="1600" dirty="0" err="1">
                <a:effectLst/>
                <a:latin typeface="Comic Sans MS" panose="030F0702030302020204" pitchFamily="66" charset="0"/>
              </a:rPr>
              <a:t>yyyy</a:t>
            </a:r>
            <a:r>
              <a:rPr lang="en-IN" sz="1600" dirty="0">
                <a:effectLst/>
                <a:latin typeface="Comic Sans MS" panose="030F0702030302020204" pitchFamily="66" charset="0"/>
              </a:rPr>
              <a:t>-MM-dd</a:t>
            </a:r>
          </a:p>
        </p:txBody>
      </p:sp>
      <p:sp>
        <p:nvSpPr>
          <p:cNvPr id="13" name="TextBox 12">
            <a:extLst>
              <a:ext uri="{FF2B5EF4-FFF2-40B4-BE49-F238E27FC236}">
                <a16:creationId xmlns:a16="http://schemas.microsoft.com/office/drawing/2014/main" id="{FF2DDD61-62A7-7760-E90A-92494E9BCF29}"/>
              </a:ext>
            </a:extLst>
          </p:cNvPr>
          <p:cNvSpPr txBox="1"/>
          <p:nvPr/>
        </p:nvSpPr>
        <p:spPr>
          <a:xfrm>
            <a:off x="6658283" y="4220066"/>
            <a:ext cx="5252720" cy="1569660"/>
          </a:xfrm>
          <a:prstGeom prst="rect">
            <a:avLst/>
          </a:prstGeom>
          <a:noFill/>
        </p:spPr>
        <p:txBody>
          <a:bodyPr wrap="square">
            <a:spAutoFit/>
          </a:bodyPr>
          <a:lstStyle/>
          <a:p>
            <a:pPr>
              <a:buNone/>
            </a:pPr>
            <a:r>
              <a:rPr lang="en-IN" sz="1600" b="1" dirty="0">
                <a:latin typeface="Comic Sans MS" panose="030F0702030302020204" pitchFamily="66" charset="0"/>
              </a:rPr>
              <a:t>📆 2. Handling Custom Calendar Widgets</a:t>
            </a:r>
            <a:endParaRPr lang="en-IN" sz="1600" dirty="0">
              <a:latin typeface="Comic Sans MS" panose="030F0702030302020204" pitchFamily="66" charset="0"/>
            </a:endParaRPr>
          </a:p>
          <a:p>
            <a:pPr>
              <a:buNone/>
            </a:pPr>
            <a:r>
              <a:rPr lang="en-IN" sz="1600" dirty="0">
                <a:latin typeface="Comic Sans MS" panose="030F0702030302020204" pitchFamily="66" charset="0"/>
              </a:rPr>
              <a:t>Custom date pickers render a calendar UI where you need to:</a:t>
            </a:r>
          </a:p>
          <a:p>
            <a:pPr>
              <a:buFont typeface="Arial" panose="020B0604020202020204" pitchFamily="34" charset="0"/>
              <a:buChar char="•"/>
            </a:pPr>
            <a:r>
              <a:rPr lang="en-IN" sz="1600" dirty="0">
                <a:latin typeface="Comic Sans MS" panose="030F0702030302020204" pitchFamily="66" charset="0"/>
              </a:rPr>
              <a:t>Click to open the calendar</a:t>
            </a:r>
          </a:p>
          <a:p>
            <a:pPr>
              <a:buFont typeface="Arial" panose="020B0604020202020204" pitchFamily="34" charset="0"/>
              <a:buChar char="•"/>
            </a:pPr>
            <a:r>
              <a:rPr lang="en-IN" sz="1600" dirty="0">
                <a:latin typeface="Comic Sans MS" panose="030F0702030302020204" pitchFamily="66" charset="0"/>
              </a:rPr>
              <a:t>Navigate to the correct month/year</a:t>
            </a:r>
          </a:p>
          <a:p>
            <a:pPr>
              <a:buFont typeface="Arial" panose="020B0604020202020204" pitchFamily="34" charset="0"/>
              <a:buChar char="•"/>
            </a:pPr>
            <a:r>
              <a:rPr lang="en-IN" sz="1600" dirty="0">
                <a:latin typeface="Comic Sans MS" panose="030F0702030302020204" pitchFamily="66" charset="0"/>
              </a:rPr>
              <a:t>Click on the desired date</a:t>
            </a:r>
          </a:p>
        </p:txBody>
      </p:sp>
    </p:spTree>
    <p:extLst>
      <p:ext uri="{BB962C8B-B14F-4D97-AF65-F5344CB8AC3E}">
        <p14:creationId xmlns:p14="http://schemas.microsoft.com/office/powerpoint/2010/main" val="250902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6695-5D7A-6F7C-DC2F-87E2E77DA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CDB43-6F08-36B0-0748-F9B35635E94C}"/>
              </a:ext>
            </a:extLst>
          </p:cNvPr>
          <p:cNvSpPr>
            <a:spLocks noGrp="1"/>
          </p:cNvSpPr>
          <p:nvPr>
            <p:ph type="title"/>
          </p:nvPr>
        </p:nvSpPr>
        <p:spPr>
          <a:xfrm>
            <a:off x="457200" y="457200"/>
            <a:ext cx="11277600" cy="332399"/>
          </a:xfrm>
        </p:spPr>
        <p:txBody>
          <a:bodyPr/>
          <a:lstStyle/>
          <a:p>
            <a:r>
              <a:rPr lang="en-IN" dirty="0"/>
              <a:t>Date Picker</a:t>
            </a:r>
          </a:p>
        </p:txBody>
      </p:sp>
      <p:sp>
        <p:nvSpPr>
          <p:cNvPr id="4" name="Footer Placeholder 3">
            <a:extLst>
              <a:ext uri="{FF2B5EF4-FFF2-40B4-BE49-F238E27FC236}">
                <a16:creationId xmlns:a16="http://schemas.microsoft.com/office/drawing/2014/main" id="{FB1A981D-EAB0-5759-9C93-6F0AF80BDE8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3D01DC3-6F79-D848-8B36-2F7DDBFEDBA4}"/>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7" name="TextBox 6">
            <a:extLst>
              <a:ext uri="{FF2B5EF4-FFF2-40B4-BE49-F238E27FC236}">
                <a16:creationId xmlns:a16="http://schemas.microsoft.com/office/drawing/2014/main" id="{4D66C829-8611-391E-ACC7-0BDEFC638414}"/>
              </a:ext>
            </a:extLst>
          </p:cNvPr>
          <p:cNvSpPr txBox="1"/>
          <p:nvPr/>
        </p:nvSpPr>
        <p:spPr>
          <a:xfrm>
            <a:off x="630810" y="891599"/>
            <a:ext cx="5465190" cy="5509200"/>
          </a:xfrm>
          <a:prstGeom prst="rect">
            <a:avLst/>
          </a:prstGeom>
          <a:noFill/>
        </p:spPr>
        <p:txBody>
          <a:bodyPr wrap="square">
            <a:spAutoFit/>
          </a:bodyPr>
          <a:lstStyle/>
          <a:p>
            <a:pPr>
              <a:buNone/>
            </a:pPr>
            <a:r>
              <a:rPr lang="en-IN" sz="1600" b="1" dirty="0">
                <a:latin typeface="Comic Sans MS" panose="030F0702030302020204" pitchFamily="66" charset="0"/>
              </a:rPr>
              <a:t>✅ Example Scenario:</a:t>
            </a:r>
            <a:endParaRPr lang="en-IN" sz="1600" dirty="0">
              <a:latin typeface="Comic Sans MS" panose="030F0702030302020204" pitchFamily="66" charset="0"/>
            </a:endParaRPr>
          </a:p>
          <a:p>
            <a:pPr>
              <a:buNone/>
            </a:pPr>
            <a:r>
              <a:rPr lang="en-IN" sz="1600" dirty="0">
                <a:latin typeface="Comic Sans MS" panose="030F0702030302020204" pitchFamily="66" charset="0"/>
              </a:rPr>
              <a:t>Let's say you have a custom calendar like this:</a:t>
            </a:r>
          </a:p>
          <a:p>
            <a:pPr>
              <a:buNone/>
            </a:pPr>
            <a:r>
              <a:rPr lang="en-IN" sz="1600" dirty="0">
                <a:effectLst/>
                <a:latin typeface="Comic Sans MS" panose="030F0702030302020204" pitchFamily="66" charset="0"/>
              </a:rPr>
              <a:t>&lt;input id="</a:t>
            </a:r>
            <a:r>
              <a:rPr lang="en-IN" sz="1600" dirty="0" err="1">
                <a:effectLst/>
                <a:latin typeface="Comic Sans MS" panose="030F0702030302020204" pitchFamily="66" charset="0"/>
              </a:rPr>
              <a:t>calendarInput</a:t>
            </a:r>
            <a:r>
              <a:rPr lang="en-IN" sz="1600" dirty="0">
                <a:effectLst/>
                <a:latin typeface="Comic Sans MS" panose="030F0702030302020204" pitchFamily="66" charset="0"/>
              </a:rPr>
              <a:t>"&gt;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&lt;div class="</a:t>
            </a:r>
            <a:r>
              <a:rPr lang="en-IN" sz="1600" dirty="0" err="1">
                <a:effectLst/>
                <a:latin typeface="Comic Sans MS" panose="030F0702030302020204" pitchFamily="66" charset="0"/>
              </a:rPr>
              <a:t>datepicker</a:t>
            </a:r>
            <a:r>
              <a:rPr lang="en-IN" sz="1600" dirty="0">
                <a:effectLst/>
                <a:latin typeface="Comic Sans MS" panose="030F0702030302020204" pitchFamily="66" charset="0"/>
              </a:rPr>
              <a:t>"&gt;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&lt;span class="month"&gt;June&lt;/span&gt;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&lt;span class="year"&gt;2025&lt;/span&gt;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&lt;button class="next"&gt;Next&lt;/button&gt;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&lt;table&gt;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&lt;td class="day"&gt;12&lt;/td&gt;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&lt;/table&gt;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&lt;/div&gt;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Selenium Code to Handle It: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1. Click to open the calendar</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calendarInput</a:t>
            </a:r>
            <a:r>
              <a:rPr lang="en-IN" sz="1600" dirty="0">
                <a:effectLst/>
                <a:latin typeface="Comic Sans MS" panose="030F0702030302020204" pitchFamily="66" charset="0"/>
              </a:rPr>
              <a:t>")).click();</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2. Wait for calendar to be visible</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WebDriverWait</a:t>
            </a:r>
            <a:r>
              <a:rPr lang="en-IN" sz="1600" dirty="0">
                <a:effectLst/>
                <a:latin typeface="Comic Sans MS" panose="030F0702030302020204" pitchFamily="66" charset="0"/>
              </a:rPr>
              <a:t> wait = new </a:t>
            </a:r>
            <a:r>
              <a:rPr lang="en-IN" sz="1600" dirty="0" err="1">
                <a:effectLst/>
                <a:latin typeface="Comic Sans MS" panose="030F0702030302020204" pitchFamily="66" charset="0"/>
              </a:rPr>
              <a:t>WebDriverWait</a:t>
            </a:r>
            <a:r>
              <a:rPr lang="en-IN" sz="1600" dirty="0">
                <a:effectLst/>
                <a:latin typeface="Comic Sans MS" panose="030F0702030302020204" pitchFamily="66" charset="0"/>
              </a:rPr>
              <a:t>(driver, </a:t>
            </a:r>
            <a:r>
              <a:rPr lang="en-IN" sz="1600" dirty="0" err="1">
                <a:effectLst/>
                <a:latin typeface="Comic Sans MS" panose="030F0702030302020204" pitchFamily="66" charset="0"/>
              </a:rPr>
              <a:t>Duration.ofSeconds</a:t>
            </a:r>
            <a:r>
              <a:rPr lang="en-IN" sz="1600" dirty="0">
                <a:effectLst/>
                <a:latin typeface="Comic Sans MS" panose="030F0702030302020204" pitchFamily="66" charset="0"/>
              </a:rPr>
              <a:t>(10));</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wait.until</a:t>
            </a:r>
            <a:r>
              <a:rPr lang="en-IN" sz="1600" dirty="0">
                <a:effectLst/>
                <a:latin typeface="Comic Sans MS" panose="030F0702030302020204" pitchFamily="66" charset="0"/>
              </a:rPr>
              <a:t>(</a:t>
            </a:r>
            <a:r>
              <a:rPr lang="en-IN" sz="1600" dirty="0" err="1">
                <a:effectLst/>
                <a:latin typeface="Comic Sans MS" panose="030F0702030302020204" pitchFamily="66" charset="0"/>
              </a:rPr>
              <a:t>ExpectedConditions.visibilityOfElementLocated</a:t>
            </a:r>
            <a:r>
              <a:rPr lang="en-IN" sz="1600" dirty="0">
                <a:effectLst/>
                <a:latin typeface="Comic Sans MS" panose="030F0702030302020204" pitchFamily="66" charset="0"/>
              </a:rPr>
              <a:t>(</a:t>
            </a:r>
            <a:r>
              <a:rPr lang="en-IN" sz="1600" dirty="0" err="1">
                <a:effectLst/>
                <a:latin typeface="Comic Sans MS" panose="030F0702030302020204" pitchFamily="66" charset="0"/>
              </a:rPr>
              <a:t>By.className</a:t>
            </a:r>
            <a:r>
              <a:rPr lang="en-IN" sz="1600" dirty="0">
                <a:effectLst/>
                <a:latin typeface="Comic Sans MS" panose="030F0702030302020204" pitchFamily="66" charset="0"/>
              </a:rPr>
              <a:t>("</a:t>
            </a:r>
            <a:r>
              <a:rPr lang="en-IN" sz="1600" dirty="0" err="1">
                <a:effectLst/>
                <a:latin typeface="Comic Sans MS" panose="030F0702030302020204" pitchFamily="66" charset="0"/>
              </a:rPr>
              <a:t>datepicker</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p:txBody>
      </p:sp>
      <p:sp>
        <p:nvSpPr>
          <p:cNvPr id="8" name="TextBox 7">
            <a:extLst>
              <a:ext uri="{FF2B5EF4-FFF2-40B4-BE49-F238E27FC236}">
                <a16:creationId xmlns:a16="http://schemas.microsoft.com/office/drawing/2014/main" id="{3F9E40CF-E8C8-C9BB-BF28-51370B0AE4E1}"/>
              </a:ext>
            </a:extLst>
          </p:cNvPr>
          <p:cNvSpPr txBox="1"/>
          <p:nvPr/>
        </p:nvSpPr>
        <p:spPr>
          <a:xfrm>
            <a:off x="6300249" y="792127"/>
            <a:ext cx="5549244" cy="4524315"/>
          </a:xfrm>
          <a:prstGeom prst="rect">
            <a:avLst/>
          </a:prstGeom>
          <a:noFill/>
        </p:spPr>
        <p:txBody>
          <a:bodyPr wrap="square">
            <a:spAutoFit/>
          </a:bodyPr>
          <a:lstStyle/>
          <a:p>
            <a:pPr>
              <a:buNone/>
            </a:pPr>
            <a:r>
              <a:rPr lang="en-IN" sz="1600" dirty="0">
                <a:effectLst/>
                <a:latin typeface="Comic Sans MS" panose="030F0702030302020204" pitchFamily="66" charset="0"/>
              </a:rPr>
              <a:t>// 3. Navigate to correct month &amp; year</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while (true)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String month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By.className</a:t>
            </a:r>
            <a:r>
              <a:rPr lang="en-IN" sz="1600" dirty="0">
                <a:effectLst/>
                <a:latin typeface="Comic Sans MS" panose="030F0702030302020204" pitchFamily="66" charset="0"/>
              </a:rPr>
              <a:t>("month")).</a:t>
            </a:r>
            <a:r>
              <a:rPr lang="en-IN" sz="1600" dirty="0" err="1">
                <a:effectLst/>
                <a:latin typeface="Comic Sans MS" panose="030F0702030302020204" pitchFamily="66" charset="0"/>
              </a:rPr>
              <a:t>getText</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String year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By.className</a:t>
            </a:r>
            <a:r>
              <a:rPr lang="en-IN" sz="1600" dirty="0">
                <a:effectLst/>
                <a:latin typeface="Comic Sans MS" panose="030F0702030302020204" pitchFamily="66" charset="0"/>
              </a:rPr>
              <a:t>("year")).</a:t>
            </a:r>
            <a:r>
              <a:rPr lang="en-IN" sz="1600" dirty="0" err="1">
                <a:effectLst/>
                <a:latin typeface="Comic Sans MS" panose="030F0702030302020204" pitchFamily="66" charset="0"/>
              </a:rPr>
              <a:t>getText</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if (</a:t>
            </a:r>
            <a:r>
              <a:rPr lang="en-IN" sz="1600" dirty="0" err="1">
                <a:effectLst/>
                <a:latin typeface="Comic Sans MS" panose="030F0702030302020204" pitchFamily="66" charset="0"/>
              </a:rPr>
              <a:t>month.equals</a:t>
            </a:r>
            <a:r>
              <a:rPr lang="en-IN" sz="1600" dirty="0">
                <a:effectLst/>
                <a:latin typeface="Comic Sans MS" panose="030F0702030302020204" pitchFamily="66" charset="0"/>
              </a:rPr>
              <a:t>(“January") &amp;&amp; </a:t>
            </a:r>
            <a:r>
              <a:rPr lang="en-IN" sz="1600" dirty="0" err="1">
                <a:effectLst/>
                <a:latin typeface="Comic Sans MS" panose="030F0702030302020204" pitchFamily="66" charset="0"/>
              </a:rPr>
              <a:t>year.equals</a:t>
            </a:r>
            <a:r>
              <a:rPr lang="en-IN" sz="1600" dirty="0">
                <a:effectLst/>
                <a:latin typeface="Comic Sans MS" panose="030F0702030302020204" pitchFamily="66" charset="0"/>
              </a:rPr>
              <a:t>(“2026"))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break;</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 else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By.className</a:t>
            </a:r>
            <a:r>
              <a:rPr lang="en-IN" sz="1600" dirty="0">
                <a:effectLst/>
                <a:latin typeface="Comic Sans MS" panose="030F0702030302020204" pitchFamily="66" charset="0"/>
              </a:rPr>
              <a:t>("next")).click();</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4. Select the day</a:t>
            </a:r>
            <a:endParaRPr lang="en-IN" sz="1600" dirty="0">
              <a:latin typeface="Comic Sans MS" panose="030F0702030302020204" pitchFamily="66" charset="0"/>
            </a:endParaRPr>
          </a:p>
          <a:p>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By.xpath</a:t>
            </a:r>
            <a:r>
              <a:rPr lang="en-IN" sz="1600" dirty="0">
                <a:effectLst/>
                <a:latin typeface="Comic Sans MS" panose="030F0702030302020204" pitchFamily="66" charset="0"/>
              </a:rPr>
              <a:t>("//td[text()=‘05']")).click();</a:t>
            </a:r>
            <a:endParaRPr lang="en-IN" sz="1600" dirty="0">
              <a:latin typeface="Comic Sans MS" panose="030F0702030302020204" pitchFamily="66" charset="0"/>
            </a:endParaRPr>
          </a:p>
        </p:txBody>
      </p:sp>
    </p:spTree>
    <p:extLst>
      <p:ext uri="{BB962C8B-B14F-4D97-AF65-F5344CB8AC3E}">
        <p14:creationId xmlns:p14="http://schemas.microsoft.com/office/powerpoint/2010/main" val="263142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14A8D-FA35-4D9B-7AC7-D4BB53A52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668B8-13BD-2110-D672-E7E2676F7B58}"/>
              </a:ext>
            </a:extLst>
          </p:cNvPr>
          <p:cNvSpPr>
            <a:spLocks noGrp="1"/>
          </p:cNvSpPr>
          <p:nvPr>
            <p:ph type="title"/>
          </p:nvPr>
        </p:nvSpPr>
        <p:spPr>
          <a:xfrm>
            <a:off x="457200" y="457200"/>
            <a:ext cx="11277600" cy="332399"/>
          </a:xfrm>
        </p:spPr>
        <p:txBody>
          <a:bodyPr/>
          <a:lstStyle/>
          <a:p>
            <a:r>
              <a:rPr lang="en-IN" dirty="0"/>
              <a:t>Date Picker</a:t>
            </a:r>
          </a:p>
        </p:txBody>
      </p:sp>
      <p:sp>
        <p:nvSpPr>
          <p:cNvPr id="4" name="Footer Placeholder 3">
            <a:extLst>
              <a:ext uri="{FF2B5EF4-FFF2-40B4-BE49-F238E27FC236}">
                <a16:creationId xmlns:a16="http://schemas.microsoft.com/office/drawing/2014/main" id="{F4713110-6C87-E012-1264-A569719C19B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A9C14D3-10B4-0C8F-A271-D98846E3B32E}"/>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0848FD9B-2493-8844-F050-355E754B25B5}"/>
              </a:ext>
            </a:extLst>
          </p:cNvPr>
          <p:cNvSpPr txBox="1"/>
          <p:nvPr/>
        </p:nvSpPr>
        <p:spPr>
          <a:xfrm>
            <a:off x="457200" y="917543"/>
            <a:ext cx="6014720" cy="5016758"/>
          </a:xfrm>
          <a:prstGeom prst="rect">
            <a:avLst/>
          </a:prstGeom>
          <a:noFill/>
        </p:spPr>
        <p:txBody>
          <a:bodyPr wrap="square">
            <a:spAutoFit/>
          </a:bodyPr>
          <a:lstStyle/>
          <a:p>
            <a:pPr>
              <a:buNone/>
            </a:pPr>
            <a:r>
              <a:rPr lang="en-IN" sz="1600" b="1" dirty="0">
                <a:effectLst/>
                <a:latin typeface="Comic Sans MS" panose="030F0702030302020204" pitchFamily="66" charset="0"/>
              </a:rPr>
              <a:t>Example: Using Actions for a Date Picker</a:t>
            </a:r>
            <a:endParaRPr lang="en-IN" sz="1600" dirty="0">
              <a:latin typeface="Comic Sans MS" panose="030F0702030302020204" pitchFamily="66" charset="0"/>
            </a:endParaRPr>
          </a:p>
          <a:p>
            <a:pPr>
              <a:buNone/>
            </a:pPr>
            <a:r>
              <a:rPr lang="en-IN" sz="1600" dirty="0">
                <a:latin typeface="Comic Sans MS" panose="030F0702030302020204" pitchFamily="66" charset="0"/>
              </a:rPr>
              <a:t>Suppose you have a calendar icon that appears only on hover, or a date cell that needs a special click:</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1. Hover over calendar icon</a:t>
            </a: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calendarIcon</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calendarIcon</a:t>
            </a:r>
            <a:r>
              <a:rPr lang="en-IN" sz="1600" dirty="0">
                <a:effectLst/>
                <a:latin typeface="Comic Sans MS" panose="030F0702030302020204" pitchFamily="66" charset="0"/>
              </a:rPr>
              <a:t>"));</a:t>
            </a:r>
          </a:p>
          <a:p>
            <a:pPr>
              <a:buNone/>
            </a:pPr>
            <a:r>
              <a:rPr lang="en-IN" sz="1600" dirty="0">
                <a:effectLst/>
                <a:latin typeface="Comic Sans MS" panose="030F0702030302020204" pitchFamily="66" charset="0"/>
              </a:rPr>
              <a:t>Actions </a:t>
            </a:r>
            <a:r>
              <a:rPr lang="en-IN" sz="1600" dirty="0" err="1">
                <a:effectLst/>
                <a:latin typeface="Comic Sans MS" panose="030F0702030302020204" pitchFamily="66" charset="0"/>
              </a:rPr>
              <a:t>actions</a:t>
            </a:r>
            <a:r>
              <a:rPr lang="en-IN" sz="1600" dirty="0">
                <a:effectLst/>
                <a:latin typeface="Comic Sans MS" panose="030F0702030302020204" pitchFamily="66" charset="0"/>
              </a:rPr>
              <a:t> = new Actions(driver);</a:t>
            </a:r>
          </a:p>
          <a:p>
            <a:pPr>
              <a:buNone/>
            </a:pPr>
            <a:r>
              <a:rPr lang="en-IN" sz="1600" dirty="0" err="1">
                <a:effectLst/>
                <a:latin typeface="Comic Sans MS" panose="030F0702030302020204" pitchFamily="66" charset="0"/>
              </a:rPr>
              <a:t>actions.moveToElement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calendarIcon</a:t>
            </a:r>
            <a:r>
              <a:rPr lang="en-IN" sz="1600" dirty="0">
                <a:effectLst/>
                <a:latin typeface="Comic Sans MS" panose="030F0702030302020204" pitchFamily="66" charset="0"/>
              </a:rPr>
              <a:t>).click().perform();</a:t>
            </a:r>
          </a:p>
          <a:p>
            <a:pPr>
              <a:buNone/>
            </a:pPr>
            <a:r>
              <a:rPr lang="en-IN" sz="1600" dirty="0">
                <a:effectLst/>
                <a:latin typeface="Comic Sans MS" panose="030F0702030302020204" pitchFamily="66" charset="0"/>
              </a:rPr>
              <a:t> </a:t>
            </a:r>
          </a:p>
          <a:p>
            <a:pPr>
              <a:buNone/>
            </a:pPr>
            <a:r>
              <a:rPr lang="en-IN" sz="1600" dirty="0">
                <a:effectLst/>
                <a:latin typeface="Comic Sans MS" panose="030F0702030302020204" pitchFamily="66" charset="0"/>
              </a:rPr>
              <a:t>// 2. Wait for calendar to appear</a:t>
            </a:r>
          </a:p>
          <a:p>
            <a:pPr>
              <a:buNone/>
            </a:pPr>
            <a:r>
              <a:rPr lang="en-IN" sz="1600" dirty="0" err="1">
                <a:effectLst/>
                <a:latin typeface="Comic Sans MS" panose="030F0702030302020204" pitchFamily="66" charset="0"/>
              </a:rPr>
              <a:t>WebDriverWait</a:t>
            </a:r>
            <a:r>
              <a:rPr lang="en-IN" sz="1600" dirty="0">
                <a:effectLst/>
                <a:latin typeface="Comic Sans MS" panose="030F0702030302020204" pitchFamily="66" charset="0"/>
              </a:rPr>
              <a:t> wait = new </a:t>
            </a:r>
            <a:r>
              <a:rPr lang="en-IN" sz="1600" dirty="0" err="1">
                <a:effectLst/>
                <a:latin typeface="Comic Sans MS" panose="030F0702030302020204" pitchFamily="66" charset="0"/>
              </a:rPr>
              <a:t>WebDriverWait</a:t>
            </a:r>
            <a:r>
              <a:rPr lang="en-IN" sz="1600" dirty="0">
                <a:effectLst/>
                <a:latin typeface="Comic Sans MS" panose="030F0702030302020204" pitchFamily="66" charset="0"/>
              </a:rPr>
              <a:t>(driver, </a:t>
            </a:r>
            <a:r>
              <a:rPr lang="en-IN" sz="1600" dirty="0" err="1">
                <a:effectLst/>
                <a:latin typeface="Comic Sans MS" panose="030F0702030302020204" pitchFamily="66" charset="0"/>
              </a:rPr>
              <a:t>Duration.ofSeconds</a:t>
            </a:r>
            <a:r>
              <a:rPr lang="en-IN" sz="1600" dirty="0">
                <a:effectLst/>
                <a:latin typeface="Comic Sans MS" panose="030F0702030302020204" pitchFamily="66" charset="0"/>
              </a:rPr>
              <a:t>(10));</a:t>
            </a:r>
          </a:p>
          <a:p>
            <a:pPr>
              <a:buNone/>
            </a:pPr>
            <a:r>
              <a:rPr lang="en-IN" sz="1600" dirty="0" err="1">
                <a:effectLst/>
                <a:latin typeface="Comic Sans MS" panose="030F0702030302020204" pitchFamily="66" charset="0"/>
              </a:rPr>
              <a:t>wait.until</a:t>
            </a:r>
            <a:r>
              <a:rPr lang="en-IN" sz="1600" dirty="0">
                <a:effectLst/>
                <a:latin typeface="Comic Sans MS" panose="030F0702030302020204" pitchFamily="66" charset="0"/>
              </a:rPr>
              <a:t>(</a:t>
            </a:r>
            <a:r>
              <a:rPr lang="en-IN" sz="1600" dirty="0" err="1">
                <a:effectLst/>
                <a:latin typeface="Comic Sans MS" panose="030F0702030302020204" pitchFamily="66" charset="0"/>
              </a:rPr>
              <a:t>ExpectedConditions.visibilityOfElementLocated</a:t>
            </a:r>
            <a:r>
              <a:rPr lang="en-IN" sz="1600" dirty="0">
                <a:effectLst/>
                <a:latin typeface="Comic Sans MS" panose="030F0702030302020204" pitchFamily="66" charset="0"/>
              </a:rPr>
              <a:t>(</a:t>
            </a:r>
            <a:r>
              <a:rPr lang="en-IN" sz="1600" dirty="0" err="1">
                <a:effectLst/>
                <a:latin typeface="Comic Sans MS" panose="030F0702030302020204" pitchFamily="66" charset="0"/>
              </a:rPr>
              <a:t>By.className</a:t>
            </a:r>
            <a:r>
              <a:rPr lang="en-IN" sz="1600" dirty="0">
                <a:effectLst/>
                <a:latin typeface="Comic Sans MS" panose="030F0702030302020204" pitchFamily="66" charset="0"/>
              </a:rPr>
              <a:t>("calendar-popup")));</a:t>
            </a:r>
          </a:p>
          <a:p>
            <a:pPr>
              <a:buNone/>
            </a:pPr>
            <a:r>
              <a:rPr lang="en-IN" sz="1600" dirty="0">
                <a:effectLst/>
                <a:latin typeface="Comic Sans MS" panose="030F0702030302020204" pitchFamily="66" charset="0"/>
              </a:rPr>
              <a:t> </a:t>
            </a:r>
          </a:p>
          <a:p>
            <a:pPr>
              <a:buNone/>
            </a:pPr>
            <a:r>
              <a:rPr lang="en-IN" sz="1600" dirty="0">
                <a:effectLst/>
                <a:latin typeface="Comic Sans MS" panose="030F0702030302020204" pitchFamily="66" charset="0"/>
              </a:rPr>
              <a:t>// 3. Click on a date using Actions</a:t>
            </a: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dateToSelect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By.xpath</a:t>
            </a:r>
            <a:r>
              <a:rPr lang="en-IN" sz="1600" dirty="0">
                <a:effectLst/>
                <a:latin typeface="Comic Sans MS" panose="030F0702030302020204" pitchFamily="66" charset="0"/>
              </a:rPr>
              <a:t>("//td[text()=‘05']"));</a:t>
            </a:r>
          </a:p>
          <a:p>
            <a:r>
              <a:rPr lang="en-IN" sz="1600" dirty="0" err="1">
                <a:effectLst/>
                <a:latin typeface="Comic Sans MS" panose="030F0702030302020204" pitchFamily="66" charset="0"/>
              </a:rPr>
              <a:t>actions.moveToElement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dateToSelect</a:t>
            </a:r>
            <a:r>
              <a:rPr lang="en-IN" sz="1600" dirty="0">
                <a:effectLst/>
                <a:latin typeface="Comic Sans MS" panose="030F0702030302020204" pitchFamily="66" charset="0"/>
              </a:rPr>
              <a:t>).click().perform();</a:t>
            </a:r>
            <a:endParaRPr lang="en-IN" sz="1600" dirty="0">
              <a:latin typeface="Comic Sans MS" panose="030F0702030302020204" pitchFamily="66" charset="0"/>
            </a:endParaRPr>
          </a:p>
        </p:txBody>
      </p:sp>
      <p:sp>
        <p:nvSpPr>
          <p:cNvPr id="8" name="TextBox 7">
            <a:extLst>
              <a:ext uri="{FF2B5EF4-FFF2-40B4-BE49-F238E27FC236}">
                <a16:creationId xmlns:a16="http://schemas.microsoft.com/office/drawing/2014/main" id="{D8A4EAD8-3810-ACEF-D180-6DB5EB091968}"/>
              </a:ext>
            </a:extLst>
          </p:cNvPr>
          <p:cNvSpPr txBox="1"/>
          <p:nvPr/>
        </p:nvSpPr>
        <p:spPr>
          <a:xfrm>
            <a:off x="6736080" y="1818638"/>
            <a:ext cx="4836160" cy="3539430"/>
          </a:xfrm>
          <a:prstGeom prst="rect">
            <a:avLst/>
          </a:prstGeom>
          <a:noFill/>
        </p:spPr>
        <p:txBody>
          <a:bodyPr wrap="square">
            <a:spAutoFit/>
          </a:bodyPr>
          <a:lstStyle/>
          <a:p>
            <a:pPr>
              <a:buNone/>
            </a:pPr>
            <a:r>
              <a:rPr lang="en-US" sz="1600" b="1" dirty="0">
                <a:latin typeface="Comic Sans MS" panose="030F0702030302020204" pitchFamily="66" charset="0"/>
              </a:rPr>
              <a:t>🛠 When to Use Actions with Date Pickers</a:t>
            </a:r>
            <a:endParaRPr lang="en-US" sz="1600" dirty="0">
              <a:latin typeface="Comic Sans MS" panose="030F0702030302020204" pitchFamily="66" charset="0"/>
            </a:endParaRPr>
          </a:p>
          <a:p>
            <a:pPr>
              <a:buFont typeface="Arial" panose="020B0604020202020204" pitchFamily="34" charset="0"/>
              <a:buChar char="•"/>
            </a:pPr>
            <a:r>
              <a:rPr lang="en-US" sz="1600" dirty="0">
                <a:latin typeface="Comic Sans MS" panose="030F0702030302020204" pitchFamily="66" charset="0"/>
              </a:rPr>
              <a:t>The calendar appears only </a:t>
            </a:r>
            <a:r>
              <a:rPr lang="en-US" sz="1600" b="1" dirty="0">
                <a:latin typeface="Comic Sans MS" panose="030F0702030302020204" pitchFamily="66" charset="0"/>
              </a:rPr>
              <a:t>on mouse hover</a:t>
            </a:r>
            <a:r>
              <a:rPr lang="en-US" sz="1600" dirty="0">
                <a:latin typeface="Comic Sans MS" panose="030F0702030302020204" pitchFamily="66" charset="0"/>
              </a:rPr>
              <a:t>.</a:t>
            </a:r>
          </a:p>
          <a:p>
            <a:pPr>
              <a:buFont typeface="Arial" panose="020B0604020202020204" pitchFamily="34" charset="0"/>
              <a:buChar char="•"/>
            </a:pPr>
            <a:r>
              <a:rPr lang="en-US" sz="1600" dirty="0">
                <a:latin typeface="Comic Sans MS" panose="030F0702030302020204" pitchFamily="66" charset="0"/>
              </a:rPr>
              <a:t>Clicking using </a:t>
            </a:r>
            <a:r>
              <a:rPr lang="en-US" sz="1600" dirty="0" err="1">
                <a:effectLst/>
                <a:latin typeface="Comic Sans MS" panose="030F0702030302020204" pitchFamily="66" charset="0"/>
                <a:hlinkClick r:id="rId3" tooltip="http://element.click/"/>
              </a:rPr>
              <a:t>element.click</a:t>
            </a:r>
            <a:r>
              <a:rPr lang="en-US" sz="1600" dirty="0">
                <a:effectLst/>
                <a:latin typeface="Comic Sans MS" panose="030F0702030302020204" pitchFamily="66" charset="0"/>
              </a:rPr>
              <a:t>()</a:t>
            </a:r>
            <a:r>
              <a:rPr lang="en-US" sz="1600" dirty="0">
                <a:latin typeface="Comic Sans MS" panose="030F0702030302020204" pitchFamily="66" charset="0"/>
              </a:rPr>
              <a:t> </a:t>
            </a:r>
            <a:r>
              <a:rPr lang="en-US" sz="1600" b="1" dirty="0">
                <a:latin typeface="Comic Sans MS" panose="030F0702030302020204" pitchFamily="66" charset="0"/>
              </a:rPr>
              <a:t>doesn't work</a:t>
            </a:r>
            <a:r>
              <a:rPr lang="en-US" sz="1600" dirty="0">
                <a:latin typeface="Comic Sans MS" panose="030F0702030302020204" pitchFamily="66" charset="0"/>
              </a:rPr>
              <a:t> reliably.</a:t>
            </a:r>
          </a:p>
          <a:p>
            <a:pPr>
              <a:buFont typeface="Arial" panose="020B0604020202020204" pitchFamily="34" charset="0"/>
              <a:buChar char="•"/>
            </a:pPr>
            <a:r>
              <a:rPr lang="en-US" sz="1600" dirty="0">
                <a:latin typeface="Comic Sans MS" panose="030F0702030302020204" pitchFamily="66" charset="0"/>
              </a:rPr>
              <a:t>You need to </a:t>
            </a:r>
            <a:r>
              <a:rPr lang="en-US" sz="1600" b="1" dirty="0">
                <a:latin typeface="Comic Sans MS" panose="030F0702030302020204" pitchFamily="66" charset="0"/>
              </a:rPr>
              <a:t>hover over month/year dropdown</a:t>
            </a:r>
            <a:r>
              <a:rPr lang="en-US" sz="1600" dirty="0">
                <a:latin typeface="Comic Sans MS" panose="030F0702030302020204" pitchFamily="66" charset="0"/>
              </a:rPr>
              <a:t> before selection.</a:t>
            </a:r>
          </a:p>
          <a:p>
            <a:pPr>
              <a:buNone/>
            </a:pPr>
            <a:endParaRPr lang="en-US" sz="1600" dirty="0">
              <a:latin typeface="Comic Sans MS" panose="030F0702030302020204" pitchFamily="66" charset="0"/>
            </a:endParaRPr>
          </a:p>
          <a:p>
            <a:pPr>
              <a:buNone/>
            </a:pPr>
            <a:r>
              <a:rPr lang="en-US" sz="1600" dirty="0">
                <a:latin typeface="Comic Sans MS" panose="030F0702030302020204" pitchFamily="66" charset="0"/>
              </a:rPr>
              <a:t>If the </a:t>
            </a:r>
            <a:r>
              <a:rPr lang="en-US" sz="1600" dirty="0">
                <a:effectLst/>
                <a:latin typeface="Comic Sans MS" panose="030F0702030302020204" pitchFamily="66" charset="0"/>
              </a:rPr>
              <a:t>Actions</a:t>
            </a:r>
            <a:r>
              <a:rPr lang="en-US" sz="1600" dirty="0">
                <a:latin typeface="Comic Sans MS" panose="030F0702030302020204" pitchFamily="66" charset="0"/>
              </a:rPr>
              <a:t> class also fails due to JavaScript-heavy behavior, try using </a:t>
            </a:r>
            <a:r>
              <a:rPr lang="en-US" sz="1600" b="1" dirty="0" err="1">
                <a:latin typeface="Comic Sans MS" panose="030F0702030302020204" pitchFamily="66" charset="0"/>
              </a:rPr>
              <a:t>JavaScriptExecutor</a:t>
            </a:r>
            <a:r>
              <a:rPr lang="en-US" sz="1600" dirty="0">
                <a:latin typeface="Comic Sans MS" panose="030F0702030302020204" pitchFamily="66" charset="0"/>
              </a:rPr>
              <a:t> as a fallback:</a:t>
            </a:r>
          </a:p>
          <a:p>
            <a:pPr>
              <a:buNone/>
            </a:pPr>
            <a:r>
              <a:rPr lang="en-US" sz="1600" dirty="0" err="1">
                <a:effectLst/>
                <a:latin typeface="Comic Sans MS" panose="030F0702030302020204" pitchFamily="66" charset="0"/>
              </a:rPr>
              <a:t>JavascriptExecutor</a:t>
            </a:r>
            <a:r>
              <a:rPr lang="en-US" sz="1600" dirty="0">
                <a:effectLst/>
                <a:latin typeface="Comic Sans MS" panose="030F0702030302020204" pitchFamily="66" charset="0"/>
              </a:rPr>
              <a:t> </a:t>
            </a:r>
            <a:r>
              <a:rPr lang="en-US" sz="1600" dirty="0" err="1">
                <a:effectLst/>
                <a:latin typeface="Comic Sans MS" panose="030F0702030302020204" pitchFamily="66" charset="0"/>
              </a:rPr>
              <a:t>js</a:t>
            </a:r>
            <a:r>
              <a:rPr lang="en-US" sz="1600" dirty="0">
                <a:effectLst/>
                <a:latin typeface="Comic Sans MS" panose="030F0702030302020204" pitchFamily="66" charset="0"/>
              </a:rPr>
              <a:t> = (</a:t>
            </a:r>
            <a:r>
              <a:rPr lang="en-US" sz="1600" dirty="0" err="1">
                <a:effectLst/>
                <a:latin typeface="Comic Sans MS" panose="030F0702030302020204" pitchFamily="66" charset="0"/>
              </a:rPr>
              <a:t>JavascriptExecutor</a:t>
            </a:r>
            <a:r>
              <a:rPr lang="en-US" sz="1600" dirty="0">
                <a:effectLst/>
                <a:latin typeface="Comic Sans MS" panose="030F0702030302020204" pitchFamily="66" charset="0"/>
              </a:rPr>
              <a:t>) driver;</a:t>
            </a:r>
            <a:endParaRPr lang="en-US" sz="1600" dirty="0">
              <a:latin typeface="Comic Sans MS" panose="030F0702030302020204" pitchFamily="66" charset="0"/>
            </a:endParaRPr>
          </a:p>
          <a:p>
            <a:r>
              <a:rPr lang="en-US" sz="1600" dirty="0" err="1">
                <a:effectLst/>
                <a:latin typeface="Comic Sans MS" panose="030F0702030302020204" pitchFamily="66" charset="0"/>
              </a:rPr>
              <a:t>js.executeScript</a:t>
            </a:r>
            <a:r>
              <a:rPr lang="en-US" sz="1600" dirty="0">
                <a:effectLst/>
                <a:latin typeface="Comic Sans MS" panose="030F0702030302020204" pitchFamily="66" charset="0"/>
              </a:rPr>
              <a:t>("arguments[0].click();", element);</a:t>
            </a:r>
            <a:endParaRPr lang="en-IN" sz="1600" dirty="0">
              <a:latin typeface="Comic Sans MS" panose="030F0702030302020204" pitchFamily="66" charset="0"/>
            </a:endParaRPr>
          </a:p>
        </p:txBody>
      </p:sp>
    </p:spTree>
    <p:extLst>
      <p:ext uri="{BB962C8B-B14F-4D97-AF65-F5344CB8AC3E}">
        <p14:creationId xmlns:p14="http://schemas.microsoft.com/office/powerpoint/2010/main" val="48607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B8A9-79FC-5BB8-AE62-4289DD72B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8D9EC-ED97-2311-CB67-727AAFB43854}"/>
              </a:ext>
            </a:extLst>
          </p:cNvPr>
          <p:cNvSpPr>
            <a:spLocks noGrp="1"/>
          </p:cNvSpPr>
          <p:nvPr>
            <p:ph type="title"/>
          </p:nvPr>
        </p:nvSpPr>
        <p:spPr>
          <a:xfrm>
            <a:off x="457200" y="457200"/>
            <a:ext cx="11277600" cy="332399"/>
          </a:xfrm>
        </p:spPr>
        <p:txBody>
          <a:bodyPr/>
          <a:lstStyle/>
          <a:p>
            <a:r>
              <a:rPr lang="en-IN" dirty="0"/>
              <a:t>How to handle Dynamic elements </a:t>
            </a:r>
          </a:p>
        </p:txBody>
      </p:sp>
      <p:sp>
        <p:nvSpPr>
          <p:cNvPr id="4" name="Footer Placeholder 3">
            <a:extLst>
              <a:ext uri="{FF2B5EF4-FFF2-40B4-BE49-F238E27FC236}">
                <a16:creationId xmlns:a16="http://schemas.microsoft.com/office/drawing/2014/main" id="{425ED809-5AB5-8A96-5279-E412524919F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5897C55-2547-96C9-2063-C1739204E129}"/>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3" name="TextBox 2">
            <a:extLst>
              <a:ext uri="{FF2B5EF4-FFF2-40B4-BE49-F238E27FC236}">
                <a16:creationId xmlns:a16="http://schemas.microsoft.com/office/drawing/2014/main" id="{883E25C9-B897-4BBA-2E98-274CC889FD06}"/>
              </a:ext>
            </a:extLst>
          </p:cNvPr>
          <p:cNvSpPr txBox="1"/>
          <p:nvPr/>
        </p:nvSpPr>
        <p:spPr>
          <a:xfrm>
            <a:off x="660400" y="1443841"/>
            <a:ext cx="10759440" cy="4524315"/>
          </a:xfrm>
          <a:prstGeom prst="rect">
            <a:avLst/>
          </a:prstGeom>
          <a:noFill/>
        </p:spPr>
        <p:txBody>
          <a:bodyPr wrap="square">
            <a:spAutoFit/>
          </a:bodyPr>
          <a:lstStyle/>
          <a:p>
            <a:pPr>
              <a:buNone/>
            </a:pPr>
            <a:r>
              <a:rPr lang="en-US" dirty="0">
                <a:latin typeface="Comic Sans MS" panose="030F0702030302020204" pitchFamily="66" charset="0"/>
              </a:rPr>
              <a:t>A </a:t>
            </a:r>
            <a:r>
              <a:rPr lang="en-US" b="1" dirty="0">
                <a:latin typeface="Comic Sans MS" panose="030F0702030302020204" pitchFamily="66" charset="0"/>
              </a:rPr>
              <a:t>dynamic element</a:t>
            </a:r>
            <a:r>
              <a:rPr lang="en-US" dirty="0">
                <a:latin typeface="Comic Sans MS" panose="030F0702030302020204" pitchFamily="66" charset="0"/>
              </a:rPr>
              <a:t> is a web element whose properties (like ID, class, XPath, etc.) change every time the page is loaded or during interaction. For example:</a:t>
            </a:r>
          </a:p>
          <a:p>
            <a:pPr>
              <a:buNone/>
            </a:pPr>
            <a:r>
              <a:rPr lang="en-US" dirty="0">
                <a:effectLst/>
                <a:latin typeface="Comic Sans MS" panose="030F0702030302020204" pitchFamily="66" charset="0"/>
              </a:rPr>
              <a:t>&lt;input id="username_123" type="text"&gt;</a:t>
            </a:r>
            <a:endParaRPr lang="en-US" dirty="0">
              <a:latin typeface="Comic Sans MS" panose="030F0702030302020204" pitchFamily="66" charset="0"/>
            </a:endParaRPr>
          </a:p>
          <a:p>
            <a:pPr>
              <a:buNone/>
            </a:pPr>
            <a:r>
              <a:rPr lang="en-US" dirty="0">
                <a:effectLst/>
                <a:latin typeface="Comic Sans MS" panose="030F0702030302020204" pitchFamily="66" charset="0"/>
              </a:rPr>
              <a:t>Here, 123 might change on each load. </a:t>
            </a:r>
          </a:p>
          <a:p>
            <a:pPr>
              <a:buNone/>
            </a:pPr>
            <a:endParaRPr lang="en-US" dirty="0">
              <a:effectLst/>
              <a:latin typeface="Comic Sans MS" panose="030F0702030302020204" pitchFamily="66" charset="0"/>
            </a:endParaRPr>
          </a:p>
          <a:p>
            <a:pPr>
              <a:buNone/>
            </a:pPr>
            <a:endParaRPr lang="en-US" dirty="0">
              <a:latin typeface="Comic Sans MS" panose="030F0702030302020204" pitchFamily="66" charset="0"/>
            </a:endParaRPr>
          </a:p>
          <a:p>
            <a:pPr>
              <a:buNone/>
            </a:pPr>
            <a:r>
              <a:rPr lang="en-US" b="1" dirty="0">
                <a:latin typeface="Comic Sans MS" panose="030F0702030302020204" pitchFamily="66" charset="0"/>
              </a:rPr>
              <a:t>🔧 Strategies to Handle Dynamic Elements</a:t>
            </a:r>
          </a:p>
          <a:p>
            <a:pPr>
              <a:buNone/>
            </a:pPr>
            <a:endParaRPr lang="en-US" dirty="0">
              <a:latin typeface="Comic Sans MS" panose="030F0702030302020204" pitchFamily="66" charset="0"/>
            </a:endParaRPr>
          </a:p>
          <a:p>
            <a:pPr>
              <a:buNone/>
            </a:pPr>
            <a:r>
              <a:rPr lang="en-US" b="1" dirty="0">
                <a:latin typeface="Comic Sans MS" panose="030F0702030302020204" pitchFamily="66" charset="0"/>
              </a:rPr>
              <a:t>1. Use XPath with </a:t>
            </a:r>
            <a:r>
              <a:rPr lang="en-US" b="1" dirty="0">
                <a:effectLst/>
                <a:latin typeface="Comic Sans MS" panose="030F0702030302020204" pitchFamily="66" charset="0"/>
              </a:rPr>
              <a:t>contains()</a:t>
            </a:r>
            <a:r>
              <a:rPr lang="en-US" b="1" dirty="0">
                <a:latin typeface="Comic Sans MS" panose="030F0702030302020204" pitchFamily="66" charset="0"/>
              </a:rPr>
              <a:t> or </a:t>
            </a:r>
            <a:r>
              <a:rPr lang="en-US" b="1" dirty="0">
                <a:effectLst/>
                <a:latin typeface="Comic Sans MS" panose="030F0702030302020204" pitchFamily="66" charset="0"/>
              </a:rPr>
              <a:t>starts-with()</a:t>
            </a:r>
            <a:endParaRPr lang="en-US" dirty="0">
              <a:latin typeface="Comic Sans MS" panose="030F0702030302020204" pitchFamily="66" charset="0"/>
            </a:endParaRPr>
          </a:p>
          <a:p>
            <a:pPr>
              <a:buNone/>
            </a:pPr>
            <a:r>
              <a:rPr lang="en-US" dirty="0">
                <a:latin typeface="Comic Sans MS" panose="030F0702030302020204" pitchFamily="66" charset="0"/>
              </a:rPr>
              <a:t>If the element ID or other attributes are partially static, use functions like </a:t>
            </a:r>
            <a:r>
              <a:rPr lang="en-US" dirty="0">
                <a:effectLst/>
                <a:latin typeface="Comic Sans MS" panose="030F0702030302020204" pitchFamily="66" charset="0"/>
              </a:rPr>
              <a:t>contains()</a:t>
            </a:r>
            <a:r>
              <a:rPr lang="en-US" dirty="0">
                <a:latin typeface="Comic Sans MS" panose="030F0702030302020204" pitchFamily="66" charset="0"/>
              </a:rPr>
              <a:t> or </a:t>
            </a:r>
            <a:r>
              <a:rPr lang="en-US" dirty="0">
                <a:effectLst/>
                <a:latin typeface="Comic Sans MS" panose="030F0702030302020204" pitchFamily="66" charset="0"/>
              </a:rPr>
              <a:t>starts-with()</a:t>
            </a:r>
            <a:r>
              <a:rPr lang="en-US" dirty="0">
                <a:latin typeface="Comic Sans MS" panose="030F0702030302020204" pitchFamily="66" charset="0"/>
              </a:rPr>
              <a:t>:</a:t>
            </a:r>
          </a:p>
          <a:p>
            <a:pPr>
              <a:buNone/>
            </a:pPr>
            <a:r>
              <a:rPr lang="en-US" dirty="0">
                <a:effectLst/>
                <a:latin typeface="Comic Sans MS" panose="030F0702030302020204" pitchFamily="66" charset="0"/>
              </a:rPr>
              <a:t>// Using contains</a:t>
            </a:r>
            <a:endParaRPr lang="en-US" dirty="0">
              <a:latin typeface="Comic Sans MS" panose="030F0702030302020204" pitchFamily="66" charset="0"/>
            </a:endParaRPr>
          </a:p>
          <a:p>
            <a:pPr>
              <a:buNone/>
            </a:pPr>
            <a:r>
              <a:rPr lang="en-US" dirty="0" err="1">
                <a:effectLst/>
                <a:latin typeface="Comic Sans MS" panose="030F0702030302020204" pitchFamily="66" charset="0"/>
              </a:rPr>
              <a:t>driver.findElement</a:t>
            </a:r>
            <a:r>
              <a:rPr lang="en-US" dirty="0">
                <a:effectLst/>
                <a:latin typeface="Comic Sans MS" panose="030F0702030302020204" pitchFamily="66" charset="0"/>
              </a:rPr>
              <a:t>(</a:t>
            </a:r>
            <a:r>
              <a:rPr lang="en-US" dirty="0" err="1">
                <a:effectLst/>
                <a:latin typeface="Comic Sans MS" panose="030F0702030302020204" pitchFamily="66" charset="0"/>
              </a:rPr>
              <a:t>By.xpath</a:t>
            </a:r>
            <a:r>
              <a:rPr lang="en-US" dirty="0">
                <a:effectLst/>
                <a:latin typeface="Comic Sans MS" panose="030F0702030302020204" pitchFamily="66" charset="0"/>
              </a:rPr>
              <a:t>("//input[contains(@id,'username_')]")).sendKeys("admin");</a:t>
            </a:r>
            <a:endParaRPr lang="en-US" dirty="0">
              <a:latin typeface="Comic Sans MS" panose="030F0702030302020204" pitchFamily="66" charset="0"/>
            </a:endParaRPr>
          </a:p>
          <a:p>
            <a:pPr>
              <a:buNone/>
            </a:pPr>
            <a:r>
              <a:rPr lang="en-US" dirty="0">
                <a:latin typeface="Comic Sans MS" panose="030F0702030302020204" pitchFamily="66" charset="0"/>
              </a:rPr>
              <a:t> </a:t>
            </a:r>
          </a:p>
          <a:p>
            <a:pPr>
              <a:buNone/>
            </a:pPr>
            <a:r>
              <a:rPr lang="en-US" dirty="0">
                <a:effectLst/>
                <a:latin typeface="Comic Sans MS" panose="030F0702030302020204" pitchFamily="66" charset="0"/>
              </a:rPr>
              <a:t>// Using starts-with</a:t>
            </a:r>
            <a:endParaRPr lang="en-US" dirty="0">
              <a:latin typeface="Comic Sans MS" panose="030F0702030302020204" pitchFamily="66" charset="0"/>
            </a:endParaRPr>
          </a:p>
          <a:p>
            <a:r>
              <a:rPr lang="en-US" dirty="0" err="1">
                <a:effectLst/>
                <a:latin typeface="Comic Sans MS" panose="030F0702030302020204" pitchFamily="66" charset="0"/>
              </a:rPr>
              <a:t>driver.findElement</a:t>
            </a:r>
            <a:r>
              <a:rPr lang="en-US" dirty="0">
                <a:effectLst/>
                <a:latin typeface="Comic Sans MS" panose="030F0702030302020204" pitchFamily="66" charset="0"/>
              </a:rPr>
              <a:t>(</a:t>
            </a:r>
            <a:r>
              <a:rPr lang="en-US" dirty="0" err="1">
                <a:effectLst/>
                <a:latin typeface="Comic Sans MS" panose="030F0702030302020204" pitchFamily="66" charset="0"/>
              </a:rPr>
              <a:t>By.xpath</a:t>
            </a:r>
            <a:r>
              <a:rPr lang="en-US" dirty="0">
                <a:effectLst/>
                <a:latin typeface="Comic Sans MS" panose="030F0702030302020204" pitchFamily="66" charset="0"/>
              </a:rPr>
              <a:t>("//input[starts-with(@id,'username_')]")).sendKeys("admin");</a:t>
            </a:r>
            <a:endParaRPr lang="en-US" dirty="0">
              <a:latin typeface="Comic Sans MS" panose="030F0702030302020204" pitchFamily="66" charset="0"/>
            </a:endParaRPr>
          </a:p>
        </p:txBody>
      </p:sp>
    </p:spTree>
    <p:extLst>
      <p:ext uri="{BB962C8B-B14F-4D97-AF65-F5344CB8AC3E}">
        <p14:creationId xmlns:p14="http://schemas.microsoft.com/office/powerpoint/2010/main" val="361011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B7C21-6E68-9B5D-BCD3-E2658B6B3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C7DD9-CB3C-54D9-5541-BF8CB4BE76ED}"/>
              </a:ext>
            </a:extLst>
          </p:cNvPr>
          <p:cNvSpPr>
            <a:spLocks noGrp="1"/>
          </p:cNvSpPr>
          <p:nvPr>
            <p:ph type="title"/>
          </p:nvPr>
        </p:nvSpPr>
        <p:spPr>
          <a:xfrm>
            <a:off x="457200" y="457200"/>
            <a:ext cx="11277600" cy="332399"/>
          </a:xfrm>
        </p:spPr>
        <p:txBody>
          <a:bodyPr/>
          <a:lstStyle/>
          <a:p>
            <a:r>
              <a:rPr lang="en-IN" dirty="0"/>
              <a:t>How to handle Dynamic elements </a:t>
            </a:r>
          </a:p>
        </p:txBody>
      </p:sp>
      <p:sp>
        <p:nvSpPr>
          <p:cNvPr id="4" name="Footer Placeholder 3">
            <a:extLst>
              <a:ext uri="{FF2B5EF4-FFF2-40B4-BE49-F238E27FC236}">
                <a16:creationId xmlns:a16="http://schemas.microsoft.com/office/drawing/2014/main" id="{CB7F02F4-2177-28D1-E697-9EA4C1E9718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6DBF95F-0C58-AEA3-D2C4-F5D189093FE8}"/>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7" name="TextBox 6">
            <a:extLst>
              <a:ext uri="{FF2B5EF4-FFF2-40B4-BE49-F238E27FC236}">
                <a16:creationId xmlns:a16="http://schemas.microsoft.com/office/drawing/2014/main" id="{0989EA17-79DA-769C-322F-98AFD893E89F}"/>
              </a:ext>
            </a:extLst>
          </p:cNvPr>
          <p:cNvSpPr txBox="1"/>
          <p:nvPr/>
        </p:nvSpPr>
        <p:spPr>
          <a:xfrm>
            <a:off x="528320" y="1036380"/>
            <a:ext cx="11054080" cy="2585323"/>
          </a:xfrm>
          <a:prstGeom prst="rect">
            <a:avLst/>
          </a:prstGeom>
          <a:noFill/>
        </p:spPr>
        <p:txBody>
          <a:bodyPr wrap="square">
            <a:spAutoFit/>
          </a:bodyPr>
          <a:lstStyle/>
          <a:p>
            <a:pPr>
              <a:buNone/>
            </a:pPr>
            <a:r>
              <a:rPr lang="en-US" b="1" dirty="0">
                <a:effectLst/>
                <a:latin typeface="Comic Sans MS" panose="030F0702030302020204" pitchFamily="66" charset="0"/>
              </a:rPr>
              <a:t>2. Use normalize-space() for text-based elements</a:t>
            </a:r>
            <a:endParaRPr lang="en-US" dirty="0">
              <a:latin typeface="Comic Sans MS" panose="030F0702030302020204" pitchFamily="66" charset="0"/>
            </a:endParaRPr>
          </a:p>
          <a:p>
            <a:pPr>
              <a:buNone/>
            </a:pPr>
            <a:r>
              <a:rPr lang="en-US" dirty="0">
                <a:latin typeface="Comic Sans MS" panose="030F0702030302020204" pitchFamily="66" charset="0"/>
              </a:rPr>
              <a:t>To ignore extra spaces in visible text:</a:t>
            </a:r>
          </a:p>
          <a:p>
            <a:pPr>
              <a:buNone/>
            </a:pPr>
            <a:r>
              <a:rPr lang="en-US" dirty="0" err="1">
                <a:effectLst/>
                <a:latin typeface="Comic Sans MS" panose="030F0702030302020204" pitchFamily="66" charset="0"/>
              </a:rPr>
              <a:t>driver.findElement</a:t>
            </a:r>
            <a:r>
              <a:rPr lang="en-US" dirty="0">
                <a:effectLst/>
                <a:latin typeface="Comic Sans MS" panose="030F0702030302020204" pitchFamily="66" charset="0"/>
              </a:rPr>
              <a:t>(</a:t>
            </a:r>
            <a:r>
              <a:rPr lang="en-US" dirty="0" err="1">
                <a:effectLst/>
                <a:latin typeface="Comic Sans MS" panose="030F0702030302020204" pitchFamily="66" charset="0"/>
              </a:rPr>
              <a:t>By.xpath</a:t>
            </a:r>
            <a:r>
              <a:rPr lang="en-US" dirty="0">
                <a:effectLst/>
                <a:latin typeface="Comic Sans MS" panose="030F0702030302020204" pitchFamily="66" charset="0"/>
              </a:rPr>
              <a:t>("//button[normalize-space()='Submit']")).click();</a:t>
            </a:r>
          </a:p>
          <a:p>
            <a:pPr>
              <a:buNone/>
            </a:pPr>
            <a:endParaRPr lang="en-US" dirty="0">
              <a:effectLst/>
              <a:latin typeface="Comic Sans MS" panose="030F0702030302020204" pitchFamily="66" charset="0"/>
            </a:endParaRPr>
          </a:p>
          <a:p>
            <a:pPr>
              <a:buNone/>
            </a:pPr>
            <a:r>
              <a:rPr lang="en-US" b="1" dirty="0">
                <a:latin typeface="Comic Sans MS" panose="030F0702030302020204" pitchFamily="66" charset="0"/>
              </a:rPr>
              <a:t>3. Use </a:t>
            </a:r>
            <a:r>
              <a:rPr lang="en-US" b="1" dirty="0">
                <a:effectLst/>
                <a:latin typeface="Comic Sans MS" panose="030F0702030302020204" pitchFamily="66" charset="0"/>
              </a:rPr>
              <a:t>following-sibling</a:t>
            </a:r>
            <a:r>
              <a:rPr lang="en-US" b="1" dirty="0">
                <a:latin typeface="Comic Sans MS" panose="030F0702030302020204" pitchFamily="66" charset="0"/>
              </a:rPr>
              <a:t>, </a:t>
            </a:r>
            <a:r>
              <a:rPr lang="en-US" b="1" dirty="0">
                <a:effectLst/>
                <a:latin typeface="Comic Sans MS" panose="030F0702030302020204" pitchFamily="66" charset="0"/>
              </a:rPr>
              <a:t>preceding-sibling</a:t>
            </a:r>
            <a:r>
              <a:rPr lang="en-US" b="1" dirty="0">
                <a:latin typeface="Comic Sans MS" panose="030F0702030302020204" pitchFamily="66" charset="0"/>
              </a:rPr>
              <a:t>, or other XPath axes</a:t>
            </a:r>
            <a:endParaRPr lang="en-US" dirty="0">
              <a:latin typeface="Comic Sans MS" panose="030F0702030302020204" pitchFamily="66" charset="0"/>
            </a:endParaRPr>
          </a:p>
          <a:p>
            <a:pPr>
              <a:buNone/>
            </a:pPr>
            <a:r>
              <a:rPr lang="en-US" dirty="0">
                <a:latin typeface="Comic Sans MS" panose="030F0702030302020204" pitchFamily="66" charset="0"/>
              </a:rPr>
              <a:t>If an element has a relative position to a stable element:</a:t>
            </a:r>
          </a:p>
          <a:p>
            <a:pPr>
              <a:buNone/>
            </a:pPr>
            <a:r>
              <a:rPr lang="en-US" dirty="0">
                <a:effectLst/>
                <a:latin typeface="Comic Sans MS" panose="030F0702030302020204" pitchFamily="66" charset="0"/>
              </a:rPr>
              <a:t>// Clicking a button next to a label</a:t>
            </a:r>
            <a:endParaRPr lang="en-US" dirty="0">
              <a:latin typeface="Comic Sans MS" panose="030F0702030302020204" pitchFamily="66" charset="0"/>
            </a:endParaRPr>
          </a:p>
          <a:p>
            <a:r>
              <a:rPr lang="en-US" dirty="0" err="1">
                <a:effectLst/>
                <a:latin typeface="Comic Sans MS" panose="030F0702030302020204" pitchFamily="66" charset="0"/>
              </a:rPr>
              <a:t>driver.findElement</a:t>
            </a:r>
            <a:r>
              <a:rPr lang="en-US" dirty="0">
                <a:effectLst/>
                <a:latin typeface="Comic Sans MS" panose="030F0702030302020204" pitchFamily="66" charset="0"/>
              </a:rPr>
              <a:t>(</a:t>
            </a:r>
            <a:r>
              <a:rPr lang="en-US" dirty="0" err="1">
                <a:effectLst/>
                <a:latin typeface="Comic Sans MS" panose="030F0702030302020204" pitchFamily="66" charset="0"/>
              </a:rPr>
              <a:t>By.xpath</a:t>
            </a:r>
            <a:r>
              <a:rPr lang="en-US" dirty="0">
                <a:effectLst/>
                <a:latin typeface="Comic Sans MS" panose="030F0702030302020204" pitchFamily="66" charset="0"/>
              </a:rPr>
              <a:t>("//label[text()='Email']/following-sibling::input")).</a:t>
            </a:r>
            <a:r>
              <a:rPr lang="en-US" dirty="0" err="1">
                <a:effectLst/>
                <a:latin typeface="Comic Sans MS" panose="030F0702030302020204" pitchFamily="66" charset="0"/>
              </a:rPr>
              <a:t>sendKeys</a:t>
            </a:r>
            <a:r>
              <a:rPr lang="en-US" dirty="0">
                <a:effectLst/>
                <a:latin typeface="Comic Sans MS" panose="030F0702030302020204" pitchFamily="66" charset="0"/>
              </a:rPr>
              <a:t>("test@example.com");</a:t>
            </a:r>
            <a:endParaRPr lang="en-US" dirty="0">
              <a:latin typeface="Comic Sans MS" panose="030F0702030302020204" pitchFamily="66" charset="0"/>
            </a:endParaRPr>
          </a:p>
        </p:txBody>
      </p:sp>
      <p:sp>
        <p:nvSpPr>
          <p:cNvPr id="8" name="TextBox 7">
            <a:extLst>
              <a:ext uri="{FF2B5EF4-FFF2-40B4-BE49-F238E27FC236}">
                <a16:creationId xmlns:a16="http://schemas.microsoft.com/office/drawing/2014/main" id="{8728D469-6A71-D1C4-9070-B908F36DC95F}"/>
              </a:ext>
            </a:extLst>
          </p:cNvPr>
          <p:cNvSpPr txBox="1"/>
          <p:nvPr/>
        </p:nvSpPr>
        <p:spPr>
          <a:xfrm>
            <a:off x="528321" y="3868484"/>
            <a:ext cx="11206480" cy="2031325"/>
          </a:xfrm>
          <a:prstGeom prst="rect">
            <a:avLst/>
          </a:prstGeom>
          <a:noFill/>
        </p:spPr>
        <p:txBody>
          <a:bodyPr wrap="square">
            <a:spAutoFit/>
          </a:bodyPr>
          <a:lstStyle/>
          <a:p>
            <a:pPr>
              <a:buNone/>
            </a:pPr>
            <a:r>
              <a:rPr lang="en-IN" b="1" dirty="0">
                <a:effectLst/>
                <a:latin typeface="Comic Sans MS" panose="030F0702030302020204" pitchFamily="66" charset="0"/>
              </a:rPr>
              <a:t>4. Use CSS Selectors</a:t>
            </a:r>
            <a:endParaRPr lang="en-IN" dirty="0">
              <a:latin typeface="Comic Sans MS" panose="030F0702030302020204" pitchFamily="66" charset="0"/>
            </a:endParaRPr>
          </a:p>
          <a:p>
            <a:pPr>
              <a:buNone/>
            </a:pPr>
            <a:r>
              <a:rPr lang="en-IN" dirty="0">
                <a:latin typeface="Comic Sans MS" panose="030F0702030302020204" pitchFamily="66" charset="0"/>
              </a:rPr>
              <a:t>CSS selectors are often shorter and more readable:</a:t>
            </a:r>
          </a:p>
          <a:p>
            <a:pPr>
              <a:buNone/>
            </a:pPr>
            <a:r>
              <a:rPr lang="en-IN" dirty="0">
                <a:effectLst/>
                <a:latin typeface="Comic Sans MS" panose="030F0702030302020204" pitchFamily="66" charset="0"/>
              </a:rPr>
              <a:t>// Match class that starts with</a:t>
            </a:r>
          </a:p>
          <a:p>
            <a:pPr>
              <a:buNone/>
            </a:pPr>
            <a:r>
              <a:rPr lang="en-IN" dirty="0" err="1">
                <a:effectLst/>
                <a:latin typeface="Comic Sans MS" panose="030F0702030302020204" pitchFamily="66" charset="0"/>
              </a:rPr>
              <a:t>driver.findElement</a:t>
            </a:r>
            <a:r>
              <a:rPr lang="en-IN" dirty="0">
                <a:effectLst/>
                <a:latin typeface="Comic Sans MS" panose="030F0702030302020204" pitchFamily="66" charset="0"/>
              </a:rPr>
              <a:t>(</a:t>
            </a:r>
            <a:r>
              <a:rPr lang="en-IN" dirty="0" err="1">
                <a:effectLst/>
                <a:latin typeface="Comic Sans MS" panose="030F0702030302020204" pitchFamily="66" charset="0"/>
              </a:rPr>
              <a:t>By.cssSelector</a:t>
            </a:r>
            <a:r>
              <a:rPr lang="en-IN" dirty="0">
                <a:effectLst/>
                <a:latin typeface="Comic Sans MS" panose="030F0702030302020204" pitchFamily="66" charset="0"/>
              </a:rPr>
              <a:t>("input[id^='username_']")).</a:t>
            </a:r>
            <a:r>
              <a:rPr lang="en-IN" dirty="0" err="1">
                <a:effectLst/>
                <a:latin typeface="Comic Sans MS" panose="030F0702030302020204" pitchFamily="66" charset="0"/>
              </a:rPr>
              <a:t>sendKeys</a:t>
            </a:r>
            <a:r>
              <a:rPr lang="en-IN" dirty="0">
                <a:effectLst/>
                <a:latin typeface="Comic Sans MS" panose="030F0702030302020204" pitchFamily="66" charset="0"/>
              </a:rPr>
              <a:t>("admin");</a:t>
            </a:r>
          </a:p>
          <a:p>
            <a:pPr>
              <a:buNone/>
            </a:pPr>
            <a:r>
              <a:rPr lang="en-IN" dirty="0">
                <a:effectLst/>
                <a:latin typeface="Comic Sans MS" panose="030F0702030302020204" pitchFamily="66" charset="0"/>
              </a:rPr>
              <a:t> </a:t>
            </a:r>
          </a:p>
          <a:p>
            <a:pPr>
              <a:buNone/>
            </a:pPr>
            <a:r>
              <a:rPr lang="en-IN" dirty="0">
                <a:effectLst/>
                <a:latin typeface="Comic Sans MS" panose="030F0702030302020204" pitchFamily="66" charset="0"/>
              </a:rPr>
              <a:t>// Match class that ends with</a:t>
            </a:r>
          </a:p>
          <a:p>
            <a:pPr>
              <a:buNone/>
            </a:pPr>
            <a:r>
              <a:rPr lang="en-IN" dirty="0" err="1">
                <a:effectLst/>
                <a:latin typeface="Comic Sans MS" panose="030F0702030302020204" pitchFamily="66" charset="0"/>
              </a:rPr>
              <a:t>driver.findElement</a:t>
            </a:r>
            <a:r>
              <a:rPr lang="en-IN" dirty="0">
                <a:effectLst/>
                <a:latin typeface="Comic Sans MS" panose="030F0702030302020204" pitchFamily="66" charset="0"/>
              </a:rPr>
              <a:t>(</a:t>
            </a:r>
            <a:r>
              <a:rPr lang="en-IN" dirty="0" err="1">
                <a:effectLst/>
                <a:latin typeface="Comic Sans MS" panose="030F0702030302020204" pitchFamily="66" charset="0"/>
              </a:rPr>
              <a:t>By.cssSelector</a:t>
            </a:r>
            <a:r>
              <a:rPr lang="en-IN" dirty="0">
                <a:effectLst/>
                <a:latin typeface="Comic Sans MS" panose="030F0702030302020204" pitchFamily="66" charset="0"/>
              </a:rPr>
              <a:t>("input[id$='_name']")).</a:t>
            </a:r>
            <a:r>
              <a:rPr lang="en-IN" dirty="0" err="1">
                <a:effectLst/>
                <a:latin typeface="Comic Sans MS" panose="030F0702030302020204" pitchFamily="66" charset="0"/>
              </a:rPr>
              <a:t>sendKeys</a:t>
            </a:r>
            <a:r>
              <a:rPr lang="en-IN" dirty="0">
                <a:effectLst/>
                <a:latin typeface="Comic Sans MS" panose="030F0702030302020204" pitchFamily="66" charset="0"/>
              </a:rPr>
              <a:t>("admin");</a:t>
            </a:r>
          </a:p>
        </p:txBody>
      </p:sp>
    </p:spTree>
    <p:extLst>
      <p:ext uri="{BB962C8B-B14F-4D97-AF65-F5344CB8AC3E}">
        <p14:creationId xmlns:p14="http://schemas.microsoft.com/office/powerpoint/2010/main" val="2326054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7BDF-5CFC-F06F-1CFF-0CD98C989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E5C71-7951-8249-B8AF-099F382F2CC7}"/>
              </a:ext>
            </a:extLst>
          </p:cNvPr>
          <p:cNvSpPr>
            <a:spLocks noGrp="1"/>
          </p:cNvSpPr>
          <p:nvPr>
            <p:ph type="title"/>
          </p:nvPr>
        </p:nvSpPr>
        <p:spPr>
          <a:xfrm>
            <a:off x="528320" y="457200"/>
            <a:ext cx="11277600" cy="332399"/>
          </a:xfrm>
        </p:spPr>
        <p:txBody>
          <a:bodyPr/>
          <a:lstStyle/>
          <a:p>
            <a:r>
              <a:rPr lang="en-IN" dirty="0"/>
              <a:t>How to handle Dynamic elements </a:t>
            </a:r>
          </a:p>
        </p:txBody>
      </p:sp>
      <p:sp>
        <p:nvSpPr>
          <p:cNvPr id="4" name="Footer Placeholder 3">
            <a:extLst>
              <a:ext uri="{FF2B5EF4-FFF2-40B4-BE49-F238E27FC236}">
                <a16:creationId xmlns:a16="http://schemas.microsoft.com/office/drawing/2014/main" id="{7C8F33BD-ADC3-27A7-B1F1-C14BDE96A4D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E91FE49-D72F-E5E6-1812-39DA88063FFD}"/>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3" name="TextBox 2">
            <a:extLst>
              <a:ext uri="{FF2B5EF4-FFF2-40B4-BE49-F238E27FC236}">
                <a16:creationId xmlns:a16="http://schemas.microsoft.com/office/drawing/2014/main" id="{BEB572B5-5613-1003-A7D8-BBD17349080E}"/>
              </a:ext>
            </a:extLst>
          </p:cNvPr>
          <p:cNvSpPr txBox="1"/>
          <p:nvPr/>
        </p:nvSpPr>
        <p:spPr>
          <a:xfrm>
            <a:off x="386080" y="1305341"/>
            <a:ext cx="11419840" cy="4247317"/>
          </a:xfrm>
          <a:prstGeom prst="rect">
            <a:avLst/>
          </a:prstGeom>
          <a:noFill/>
        </p:spPr>
        <p:txBody>
          <a:bodyPr wrap="square">
            <a:spAutoFit/>
          </a:bodyPr>
          <a:lstStyle/>
          <a:p>
            <a:pPr>
              <a:buNone/>
            </a:pPr>
            <a:r>
              <a:rPr lang="en-IN" b="1" dirty="0">
                <a:latin typeface="Comic Sans MS" panose="030F0702030302020204" pitchFamily="66" charset="0"/>
              </a:rPr>
              <a:t>5. Explicit Waits with Expected Conditions</a:t>
            </a:r>
            <a:endParaRPr lang="en-IN" dirty="0">
              <a:latin typeface="Comic Sans MS" panose="030F0702030302020204" pitchFamily="66" charset="0"/>
            </a:endParaRPr>
          </a:p>
          <a:p>
            <a:pPr>
              <a:buNone/>
            </a:pPr>
            <a:r>
              <a:rPr lang="en-IN" dirty="0">
                <a:latin typeface="Comic Sans MS" panose="030F0702030302020204" pitchFamily="66" charset="0"/>
              </a:rPr>
              <a:t>Dynamic elements may take time to load. Always use </a:t>
            </a:r>
            <a:r>
              <a:rPr lang="en-IN" dirty="0" err="1">
                <a:effectLst/>
                <a:latin typeface="Comic Sans MS" panose="030F0702030302020204" pitchFamily="66" charset="0"/>
              </a:rPr>
              <a:t>WebDriverWait</a:t>
            </a:r>
            <a:r>
              <a:rPr lang="en-IN" dirty="0">
                <a:latin typeface="Comic Sans MS" panose="030F0702030302020204" pitchFamily="66" charset="0"/>
              </a:rPr>
              <a:t>:</a:t>
            </a:r>
          </a:p>
          <a:p>
            <a:pPr>
              <a:buNone/>
            </a:pPr>
            <a:r>
              <a:rPr lang="en-IN" dirty="0" err="1">
                <a:effectLst/>
                <a:latin typeface="Comic Sans MS" panose="030F0702030302020204" pitchFamily="66" charset="0"/>
              </a:rPr>
              <a:t>WebDriverWait</a:t>
            </a:r>
            <a:r>
              <a:rPr lang="en-IN" dirty="0">
                <a:effectLst/>
                <a:latin typeface="Comic Sans MS" panose="030F0702030302020204" pitchFamily="66" charset="0"/>
              </a:rPr>
              <a:t> wait = new </a:t>
            </a:r>
            <a:r>
              <a:rPr lang="en-IN" dirty="0" err="1">
                <a:effectLst/>
                <a:latin typeface="Comic Sans MS" panose="030F0702030302020204" pitchFamily="66" charset="0"/>
              </a:rPr>
              <a:t>WebDriverWait</a:t>
            </a:r>
            <a:r>
              <a:rPr lang="en-IN" dirty="0">
                <a:effectLst/>
                <a:latin typeface="Comic Sans MS" panose="030F0702030302020204" pitchFamily="66" charset="0"/>
              </a:rPr>
              <a:t>(driver, </a:t>
            </a:r>
            <a:r>
              <a:rPr lang="en-IN" dirty="0" err="1">
                <a:effectLst/>
                <a:latin typeface="Comic Sans MS" panose="030F0702030302020204" pitchFamily="66" charset="0"/>
              </a:rPr>
              <a:t>Duration.ofSeconds</a:t>
            </a:r>
            <a:r>
              <a:rPr lang="en-IN" dirty="0">
                <a:effectLst/>
                <a:latin typeface="Comic Sans MS" panose="030F0702030302020204" pitchFamily="66" charset="0"/>
              </a:rPr>
              <a:t>(10));</a:t>
            </a:r>
            <a:endParaRPr lang="en-IN" dirty="0">
              <a:latin typeface="Comic Sans MS" panose="030F0702030302020204" pitchFamily="66" charset="0"/>
            </a:endParaRPr>
          </a:p>
          <a:p>
            <a:pPr>
              <a:buNone/>
            </a:pPr>
            <a:r>
              <a:rPr lang="en-IN" dirty="0" err="1">
                <a:effectLst/>
                <a:latin typeface="Comic Sans MS" panose="030F0702030302020204" pitchFamily="66" charset="0"/>
              </a:rPr>
              <a:t>WebElement</a:t>
            </a:r>
            <a:r>
              <a:rPr lang="en-IN" dirty="0">
                <a:effectLst/>
                <a:latin typeface="Comic Sans MS" panose="030F0702030302020204" pitchFamily="66" charset="0"/>
              </a:rPr>
              <a:t> </a:t>
            </a:r>
            <a:r>
              <a:rPr lang="en-IN" dirty="0" err="1">
                <a:effectLst/>
                <a:latin typeface="Comic Sans MS" panose="030F0702030302020204" pitchFamily="66" charset="0"/>
              </a:rPr>
              <a:t>dynamicElement</a:t>
            </a:r>
            <a:r>
              <a:rPr lang="en-IN" dirty="0">
                <a:effectLst/>
                <a:latin typeface="Comic Sans MS" panose="030F0702030302020204" pitchFamily="66" charset="0"/>
              </a:rPr>
              <a:t> = </a:t>
            </a:r>
            <a:r>
              <a:rPr lang="en-IN" dirty="0" err="1">
                <a:effectLst/>
                <a:latin typeface="Comic Sans MS" panose="030F0702030302020204" pitchFamily="66" charset="0"/>
              </a:rPr>
              <a:t>wait.until</a:t>
            </a:r>
            <a:r>
              <a:rPr lang="en-IN" dirty="0">
                <a:effectLst/>
                <a:latin typeface="Comic Sans MS" panose="030F0702030302020204" pitchFamily="66" charset="0"/>
              </a:rPr>
              <a:t>(</a:t>
            </a:r>
            <a:r>
              <a:rPr lang="en-IN" dirty="0" err="1">
                <a:effectLst/>
                <a:latin typeface="Comic Sans MS" panose="030F0702030302020204" pitchFamily="66" charset="0"/>
              </a:rPr>
              <a:t>ExpectedConditions.visibilityOfElementLocated</a:t>
            </a:r>
            <a:r>
              <a:rPr lang="en-IN" dirty="0">
                <a:effectLst/>
                <a:latin typeface="Comic Sans MS" panose="030F0702030302020204" pitchFamily="66" charset="0"/>
              </a:rPr>
              <a:t>(</a:t>
            </a:r>
            <a:r>
              <a:rPr lang="en-IN" dirty="0">
                <a:effectLst/>
                <a:latin typeface="Comic Sans MS" panose="030F0702030302020204" pitchFamily="66" charset="0"/>
                <a:hlinkClick r:id="rId2" tooltip="http://by.id/"/>
              </a:rPr>
              <a:t>By.id</a:t>
            </a:r>
            <a:r>
              <a:rPr lang="en-IN" dirty="0">
                <a:effectLst/>
                <a:latin typeface="Comic Sans MS" panose="030F0702030302020204" pitchFamily="66" charset="0"/>
              </a:rPr>
              <a:t>("</a:t>
            </a:r>
            <a:r>
              <a:rPr lang="en-IN" dirty="0" err="1">
                <a:effectLst/>
                <a:latin typeface="Comic Sans MS" panose="030F0702030302020204" pitchFamily="66" charset="0"/>
              </a:rPr>
              <a:t>dynamicElementId</a:t>
            </a:r>
            <a:r>
              <a:rPr lang="en-IN" dirty="0">
                <a:effectLst/>
                <a:latin typeface="Comic Sans MS" panose="030F0702030302020204" pitchFamily="66" charset="0"/>
              </a:rPr>
              <a:t>")));</a:t>
            </a:r>
            <a:endParaRPr lang="en-IN" dirty="0">
              <a:latin typeface="Comic Sans MS" panose="030F0702030302020204" pitchFamily="66" charset="0"/>
            </a:endParaRPr>
          </a:p>
          <a:p>
            <a:pPr>
              <a:buNone/>
            </a:pPr>
            <a:r>
              <a:rPr lang="en-IN" dirty="0" err="1">
                <a:effectLst/>
                <a:latin typeface="Comic Sans MS" panose="030F0702030302020204" pitchFamily="66" charset="0"/>
                <a:hlinkClick r:id="rId3" tooltip="http://dynamicelement.click/"/>
              </a:rPr>
              <a:t>dynamicElement.click</a:t>
            </a:r>
            <a:r>
              <a:rPr lang="en-IN" dirty="0">
                <a:effectLst/>
                <a:latin typeface="Comic Sans MS" panose="030F0702030302020204" pitchFamily="66" charset="0"/>
              </a:rPr>
              <a:t>();</a:t>
            </a:r>
          </a:p>
          <a:p>
            <a:pPr>
              <a:buNone/>
            </a:pPr>
            <a:endParaRPr lang="en-IN" dirty="0">
              <a:latin typeface="Comic Sans MS" panose="030F0702030302020204" pitchFamily="66" charset="0"/>
            </a:endParaRPr>
          </a:p>
          <a:p>
            <a:pPr>
              <a:buNone/>
            </a:pPr>
            <a:r>
              <a:rPr lang="en-IN" b="1" dirty="0">
                <a:effectLst/>
                <a:latin typeface="Comic Sans MS" panose="030F0702030302020204" pitchFamily="66" charset="0"/>
              </a:rPr>
              <a:t>6. </a:t>
            </a:r>
            <a:r>
              <a:rPr lang="en-IN" b="1" dirty="0" err="1">
                <a:effectLst/>
                <a:latin typeface="Comic Sans MS" panose="030F0702030302020204" pitchFamily="66" charset="0"/>
              </a:rPr>
              <a:t>JavaScriptExecutor</a:t>
            </a:r>
            <a:r>
              <a:rPr lang="en-IN" b="1" dirty="0">
                <a:effectLst/>
                <a:latin typeface="Comic Sans MS" panose="030F0702030302020204" pitchFamily="66" charset="0"/>
              </a:rPr>
              <a:t> as a last option</a:t>
            </a:r>
            <a:endParaRPr lang="en-IN" dirty="0">
              <a:latin typeface="Comic Sans MS" panose="030F0702030302020204" pitchFamily="66" charset="0"/>
            </a:endParaRPr>
          </a:p>
          <a:p>
            <a:pPr>
              <a:buNone/>
            </a:pPr>
            <a:r>
              <a:rPr lang="en-IN" dirty="0">
                <a:latin typeface="Comic Sans MS" panose="030F0702030302020204" pitchFamily="66" charset="0"/>
              </a:rPr>
              <a:t>When Selenium fails to click or interact:</a:t>
            </a:r>
          </a:p>
          <a:p>
            <a:pPr>
              <a:buNone/>
            </a:pPr>
            <a:r>
              <a:rPr lang="en-IN" dirty="0" err="1">
                <a:effectLst/>
                <a:latin typeface="Comic Sans MS" panose="030F0702030302020204" pitchFamily="66" charset="0"/>
              </a:rPr>
              <a:t>JavascriptExecutor</a:t>
            </a:r>
            <a:r>
              <a:rPr lang="en-IN" dirty="0">
                <a:effectLst/>
                <a:latin typeface="Comic Sans MS" panose="030F0702030302020204" pitchFamily="66" charset="0"/>
              </a:rPr>
              <a:t> </a:t>
            </a:r>
            <a:r>
              <a:rPr lang="en-IN" dirty="0" err="1">
                <a:effectLst/>
                <a:latin typeface="Comic Sans MS" panose="030F0702030302020204" pitchFamily="66" charset="0"/>
              </a:rPr>
              <a:t>js</a:t>
            </a:r>
            <a:r>
              <a:rPr lang="en-IN" dirty="0">
                <a:effectLst/>
                <a:latin typeface="Comic Sans MS" panose="030F0702030302020204" pitchFamily="66" charset="0"/>
              </a:rPr>
              <a:t> = (</a:t>
            </a:r>
            <a:r>
              <a:rPr lang="en-IN" dirty="0" err="1">
                <a:effectLst/>
                <a:latin typeface="Comic Sans MS" panose="030F0702030302020204" pitchFamily="66" charset="0"/>
              </a:rPr>
              <a:t>JavascriptExecutor</a:t>
            </a:r>
            <a:r>
              <a:rPr lang="en-IN" dirty="0">
                <a:effectLst/>
                <a:latin typeface="Comic Sans MS" panose="030F0702030302020204" pitchFamily="66" charset="0"/>
              </a:rPr>
              <a:t>) driver;</a:t>
            </a:r>
            <a:endParaRPr lang="en-IN" dirty="0">
              <a:latin typeface="Comic Sans MS" panose="030F0702030302020204" pitchFamily="66" charset="0"/>
            </a:endParaRPr>
          </a:p>
          <a:p>
            <a:pPr>
              <a:buNone/>
            </a:pPr>
            <a:r>
              <a:rPr lang="en-IN" dirty="0" err="1">
                <a:effectLst/>
                <a:latin typeface="Comic Sans MS" panose="030F0702030302020204" pitchFamily="66" charset="0"/>
              </a:rPr>
              <a:t>js.executeScript</a:t>
            </a:r>
            <a:r>
              <a:rPr lang="en-IN" dirty="0">
                <a:effectLst/>
                <a:latin typeface="Comic Sans MS" panose="030F0702030302020204" pitchFamily="66" charset="0"/>
              </a:rPr>
              <a:t>("arguments[0].click();", </a:t>
            </a:r>
            <a:r>
              <a:rPr lang="en-IN" dirty="0" err="1">
                <a:effectLst/>
                <a:latin typeface="Comic Sans MS" panose="030F0702030302020204" pitchFamily="66" charset="0"/>
              </a:rPr>
              <a:t>dynamicElement</a:t>
            </a:r>
            <a:r>
              <a:rPr lang="en-IN" dirty="0">
                <a:effectLst/>
                <a:latin typeface="Comic Sans MS" panose="030F0702030302020204" pitchFamily="66" charset="0"/>
              </a:rPr>
              <a:t>);</a:t>
            </a:r>
          </a:p>
          <a:p>
            <a:pPr>
              <a:buNone/>
            </a:pPr>
            <a:endParaRPr lang="en-IN" dirty="0">
              <a:latin typeface="Comic Sans MS" panose="030F0702030302020204" pitchFamily="66" charset="0"/>
            </a:endParaRPr>
          </a:p>
          <a:p>
            <a:pPr>
              <a:buNone/>
            </a:pPr>
            <a:r>
              <a:rPr lang="en-IN" b="1" dirty="0">
                <a:effectLst/>
                <a:latin typeface="Comic Sans MS" panose="030F0702030302020204" pitchFamily="66" charset="0"/>
              </a:rPr>
              <a:t>7. Use dynamic XPath with multiple conditions</a:t>
            </a:r>
            <a:endParaRPr lang="en-IN" dirty="0">
              <a:latin typeface="Comic Sans MS" panose="030F0702030302020204" pitchFamily="66" charset="0"/>
            </a:endParaRPr>
          </a:p>
          <a:p>
            <a:pPr>
              <a:buNone/>
            </a:pPr>
            <a:r>
              <a:rPr lang="en-IN" dirty="0">
                <a:latin typeface="Comic Sans MS" panose="030F0702030302020204" pitchFamily="66" charset="0"/>
              </a:rPr>
              <a:t>If a single attribute isn’t reliable, combine multiple:</a:t>
            </a:r>
          </a:p>
          <a:p>
            <a:r>
              <a:rPr lang="en-IN" dirty="0" err="1">
                <a:effectLst/>
                <a:latin typeface="Comic Sans MS" panose="030F0702030302020204" pitchFamily="66" charset="0"/>
              </a:rPr>
              <a:t>driver.findElement</a:t>
            </a:r>
            <a:r>
              <a:rPr lang="en-IN" dirty="0">
                <a:effectLst/>
                <a:latin typeface="Comic Sans MS" panose="030F0702030302020204" pitchFamily="66" charset="0"/>
              </a:rPr>
              <a:t>(</a:t>
            </a:r>
            <a:r>
              <a:rPr lang="en-IN" dirty="0" err="1">
                <a:effectLst/>
                <a:latin typeface="Comic Sans MS" panose="030F0702030302020204" pitchFamily="66" charset="0"/>
              </a:rPr>
              <a:t>By.xpath</a:t>
            </a:r>
            <a:r>
              <a:rPr lang="en-IN" dirty="0">
                <a:effectLst/>
                <a:latin typeface="Comic Sans MS" panose="030F0702030302020204" pitchFamily="66" charset="0"/>
              </a:rPr>
              <a:t>("//input[@type='text' and contains(@class,'input-lg')]")).sendKeys("value");</a:t>
            </a:r>
            <a:endParaRPr lang="en-IN" dirty="0">
              <a:latin typeface="Comic Sans MS" panose="030F0702030302020204" pitchFamily="66" charset="0"/>
            </a:endParaRPr>
          </a:p>
        </p:txBody>
      </p:sp>
    </p:spTree>
    <p:extLst>
      <p:ext uri="{BB962C8B-B14F-4D97-AF65-F5344CB8AC3E}">
        <p14:creationId xmlns:p14="http://schemas.microsoft.com/office/powerpoint/2010/main" val="2414242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61224-14A9-2C40-C7C0-A6E788C8A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E3EED-6D92-5323-0D5C-20CEE3B48061}"/>
              </a:ext>
            </a:extLst>
          </p:cNvPr>
          <p:cNvSpPr>
            <a:spLocks noGrp="1"/>
          </p:cNvSpPr>
          <p:nvPr>
            <p:ph type="title"/>
          </p:nvPr>
        </p:nvSpPr>
        <p:spPr>
          <a:xfrm>
            <a:off x="528320" y="457200"/>
            <a:ext cx="11277600" cy="332399"/>
          </a:xfrm>
        </p:spPr>
        <p:txBody>
          <a:bodyPr/>
          <a:lstStyle/>
          <a:p>
            <a:r>
              <a:rPr lang="en-IN" dirty="0"/>
              <a:t>How to handle Dynamic elements </a:t>
            </a:r>
          </a:p>
        </p:txBody>
      </p:sp>
      <p:sp>
        <p:nvSpPr>
          <p:cNvPr id="4" name="Footer Placeholder 3">
            <a:extLst>
              <a:ext uri="{FF2B5EF4-FFF2-40B4-BE49-F238E27FC236}">
                <a16:creationId xmlns:a16="http://schemas.microsoft.com/office/drawing/2014/main" id="{E832C858-4504-7BED-081B-FF3449E96C6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25D3EF1-2856-2876-4134-CFC5F4D21DC2}"/>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6" name="Content Placeholder 2">
            <a:extLst>
              <a:ext uri="{FF2B5EF4-FFF2-40B4-BE49-F238E27FC236}">
                <a16:creationId xmlns:a16="http://schemas.microsoft.com/office/drawing/2014/main" id="{42D573F5-8046-E07D-2414-53839F4A83B9}"/>
              </a:ext>
            </a:extLst>
          </p:cNvPr>
          <p:cNvSpPr>
            <a:spLocks noGrp="1"/>
          </p:cNvSpPr>
          <p:nvPr>
            <p:ph idx="1"/>
          </p:nvPr>
        </p:nvSpPr>
        <p:spPr>
          <a:xfrm>
            <a:off x="838200" y="1825625"/>
            <a:ext cx="10515600" cy="4351338"/>
          </a:xfrm>
        </p:spPr>
        <p:txBody>
          <a:bodyPr>
            <a:normAutofit/>
          </a:bodyPr>
          <a:lstStyle/>
          <a:p>
            <a:pPr marL="0" indent="0">
              <a:buNone/>
            </a:pPr>
            <a:r>
              <a:rPr lang="en-IN" sz="1800" b="1" dirty="0">
                <a:latin typeface="Comic Sans MS" panose="030F0702030302020204" pitchFamily="66" charset="0"/>
              </a:rPr>
              <a:t>Best Practices for Handling Dynamic Elements in Selenium</a:t>
            </a:r>
          </a:p>
          <a:p>
            <a:pPr lvl="1"/>
            <a:r>
              <a:rPr lang="en-IN" sz="1800" dirty="0">
                <a:latin typeface="Comic Sans MS" panose="030F0702030302020204" pitchFamily="66" charset="0"/>
              </a:rPr>
              <a:t>Use Relative XPath</a:t>
            </a:r>
          </a:p>
          <a:p>
            <a:pPr lvl="1"/>
            <a:r>
              <a:rPr lang="en-IN" sz="1800" dirty="0">
                <a:latin typeface="Comic Sans MS" panose="030F0702030302020204" pitchFamily="66" charset="0"/>
              </a:rPr>
              <a:t>CSS Selectors for Dynamic Elements</a:t>
            </a:r>
          </a:p>
          <a:p>
            <a:pPr lvl="1"/>
            <a:r>
              <a:rPr lang="en-IN" sz="1800" dirty="0">
                <a:latin typeface="Comic Sans MS" panose="030F0702030302020204" pitchFamily="66" charset="0"/>
              </a:rPr>
              <a:t>Use Explicit Waits</a:t>
            </a:r>
          </a:p>
          <a:p>
            <a:pPr lvl="1"/>
            <a:r>
              <a:rPr lang="en-IN" sz="1800" dirty="0">
                <a:latin typeface="Comic Sans MS" panose="030F0702030302020204" pitchFamily="66" charset="0"/>
              </a:rPr>
              <a:t>Handle Dynamic IDs with Patterns</a:t>
            </a:r>
          </a:p>
          <a:p>
            <a:pPr lvl="1"/>
            <a:r>
              <a:rPr lang="en-IN" sz="1800" dirty="0">
                <a:latin typeface="Comic Sans MS" panose="030F0702030302020204" pitchFamily="66" charset="0"/>
              </a:rPr>
              <a:t>Leverage JavaScript Executor</a:t>
            </a:r>
          </a:p>
          <a:p>
            <a:pPr lvl="1"/>
            <a:r>
              <a:rPr lang="en-IN" sz="1800" dirty="0">
                <a:latin typeface="Comic Sans MS" panose="030F0702030302020204" pitchFamily="66" charset="0"/>
              </a:rPr>
              <a:t>Use Unique Attributes Wherever Possible</a:t>
            </a:r>
          </a:p>
          <a:p>
            <a:pPr marL="0" indent="0">
              <a:buNone/>
            </a:pPr>
            <a:endParaRPr lang="en-IN" sz="1800" dirty="0">
              <a:latin typeface="Comic Sans MS" panose="030F0702030302020204" pitchFamily="66" charset="0"/>
            </a:endParaRPr>
          </a:p>
        </p:txBody>
      </p:sp>
    </p:spTree>
    <p:extLst>
      <p:ext uri="{BB962C8B-B14F-4D97-AF65-F5344CB8AC3E}">
        <p14:creationId xmlns:p14="http://schemas.microsoft.com/office/powerpoint/2010/main" val="335603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482B-97B9-FFE3-7207-D72F261C1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0296E-E2A6-144E-701D-A41F6E636C61}"/>
              </a:ext>
            </a:extLst>
          </p:cNvPr>
          <p:cNvSpPr>
            <a:spLocks noGrp="1"/>
          </p:cNvSpPr>
          <p:nvPr>
            <p:ph type="title"/>
          </p:nvPr>
        </p:nvSpPr>
        <p:spPr>
          <a:xfrm>
            <a:off x="528320" y="457200"/>
            <a:ext cx="11277600" cy="332399"/>
          </a:xfrm>
        </p:spPr>
        <p:txBody>
          <a:bodyPr/>
          <a:lstStyle/>
          <a:p>
            <a:r>
              <a:rPr lang="en-IN" dirty="0"/>
              <a:t>Apachi POI</a:t>
            </a:r>
          </a:p>
        </p:txBody>
      </p:sp>
      <p:sp>
        <p:nvSpPr>
          <p:cNvPr id="4" name="Footer Placeholder 3">
            <a:extLst>
              <a:ext uri="{FF2B5EF4-FFF2-40B4-BE49-F238E27FC236}">
                <a16:creationId xmlns:a16="http://schemas.microsoft.com/office/drawing/2014/main" id="{0A32A6C0-4693-3FCF-2352-C45A24480C1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C3F1DEF-6267-4AC4-0F8B-EF22C665BC62}"/>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9" name="TextBox 8">
            <a:extLst>
              <a:ext uri="{FF2B5EF4-FFF2-40B4-BE49-F238E27FC236}">
                <a16:creationId xmlns:a16="http://schemas.microsoft.com/office/drawing/2014/main" id="{C942F7CF-DDCB-CD22-4C49-4E792E2362B7}"/>
              </a:ext>
            </a:extLst>
          </p:cNvPr>
          <p:cNvSpPr txBox="1"/>
          <p:nvPr/>
        </p:nvSpPr>
        <p:spPr>
          <a:xfrm>
            <a:off x="528320" y="953550"/>
            <a:ext cx="11165840" cy="1287532"/>
          </a:xfrm>
          <a:prstGeom prst="rect">
            <a:avLst/>
          </a:prstGeom>
          <a:noFill/>
        </p:spPr>
        <p:txBody>
          <a:bodyPr wrap="square">
            <a:spAutoFit/>
          </a:bodyPr>
          <a:lstStyle/>
          <a:p>
            <a:pPr>
              <a:lnSpc>
                <a:spcPct val="150000"/>
              </a:lnSpc>
            </a:pPr>
            <a:r>
              <a:rPr lang="en-US" dirty="0">
                <a:latin typeface="Comic Sans MS" panose="030F0702030302020204" pitchFamily="66" charset="0"/>
              </a:rPr>
              <a:t>You can use </a:t>
            </a:r>
            <a:r>
              <a:rPr lang="en-US" b="1" dirty="0">
                <a:effectLst/>
                <a:latin typeface="Comic Sans MS" panose="030F0702030302020204" pitchFamily="66" charset="0"/>
              </a:rPr>
              <a:t>Apache POI</a:t>
            </a:r>
            <a:r>
              <a:rPr lang="en-US" dirty="0">
                <a:latin typeface="Comic Sans MS" panose="030F0702030302020204" pitchFamily="66" charset="0"/>
              </a:rPr>
              <a:t> with Selenium to perform </a:t>
            </a:r>
            <a:r>
              <a:rPr lang="en-US" b="1" dirty="0">
                <a:effectLst/>
                <a:latin typeface="Comic Sans MS" panose="030F0702030302020204" pitchFamily="66" charset="0"/>
              </a:rPr>
              <a:t>data-driven testing</a:t>
            </a:r>
            <a:r>
              <a:rPr lang="en-US" dirty="0">
                <a:latin typeface="Comic Sans MS" panose="030F0702030302020204" pitchFamily="66" charset="0"/>
              </a:rPr>
              <a:t> by reading and writing Excel files. Apache POI is a Java library that lets you interact with Microsoft Office documents, especially Excel, so you can store test data in spreadsheets and feed it into Selenium script</a:t>
            </a:r>
            <a:endParaRPr lang="en-IN" dirty="0">
              <a:latin typeface="Comic Sans MS" panose="030F0702030302020204" pitchFamily="66" charset="0"/>
            </a:endParaRPr>
          </a:p>
        </p:txBody>
      </p:sp>
      <p:sp>
        <p:nvSpPr>
          <p:cNvPr id="11" name="TextBox 10">
            <a:extLst>
              <a:ext uri="{FF2B5EF4-FFF2-40B4-BE49-F238E27FC236}">
                <a16:creationId xmlns:a16="http://schemas.microsoft.com/office/drawing/2014/main" id="{087E6E2D-DEEB-75CE-BD78-ACADD411219C}"/>
              </a:ext>
            </a:extLst>
          </p:cNvPr>
          <p:cNvSpPr txBox="1"/>
          <p:nvPr/>
        </p:nvSpPr>
        <p:spPr>
          <a:xfrm>
            <a:off x="528320" y="2405033"/>
            <a:ext cx="6096000" cy="923330"/>
          </a:xfrm>
          <a:prstGeom prst="rect">
            <a:avLst/>
          </a:prstGeom>
          <a:noFill/>
        </p:spPr>
        <p:txBody>
          <a:bodyPr wrap="square">
            <a:spAutoFit/>
          </a:bodyPr>
          <a:lstStyle/>
          <a:p>
            <a:pPr marL="342900" indent="-342900">
              <a:buAutoNum type="arabicPeriod"/>
            </a:pPr>
            <a:r>
              <a:rPr lang="en-US" b="1" dirty="0">
                <a:effectLst/>
                <a:latin typeface="Comic Sans MS" panose="030F0702030302020204" pitchFamily="66" charset="0"/>
              </a:rPr>
              <a:t>Add Apache POI Dependency</a:t>
            </a:r>
          </a:p>
          <a:p>
            <a:pPr marL="342900" indent="-342900">
              <a:buAutoNum type="arabicPeriod"/>
            </a:pPr>
            <a:endParaRPr lang="en-US" b="1" dirty="0">
              <a:effectLst/>
              <a:latin typeface="Comic Sans MS" panose="030F0702030302020204" pitchFamily="66" charset="0"/>
            </a:endParaRPr>
          </a:p>
          <a:p>
            <a:pPr>
              <a:buFont typeface="Arial" panose="020B0604020202020204" pitchFamily="34" charset="0"/>
              <a:buChar char="•"/>
            </a:pPr>
            <a:r>
              <a:rPr lang="en-US" dirty="0">
                <a:effectLst/>
                <a:latin typeface="Comic Sans MS" panose="030F0702030302020204" pitchFamily="66" charset="0"/>
              </a:rPr>
              <a:t>If using </a:t>
            </a:r>
            <a:r>
              <a:rPr lang="en-US" b="1" dirty="0">
                <a:effectLst/>
                <a:latin typeface="Comic Sans MS" panose="030F0702030302020204" pitchFamily="66" charset="0"/>
              </a:rPr>
              <a:t>Maven</a:t>
            </a:r>
            <a:r>
              <a:rPr lang="en-US" dirty="0">
                <a:effectLst/>
                <a:latin typeface="Comic Sans MS" panose="030F0702030302020204" pitchFamily="66" charset="0"/>
              </a:rPr>
              <a:t>, include in pom.xml:</a:t>
            </a:r>
          </a:p>
        </p:txBody>
      </p:sp>
      <p:pic>
        <p:nvPicPr>
          <p:cNvPr id="13" name="Picture 12">
            <a:extLst>
              <a:ext uri="{FF2B5EF4-FFF2-40B4-BE49-F238E27FC236}">
                <a16:creationId xmlns:a16="http://schemas.microsoft.com/office/drawing/2014/main" id="{716ABF58-8EDE-402A-F4EB-4D5B029A1D85}"/>
              </a:ext>
            </a:extLst>
          </p:cNvPr>
          <p:cNvPicPr>
            <a:picLocks noChangeAspect="1"/>
          </p:cNvPicPr>
          <p:nvPr/>
        </p:nvPicPr>
        <p:blipFill>
          <a:blip r:embed="rId2"/>
          <a:stretch>
            <a:fillRect/>
          </a:stretch>
        </p:blipFill>
        <p:spPr>
          <a:xfrm>
            <a:off x="1005840" y="3529638"/>
            <a:ext cx="3746693" cy="2051155"/>
          </a:xfrm>
          <a:prstGeom prst="rect">
            <a:avLst/>
          </a:prstGeom>
        </p:spPr>
      </p:pic>
      <p:sp>
        <p:nvSpPr>
          <p:cNvPr id="15" name="TextBox 14">
            <a:extLst>
              <a:ext uri="{FF2B5EF4-FFF2-40B4-BE49-F238E27FC236}">
                <a16:creationId xmlns:a16="http://schemas.microsoft.com/office/drawing/2014/main" id="{DBF32B2D-1FAA-1B0C-CC24-CA83E9AC8D42}"/>
              </a:ext>
            </a:extLst>
          </p:cNvPr>
          <p:cNvSpPr txBox="1"/>
          <p:nvPr/>
        </p:nvSpPr>
        <p:spPr>
          <a:xfrm>
            <a:off x="5567680" y="2367062"/>
            <a:ext cx="6096000" cy="1200329"/>
          </a:xfrm>
          <a:prstGeom prst="rect">
            <a:avLst/>
          </a:prstGeom>
          <a:noFill/>
        </p:spPr>
        <p:txBody>
          <a:bodyPr wrap="square">
            <a:spAutoFit/>
          </a:bodyPr>
          <a:lstStyle/>
          <a:p>
            <a:pPr>
              <a:buNone/>
            </a:pPr>
            <a:r>
              <a:rPr lang="en-US" b="1" dirty="0">
                <a:effectLst/>
                <a:latin typeface="Comic Sans MS" panose="030F0702030302020204" pitchFamily="66" charset="0"/>
              </a:rPr>
              <a:t>2. Prepare Excel File</a:t>
            </a:r>
          </a:p>
          <a:p>
            <a:pPr>
              <a:buNone/>
            </a:pPr>
            <a:endParaRPr lang="en-US" b="1" dirty="0">
              <a:effectLst/>
              <a:latin typeface="Comic Sans MS" panose="030F0702030302020204" pitchFamily="66" charset="0"/>
            </a:endParaRPr>
          </a:p>
          <a:p>
            <a:pPr>
              <a:buFont typeface="Arial" panose="020B0604020202020204" pitchFamily="34" charset="0"/>
              <a:buChar char="•"/>
            </a:pPr>
            <a:r>
              <a:rPr lang="en-US" dirty="0">
                <a:effectLst/>
                <a:latin typeface="Comic Sans MS" panose="030F0702030302020204" pitchFamily="66" charset="0"/>
              </a:rPr>
              <a:t>Create an Excel sheet with test data (e.g., usernames, passwords, URLs).</a:t>
            </a:r>
          </a:p>
        </p:txBody>
      </p:sp>
      <p:pic>
        <p:nvPicPr>
          <p:cNvPr id="17" name="Picture 16">
            <a:extLst>
              <a:ext uri="{FF2B5EF4-FFF2-40B4-BE49-F238E27FC236}">
                <a16:creationId xmlns:a16="http://schemas.microsoft.com/office/drawing/2014/main" id="{ADE96CDF-4DC4-C708-123B-855702F1362C}"/>
              </a:ext>
            </a:extLst>
          </p:cNvPr>
          <p:cNvPicPr>
            <a:picLocks noChangeAspect="1"/>
          </p:cNvPicPr>
          <p:nvPr/>
        </p:nvPicPr>
        <p:blipFill>
          <a:blip r:embed="rId3"/>
          <a:stretch>
            <a:fillRect/>
          </a:stretch>
        </p:blipFill>
        <p:spPr>
          <a:xfrm>
            <a:off x="6614160" y="3728931"/>
            <a:ext cx="2413124" cy="603281"/>
          </a:xfrm>
          <a:prstGeom prst="rect">
            <a:avLst/>
          </a:prstGeom>
        </p:spPr>
      </p:pic>
    </p:spTree>
    <p:extLst>
      <p:ext uri="{BB962C8B-B14F-4D97-AF65-F5344CB8AC3E}">
        <p14:creationId xmlns:p14="http://schemas.microsoft.com/office/powerpoint/2010/main" val="639107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C17F-BE6E-5CAB-0AF9-01700E180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B16D4-516A-9DD0-8D1B-C7321591B768}"/>
              </a:ext>
            </a:extLst>
          </p:cNvPr>
          <p:cNvSpPr>
            <a:spLocks noGrp="1"/>
          </p:cNvSpPr>
          <p:nvPr>
            <p:ph type="title"/>
          </p:nvPr>
        </p:nvSpPr>
        <p:spPr>
          <a:xfrm>
            <a:off x="528320" y="457200"/>
            <a:ext cx="11277600" cy="332399"/>
          </a:xfrm>
        </p:spPr>
        <p:txBody>
          <a:bodyPr/>
          <a:lstStyle/>
          <a:p>
            <a:r>
              <a:rPr lang="en-IN" dirty="0"/>
              <a:t>Apachi POI</a:t>
            </a:r>
          </a:p>
        </p:txBody>
      </p:sp>
      <p:sp>
        <p:nvSpPr>
          <p:cNvPr id="4" name="Footer Placeholder 3">
            <a:extLst>
              <a:ext uri="{FF2B5EF4-FFF2-40B4-BE49-F238E27FC236}">
                <a16:creationId xmlns:a16="http://schemas.microsoft.com/office/drawing/2014/main" id="{BEC70DBC-D481-CE7F-797A-6C601C9B735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B1D28FD-0020-3C60-4825-C5ECA1EFF86D}"/>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6" name="TextBox 5">
            <a:extLst>
              <a:ext uri="{FF2B5EF4-FFF2-40B4-BE49-F238E27FC236}">
                <a16:creationId xmlns:a16="http://schemas.microsoft.com/office/drawing/2014/main" id="{40E9243B-517A-5083-8A51-7C1A91D1BF5E}"/>
              </a:ext>
            </a:extLst>
          </p:cNvPr>
          <p:cNvSpPr txBox="1"/>
          <p:nvPr/>
        </p:nvSpPr>
        <p:spPr>
          <a:xfrm>
            <a:off x="741680" y="963710"/>
            <a:ext cx="6096000" cy="2538580"/>
          </a:xfrm>
          <a:prstGeom prst="rect">
            <a:avLst/>
          </a:prstGeom>
          <a:noFill/>
        </p:spPr>
        <p:txBody>
          <a:bodyPr wrap="square">
            <a:spAutoFit/>
          </a:bodyPr>
          <a:lstStyle/>
          <a:p>
            <a:pPr>
              <a:lnSpc>
                <a:spcPct val="150000"/>
              </a:lnSpc>
              <a:buNone/>
            </a:pPr>
            <a:r>
              <a:rPr lang="en-IN" b="1" dirty="0">
                <a:effectLst/>
                <a:latin typeface="Comic Sans MS" panose="030F0702030302020204" pitchFamily="66" charset="0"/>
              </a:rPr>
              <a:t>3. Read Data from Excel</a:t>
            </a:r>
          </a:p>
          <a:p>
            <a:pPr>
              <a:lnSpc>
                <a:spcPct val="150000"/>
              </a:lnSpc>
              <a:buNone/>
            </a:pPr>
            <a:r>
              <a:rPr lang="en-IN" dirty="0">
                <a:effectLst/>
                <a:latin typeface="Comic Sans MS" panose="030F0702030302020204" pitchFamily="66" charset="0"/>
              </a:rPr>
              <a:t>Use Apache POI classes:</a:t>
            </a:r>
          </a:p>
          <a:p>
            <a:pPr>
              <a:lnSpc>
                <a:spcPct val="150000"/>
              </a:lnSpc>
              <a:buFont typeface="Arial" panose="020B0604020202020204" pitchFamily="34" charset="0"/>
              <a:buChar char="•"/>
            </a:pPr>
            <a:r>
              <a:rPr lang="en-IN" dirty="0" err="1">
                <a:effectLst/>
                <a:latin typeface="Comic Sans MS" panose="030F0702030302020204" pitchFamily="66" charset="0"/>
              </a:rPr>
              <a:t>FileInputStream</a:t>
            </a:r>
            <a:r>
              <a:rPr lang="en-IN" dirty="0">
                <a:effectLst/>
                <a:latin typeface="Comic Sans MS" panose="030F0702030302020204" pitchFamily="66" charset="0"/>
              </a:rPr>
              <a:t> → open file</a:t>
            </a:r>
          </a:p>
          <a:p>
            <a:pPr>
              <a:lnSpc>
                <a:spcPct val="150000"/>
              </a:lnSpc>
              <a:buFont typeface="Arial" panose="020B0604020202020204" pitchFamily="34" charset="0"/>
              <a:buChar char="•"/>
            </a:pPr>
            <a:r>
              <a:rPr lang="en-IN" dirty="0" err="1">
                <a:effectLst/>
                <a:latin typeface="Comic Sans MS" panose="030F0702030302020204" pitchFamily="66" charset="0"/>
              </a:rPr>
              <a:t>XSSFWorkbook</a:t>
            </a:r>
            <a:r>
              <a:rPr lang="en-IN" dirty="0">
                <a:effectLst/>
                <a:latin typeface="Comic Sans MS" panose="030F0702030302020204" pitchFamily="66" charset="0"/>
              </a:rPr>
              <a:t> → workbook</a:t>
            </a:r>
          </a:p>
          <a:p>
            <a:pPr>
              <a:lnSpc>
                <a:spcPct val="150000"/>
              </a:lnSpc>
              <a:buFont typeface="Arial" panose="020B0604020202020204" pitchFamily="34" charset="0"/>
              <a:buChar char="•"/>
            </a:pPr>
            <a:r>
              <a:rPr lang="en-IN" dirty="0" err="1">
                <a:effectLst/>
                <a:latin typeface="Comic Sans MS" panose="030F0702030302020204" pitchFamily="66" charset="0"/>
              </a:rPr>
              <a:t>XSSFSheet</a:t>
            </a:r>
            <a:r>
              <a:rPr lang="en-IN" dirty="0">
                <a:effectLst/>
                <a:latin typeface="Comic Sans MS" panose="030F0702030302020204" pitchFamily="66" charset="0"/>
              </a:rPr>
              <a:t> → sheet</a:t>
            </a:r>
          </a:p>
          <a:p>
            <a:pPr>
              <a:lnSpc>
                <a:spcPct val="150000"/>
              </a:lnSpc>
              <a:buFont typeface="Arial" panose="020B0604020202020204" pitchFamily="34" charset="0"/>
              <a:buChar char="•"/>
            </a:pPr>
            <a:r>
              <a:rPr lang="en-IN" dirty="0" err="1">
                <a:effectLst/>
                <a:latin typeface="Comic Sans MS" panose="030F0702030302020204" pitchFamily="66" charset="0"/>
              </a:rPr>
              <a:t>XSSFRow</a:t>
            </a:r>
            <a:r>
              <a:rPr lang="en-IN" dirty="0">
                <a:effectLst/>
                <a:latin typeface="Comic Sans MS" panose="030F0702030302020204" pitchFamily="66" charset="0"/>
              </a:rPr>
              <a:t> &amp; </a:t>
            </a:r>
            <a:r>
              <a:rPr lang="en-IN" dirty="0" err="1">
                <a:effectLst/>
                <a:latin typeface="Comic Sans MS" panose="030F0702030302020204" pitchFamily="66" charset="0"/>
              </a:rPr>
              <a:t>XSSFCell</a:t>
            </a:r>
            <a:r>
              <a:rPr lang="en-IN" dirty="0">
                <a:effectLst/>
                <a:latin typeface="Comic Sans MS" panose="030F0702030302020204" pitchFamily="66" charset="0"/>
              </a:rPr>
              <a:t> → rows and cells</a:t>
            </a:r>
          </a:p>
        </p:txBody>
      </p:sp>
      <p:sp>
        <p:nvSpPr>
          <p:cNvPr id="23" name="TextBox 22">
            <a:extLst>
              <a:ext uri="{FF2B5EF4-FFF2-40B4-BE49-F238E27FC236}">
                <a16:creationId xmlns:a16="http://schemas.microsoft.com/office/drawing/2014/main" id="{AF6DCA61-C366-E413-997B-B81DF48FAEC7}"/>
              </a:ext>
            </a:extLst>
          </p:cNvPr>
          <p:cNvSpPr txBox="1"/>
          <p:nvPr/>
        </p:nvSpPr>
        <p:spPr>
          <a:xfrm>
            <a:off x="528321" y="4762717"/>
            <a:ext cx="3921760" cy="377654"/>
          </a:xfrm>
          <a:prstGeom prst="rect">
            <a:avLst/>
          </a:prstGeom>
          <a:noFill/>
        </p:spPr>
        <p:txBody>
          <a:bodyPr wrap="square">
            <a:spAutoFit/>
          </a:bodyPr>
          <a:lstStyle/>
          <a:p>
            <a:r>
              <a:rPr lang="en-IN" dirty="0">
                <a:latin typeface="Comic Sans MS" panose="030F0702030302020204" pitchFamily="66" charset="0"/>
              </a:rPr>
              <a:t>4. Use Data in Selenium</a:t>
            </a:r>
          </a:p>
        </p:txBody>
      </p:sp>
      <p:pic>
        <p:nvPicPr>
          <p:cNvPr id="7" name="Picture 6">
            <a:extLst>
              <a:ext uri="{FF2B5EF4-FFF2-40B4-BE49-F238E27FC236}">
                <a16:creationId xmlns:a16="http://schemas.microsoft.com/office/drawing/2014/main" id="{7BA4FC62-FF07-AB8D-E67B-97F123ABC97D}"/>
              </a:ext>
            </a:extLst>
          </p:cNvPr>
          <p:cNvPicPr>
            <a:picLocks noChangeAspect="1"/>
          </p:cNvPicPr>
          <p:nvPr/>
        </p:nvPicPr>
        <p:blipFill>
          <a:blip r:embed="rId2"/>
          <a:stretch>
            <a:fillRect/>
          </a:stretch>
        </p:blipFill>
        <p:spPr>
          <a:xfrm>
            <a:off x="4978888" y="1361690"/>
            <a:ext cx="6096000" cy="1605030"/>
          </a:xfrm>
          <a:prstGeom prst="rect">
            <a:avLst/>
          </a:prstGeom>
        </p:spPr>
      </p:pic>
      <p:pic>
        <p:nvPicPr>
          <p:cNvPr id="9" name="Picture 8">
            <a:extLst>
              <a:ext uri="{FF2B5EF4-FFF2-40B4-BE49-F238E27FC236}">
                <a16:creationId xmlns:a16="http://schemas.microsoft.com/office/drawing/2014/main" id="{928BCC5D-7A6F-4204-0B34-6B529C28F2BE}"/>
              </a:ext>
            </a:extLst>
          </p:cNvPr>
          <p:cNvPicPr>
            <a:picLocks noChangeAspect="1"/>
          </p:cNvPicPr>
          <p:nvPr/>
        </p:nvPicPr>
        <p:blipFill>
          <a:blip r:embed="rId3"/>
          <a:stretch>
            <a:fillRect/>
          </a:stretch>
        </p:blipFill>
        <p:spPr>
          <a:xfrm>
            <a:off x="4218175" y="4094214"/>
            <a:ext cx="6399025" cy="1800076"/>
          </a:xfrm>
          <a:prstGeom prst="rect">
            <a:avLst/>
          </a:prstGeom>
        </p:spPr>
      </p:pic>
    </p:spTree>
    <p:extLst>
      <p:ext uri="{BB962C8B-B14F-4D97-AF65-F5344CB8AC3E}">
        <p14:creationId xmlns:p14="http://schemas.microsoft.com/office/powerpoint/2010/main" val="1184175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240E8-C2D2-95E6-FCB2-7A70408E3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9DFCB-DF82-18AF-77DF-8E2C281915C6}"/>
              </a:ext>
            </a:extLst>
          </p:cNvPr>
          <p:cNvSpPr>
            <a:spLocks noGrp="1"/>
          </p:cNvSpPr>
          <p:nvPr>
            <p:ph type="title"/>
          </p:nvPr>
        </p:nvSpPr>
        <p:spPr>
          <a:xfrm>
            <a:off x="528320" y="457200"/>
            <a:ext cx="11277600" cy="332399"/>
          </a:xfrm>
        </p:spPr>
        <p:txBody>
          <a:bodyPr/>
          <a:lstStyle/>
          <a:p>
            <a:r>
              <a:rPr lang="en-IN" dirty="0"/>
              <a:t>Apachi POI</a:t>
            </a:r>
          </a:p>
        </p:txBody>
      </p:sp>
      <p:sp>
        <p:nvSpPr>
          <p:cNvPr id="4" name="Footer Placeholder 3">
            <a:extLst>
              <a:ext uri="{FF2B5EF4-FFF2-40B4-BE49-F238E27FC236}">
                <a16:creationId xmlns:a16="http://schemas.microsoft.com/office/drawing/2014/main" id="{00155A47-7AE9-3799-1CE1-863F238535A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AE5655B-992A-8357-532C-B1D313462F6C}"/>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7" name="TextBox 6">
            <a:extLst>
              <a:ext uri="{FF2B5EF4-FFF2-40B4-BE49-F238E27FC236}">
                <a16:creationId xmlns:a16="http://schemas.microsoft.com/office/drawing/2014/main" id="{432F8532-2617-8274-6F94-6597ACA6B313}"/>
              </a:ext>
            </a:extLst>
          </p:cNvPr>
          <p:cNvSpPr txBox="1"/>
          <p:nvPr/>
        </p:nvSpPr>
        <p:spPr>
          <a:xfrm>
            <a:off x="528320" y="1313934"/>
            <a:ext cx="6096000" cy="369332"/>
          </a:xfrm>
          <a:prstGeom prst="rect">
            <a:avLst/>
          </a:prstGeom>
          <a:noFill/>
        </p:spPr>
        <p:txBody>
          <a:bodyPr wrap="square">
            <a:spAutoFit/>
          </a:bodyPr>
          <a:lstStyle/>
          <a:p>
            <a:r>
              <a:rPr lang="en-US" dirty="0">
                <a:latin typeface="Comic Sans MS" panose="030F0702030302020204" pitchFamily="66" charset="0"/>
              </a:rPr>
              <a:t>5. Write Back Results to Excel</a:t>
            </a:r>
            <a:endParaRPr lang="en-IN" dirty="0">
              <a:latin typeface="Comic Sans MS" panose="030F0702030302020204" pitchFamily="66" charset="0"/>
            </a:endParaRPr>
          </a:p>
        </p:txBody>
      </p:sp>
      <p:sp>
        <p:nvSpPr>
          <p:cNvPr id="9" name="TextBox 8">
            <a:extLst>
              <a:ext uri="{FF2B5EF4-FFF2-40B4-BE49-F238E27FC236}">
                <a16:creationId xmlns:a16="http://schemas.microsoft.com/office/drawing/2014/main" id="{CFBF3EA8-C74D-7A5C-A397-C3CB1C34F336}"/>
              </a:ext>
            </a:extLst>
          </p:cNvPr>
          <p:cNvSpPr txBox="1"/>
          <p:nvPr/>
        </p:nvSpPr>
        <p:spPr>
          <a:xfrm>
            <a:off x="721360" y="1838269"/>
            <a:ext cx="6096000" cy="369332"/>
          </a:xfrm>
          <a:prstGeom prst="rect">
            <a:avLst/>
          </a:prstGeom>
          <a:noFill/>
        </p:spPr>
        <p:txBody>
          <a:bodyPr wrap="square">
            <a:spAutoFit/>
          </a:bodyPr>
          <a:lstStyle/>
          <a:p>
            <a:r>
              <a:rPr lang="en-US" dirty="0">
                <a:latin typeface="Comic Sans MS" panose="030F0702030302020204" pitchFamily="66" charset="0"/>
              </a:rPr>
              <a:t>You can also log test results:</a:t>
            </a:r>
            <a:endParaRPr lang="en-IN" dirty="0">
              <a:latin typeface="Comic Sans MS" panose="030F0702030302020204" pitchFamily="66" charset="0"/>
            </a:endParaRPr>
          </a:p>
        </p:txBody>
      </p:sp>
      <p:sp>
        <p:nvSpPr>
          <p:cNvPr id="13" name="TextBox 12">
            <a:extLst>
              <a:ext uri="{FF2B5EF4-FFF2-40B4-BE49-F238E27FC236}">
                <a16:creationId xmlns:a16="http://schemas.microsoft.com/office/drawing/2014/main" id="{9DE1B682-004B-8324-5472-A35D206AC39F}"/>
              </a:ext>
            </a:extLst>
          </p:cNvPr>
          <p:cNvSpPr txBox="1"/>
          <p:nvPr/>
        </p:nvSpPr>
        <p:spPr>
          <a:xfrm>
            <a:off x="457200" y="2916602"/>
            <a:ext cx="6096000" cy="369332"/>
          </a:xfrm>
          <a:prstGeom prst="rect">
            <a:avLst/>
          </a:prstGeom>
          <a:noFill/>
        </p:spPr>
        <p:txBody>
          <a:bodyPr wrap="square">
            <a:spAutoFit/>
          </a:bodyPr>
          <a:lstStyle/>
          <a:p>
            <a:r>
              <a:rPr lang="en-US" b="1" dirty="0">
                <a:latin typeface="Comic Sans MS" panose="030F0702030302020204" pitchFamily="66" charset="0"/>
              </a:rPr>
              <a:t>Why Use Apache POI with Selenium?</a:t>
            </a:r>
            <a:endParaRPr lang="en-IN" b="1" dirty="0">
              <a:latin typeface="Comic Sans MS" panose="030F0702030302020204" pitchFamily="66" charset="0"/>
            </a:endParaRPr>
          </a:p>
        </p:txBody>
      </p:sp>
      <p:graphicFrame>
        <p:nvGraphicFramePr>
          <p:cNvPr id="14" name="Table 13">
            <a:extLst>
              <a:ext uri="{FF2B5EF4-FFF2-40B4-BE49-F238E27FC236}">
                <a16:creationId xmlns:a16="http://schemas.microsoft.com/office/drawing/2014/main" id="{ACE8FD0D-334A-B37E-C623-B6CB2A3753EF}"/>
              </a:ext>
            </a:extLst>
          </p:cNvPr>
          <p:cNvGraphicFramePr>
            <a:graphicFrameLocks noGrp="1"/>
          </p:cNvGraphicFramePr>
          <p:nvPr>
            <p:extLst>
              <p:ext uri="{D42A27DB-BD31-4B8C-83A1-F6EECF244321}">
                <p14:modId xmlns:p14="http://schemas.microsoft.com/office/powerpoint/2010/main" val="2713734862"/>
              </p:ext>
            </p:extLst>
          </p:nvPr>
        </p:nvGraphicFramePr>
        <p:xfrm>
          <a:off x="2199640" y="3707996"/>
          <a:ext cx="8707120" cy="2205400"/>
        </p:xfrm>
        <a:graphic>
          <a:graphicData uri="http://schemas.openxmlformats.org/drawingml/2006/table">
            <a:tbl>
              <a:tblPr firstRow="1">
                <a:tableStyleId>{69C7853C-536D-4A76-A0AE-DD22124D55A5}</a:tableStyleId>
              </a:tblPr>
              <a:tblGrid>
                <a:gridCol w="3139440">
                  <a:extLst>
                    <a:ext uri="{9D8B030D-6E8A-4147-A177-3AD203B41FA5}">
                      <a16:colId xmlns:a16="http://schemas.microsoft.com/office/drawing/2014/main" val="1342739886"/>
                    </a:ext>
                  </a:extLst>
                </a:gridCol>
                <a:gridCol w="5567680">
                  <a:extLst>
                    <a:ext uri="{9D8B030D-6E8A-4147-A177-3AD203B41FA5}">
                      <a16:colId xmlns:a16="http://schemas.microsoft.com/office/drawing/2014/main" val="2274530340"/>
                    </a:ext>
                  </a:extLst>
                </a:gridCol>
              </a:tblGrid>
              <a:tr h="441080">
                <a:tc>
                  <a:txBody>
                    <a:bodyPr/>
                    <a:lstStyle/>
                    <a:p>
                      <a:pPr>
                        <a:buNone/>
                      </a:pPr>
                      <a:r>
                        <a:rPr lang="en-IN" sz="1800" dirty="0">
                          <a:effectLst/>
                          <a:latin typeface="Comic Sans MS" panose="030F0702030302020204" pitchFamily="66" charset="0"/>
                        </a:rPr>
                        <a:t>Feature</a:t>
                      </a:r>
                    </a:p>
                  </a:txBody>
                  <a:tcPr anchor="ctr"/>
                </a:tc>
                <a:tc>
                  <a:txBody>
                    <a:bodyPr/>
                    <a:lstStyle/>
                    <a:p>
                      <a:pPr>
                        <a:buNone/>
                      </a:pPr>
                      <a:r>
                        <a:rPr lang="en-IN" sz="1800">
                          <a:effectLst/>
                          <a:latin typeface="Comic Sans MS" panose="030F0702030302020204" pitchFamily="66" charset="0"/>
                        </a:rPr>
                        <a:t>Benefit</a:t>
                      </a:r>
                    </a:p>
                  </a:txBody>
                  <a:tcPr anchor="ctr"/>
                </a:tc>
                <a:extLst>
                  <a:ext uri="{0D108BD9-81ED-4DB2-BD59-A6C34878D82A}">
                    <a16:rowId xmlns:a16="http://schemas.microsoft.com/office/drawing/2014/main" val="4169600715"/>
                  </a:ext>
                </a:extLst>
              </a:tr>
              <a:tr h="441080">
                <a:tc>
                  <a:txBody>
                    <a:bodyPr/>
                    <a:lstStyle/>
                    <a:p>
                      <a:pPr>
                        <a:buNone/>
                      </a:pPr>
                      <a:r>
                        <a:rPr lang="en-IN" sz="1800" b="1" dirty="0">
                          <a:effectLst/>
                          <a:latin typeface="Comic Sans MS" panose="030F0702030302020204" pitchFamily="66" charset="0"/>
                        </a:rPr>
                        <a:t>Data-driven testing</a:t>
                      </a:r>
                      <a:endParaRPr lang="en-IN" sz="1800" dirty="0">
                        <a:effectLst/>
                        <a:latin typeface="Comic Sans MS" panose="030F0702030302020204" pitchFamily="66" charset="0"/>
                      </a:endParaRPr>
                    </a:p>
                  </a:txBody>
                  <a:tcPr anchor="ctr"/>
                </a:tc>
                <a:tc>
                  <a:txBody>
                    <a:bodyPr/>
                    <a:lstStyle/>
                    <a:p>
                      <a:pPr>
                        <a:buNone/>
                      </a:pPr>
                      <a:r>
                        <a:rPr lang="en-US" sz="1800">
                          <a:effectLst/>
                          <a:latin typeface="Comic Sans MS" panose="030F0702030302020204" pitchFamily="66" charset="0"/>
                        </a:rPr>
                        <a:t>Run tests with multiple datasets easily</a:t>
                      </a:r>
                    </a:p>
                  </a:txBody>
                  <a:tcPr anchor="ctr"/>
                </a:tc>
                <a:extLst>
                  <a:ext uri="{0D108BD9-81ED-4DB2-BD59-A6C34878D82A}">
                    <a16:rowId xmlns:a16="http://schemas.microsoft.com/office/drawing/2014/main" val="2719738838"/>
                  </a:ext>
                </a:extLst>
              </a:tr>
              <a:tr h="441080">
                <a:tc>
                  <a:txBody>
                    <a:bodyPr/>
                    <a:lstStyle/>
                    <a:p>
                      <a:pPr>
                        <a:buNone/>
                      </a:pPr>
                      <a:r>
                        <a:rPr lang="en-IN" sz="1800" b="1" dirty="0">
                          <a:effectLst/>
                          <a:latin typeface="Comic Sans MS" panose="030F0702030302020204" pitchFamily="66" charset="0"/>
                        </a:rPr>
                        <a:t>Reusable test cases</a:t>
                      </a:r>
                      <a:endParaRPr lang="en-IN" sz="1800" dirty="0">
                        <a:effectLst/>
                        <a:latin typeface="Comic Sans MS" panose="030F0702030302020204" pitchFamily="66" charset="0"/>
                      </a:endParaRPr>
                    </a:p>
                  </a:txBody>
                  <a:tcPr anchor="ctr"/>
                </a:tc>
                <a:tc>
                  <a:txBody>
                    <a:bodyPr/>
                    <a:lstStyle/>
                    <a:p>
                      <a:pPr>
                        <a:buNone/>
                      </a:pPr>
                      <a:r>
                        <a:rPr lang="en-US" sz="1800" dirty="0">
                          <a:effectLst/>
                          <a:latin typeface="Comic Sans MS" panose="030F0702030302020204" pitchFamily="66" charset="0"/>
                        </a:rPr>
                        <a:t>Avoid hardcoding values in scripts</a:t>
                      </a:r>
                    </a:p>
                  </a:txBody>
                  <a:tcPr anchor="ctr"/>
                </a:tc>
                <a:extLst>
                  <a:ext uri="{0D108BD9-81ED-4DB2-BD59-A6C34878D82A}">
                    <a16:rowId xmlns:a16="http://schemas.microsoft.com/office/drawing/2014/main" val="958242219"/>
                  </a:ext>
                </a:extLst>
              </a:tr>
              <a:tr h="441080">
                <a:tc>
                  <a:txBody>
                    <a:bodyPr/>
                    <a:lstStyle/>
                    <a:p>
                      <a:pPr>
                        <a:buNone/>
                      </a:pPr>
                      <a:r>
                        <a:rPr lang="en-IN" sz="1800" b="1" dirty="0">
                          <a:effectLst/>
                          <a:latin typeface="Comic Sans MS" panose="030F0702030302020204" pitchFamily="66" charset="0"/>
                        </a:rPr>
                        <a:t>Collaboration</a:t>
                      </a:r>
                      <a:endParaRPr lang="en-IN" sz="1800" dirty="0">
                        <a:effectLst/>
                        <a:latin typeface="Comic Sans MS" panose="030F0702030302020204" pitchFamily="66" charset="0"/>
                      </a:endParaRPr>
                    </a:p>
                  </a:txBody>
                  <a:tcPr anchor="ctr"/>
                </a:tc>
                <a:tc>
                  <a:txBody>
                    <a:bodyPr/>
                    <a:lstStyle/>
                    <a:p>
                      <a:pPr>
                        <a:buNone/>
                      </a:pPr>
                      <a:r>
                        <a:rPr lang="en-US" sz="1800" dirty="0">
                          <a:effectLst/>
                          <a:latin typeface="Comic Sans MS" panose="030F0702030302020204" pitchFamily="66" charset="0"/>
                        </a:rPr>
                        <a:t>Non-technical team members can edit Excel files</a:t>
                      </a:r>
                    </a:p>
                  </a:txBody>
                  <a:tcPr anchor="ctr"/>
                </a:tc>
                <a:extLst>
                  <a:ext uri="{0D108BD9-81ED-4DB2-BD59-A6C34878D82A}">
                    <a16:rowId xmlns:a16="http://schemas.microsoft.com/office/drawing/2014/main" val="2656310095"/>
                  </a:ext>
                </a:extLst>
              </a:tr>
              <a:tr h="441080">
                <a:tc>
                  <a:txBody>
                    <a:bodyPr/>
                    <a:lstStyle/>
                    <a:p>
                      <a:pPr>
                        <a:buNone/>
                      </a:pPr>
                      <a:r>
                        <a:rPr lang="en-IN" sz="1800" b="1">
                          <a:effectLst/>
                          <a:latin typeface="Comic Sans MS" panose="030F0702030302020204" pitchFamily="66" charset="0"/>
                        </a:rPr>
                        <a:t>Result logging</a:t>
                      </a:r>
                      <a:endParaRPr lang="en-IN" sz="1800">
                        <a:effectLst/>
                        <a:latin typeface="Comic Sans MS" panose="030F0702030302020204" pitchFamily="66" charset="0"/>
                      </a:endParaRPr>
                    </a:p>
                  </a:txBody>
                  <a:tcPr anchor="ctr"/>
                </a:tc>
                <a:tc>
                  <a:txBody>
                    <a:bodyPr/>
                    <a:lstStyle/>
                    <a:p>
                      <a:pPr>
                        <a:buNone/>
                      </a:pPr>
                      <a:r>
                        <a:rPr lang="en-US" sz="1800" dirty="0">
                          <a:effectLst/>
                          <a:latin typeface="Comic Sans MS" panose="030F0702030302020204" pitchFamily="66" charset="0"/>
                        </a:rPr>
                        <a:t>Store test outcomes back into Excel</a:t>
                      </a:r>
                    </a:p>
                  </a:txBody>
                  <a:tcPr anchor="ctr"/>
                </a:tc>
                <a:extLst>
                  <a:ext uri="{0D108BD9-81ED-4DB2-BD59-A6C34878D82A}">
                    <a16:rowId xmlns:a16="http://schemas.microsoft.com/office/drawing/2014/main" val="226619175"/>
                  </a:ext>
                </a:extLst>
              </a:tr>
            </a:tbl>
          </a:graphicData>
        </a:graphic>
      </p:graphicFrame>
      <p:pic>
        <p:nvPicPr>
          <p:cNvPr id="6" name="Picture 5">
            <a:extLst>
              <a:ext uri="{FF2B5EF4-FFF2-40B4-BE49-F238E27FC236}">
                <a16:creationId xmlns:a16="http://schemas.microsoft.com/office/drawing/2014/main" id="{C4A5FC15-B96F-6062-C4B2-57BC98065F31}"/>
              </a:ext>
            </a:extLst>
          </p:cNvPr>
          <p:cNvPicPr>
            <a:picLocks noChangeAspect="1"/>
          </p:cNvPicPr>
          <p:nvPr/>
        </p:nvPicPr>
        <p:blipFill>
          <a:blip r:embed="rId2"/>
          <a:stretch>
            <a:fillRect/>
          </a:stretch>
        </p:blipFill>
        <p:spPr>
          <a:xfrm>
            <a:off x="4696597" y="944603"/>
            <a:ext cx="6765417" cy="1402427"/>
          </a:xfrm>
          <a:prstGeom prst="rect">
            <a:avLst/>
          </a:prstGeom>
        </p:spPr>
      </p:pic>
    </p:spTree>
    <p:extLst>
      <p:ext uri="{BB962C8B-B14F-4D97-AF65-F5344CB8AC3E}">
        <p14:creationId xmlns:p14="http://schemas.microsoft.com/office/powerpoint/2010/main" val="32482345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4B404F-09F1-40CA-84E2-FD9F4E5EB219}">
  <ds:schemaRefs>
    <ds:schemaRef ds:uri="http://purl.org/dc/elements/1.1/"/>
    <ds:schemaRef ds:uri="http://schemas.microsoft.com/office/2006/documentManagement/types"/>
    <ds:schemaRef ds:uri="http://purl.org/dc/dcmitype/"/>
    <ds:schemaRef ds:uri="85aa0b7b-c2ff-4619-b015-c2745a4ebbba"/>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7594</TotalTime>
  <Words>1390</Words>
  <Application>Microsoft Office PowerPoint</Application>
  <PresentationFormat>Widescreen</PresentationFormat>
  <Paragraphs>188</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Comic Sans MS</vt:lpstr>
      <vt:lpstr>Cognizant_2024</vt:lpstr>
      <vt:lpstr>Date Picker &amp; Apachi POI</vt:lpstr>
      <vt:lpstr>Date Picker</vt:lpstr>
      <vt:lpstr>Date Picker</vt:lpstr>
      <vt:lpstr>Date Picker</vt:lpstr>
      <vt:lpstr>How to handle Dynamic elements </vt:lpstr>
      <vt:lpstr>How to handle Dynamic elements </vt:lpstr>
      <vt:lpstr>How to handle Dynamic elements </vt:lpstr>
      <vt:lpstr>How to handle Dynamic elements </vt:lpstr>
      <vt:lpstr>Apachi POI</vt:lpstr>
      <vt:lpstr>Apachi POI</vt:lpstr>
      <vt:lpstr>Apachi POI</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Venu, Yejjavarapu (Cognizant)</cp:lastModifiedBy>
  <cp:revision>1</cp:revision>
  <dcterms:created xsi:type="dcterms:W3CDTF">2025-09-17T08:32:50Z</dcterms:created>
  <dcterms:modified xsi:type="dcterms:W3CDTF">2026-01-09T09:10:18Z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