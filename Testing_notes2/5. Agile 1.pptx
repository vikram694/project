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19"/>
  </p:notesMasterIdLst>
  <p:handoutMasterIdLst>
    <p:handoutMasterId r:id="rId20"/>
  </p:handoutMasterIdLst>
  <p:sldIdLst>
    <p:sldId id="2147479184" r:id="rId5"/>
    <p:sldId id="2147479217" r:id="rId6"/>
    <p:sldId id="2147479222" r:id="rId7"/>
    <p:sldId id="2147479220" r:id="rId8"/>
    <p:sldId id="2147479223" r:id="rId9"/>
    <p:sldId id="2147479221" r:id="rId10"/>
    <p:sldId id="2147479224" r:id="rId11"/>
    <p:sldId id="2147479225" r:id="rId12"/>
    <p:sldId id="2147479226" r:id="rId13"/>
    <p:sldId id="2147479227" r:id="rId14"/>
    <p:sldId id="2147479228" r:id="rId15"/>
    <p:sldId id="2147479230" r:id="rId16"/>
    <p:sldId id="2147479231" r:id="rId17"/>
    <p:sldId id="214747922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317800-3EF9-4DBC-9E8A-B3C6847B6DBA}" v="101" dt="2025-12-10T13:49:27.323"/>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39" autoAdjust="0"/>
  </p:normalViewPr>
  <p:slideViewPr>
    <p:cSldViewPr snapToGrid="0">
      <p:cViewPr varScale="1">
        <p:scale>
          <a:sx n="63" d="100"/>
          <a:sy n="63" d="100"/>
        </p:scale>
        <p:origin x="804"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kar, Gadde (Cognizant)" userId="S::2457378@cognizant.com::a6a98d1a-be6b-4049-b2f0-49495f095499" providerId="AD" clId="Web-{FBD23FED-798D-054B-F2D7-3ABCBB511144}"/>
    <pc:docChg chg="modSld">
      <pc:chgData name="Madhukar, Gadde (Cognizant)" userId="S::2457378@cognizant.com::a6a98d1a-be6b-4049-b2f0-49495f095499" providerId="AD" clId="Web-{FBD23FED-798D-054B-F2D7-3ABCBB511144}" dt="2025-11-21T12:30:54.286" v="3"/>
      <pc:docMkLst>
        <pc:docMk/>
      </pc:docMkLst>
      <pc:sldChg chg="modSp">
        <pc:chgData name="Madhukar, Gadde (Cognizant)" userId="S::2457378@cognizant.com::a6a98d1a-be6b-4049-b2f0-49495f095499" providerId="AD" clId="Web-{FBD23FED-798D-054B-F2D7-3ABCBB511144}" dt="2025-11-21T12:30:54.286" v="3"/>
        <pc:sldMkLst>
          <pc:docMk/>
          <pc:sldMk cId="2299939808" sldId="2147479228"/>
        </pc:sldMkLst>
      </pc:sldChg>
    </pc:docChg>
  </pc:docChgLst>
  <pc:docChgLst>
    <pc:chgData name="Kumar, Uyyala Ashwan (Cognizant)" userId="40129f82-5108-4379-8be0-f163bd02311b" providerId="ADAL" clId="{AB2AE533-1515-4F87-896D-2AC1F04100B1}"/>
    <pc:docChg chg="delSld modSld">
      <pc:chgData name="Kumar, Uyyala Ashwan (Cognizant)" userId="40129f82-5108-4379-8be0-f163bd02311b" providerId="ADAL" clId="{AB2AE533-1515-4F87-896D-2AC1F04100B1}" dt="2025-11-21T05:16:06.699" v="39" actId="20577"/>
      <pc:docMkLst>
        <pc:docMk/>
      </pc:docMkLst>
      <pc:sldChg chg="modSp mod">
        <pc:chgData name="Kumar, Uyyala Ashwan (Cognizant)" userId="40129f82-5108-4379-8be0-f163bd02311b" providerId="ADAL" clId="{AB2AE533-1515-4F87-896D-2AC1F04100B1}" dt="2025-11-21T05:16:06.699" v="39" actId="20577"/>
        <pc:sldMkLst>
          <pc:docMk/>
          <pc:sldMk cId="2752092111" sldId="2147479230"/>
        </pc:sldMkLst>
      </pc:sldChg>
      <pc:sldChg chg="modSp mod">
        <pc:chgData name="Kumar, Uyyala Ashwan (Cognizant)" userId="40129f82-5108-4379-8be0-f163bd02311b" providerId="ADAL" clId="{AB2AE533-1515-4F87-896D-2AC1F04100B1}" dt="2025-11-21T04:07:46.503" v="0" actId="20577"/>
        <pc:sldMkLst>
          <pc:docMk/>
          <pc:sldMk cId="3193240802" sldId="2147479233"/>
        </pc:sldMkLst>
      </pc:sldChg>
      <pc:sldChg chg="del">
        <pc:chgData name="Kumar, Uyyala Ashwan (Cognizant)" userId="40129f82-5108-4379-8be0-f163bd02311b" providerId="ADAL" clId="{AB2AE533-1515-4F87-896D-2AC1F04100B1}" dt="2025-11-21T04:13:20.967" v="1" actId="2696"/>
        <pc:sldMkLst>
          <pc:docMk/>
          <pc:sldMk cId="3077511450" sldId="2147479235"/>
        </pc:sldMkLst>
      </pc:sldChg>
    </pc:docChg>
  </pc:docChgLst>
  <pc:docChgLst>
    <pc:chgData name="Mohan, Poornima Swarna (Cognizant)" userId="36824357-ffbd-40a5-b000-b82d0f7dca89" providerId="ADAL" clId="{BB20CA10-5FC3-4CCD-8518-89B0931CAB48}"/>
    <pc:docChg chg="undo redo custSel addSld delSld modSld sldOrd">
      <pc:chgData name="Mohan, Poornima Swarna (Cognizant)" userId="36824357-ffbd-40a5-b000-b82d0f7dca89" providerId="ADAL" clId="{BB20CA10-5FC3-4CCD-8518-89B0931CAB48}" dt="2025-12-10T13:50:18.247" v="782" actId="47"/>
      <pc:docMkLst>
        <pc:docMk/>
      </pc:docMkLst>
      <pc:sldChg chg="modSp mod">
        <pc:chgData name="Mohan, Poornima Swarna (Cognizant)" userId="36824357-ffbd-40a5-b000-b82d0f7dca89" providerId="ADAL" clId="{BB20CA10-5FC3-4CCD-8518-89B0931CAB48}" dt="2025-11-26T10:01:46.692" v="14" actId="20577"/>
        <pc:sldMkLst>
          <pc:docMk/>
          <pc:sldMk cId="2713534842" sldId="2147479184"/>
        </pc:sldMkLst>
        <pc:spChg chg="mod">
          <ac:chgData name="Mohan, Poornima Swarna (Cognizant)" userId="36824357-ffbd-40a5-b000-b82d0f7dca89" providerId="ADAL" clId="{BB20CA10-5FC3-4CCD-8518-89B0931CAB48}" dt="2025-11-26T10:01:46.692" v="14" actId="20577"/>
          <ac:spMkLst>
            <pc:docMk/>
            <pc:sldMk cId="2713534842" sldId="2147479184"/>
            <ac:spMk id="5" creationId="{09D9EB17-9965-3523-3F99-EF5E53642703}"/>
          </ac:spMkLst>
        </pc:spChg>
      </pc:sldChg>
      <pc:sldChg chg="addSp delSp modSp mod">
        <pc:chgData name="Mohan, Poornima Swarna (Cognizant)" userId="36824357-ffbd-40a5-b000-b82d0f7dca89" providerId="ADAL" clId="{BB20CA10-5FC3-4CCD-8518-89B0931CAB48}" dt="2025-12-10T10:33:54.743" v="276" actId="14100"/>
        <pc:sldMkLst>
          <pc:docMk/>
          <pc:sldMk cId="1241736782" sldId="2147479217"/>
        </pc:sldMkLst>
        <pc:spChg chg="mod">
          <ac:chgData name="Mohan, Poornima Swarna (Cognizant)" userId="36824357-ffbd-40a5-b000-b82d0f7dca89" providerId="ADAL" clId="{BB20CA10-5FC3-4CCD-8518-89B0931CAB48}" dt="2025-11-26T10:02:16.490" v="50" actId="20577"/>
          <ac:spMkLst>
            <pc:docMk/>
            <pc:sldMk cId="1241736782" sldId="2147479217"/>
            <ac:spMk id="2" creationId="{0A7F37D4-D953-972F-D24F-C5EDF1AFF8B6}"/>
          </ac:spMkLst>
        </pc:spChg>
        <pc:spChg chg="add mod">
          <ac:chgData name="Mohan, Poornima Swarna (Cognizant)" userId="36824357-ffbd-40a5-b000-b82d0f7dca89" providerId="ADAL" clId="{BB20CA10-5FC3-4CCD-8518-89B0931CAB48}" dt="2025-12-10T10:31:30.435" v="234"/>
          <ac:spMkLst>
            <pc:docMk/>
            <pc:sldMk cId="1241736782" sldId="2147479217"/>
            <ac:spMk id="3" creationId="{E28EFE89-79C0-D038-263E-6810665493B0}"/>
          </ac:spMkLst>
        </pc:spChg>
        <pc:spChg chg="add mod">
          <ac:chgData name="Mohan, Poornima Swarna (Cognizant)" userId="36824357-ffbd-40a5-b000-b82d0f7dca89" providerId="ADAL" clId="{BB20CA10-5FC3-4CCD-8518-89B0931CAB48}" dt="2025-12-10T10:33:54.743" v="276" actId="14100"/>
          <ac:spMkLst>
            <pc:docMk/>
            <pc:sldMk cId="1241736782" sldId="2147479217"/>
            <ac:spMk id="9" creationId="{CB816FE2-378E-47FB-F2A6-35453C64AE27}"/>
          </ac:spMkLst>
        </pc:spChg>
        <pc:spChg chg="add del mod">
          <ac:chgData name="Mohan, Poornima Swarna (Cognizant)" userId="36824357-ffbd-40a5-b000-b82d0f7dca89" providerId="ADAL" clId="{BB20CA10-5FC3-4CCD-8518-89B0931CAB48}" dt="2025-12-10T10:31:43.910" v="238" actId="478"/>
          <ac:spMkLst>
            <pc:docMk/>
            <pc:sldMk cId="1241736782" sldId="2147479217"/>
            <ac:spMk id="13" creationId="{2E647E06-FDD9-5105-6ED9-052313EFFCDA}"/>
          </ac:spMkLst>
        </pc:spChg>
      </pc:sldChg>
      <pc:sldChg chg="addSp delSp modSp add del mod">
        <pc:chgData name="Mohan, Poornima Swarna (Cognizant)" userId="36824357-ffbd-40a5-b000-b82d0f7dca89" providerId="ADAL" clId="{BB20CA10-5FC3-4CCD-8518-89B0931CAB48}" dt="2025-12-10T10:31:17.465" v="231" actId="47"/>
        <pc:sldMkLst>
          <pc:docMk/>
          <pc:sldMk cId="108370426" sldId="2147479218"/>
        </pc:sldMkLst>
      </pc:sldChg>
      <pc:sldChg chg="addSp delSp modSp add del mod">
        <pc:chgData name="Mohan, Poornima Swarna (Cognizant)" userId="36824357-ffbd-40a5-b000-b82d0f7dca89" providerId="ADAL" clId="{BB20CA10-5FC3-4CCD-8518-89B0931CAB48}" dt="2025-12-10T10:31:19.366" v="232" actId="47"/>
        <pc:sldMkLst>
          <pc:docMk/>
          <pc:sldMk cId="3016381150" sldId="2147479219"/>
        </pc:sldMkLst>
        <pc:spChg chg="mod">
          <ac:chgData name="Mohan, Poornima Swarna (Cognizant)" userId="36824357-ffbd-40a5-b000-b82d0f7dca89" providerId="ADAL" clId="{BB20CA10-5FC3-4CCD-8518-89B0931CAB48}" dt="2025-12-10T10:30:59.733" v="230" actId="20577"/>
          <ac:spMkLst>
            <pc:docMk/>
            <pc:sldMk cId="3016381150" sldId="2147479219"/>
            <ac:spMk id="2" creationId="{D8691F5C-009A-5E1C-E04E-E78DD4BE5075}"/>
          </ac:spMkLst>
        </pc:spChg>
      </pc:sldChg>
      <pc:sldChg chg="addSp modSp add mod">
        <pc:chgData name="Mohan, Poornima Swarna (Cognizant)" userId="36824357-ffbd-40a5-b000-b82d0f7dca89" providerId="ADAL" clId="{BB20CA10-5FC3-4CCD-8518-89B0931CAB48}" dt="2025-12-10T13:45:11.009" v="731" actId="1076"/>
        <pc:sldMkLst>
          <pc:docMk/>
          <pc:sldMk cId="396456115" sldId="2147479220"/>
        </pc:sldMkLst>
        <pc:spChg chg="mod">
          <ac:chgData name="Mohan, Poornima Swarna (Cognizant)" userId="36824357-ffbd-40a5-b000-b82d0f7dca89" providerId="ADAL" clId="{BB20CA10-5FC3-4CCD-8518-89B0931CAB48}" dt="2025-12-10T13:45:03.598" v="729"/>
          <ac:spMkLst>
            <pc:docMk/>
            <pc:sldMk cId="396456115" sldId="2147479220"/>
            <ac:spMk id="2" creationId="{84D1FB6C-C3AB-5FAB-BB63-FA15FB751896}"/>
          </ac:spMkLst>
        </pc:spChg>
        <pc:spChg chg="add mod">
          <ac:chgData name="Mohan, Poornima Swarna (Cognizant)" userId="36824357-ffbd-40a5-b000-b82d0f7dca89" providerId="ADAL" clId="{BB20CA10-5FC3-4CCD-8518-89B0931CAB48}" dt="2025-12-10T13:45:11.009" v="731" actId="1076"/>
          <ac:spMkLst>
            <pc:docMk/>
            <pc:sldMk cId="396456115" sldId="2147479220"/>
            <ac:spMk id="6" creationId="{7F542A8A-F299-AB89-088E-660EFDC1A606}"/>
          </ac:spMkLst>
        </pc:spChg>
      </pc:sldChg>
      <pc:sldChg chg="del">
        <pc:chgData name="Mohan, Poornima Swarna (Cognizant)" userId="36824357-ffbd-40a5-b000-b82d0f7dca89" providerId="ADAL" clId="{BB20CA10-5FC3-4CCD-8518-89B0931CAB48}" dt="2025-11-26T10:01:50.894" v="18" actId="47"/>
        <pc:sldMkLst>
          <pc:docMk/>
          <pc:sldMk cId="49623600" sldId="2147479221"/>
        </pc:sldMkLst>
      </pc:sldChg>
      <pc:sldChg chg="addSp delSp modSp new mod ord">
        <pc:chgData name="Mohan, Poornima Swarna (Cognizant)" userId="36824357-ffbd-40a5-b000-b82d0f7dca89" providerId="ADAL" clId="{BB20CA10-5FC3-4CCD-8518-89B0931CAB48}" dt="2025-12-10T10:55:39.326" v="382" actId="2710"/>
        <pc:sldMkLst>
          <pc:docMk/>
          <pc:sldMk cId="2318779974" sldId="2147479221"/>
        </pc:sldMkLst>
        <pc:spChg chg="mod">
          <ac:chgData name="Mohan, Poornima Swarna (Cognizant)" userId="36824357-ffbd-40a5-b000-b82d0f7dca89" providerId="ADAL" clId="{BB20CA10-5FC3-4CCD-8518-89B0931CAB48}" dt="2025-12-10T10:54:11.504" v="344" actId="20577"/>
          <ac:spMkLst>
            <pc:docMk/>
            <pc:sldMk cId="2318779974" sldId="2147479221"/>
            <ac:spMk id="2" creationId="{6160B636-D185-81CC-763D-19D943B1AE48}"/>
          </ac:spMkLst>
        </pc:spChg>
        <pc:spChg chg="del mod">
          <ac:chgData name="Mohan, Poornima Swarna (Cognizant)" userId="36824357-ffbd-40a5-b000-b82d0f7dca89" providerId="ADAL" clId="{BB20CA10-5FC3-4CCD-8518-89B0931CAB48}" dt="2025-12-10T10:53:30.353" v="327" actId="478"/>
          <ac:spMkLst>
            <pc:docMk/>
            <pc:sldMk cId="2318779974" sldId="2147479221"/>
            <ac:spMk id="3" creationId="{A6A1D9A8-20A0-F55A-8F9E-A051983F32D3}"/>
          </ac:spMkLst>
        </pc:spChg>
        <pc:spChg chg="add del mod">
          <ac:chgData name="Mohan, Poornima Swarna (Cognizant)" userId="36824357-ffbd-40a5-b000-b82d0f7dca89" providerId="ADAL" clId="{BB20CA10-5FC3-4CCD-8518-89B0931CAB48}" dt="2025-12-10T10:53:12.407" v="326" actId="478"/>
          <ac:spMkLst>
            <pc:docMk/>
            <pc:sldMk cId="2318779974" sldId="2147479221"/>
            <ac:spMk id="7" creationId="{AAC2E534-607A-1AD2-01C7-D9451C6D7811}"/>
          </ac:spMkLst>
        </pc:spChg>
        <pc:spChg chg="add del mod">
          <ac:chgData name="Mohan, Poornima Swarna (Cognizant)" userId="36824357-ffbd-40a5-b000-b82d0f7dca89" providerId="ADAL" clId="{BB20CA10-5FC3-4CCD-8518-89B0931CAB48}" dt="2025-12-10T10:53:57.080" v="339"/>
          <ac:spMkLst>
            <pc:docMk/>
            <pc:sldMk cId="2318779974" sldId="2147479221"/>
            <ac:spMk id="8" creationId="{3D4A2E0D-BB02-6824-76DC-0B89F92C159B}"/>
          </ac:spMkLst>
        </pc:spChg>
        <pc:spChg chg="add">
          <ac:chgData name="Mohan, Poornima Swarna (Cognizant)" userId="36824357-ffbd-40a5-b000-b82d0f7dca89" providerId="ADAL" clId="{BB20CA10-5FC3-4CCD-8518-89B0931CAB48}" dt="2025-12-10T10:53:33.644" v="329"/>
          <ac:spMkLst>
            <pc:docMk/>
            <pc:sldMk cId="2318779974" sldId="2147479221"/>
            <ac:spMk id="9" creationId="{79803D9C-B9CD-C6D1-5BBE-81A53B347239}"/>
          </ac:spMkLst>
        </pc:spChg>
        <pc:spChg chg="add">
          <ac:chgData name="Mohan, Poornima Swarna (Cognizant)" userId="36824357-ffbd-40a5-b000-b82d0f7dca89" providerId="ADAL" clId="{BB20CA10-5FC3-4CCD-8518-89B0931CAB48}" dt="2025-12-10T10:53:43.215" v="331"/>
          <ac:spMkLst>
            <pc:docMk/>
            <pc:sldMk cId="2318779974" sldId="2147479221"/>
            <ac:spMk id="10" creationId="{3F7B71B8-5BF2-FBF0-9F40-1A6A48783240}"/>
          </ac:spMkLst>
        </pc:spChg>
        <pc:spChg chg="add mod">
          <ac:chgData name="Mohan, Poornima Swarna (Cognizant)" userId="36824357-ffbd-40a5-b000-b82d0f7dca89" providerId="ADAL" clId="{BB20CA10-5FC3-4CCD-8518-89B0931CAB48}" dt="2025-12-10T10:53:52.702" v="335"/>
          <ac:spMkLst>
            <pc:docMk/>
            <pc:sldMk cId="2318779974" sldId="2147479221"/>
            <ac:spMk id="11" creationId="{5E398A6F-76C0-3608-AF56-CE0191F77D2B}"/>
          </ac:spMkLst>
        </pc:spChg>
        <pc:spChg chg="add mod">
          <ac:chgData name="Mohan, Poornima Swarna (Cognizant)" userId="36824357-ffbd-40a5-b000-b82d0f7dca89" providerId="ADAL" clId="{BB20CA10-5FC3-4CCD-8518-89B0931CAB48}" dt="2025-12-10T10:55:39.326" v="382" actId="2710"/>
          <ac:spMkLst>
            <pc:docMk/>
            <pc:sldMk cId="2318779974" sldId="2147479221"/>
            <ac:spMk id="12" creationId="{A32BEC2E-C69A-B779-51BE-359D314F7840}"/>
          </ac:spMkLst>
        </pc:spChg>
      </pc:sldChg>
      <pc:sldChg chg="del">
        <pc:chgData name="Mohan, Poornima Swarna (Cognizant)" userId="36824357-ffbd-40a5-b000-b82d0f7dca89" providerId="ADAL" clId="{BB20CA10-5FC3-4CCD-8518-89B0931CAB48}" dt="2025-11-26T10:01:51.778" v="21" actId="47"/>
        <pc:sldMkLst>
          <pc:docMk/>
          <pc:sldMk cId="511959599" sldId="2147479222"/>
        </pc:sldMkLst>
      </pc:sldChg>
      <pc:sldChg chg="addSp delSp modSp add mod">
        <pc:chgData name="Mohan, Poornima Swarna (Cognizant)" userId="36824357-ffbd-40a5-b000-b82d0f7dca89" providerId="ADAL" clId="{BB20CA10-5FC3-4CCD-8518-89B0931CAB48}" dt="2025-12-10T13:41:45.415" v="703" actId="255"/>
        <pc:sldMkLst>
          <pc:docMk/>
          <pc:sldMk cId="1173186608" sldId="2147479222"/>
        </pc:sldMkLst>
        <pc:spChg chg="add del mod">
          <ac:chgData name="Mohan, Poornima Swarna (Cognizant)" userId="36824357-ffbd-40a5-b000-b82d0f7dca89" providerId="ADAL" clId="{BB20CA10-5FC3-4CCD-8518-89B0931CAB48}" dt="2025-12-10T10:45:10.205" v="286" actId="22"/>
          <ac:spMkLst>
            <pc:docMk/>
            <pc:sldMk cId="1173186608" sldId="2147479222"/>
            <ac:spMk id="6" creationId="{1A053F54-60BC-AE7C-81EA-43E3238DA45C}"/>
          </ac:spMkLst>
        </pc:spChg>
        <pc:spChg chg="del">
          <ac:chgData name="Mohan, Poornima Swarna (Cognizant)" userId="36824357-ffbd-40a5-b000-b82d0f7dca89" providerId="ADAL" clId="{BB20CA10-5FC3-4CCD-8518-89B0931CAB48}" dt="2025-12-10T10:31:36.858" v="236" actId="478"/>
          <ac:spMkLst>
            <pc:docMk/>
            <pc:sldMk cId="1173186608" sldId="2147479222"/>
            <ac:spMk id="9" creationId="{8DD748A0-738E-544E-F4AD-9372E4C19321}"/>
          </ac:spMkLst>
        </pc:spChg>
        <pc:spChg chg="mod">
          <ac:chgData name="Mohan, Poornima Swarna (Cognizant)" userId="36824357-ffbd-40a5-b000-b82d0f7dca89" providerId="ADAL" clId="{BB20CA10-5FC3-4CCD-8518-89B0931CAB48}" dt="2025-12-10T13:41:45.415" v="703" actId="255"/>
          <ac:spMkLst>
            <pc:docMk/>
            <pc:sldMk cId="1173186608" sldId="2147479222"/>
            <ac:spMk id="13" creationId="{FAEDDBFB-430B-3818-8A28-8EAE8727FF66}"/>
          </ac:spMkLst>
        </pc:spChg>
      </pc:sldChg>
      <pc:sldChg chg="addSp delSp modSp new del mod">
        <pc:chgData name="Mohan, Poornima Swarna (Cognizant)" userId="36824357-ffbd-40a5-b000-b82d0f7dca89" providerId="ADAL" clId="{BB20CA10-5FC3-4CCD-8518-89B0931CAB48}" dt="2025-12-10T10:31:23.436" v="233" actId="47"/>
        <pc:sldMkLst>
          <pc:docMk/>
          <pc:sldMk cId="2672652308" sldId="2147479222"/>
        </pc:sldMkLst>
      </pc:sldChg>
      <pc:sldChg chg="del">
        <pc:chgData name="Mohan, Poornima Swarna (Cognizant)" userId="36824357-ffbd-40a5-b000-b82d0f7dca89" providerId="ADAL" clId="{BB20CA10-5FC3-4CCD-8518-89B0931CAB48}" dt="2025-11-26T10:01:52.444" v="24" actId="47"/>
        <pc:sldMkLst>
          <pc:docMk/>
          <pc:sldMk cId="309954286" sldId="2147479223"/>
        </pc:sldMkLst>
      </pc:sldChg>
      <pc:sldChg chg="addSp delSp modSp add mod ord">
        <pc:chgData name="Mohan, Poornima Swarna (Cognizant)" userId="36824357-ffbd-40a5-b000-b82d0f7dca89" providerId="ADAL" clId="{BB20CA10-5FC3-4CCD-8518-89B0931CAB48}" dt="2025-12-10T13:44:50.178" v="724" actId="14100"/>
        <pc:sldMkLst>
          <pc:docMk/>
          <pc:sldMk cId="1384798206" sldId="2147479223"/>
        </pc:sldMkLst>
        <pc:spChg chg="mod">
          <ac:chgData name="Mohan, Poornima Swarna (Cognizant)" userId="36824357-ffbd-40a5-b000-b82d0f7dca89" providerId="ADAL" clId="{BB20CA10-5FC3-4CCD-8518-89B0931CAB48}" dt="2025-12-10T10:46:47.831" v="305"/>
          <ac:spMkLst>
            <pc:docMk/>
            <pc:sldMk cId="1384798206" sldId="2147479223"/>
            <ac:spMk id="2" creationId="{2A1BFBE3-7B55-BE84-EBE1-995550630C15}"/>
          </ac:spMkLst>
        </pc:spChg>
        <pc:spChg chg="del">
          <ac:chgData name="Mohan, Poornima Swarna (Cognizant)" userId="36824357-ffbd-40a5-b000-b82d0f7dca89" providerId="ADAL" clId="{BB20CA10-5FC3-4CCD-8518-89B0931CAB48}" dt="2025-12-10T10:46:53.293" v="306" actId="478"/>
          <ac:spMkLst>
            <pc:docMk/>
            <pc:sldMk cId="1384798206" sldId="2147479223"/>
            <ac:spMk id="6" creationId="{9D1C3894-3872-9FC9-9327-0F839322A868}"/>
          </ac:spMkLst>
        </pc:spChg>
        <pc:spChg chg="add del mod">
          <ac:chgData name="Mohan, Poornima Swarna (Cognizant)" userId="36824357-ffbd-40a5-b000-b82d0f7dca89" providerId="ADAL" clId="{BB20CA10-5FC3-4CCD-8518-89B0931CAB48}" dt="2025-12-10T13:43:31.705" v="706" actId="478"/>
          <ac:spMkLst>
            <pc:docMk/>
            <pc:sldMk cId="1384798206" sldId="2147479223"/>
            <ac:spMk id="7" creationId="{63883E44-7190-033F-70BE-68EFCC8FC92E}"/>
          </ac:spMkLst>
        </pc:spChg>
        <pc:graphicFrameChg chg="add mod modGraphic">
          <ac:chgData name="Mohan, Poornima Swarna (Cognizant)" userId="36824357-ffbd-40a5-b000-b82d0f7dca89" providerId="ADAL" clId="{BB20CA10-5FC3-4CCD-8518-89B0931CAB48}" dt="2025-12-10T13:44:50.178" v="724" actId="14100"/>
          <ac:graphicFrameMkLst>
            <pc:docMk/>
            <pc:sldMk cId="1384798206" sldId="2147479223"/>
            <ac:graphicFrameMk id="8" creationId="{1FCBFD20-A7B0-87D4-EA7D-2A08287F3B21}"/>
          </ac:graphicFrameMkLst>
        </pc:graphicFrameChg>
      </pc:sldChg>
      <pc:sldChg chg="del">
        <pc:chgData name="Mohan, Poornima Swarna (Cognizant)" userId="36824357-ffbd-40a5-b000-b82d0f7dca89" providerId="ADAL" clId="{BB20CA10-5FC3-4CCD-8518-89B0931CAB48}" dt="2025-11-26T10:01:53.079" v="27" actId="47"/>
        <pc:sldMkLst>
          <pc:docMk/>
          <pc:sldMk cId="2231693562" sldId="2147479224"/>
        </pc:sldMkLst>
      </pc:sldChg>
      <pc:sldChg chg="modSp add mod">
        <pc:chgData name="Mohan, Poornima Swarna (Cognizant)" userId="36824357-ffbd-40a5-b000-b82d0f7dca89" providerId="ADAL" clId="{BB20CA10-5FC3-4CCD-8518-89B0931CAB48}" dt="2025-12-10T10:55:19.253" v="377" actId="255"/>
        <pc:sldMkLst>
          <pc:docMk/>
          <pc:sldMk cId="3880873408" sldId="2147479224"/>
        </pc:sldMkLst>
        <pc:spChg chg="mod">
          <ac:chgData name="Mohan, Poornima Swarna (Cognizant)" userId="36824357-ffbd-40a5-b000-b82d0f7dca89" providerId="ADAL" clId="{BB20CA10-5FC3-4CCD-8518-89B0931CAB48}" dt="2025-12-10T10:54:55.827" v="374" actId="20577"/>
          <ac:spMkLst>
            <pc:docMk/>
            <pc:sldMk cId="3880873408" sldId="2147479224"/>
            <ac:spMk id="2" creationId="{01C518DB-2DFB-095E-C6F9-C88D72CD97D0}"/>
          </ac:spMkLst>
        </pc:spChg>
        <pc:spChg chg="mod">
          <ac:chgData name="Mohan, Poornima Swarna (Cognizant)" userId="36824357-ffbd-40a5-b000-b82d0f7dca89" providerId="ADAL" clId="{BB20CA10-5FC3-4CCD-8518-89B0931CAB48}" dt="2025-12-10T10:55:19.253" v="377" actId="255"/>
          <ac:spMkLst>
            <pc:docMk/>
            <pc:sldMk cId="3880873408" sldId="2147479224"/>
            <ac:spMk id="12" creationId="{BC559D94-848F-4849-D7CB-2D583FF535D5}"/>
          </ac:spMkLst>
        </pc:spChg>
      </pc:sldChg>
      <pc:sldChg chg="add">
        <pc:chgData name="Mohan, Poornima Swarna (Cognizant)" userId="36824357-ffbd-40a5-b000-b82d0f7dca89" providerId="ADAL" clId="{BB20CA10-5FC3-4CCD-8518-89B0931CAB48}" dt="2025-12-10T10:55:46.456" v="383"/>
        <pc:sldMkLst>
          <pc:docMk/>
          <pc:sldMk cId="2776380435" sldId="2147479225"/>
        </pc:sldMkLst>
      </pc:sldChg>
      <pc:sldChg chg="del">
        <pc:chgData name="Mohan, Poornima Swarna (Cognizant)" userId="36824357-ffbd-40a5-b000-b82d0f7dca89" providerId="ADAL" clId="{BB20CA10-5FC3-4CCD-8518-89B0931CAB48}" dt="2025-11-26T10:01:50.278" v="15" actId="47"/>
        <pc:sldMkLst>
          <pc:docMk/>
          <pc:sldMk cId="4151441402" sldId="2147479225"/>
        </pc:sldMkLst>
      </pc:sldChg>
      <pc:sldChg chg="addSp delSp modSp add mod">
        <pc:chgData name="Mohan, Poornima Swarna (Cognizant)" userId="36824357-ffbd-40a5-b000-b82d0f7dca89" providerId="ADAL" clId="{BB20CA10-5FC3-4CCD-8518-89B0931CAB48}" dt="2025-12-10T13:50:06.038" v="781" actId="14100"/>
        <pc:sldMkLst>
          <pc:docMk/>
          <pc:sldMk cId="2737869275" sldId="2147479226"/>
        </pc:sldMkLst>
        <pc:spChg chg="mod">
          <ac:chgData name="Mohan, Poornima Swarna (Cognizant)" userId="36824357-ffbd-40a5-b000-b82d0f7dca89" providerId="ADAL" clId="{BB20CA10-5FC3-4CCD-8518-89B0931CAB48}" dt="2025-12-10T10:58:08.040" v="408" actId="20577"/>
          <ac:spMkLst>
            <pc:docMk/>
            <pc:sldMk cId="2737869275" sldId="2147479226"/>
            <ac:spMk id="2" creationId="{DABF8EB6-487B-DCDE-4BEB-849BFBB29ED7}"/>
          </ac:spMkLst>
        </pc:spChg>
        <pc:spChg chg="add del mod">
          <ac:chgData name="Mohan, Poornima Swarna (Cognizant)" userId="36824357-ffbd-40a5-b000-b82d0f7dca89" providerId="ADAL" clId="{BB20CA10-5FC3-4CCD-8518-89B0931CAB48}" dt="2025-12-10T13:47:18.243" v="739" actId="478"/>
          <ac:spMkLst>
            <pc:docMk/>
            <pc:sldMk cId="2737869275" sldId="2147479226"/>
            <ac:spMk id="6" creationId="{555B5D11-04E4-0CD5-E3E2-9756F0A18326}"/>
          </ac:spMkLst>
        </pc:spChg>
        <pc:spChg chg="add">
          <ac:chgData name="Mohan, Poornima Swarna (Cognizant)" userId="36824357-ffbd-40a5-b000-b82d0f7dca89" providerId="ADAL" clId="{BB20CA10-5FC3-4CCD-8518-89B0931CAB48}" dt="2025-12-10T13:46:18.626" v="732"/>
          <ac:spMkLst>
            <pc:docMk/>
            <pc:sldMk cId="2737869275" sldId="2147479226"/>
            <ac:spMk id="7" creationId="{69A35A2F-FBD9-7E86-2208-59E4D00F3179}"/>
          </ac:spMkLst>
        </pc:spChg>
        <pc:spChg chg="add">
          <ac:chgData name="Mohan, Poornima Swarna (Cognizant)" userId="36824357-ffbd-40a5-b000-b82d0f7dca89" providerId="ADAL" clId="{BB20CA10-5FC3-4CCD-8518-89B0931CAB48}" dt="2025-12-10T13:46:24.720" v="733"/>
          <ac:spMkLst>
            <pc:docMk/>
            <pc:sldMk cId="2737869275" sldId="2147479226"/>
            <ac:spMk id="8" creationId="{15FBD0D0-84C0-125F-B9AB-D7364D86D869}"/>
          </ac:spMkLst>
        </pc:spChg>
        <pc:spChg chg="add mod">
          <ac:chgData name="Mohan, Poornima Swarna (Cognizant)" userId="36824357-ffbd-40a5-b000-b82d0f7dca89" providerId="ADAL" clId="{BB20CA10-5FC3-4CCD-8518-89B0931CAB48}" dt="2025-12-10T13:49:54.945" v="777" actId="14100"/>
          <ac:spMkLst>
            <pc:docMk/>
            <pc:sldMk cId="2737869275" sldId="2147479226"/>
            <ac:spMk id="10" creationId="{F48EED4B-2E9D-99E8-52AB-36CBFA23A9B0}"/>
          </ac:spMkLst>
        </pc:spChg>
        <pc:spChg chg="del mod">
          <ac:chgData name="Mohan, Poornima Swarna (Cognizant)" userId="36824357-ffbd-40a5-b000-b82d0f7dca89" providerId="ADAL" clId="{BB20CA10-5FC3-4CCD-8518-89B0931CAB48}" dt="2025-12-10T10:57:13.552" v="389" actId="478"/>
          <ac:spMkLst>
            <pc:docMk/>
            <pc:sldMk cId="2737869275" sldId="2147479226"/>
            <ac:spMk id="12" creationId="{66AF729E-E2E7-0C20-BC35-9246C89DCFE4}"/>
          </ac:spMkLst>
        </pc:spChg>
        <pc:spChg chg="add mod">
          <ac:chgData name="Mohan, Poornima Swarna (Cognizant)" userId="36824357-ffbd-40a5-b000-b82d0f7dca89" providerId="ADAL" clId="{BB20CA10-5FC3-4CCD-8518-89B0931CAB48}" dt="2025-12-10T13:50:03.499" v="780" actId="1076"/>
          <ac:spMkLst>
            <pc:docMk/>
            <pc:sldMk cId="2737869275" sldId="2147479226"/>
            <ac:spMk id="13" creationId="{1202E66E-AE78-9192-72CA-1B386FAF2ED2}"/>
          </ac:spMkLst>
        </pc:spChg>
        <pc:spChg chg="add mod">
          <ac:chgData name="Mohan, Poornima Swarna (Cognizant)" userId="36824357-ffbd-40a5-b000-b82d0f7dca89" providerId="ADAL" clId="{BB20CA10-5FC3-4CCD-8518-89B0931CAB48}" dt="2025-12-10T13:50:06.038" v="781" actId="14100"/>
          <ac:spMkLst>
            <pc:docMk/>
            <pc:sldMk cId="2737869275" sldId="2147479226"/>
            <ac:spMk id="14" creationId="{E1B89498-928C-E702-EB1B-7548A17412AF}"/>
          </ac:spMkLst>
        </pc:spChg>
      </pc:sldChg>
      <pc:sldChg chg="del">
        <pc:chgData name="Mohan, Poornima Swarna (Cognizant)" userId="36824357-ffbd-40a5-b000-b82d0f7dca89" providerId="ADAL" clId="{BB20CA10-5FC3-4CCD-8518-89B0931CAB48}" dt="2025-11-26T10:01:51.092" v="19" actId="47"/>
        <pc:sldMkLst>
          <pc:docMk/>
          <pc:sldMk cId="3243024429" sldId="2147479226"/>
        </pc:sldMkLst>
      </pc:sldChg>
      <pc:sldChg chg="addSp delSp modSp add mod">
        <pc:chgData name="Mohan, Poornima Swarna (Cognizant)" userId="36824357-ffbd-40a5-b000-b82d0f7dca89" providerId="ADAL" clId="{BB20CA10-5FC3-4CCD-8518-89B0931CAB48}" dt="2025-12-10T10:59:51.787" v="470" actId="2710"/>
        <pc:sldMkLst>
          <pc:docMk/>
          <pc:sldMk cId="536671508" sldId="2147479227"/>
        </pc:sldMkLst>
        <pc:spChg chg="mod">
          <ac:chgData name="Mohan, Poornima Swarna (Cognizant)" userId="36824357-ffbd-40a5-b000-b82d0f7dca89" providerId="ADAL" clId="{BB20CA10-5FC3-4CCD-8518-89B0931CAB48}" dt="2025-12-10T10:58:45.994" v="461" actId="20577"/>
          <ac:spMkLst>
            <pc:docMk/>
            <pc:sldMk cId="536671508" sldId="2147479227"/>
            <ac:spMk id="2" creationId="{1F994C59-7C32-EFBC-CFB2-BF0259A1A07B}"/>
          </ac:spMkLst>
        </pc:spChg>
        <pc:spChg chg="add">
          <ac:chgData name="Mohan, Poornima Swarna (Cognizant)" userId="36824357-ffbd-40a5-b000-b82d0f7dca89" providerId="ADAL" clId="{BB20CA10-5FC3-4CCD-8518-89B0931CAB48}" dt="2025-12-10T10:58:49.046" v="462"/>
          <ac:spMkLst>
            <pc:docMk/>
            <pc:sldMk cId="536671508" sldId="2147479227"/>
            <ac:spMk id="3" creationId="{252C5A88-EAC7-D7D1-5BD0-BD3970702BFE}"/>
          </ac:spMkLst>
        </pc:spChg>
        <pc:spChg chg="add">
          <ac:chgData name="Mohan, Poornima Swarna (Cognizant)" userId="36824357-ffbd-40a5-b000-b82d0f7dca89" providerId="ADAL" clId="{BB20CA10-5FC3-4CCD-8518-89B0931CAB48}" dt="2025-12-10T10:58:53.275" v="463"/>
          <ac:spMkLst>
            <pc:docMk/>
            <pc:sldMk cId="536671508" sldId="2147479227"/>
            <ac:spMk id="6" creationId="{AFA10136-8FB2-C2F8-2676-57850BC62D00}"/>
          </ac:spMkLst>
        </pc:spChg>
        <pc:spChg chg="add">
          <ac:chgData name="Mohan, Poornima Swarna (Cognizant)" userId="36824357-ffbd-40a5-b000-b82d0f7dca89" providerId="ADAL" clId="{BB20CA10-5FC3-4CCD-8518-89B0931CAB48}" dt="2025-12-10T10:59:03.096" v="464"/>
          <ac:spMkLst>
            <pc:docMk/>
            <pc:sldMk cId="536671508" sldId="2147479227"/>
            <ac:spMk id="7" creationId="{513674FA-52E0-C61F-D5AD-4814B73DF4E8}"/>
          </ac:spMkLst>
        </pc:spChg>
        <pc:spChg chg="add del mod">
          <ac:chgData name="Mohan, Poornima Swarna (Cognizant)" userId="36824357-ffbd-40a5-b000-b82d0f7dca89" providerId="ADAL" clId="{BB20CA10-5FC3-4CCD-8518-89B0931CAB48}" dt="2025-12-10T10:59:29.599" v="466"/>
          <ac:spMkLst>
            <pc:docMk/>
            <pc:sldMk cId="536671508" sldId="2147479227"/>
            <ac:spMk id="8" creationId="{3B524FF2-8949-0609-6BFE-75AFB73AEAD1}"/>
          </ac:spMkLst>
        </pc:spChg>
        <pc:spChg chg="add mod">
          <ac:chgData name="Mohan, Poornima Swarna (Cognizant)" userId="36824357-ffbd-40a5-b000-b82d0f7dca89" providerId="ADAL" clId="{BB20CA10-5FC3-4CCD-8518-89B0931CAB48}" dt="2025-12-10T10:59:51.787" v="470" actId="2710"/>
          <ac:spMkLst>
            <pc:docMk/>
            <pc:sldMk cId="536671508" sldId="2147479227"/>
            <ac:spMk id="9" creationId="{0DEC5EAA-213F-3B76-EEDA-47B06A728DD7}"/>
          </ac:spMkLst>
        </pc:spChg>
        <pc:spChg chg="del">
          <ac:chgData name="Mohan, Poornima Swarna (Cognizant)" userId="36824357-ffbd-40a5-b000-b82d0f7dca89" providerId="ADAL" clId="{BB20CA10-5FC3-4CCD-8518-89B0931CAB48}" dt="2025-12-10T10:59:27.358" v="465" actId="478"/>
          <ac:spMkLst>
            <pc:docMk/>
            <pc:sldMk cId="536671508" sldId="2147479227"/>
            <ac:spMk id="12" creationId="{D631D773-6195-9074-41CD-A1A2AAECCC6A}"/>
          </ac:spMkLst>
        </pc:spChg>
      </pc:sldChg>
      <pc:sldChg chg="del">
        <pc:chgData name="Mohan, Poornima Swarna (Cognizant)" userId="36824357-ffbd-40a5-b000-b82d0f7dca89" providerId="ADAL" clId="{BB20CA10-5FC3-4CCD-8518-89B0931CAB48}" dt="2025-11-26T10:01:51.316" v="20" actId="47"/>
        <pc:sldMkLst>
          <pc:docMk/>
          <pc:sldMk cId="1582348726" sldId="2147479227"/>
        </pc:sldMkLst>
      </pc:sldChg>
      <pc:sldChg chg="modSp add mod">
        <pc:chgData name="Mohan, Poornima Swarna (Cognizant)" userId="36824357-ffbd-40a5-b000-b82d0f7dca89" providerId="ADAL" clId="{BB20CA10-5FC3-4CCD-8518-89B0931CAB48}" dt="2025-12-10T13:21:04.305" v="496" actId="1076"/>
        <pc:sldMkLst>
          <pc:docMk/>
          <pc:sldMk cId="1047830768" sldId="2147479228"/>
        </pc:sldMkLst>
        <pc:spChg chg="mod">
          <ac:chgData name="Mohan, Poornima Swarna (Cognizant)" userId="36824357-ffbd-40a5-b000-b82d0f7dca89" providerId="ADAL" clId="{BB20CA10-5FC3-4CCD-8518-89B0931CAB48}" dt="2025-12-10T13:20:20.482" v="480" actId="20577"/>
          <ac:spMkLst>
            <pc:docMk/>
            <pc:sldMk cId="1047830768" sldId="2147479228"/>
            <ac:spMk id="2" creationId="{97A6492F-B760-7B5F-9FB4-F144F5CB96F6}"/>
          </ac:spMkLst>
        </pc:spChg>
        <pc:spChg chg="mod">
          <ac:chgData name="Mohan, Poornima Swarna (Cognizant)" userId="36824357-ffbd-40a5-b000-b82d0f7dca89" providerId="ADAL" clId="{BB20CA10-5FC3-4CCD-8518-89B0931CAB48}" dt="2025-12-10T13:21:04.305" v="496" actId="1076"/>
          <ac:spMkLst>
            <pc:docMk/>
            <pc:sldMk cId="1047830768" sldId="2147479228"/>
            <ac:spMk id="9" creationId="{3C6242BE-A9B4-2FDE-49E1-3F223A04A115}"/>
          </ac:spMkLst>
        </pc:spChg>
      </pc:sldChg>
      <pc:sldChg chg="del">
        <pc:chgData name="Mohan, Poornima Swarna (Cognizant)" userId="36824357-ffbd-40a5-b000-b82d0f7dca89" providerId="ADAL" clId="{BB20CA10-5FC3-4CCD-8518-89B0931CAB48}" dt="2025-11-26T10:01:52.028" v="22" actId="47"/>
        <pc:sldMkLst>
          <pc:docMk/>
          <pc:sldMk cId="2299939808" sldId="2147479228"/>
        </pc:sldMkLst>
      </pc:sldChg>
      <pc:sldChg chg="add del">
        <pc:chgData name="Mohan, Poornima Swarna (Cognizant)" userId="36824357-ffbd-40a5-b000-b82d0f7dca89" providerId="ADAL" clId="{BB20CA10-5FC3-4CCD-8518-89B0931CAB48}" dt="2025-12-10T10:57:04.663" v="388"/>
        <pc:sldMkLst>
          <pc:docMk/>
          <pc:sldMk cId="3242789282" sldId="2147479228"/>
        </pc:sldMkLst>
      </pc:sldChg>
      <pc:sldChg chg="addSp delSp modSp add mod">
        <pc:chgData name="Mohan, Poornima Swarna (Cognizant)" userId="36824357-ffbd-40a5-b000-b82d0f7dca89" providerId="ADAL" clId="{BB20CA10-5FC3-4CCD-8518-89B0931CAB48}" dt="2025-12-10T13:28:10.376" v="551" actId="14100"/>
        <pc:sldMkLst>
          <pc:docMk/>
          <pc:sldMk cId="259282649" sldId="2147479229"/>
        </pc:sldMkLst>
        <pc:spChg chg="mod">
          <ac:chgData name="Mohan, Poornima Swarna (Cognizant)" userId="36824357-ffbd-40a5-b000-b82d0f7dca89" providerId="ADAL" clId="{BB20CA10-5FC3-4CCD-8518-89B0931CAB48}" dt="2025-12-10T13:25:17.299" v="541" actId="20577"/>
          <ac:spMkLst>
            <pc:docMk/>
            <pc:sldMk cId="259282649" sldId="2147479229"/>
            <ac:spMk id="2" creationId="{F5B6CAE0-D5D5-144E-A74C-14EE8E7E00DE}"/>
          </ac:spMkLst>
        </pc:spChg>
        <pc:spChg chg="add del mod">
          <ac:chgData name="Mohan, Poornima Swarna (Cognizant)" userId="36824357-ffbd-40a5-b000-b82d0f7dca89" providerId="ADAL" clId="{BB20CA10-5FC3-4CCD-8518-89B0931CAB48}" dt="2025-12-10T13:24:59.323" v="499" actId="478"/>
          <ac:spMkLst>
            <pc:docMk/>
            <pc:sldMk cId="259282649" sldId="2147479229"/>
            <ac:spMk id="3" creationId="{A2A18F95-EFC1-B18D-032B-A88AC5BAF3CA}"/>
          </ac:spMkLst>
        </pc:spChg>
        <pc:spChg chg="del">
          <ac:chgData name="Mohan, Poornima Swarna (Cognizant)" userId="36824357-ffbd-40a5-b000-b82d0f7dca89" providerId="ADAL" clId="{BB20CA10-5FC3-4CCD-8518-89B0931CAB48}" dt="2025-12-10T13:24:41.168" v="498" actId="478"/>
          <ac:spMkLst>
            <pc:docMk/>
            <pc:sldMk cId="259282649" sldId="2147479229"/>
            <ac:spMk id="9" creationId="{E033A0DC-AE4C-C142-36A2-8BE53EE7B901}"/>
          </ac:spMkLst>
        </pc:spChg>
        <pc:spChg chg="add del mod">
          <ac:chgData name="Mohan, Poornima Swarna (Cognizant)" userId="36824357-ffbd-40a5-b000-b82d0f7dca89" providerId="ADAL" clId="{BB20CA10-5FC3-4CCD-8518-89B0931CAB48}" dt="2025-12-10T13:28:00.551" v="546" actId="478"/>
          <ac:spMkLst>
            <pc:docMk/>
            <pc:sldMk cId="259282649" sldId="2147479229"/>
            <ac:spMk id="11" creationId="{A5D4B987-F93C-13EE-935F-DB0E786AEB52}"/>
          </ac:spMkLst>
        </pc:spChg>
        <pc:picChg chg="add mod">
          <ac:chgData name="Mohan, Poornima Swarna (Cognizant)" userId="36824357-ffbd-40a5-b000-b82d0f7dca89" providerId="ADAL" clId="{BB20CA10-5FC3-4CCD-8518-89B0931CAB48}" dt="2025-12-10T13:28:10.376" v="551" actId="14100"/>
          <ac:picMkLst>
            <pc:docMk/>
            <pc:sldMk cId="259282649" sldId="2147479229"/>
            <ac:picMk id="7" creationId="{4DD0AD82-36AC-5C2F-8CDC-341005A82A51}"/>
          </ac:picMkLst>
        </pc:picChg>
        <pc:picChg chg="add del mod">
          <ac:chgData name="Mohan, Poornima Swarna (Cognizant)" userId="36824357-ffbd-40a5-b000-b82d0f7dca89" providerId="ADAL" clId="{BB20CA10-5FC3-4CCD-8518-89B0931CAB48}" dt="2025-12-10T13:27:48.776" v="544" actId="478"/>
          <ac:picMkLst>
            <pc:docMk/>
            <pc:sldMk cId="259282649" sldId="2147479229"/>
            <ac:picMk id="8" creationId="{0497FC1A-E495-639C-E13F-5C4567134787}"/>
          </ac:picMkLst>
        </pc:picChg>
      </pc:sldChg>
      <pc:sldChg chg="del">
        <pc:chgData name="Mohan, Poornima Swarna (Cognizant)" userId="36824357-ffbd-40a5-b000-b82d0f7dca89" providerId="ADAL" clId="{BB20CA10-5FC3-4CCD-8518-89B0931CAB48}" dt="2025-11-26T10:01:52.238" v="23" actId="47"/>
        <pc:sldMkLst>
          <pc:docMk/>
          <pc:sldMk cId="909483989" sldId="2147479229"/>
        </pc:sldMkLst>
      </pc:sldChg>
      <pc:sldChg chg="addSp delSp modSp add mod ord">
        <pc:chgData name="Mohan, Poornima Swarna (Cognizant)" userId="36824357-ffbd-40a5-b000-b82d0f7dca89" providerId="ADAL" clId="{BB20CA10-5FC3-4CCD-8518-89B0931CAB48}" dt="2025-12-10T13:31:37.367" v="593"/>
        <pc:sldMkLst>
          <pc:docMk/>
          <pc:sldMk cId="2534530235" sldId="2147479230"/>
        </pc:sldMkLst>
        <pc:spChg chg="mod">
          <ac:chgData name="Mohan, Poornima Swarna (Cognizant)" userId="36824357-ffbd-40a5-b000-b82d0f7dca89" providerId="ADAL" clId="{BB20CA10-5FC3-4CCD-8518-89B0931CAB48}" dt="2025-12-10T13:31:30.121" v="591" actId="20577"/>
          <ac:spMkLst>
            <pc:docMk/>
            <pc:sldMk cId="2534530235" sldId="2147479230"/>
            <ac:spMk id="2" creationId="{65056134-E9ED-C3F1-701C-BA02DE525FE7}"/>
          </ac:spMkLst>
        </pc:spChg>
        <pc:spChg chg="del">
          <ac:chgData name="Mohan, Poornima Swarna (Cognizant)" userId="36824357-ffbd-40a5-b000-b82d0f7dca89" providerId="ADAL" clId="{BB20CA10-5FC3-4CCD-8518-89B0931CAB48}" dt="2025-12-10T13:28:14.915" v="552" actId="478"/>
          <ac:spMkLst>
            <pc:docMk/>
            <pc:sldMk cId="2534530235" sldId="2147479230"/>
            <ac:spMk id="11" creationId="{6DDA2D1C-3140-7F54-B253-B00EA1328E87}"/>
          </ac:spMkLst>
        </pc:spChg>
        <pc:picChg chg="add mod">
          <ac:chgData name="Mohan, Poornima Swarna (Cognizant)" userId="36824357-ffbd-40a5-b000-b82d0f7dca89" providerId="ADAL" clId="{BB20CA10-5FC3-4CCD-8518-89B0931CAB48}" dt="2025-12-10T13:28:21.084" v="556" actId="1076"/>
          <ac:picMkLst>
            <pc:docMk/>
            <pc:sldMk cId="2534530235" sldId="2147479230"/>
            <ac:picMk id="3" creationId="{F4675AA6-E655-2054-B147-1689FBFD9AB2}"/>
          </ac:picMkLst>
        </pc:picChg>
        <pc:picChg chg="del mod">
          <ac:chgData name="Mohan, Poornima Swarna (Cognizant)" userId="36824357-ffbd-40a5-b000-b82d0f7dca89" providerId="ADAL" clId="{BB20CA10-5FC3-4CCD-8518-89B0931CAB48}" dt="2025-12-10T13:28:16.670" v="554" actId="478"/>
          <ac:picMkLst>
            <pc:docMk/>
            <pc:sldMk cId="2534530235" sldId="2147479230"/>
            <ac:picMk id="7" creationId="{72848E1F-ADA4-176C-A2CC-86C1A9912366}"/>
          </ac:picMkLst>
        </pc:picChg>
      </pc:sldChg>
      <pc:sldChg chg="del">
        <pc:chgData name="Mohan, Poornima Swarna (Cognizant)" userId="36824357-ffbd-40a5-b000-b82d0f7dca89" providerId="ADAL" clId="{BB20CA10-5FC3-4CCD-8518-89B0931CAB48}" dt="2025-11-26T10:01:52.690" v="25" actId="47"/>
        <pc:sldMkLst>
          <pc:docMk/>
          <pc:sldMk cId="2752092111" sldId="2147479230"/>
        </pc:sldMkLst>
      </pc:sldChg>
      <pc:sldChg chg="del">
        <pc:chgData name="Mohan, Poornima Swarna (Cognizant)" userId="36824357-ffbd-40a5-b000-b82d0f7dca89" providerId="ADAL" clId="{BB20CA10-5FC3-4CCD-8518-89B0931CAB48}" dt="2025-11-26T10:01:52.891" v="26" actId="47"/>
        <pc:sldMkLst>
          <pc:docMk/>
          <pc:sldMk cId="1236498675" sldId="2147479231"/>
        </pc:sldMkLst>
      </pc:sldChg>
      <pc:sldChg chg="addSp delSp modSp add mod">
        <pc:chgData name="Mohan, Poornima Swarna (Cognizant)" userId="36824357-ffbd-40a5-b000-b82d0f7dca89" providerId="ADAL" clId="{BB20CA10-5FC3-4CCD-8518-89B0931CAB48}" dt="2025-12-10T13:41:10.442" v="702" actId="207"/>
        <pc:sldMkLst>
          <pc:docMk/>
          <pc:sldMk cId="2050201043" sldId="2147479231"/>
        </pc:sldMkLst>
        <pc:spChg chg="mod">
          <ac:chgData name="Mohan, Poornima Swarna (Cognizant)" userId="36824357-ffbd-40a5-b000-b82d0f7dca89" providerId="ADAL" clId="{BB20CA10-5FC3-4CCD-8518-89B0931CAB48}" dt="2025-12-10T13:33:47.895" v="632" actId="20577"/>
          <ac:spMkLst>
            <pc:docMk/>
            <pc:sldMk cId="2050201043" sldId="2147479231"/>
            <ac:spMk id="2" creationId="{EA781800-8A18-D7D6-BC38-13E9078C2CF0}"/>
          </ac:spMkLst>
        </pc:spChg>
        <pc:spChg chg="add mod">
          <ac:chgData name="Mohan, Poornima Swarna (Cognizant)" userId="36824357-ffbd-40a5-b000-b82d0f7dca89" providerId="ADAL" clId="{BB20CA10-5FC3-4CCD-8518-89B0931CAB48}" dt="2025-12-10T13:39:07.883" v="690" actId="14100"/>
          <ac:spMkLst>
            <pc:docMk/>
            <pc:sldMk cId="2050201043" sldId="2147479231"/>
            <ac:spMk id="6" creationId="{72844837-D35A-1D48-7976-E911CC95B93C}"/>
          </ac:spMkLst>
        </pc:spChg>
        <pc:spChg chg="add mod">
          <ac:chgData name="Mohan, Poornima Swarna (Cognizant)" userId="36824357-ffbd-40a5-b000-b82d0f7dca89" providerId="ADAL" clId="{BB20CA10-5FC3-4CCD-8518-89B0931CAB48}" dt="2025-12-10T13:41:10.442" v="702" actId="207"/>
          <ac:spMkLst>
            <pc:docMk/>
            <pc:sldMk cId="2050201043" sldId="2147479231"/>
            <ac:spMk id="8" creationId="{1D4D6D48-0F2D-6DED-7DB5-F260FB761639}"/>
          </ac:spMkLst>
        </pc:spChg>
        <pc:spChg chg="mod">
          <ac:chgData name="Mohan, Poornima Swarna (Cognizant)" userId="36824357-ffbd-40a5-b000-b82d0f7dca89" providerId="ADAL" clId="{BB20CA10-5FC3-4CCD-8518-89B0931CAB48}" dt="2025-12-10T13:41:10.442" v="702" actId="207"/>
          <ac:spMkLst>
            <pc:docMk/>
            <pc:sldMk cId="2050201043" sldId="2147479231"/>
            <ac:spMk id="9" creationId="{258AC9BA-3B49-5EC4-DF70-C8CED1016293}"/>
          </ac:spMkLst>
        </pc:spChg>
        <pc:spChg chg="add mod">
          <ac:chgData name="Mohan, Poornima Swarna (Cognizant)" userId="36824357-ffbd-40a5-b000-b82d0f7dca89" providerId="ADAL" clId="{BB20CA10-5FC3-4CCD-8518-89B0931CAB48}" dt="2025-12-10T13:39:16.918" v="692" actId="12"/>
          <ac:spMkLst>
            <pc:docMk/>
            <pc:sldMk cId="2050201043" sldId="2147479231"/>
            <ac:spMk id="11" creationId="{9B59F910-61B0-9074-3548-55183633A190}"/>
          </ac:spMkLst>
        </pc:spChg>
        <pc:cxnChg chg="add del mod">
          <ac:chgData name="Mohan, Poornima Swarna (Cognizant)" userId="36824357-ffbd-40a5-b000-b82d0f7dca89" providerId="ADAL" clId="{BB20CA10-5FC3-4CCD-8518-89B0931CAB48}" dt="2025-12-10T13:40:40.603" v="699" actId="478"/>
          <ac:cxnSpMkLst>
            <pc:docMk/>
            <pc:sldMk cId="2050201043" sldId="2147479231"/>
            <ac:cxnSpMk id="13" creationId="{90F13717-5C83-C294-9958-82478223F0F3}"/>
          </ac:cxnSpMkLst>
        </pc:cxnChg>
        <pc:cxnChg chg="add del mod">
          <ac:chgData name="Mohan, Poornima Swarna (Cognizant)" userId="36824357-ffbd-40a5-b000-b82d0f7dca89" providerId="ADAL" clId="{BB20CA10-5FC3-4CCD-8518-89B0931CAB48}" dt="2025-12-10T13:40:56.191" v="701" actId="478"/>
          <ac:cxnSpMkLst>
            <pc:docMk/>
            <pc:sldMk cId="2050201043" sldId="2147479231"/>
            <ac:cxnSpMk id="15" creationId="{ACCF1F20-B83E-1EB4-FC2A-C7EF025044DE}"/>
          </ac:cxnSpMkLst>
        </pc:cxnChg>
      </pc:sldChg>
      <pc:sldChg chg="del">
        <pc:chgData name="Mohan, Poornima Swarna (Cognizant)" userId="36824357-ffbd-40a5-b000-b82d0f7dca89" providerId="ADAL" clId="{BB20CA10-5FC3-4CCD-8518-89B0931CAB48}" dt="2025-11-26T10:01:50.712" v="17" actId="47"/>
        <pc:sldMkLst>
          <pc:docMk/>
          <pc:sldMk cId="1564349709" sldId="2147479232"/>
        </pc:sldMkLst>
      </pc:sldChg>
      <pc:sldChg chg="addSp delSp modSp add del mod">
        <pc:chgData name="Mohan, Poornima Swarna (Cognizant)" userId="36824357-ffbd-40a5-b000-b82d0f7dca89" providerId="ADAL" clId="{BB20CA10-5FC3-4CCD-8518-89B0931CAB48}" dt="2025-12-10T13:50:18.247" v="782" actId="47"/>
        <pc:sldMkLst>
          <pc:docMk/>
          <pc:sldMk cId="2340035164" sldId="2147479232"/>
        </pc:sldMkLst>
        <pc:spChg chg="add mod">
          <ac:chgData name="Mohan, Poornima Swarna (Cognizant)" userId="36824357-ffbd-40a5-b000-b82d0f7dca89" providerId="ADAL" clId="{BB20CA10-5FC3-4CCD-8518-89B0931CAB48}" dt="2025-12-10T13:49:08.793" v="766" actId="1076"/>
          <ac:spMkLst>
            <pc:docMk/>
            <pc:sldMk cId="2340035164" sldId="2147479232"/>
            <ac:spMk id="6" creationId="{D8D597E0-FC91-7242-8E70-4FD283C9B502}"/>
          </ac:spMkLst>
        </pc:spChg>
        <pc:spChg chg="del">
          <ac:chgData name="Mohan, Poornima Swarna (Cognizant)" userId="36824357-ffbd-40a5-b000-b82d0f7dca89" providerId="ADAL" clId="{BB20CA10-5FC3-4CCD-8518-89B0931CAB48}" dt="2025-12-10T13:48:47.681" v="761" actId="478"/>
          <ac:spMkLst>
            <pc:docMk/>
            <pc:sldMk cId="2340035164" sldId="2147479232"/>
            <ac:spMk id="10" creationId="{B762FB78-3897-66F1-9C00-AB4D460ACC68}"/>
          </ac:spMkLst>
        </pc:spChg>
        <pc:spChg chg="del">
          <ac:chgData name="Mohan, Poornima Swarna (Cognizant)" userId="36824357-ffbd-40a5-b000-b82d0f7dca89" providerId="ADAL" clId="{BB20CA10-5FC3-4CCD-8518-89B0931CAB48}" dt="2025-12-10T13:48:47.681" v="761" actId="478"/>
          <ac:spMkLst>
            <pc:docMk/>
            <pc:sldMk cId="2340035164" sldId="2147479232"/>
            <ac:spMk id="13" creationId="{03345E79-AD6A-988B-D4CC-857F766F7D26}"/>
          </ac:spMkLst>
        </pc:spChg>
      </pc:sldChg>
      <pc:sldChg chg="del">
        <pc:chgData name="Mohan, Poornima Swarna (Cognizant)" userId="36824357-ffbd-40a5-b000-b82d0f7dca89" providerId="ADAL" clId="{BB20CA10-5FC3-4CCD-8518-89B0931CAB48}" dt="2025-11-26T10:01:53.316" v="28" actId="47"/>
        <pc:sldMkLst>
          <pc:docMk/>
          <pc:sldMk cId="3193240802" sldId="2147479233"/>
        </pc:sldMkLst>
      </pc:sldChg>
      <pc:sldChg chg="del">
        <pc:chgData name="Mohan, Poornima Swarna (Cognizant)" userId="36824357-ffbd-40a5-b000-b82d0f7dca89" providerId="ADAL" clId="{BB20CA10-5FC3-4CCD-8518-89B0931CAB48}" dt="2025-11-26T10:01:53.520" v="29" actId="47"/>
        <pc:sldMkLst>
          <pc:docMk/>
          <pc:sldMk cId="4152132576" sldId="2147479234"/>
        </pc:sldMkLst>
      </pc:sldChg>
      <pc:sldChg chg="del">
        <pc:chgData name="Mohan, Poornima Swarna (Cognizant)" userId="36824357-ffbd-40a5-b000-b82d0f7dca89" providerId="ADAL" clId="{BB20CA10-5FC3-4CCD-8518-89B0931CAB48}" dt="2025-11-26T10:01:50.506" v="16" actId="47"/>
        <pc:sldMkLst>
          <pc:docMk/>
          <pc:sldMk cId="163123993" sldId="2147479237"/>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12/10/2025</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12/10/2025</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12/10/2025</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12/10/2025</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12/10/2025</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12/10/2025</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12/10/2025</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12/10/2025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12/10/2025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12/10/2025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12/10/2025</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12/10/2025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12/10/2025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12/10/2025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12/10/2025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12/10/2025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12/10/2025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12/10/2025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12/10/2025</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12/10/2025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12/10/2025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12/10/2025</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12/10/2025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12/10/2025</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12/10/2025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12/10/2025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12/10/2025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12/10/2025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12/10/2025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12/10/2025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12/10/2025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12/10/2025</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12/10/2025</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12/10/2025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12/10/2025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12/10/2025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12/10/2025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12/10/2025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12/10/2025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12/10/2025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12/10/2025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12/10/2025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12/10/2025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12/10/2025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12/10/2025</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12/10/2025</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12/10/2025</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12/10/2025</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12/10/2025</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3429000"/>
            <a:ext cx="4846322" cy="498598"/>
          </a:xfrm>
        </p:spPr>
        <p:txBody>
          <a:bodyPr/>
          <a:lstStyle/>
          <a:p>
            <a:r>
              <a:rPr lang="en-US" dirty="0"/>
              <a:t>Agile Testing</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dirty="0"/>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F37D4-D953-972F-D24F-C5EDF1AFF8B6}"/>
              </a:ext>
            </a:extLst>
          </p:cNvPr>
          <p:cNvSpPr>
            <a:spLocks noGrp="1"/>
          </p:cNvSpPr>
          <p:nvPr>
            <p:ph type="title"/>
          </p:nvPr>
        </p:nvSpPr>
        <p:spPr>
          <a:xfrm>
            <a:off x="457200" y="436880"/>
            <a:ext cx="11277600" cy="332399"/>
          </a:xfrm>
        </p:spPr>
        <p:txBody>
          <a:bodyPr/>
          <a:lstStyle/>
          <a:p>
            <a:r>
              <a:rPr lang="en-IN" dirty="0"/>
              <a:t>Introduction to Agile</a:t>
            </a:r>
          </a:p>
        </p:txBody>
      </p:sp>
      <p:sp>
        <p:nvSpPr>
          <p:cNvPr id="4" name="Footer Placeholder 3">
            <a:extLst>
              <a:ext uri="{FF2B5EF4-FFF2-40B4-BE49-F238E27FC236}">
                <a16:creationId xmlns:a16="http://schemas.microsoft.com/office/drawing/2014/main" id="{F25043B8-320A-54F9-3432-CB9F522C42A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71EF10F-4719-19E9-7CC4-E81C9BD00C2B}"/>
              </a:ext>
            </a:extLst>
          </p:cNvPr>
          <p:cNvSpPr>
            <a:spLocks noGrp="1"/>
          </p:cNvSpPr>
          <p:nvPr>
            <p:ph type="sldNum" sz="quarter" idx="12"/>
          </p:nvPr>
        </p:nvSpPr>
        <p:spPr/>
        <p:txBody>
          <a:bodyPr/>
          <a:lstStyle/>
          <a:p>
            <a:fld id="{38826FC0-333C-E549-9FA3-0EE43DF298A3}" type="slidenum">
              <a:rPr lang="en-US" smtClean="0"/>
              <a:pPr/>
              <a:t>2</a:t>
            </a:fld>
            <a:endParaRPr lang="en-US" dirty="0"/>
          </a:p>
        </p:txBody>
      </p:sp>
      <p:sp>
        <p:nvSpPr>
          <p:cNvPr id="9" name="TextBox 8">
            <a:extLst>
              <a:ext uri="{FF2B5EF4-FFF2-40B4-BE49-F238E27FC236}">
                <a16:creationId xmlns:a16="http://schemas.microsoft.com/office/drawing/2014/main" id="{CB816FE2-378E-47FB-F2A6-35453C64AE27}"/>
              </a:ext>
            </a:extLst>
          </p:cNvPr>
          <p:cNvSpPr txBox="1"/>
          <p:nvPr/>
        </p:nvSpPr>
        <p:spPr>
          <a:xfrm>
            <a:off x="1229360" y="1276618"/>
            <a:ext cx="9499600" cy="4616841"/>
          </a:xfrm>
          <a:prstGeom prst="rect">
            <a:avLst/>
          </a:prstGeom>
          <a:solidFill>
            <a:srgbClr val="F6F6F5"/>
          </a:solidFill>
        </p:spPr>
        <p:txBody>
          <a:bodyPr wrap="square">
            <a:spAutoFit/>
          </a:bodyPr>
          <a:lstStyle/>
          <a:p>
            <a:pPr>
              <a:lnSpc>
                <a:spcPct val="150000"/>
              </a:lnSpc>
              <a:buNone/>
            </a:pPr>
            <a:r>
              <a:rPr lang="en-US" b="1" dirty="0">
                <a:latin typeface="Comic Sans MS" panose="030F0702030302020204" pitchFamily="66" charset="0"/>
              </a:rPr>
              <a:t>What is Agile?</a:t>
            </a:r>
          </a:p>
          <a:p>
            <a:pPr marL="285750" indent="-285750">
              <a:lnSpc>
                <a:spcPct val="150000"/>
              </a:lnSpc>
              <a:buFont typeface="Arial" panose="020B0604020202020204" pitchFamily="34" charset="0"/>
              <a:buChar char="•"/>
            </a:pPr>
            <a:r>
              <a:rPr lang="en-US" dirty="0">
                <a:latin typeface="Comic Sans MS" panose="030F0702030302020204" pitchFamily="66" charset="0"/>
              </a:rPr>
              <a:t>Agile is a </a:t>
            </a:r>
            <a:r>
              <a:rPr lang="en-US" b="1" dirty="0">
                <a:latin typeface="Comic Sans MS" panose="030F0702030302020204" pitchFamily="66" charset="0"/>
              </a:rPr>
              <a:t>project management and software development approach</a:t>
            </a:r>
            <a:r>
              <a:rPr lang="en-US" dirty="0">
                <a:latin typeface="Comic Sans MS" panose="030F0702030302020204" pitchFamily="66" charset="0"/>
              </a:rPr>
              <a:t> that emphasizes </a:t>
            </a:r>
            <a:r>
              <a:rPr lang="en-US" b="1" dirty="0">
                <a:latin typeface="Comic Sans MS" panose="030F0702030302020204" pitchFamily="66" charset="0"/>
              </a:rPr>
              <a:t>flexibility, collaboration, and customer-centricity</a:t>
            </a:r>
            <a:r>
              <a:rPr lang="en-US" dirty="0">
                <a:latin typeface="Comic Sans MS" panose="030F0702030302020204" pitchFamily="66" charset="0"/>
              </a:rPr>
              <a:t>.</a:t>
            </a:r>
          </a:p>
          <a:p>
            <a:pPr marL="285750" indent="-285750">
              <a:lnSpc>
                <a:spcPct val="150000"/>
              </a:lnSpc>
              <a:buFont typeface="Arial" panose="020B0604020202020204" pitchFamily="34" charset="0"/>
              <a:buChar char="•"/>
            </a:pPr>
            <a:r>
              <a:rPr lang="en-US" dirty="0">
                <a:latin typeface="Comic Sans MS" panose="030F0702030302020204" pitchFamily="66" charset="0"/>
              </a:rPr>
              <a:t>Instead of rigid, sequential processes (like Waterfall), Agile uses </a:t>
            </a:r>
            <a:r>
              <a:rPr lang="en-US" b="1" dirty="0">
                <a:latin typeface="Comic Sans MS" panose="030F0702030302020204" pitchFamily="66" charset="0"/>
              </a:rPr>
              <a:t>iterative cycles (sprints)</a:t>
            </a:r>
            <a:r>
              <a:rPr lang="en-US" dirty="0">
                <a:latin typeface="Comic Sans MS" panose="030F0702030302020204" pitchFamily="66" charset="0"/>
              </a:rPr>
              <a:t> to deliver small, usable increments of a product.</a:t>
            </a:r>
          </a:p>
          <a:p>
            <a:pPr marL="285750" indent="-285750">
              <a:lnSpc>
                <a:spcPct val="150000"/>
              </a:lnSpc>
              <a:buFont typeface="Arial" panose="020B0604020202020204" pitchFamily="34" charset="0"/>
              <a:buChar char="•"/>
            </a:pPr>
            <a:r>
              <a:rPr lang="en-US" dirty="0">
                <a:latin typeface="Comic Sans MS" panose="030F0702030302020204" pitchFamily="66" charset="0"/>
              </a:rPr>
              <a:t>Core principle: </a:t>
            </a:r>
            <a:r>
              <a:rPr lang="en-US" i="1" dirty="0">
                <a:latin typeface="Comic Sans MS" panose="030F0702030302020204" pitchFamily="66" charset="0"/>
              </a:rPr>
              <a:t>“Responding to change over following a plan.”</a:t>
            </a:r>
          </a:p>
          <a:p>
            <a:pPr marL="285750" indent="-285750">
              <a:lnSpc>
                <a:spcPct val="150000"/>
              </a:lnSpc>
              <a:buFont typeface="Arial" panose="020B0604020202020204" pitchFamily="34" charset="0"/>
              <a:buChar char="•"/>
            </a:pPr>
            <a:r>
              <a:rPr lang="en-US" dirty="0">
                <a:latin typeface="Comic Sans MS" panose="030F0702030302020204" pitchFamily="66" charset="0"/>
              </a:rPr>
              <a:t>Agile is a flexible, iterative way of working that focuses on:</a:t>
            </a:r>
          </a:p>
          <a:p>
            <a:pPr>
              <a:lnSpc>
                <a:spcPct val="150000"/>
              </a:lnSpc>
            </a:pPr>
            <a:r>
              <a:rPr lang="en-US" dirty="0">
                <a:latin typeface="Comic Sans MS" panose="030F0702030302020204" pitchFamily="66" charset="0"/>
              </a:rPr>
              <a:t>	Delivering value quickly</a:t>
            </a:r>
          </a:p>
          <a:p>
            <a:pPr>
              <a:lnSpc>
                <a:spcPct val="150000"/>
              </a:lnSpc>
            </a:pPr>
            <a:r>
              <a:rPr lang="en-US" dirty="0">
                <a:latin typeface="Comic Sans MS" panose="030F0702030302020204" pitchFamily="66" charset="0"/>
              </a:rPr>
              <a:t>	Adapting to change</a:t>
            </a:r>
          </a:p>
          <a:p>
            <a:pPr>
              <a:lnSpc>
                <a:spcPct val="150000"/>
              </a:lnSpc>
            </a:pPr>
            <a:r>
              <a:rPr lang="en-US" dirty="0">
                <a:latin typeface="Comic Sans MS" panose="030F0702030302020204" pitchFamily="66" charset="0"/>
              </a:rPr>
              <a:t>	Continuous feedback</a:t>
            </a:r>
          </a:p>
          <a:p>
            <a:pPr>
              <a:lnSpc>
                <a:spcPct val="150000"/>
              </a:lnSpc>
            </a:pPr>
            <a:r>
              <a:rPr lang="en-US" dirty="0">
                <a:latin typeface="Comic Sans MS" panose="030F0702030302020204" pitchFamily="66" charset="0"/>
              </a:rPr>
              <a:t>	Team collaboration</a:t>
            </a:r>
          </a:p>
        </p:txBody>
      </p:sp>
    </p:spTree>
    <p:extLst>
      <p:ext uri="{BB962C8B-B14F-4D97-AF65-F5344CB8AC3E}">
        <p14:creationId xmlns:p14="http://schemas.microsoft.com/office/powerpoint/2010/main" val="1241736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DA38E-A707-4B6C-BEE3-E097055ED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A598F-716A-3C74-0733-F4A543B9BEC4}"/>
              </a:ext>
            </a:extLst>
          </p:cNvPr>
          <p:cNvSpPr>
            <a:spLocks noGrp="1"/>
          </p:cNvSpPr>
          <p:nvPr>
            <p:ph type="title"/>
          </p:nvPr>
        </p:nvSpPr>
        <p:spPr>
          <a:xfrm>
            <a:off x="457200" y="436880"/>
            <a:ext cx="11277600" cy="332399"/>
          </a:xfrm>
        </p:spPr>
        <p:txBody>
          <a:bodyPr/>
          <a:lstStyle/>
          <a:p>
            <a:r>
              <a:rPr lang="en-IN" dirty="0"/>
              <a:t>Introduction to Agile</a:t>
            </a:r>
          </a:p>
        </p:txBody>
      </p:sp>
      <p:sp>
        <p:nvSpPr>
          <p:cNvPr id="4" name="Footer Placeholder 3">
            <a:extLst>
              <a:ext uri="{FF2B5EF4-FFF2-40B4-BE49-F238E27FC236}">
                <a16:creationId xmlns:a16="http://schemas.microsoft.com/office/drawing/2014/main" id="{CB97722C-D62C-DC58-A653-C445FE70D15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830BBFDB-FAA2-F774-2D9C-A8B66C2082B1}"/>
              </a:ext>
            </a:extLst>
          </p:cNvPr>
          <p:cNvSpPr>
            <a:spLocks noGrp="1"/>
          </p:cNvSpPr>
          <p:nvPr>
            <p:ph type="sldNum" sz="quarter" idx="12"/>
          </p:nvPr>
        </p:nvSpPr>
        <p:spPr/>
        <p:txBody>
          <a:bodyPr/>
          <a:lstStyle/>
          <a:p>
            <a:fld id="{38826FC0-333C-E549-9FA3-0EE43DF298A3}" type="slidenum">
              <a:rPr lang="en-US" smtClean="0"/>
              <a:pPr/>
              <a:t>3</a:t>
            </a:fld>
            <a:endParaRPr lang="en-US" dirty="0"/>
          </a:p>
        </p:txBody>
      </p:sp>
      <p:sp>
        <p:nvSpPr>
          <p:cNvPr id="13" name="TextBox 12">
            <a:extLst>
              <a:ext uri="{FF2B5EF4-FFF2-40B4-BE49-F238E27FC236}">
                <a16:creationId xmlns:a16="http://schemas.microsoft.com/office/drawing/2014/main" id="{FAEDDBFB-430B-3818-8A28-8EAE8727FF66}"/>
              </a:ext>
            </a:extLst>
          </p:cNvPr>
          <p:cNvSpPr txBox="1"/>
          <p:nvPr/>
        </p:nvSpPr>
        <p:spPr>
          <a:xfrm>
            <a:off x="914401" y="1281368"/>
            <a:ext cx="9702800" cy="4201343"/>
          </a:xfrm>
          <a:prstGeom prst="rect">
            <a:avLst/>
          </a:prstGeom>
          <a:solidFill>
            <a:srgbClr val="EAF2FA"/>
          </a:solidFill>
        </p:spPr>
        <p:txBody>
          <a:bodyPr wrap="square">
            <a:spAutoFit/>
          </a:bodyPr>
          <a:lstStyle/>
          <a:p>
            <a:pPr>
              <a:lnSpc>
                <a:spcPct val="150000"/>
              </a:lnSpc>
              <a:buNone/>
            </a:pPr>
            <a:r>
              <a:rPr lang="en-US" b="1" dirty="0">
                <a:latin typeface="Comic Sans MS" panose="030F0702030302020204" pitchFamily="66" charset="0"/>
              </a:rPr>
              <a:t>Why Agile?</a:t>
            </a:r>
          </a:p>
          <a:p>
            <a:pPr>
              <a:lnSpc>
                <a:spcPct val="150000"/>
              </a:lnSpc>
              <a:buFont typeface="Arial" panose="020B0604020202020204" pitchFamily="34" charset="0"/>
              <a:buChar char="•"/>
            </a:pPr>
            <a:r>
              <a:rPr lang="en-US" dirty="0">
                <a:latin typeface="Comic Sans MS" panose="030F0702030302020204" pitchFamily="66" charset="0"/>
              </a:rPr>
              <a:t>Traditional methods often fail in fast-changing environments. Agile was created to </a:t>
            </a:r>
            <a:r>
              <a:rPr lang="en-US" b="1" dirty="0">
                <a:latin typeface="Comic Sans MS" panose="030F0702030302020204" pitchFamily="66" charset="0"/>
              </a:rPr>
              <a:t>adapt quickly to evolving requirements</a:t>
            </a:r>
            <a:r>
              <a:rPr lang="en-US" dirty="0">
                <a:latin typeface="Comic Sans MS" panose="030F0702030302020204" pitchFamily="66" charset="0"/>
              </a:rPr>
              <a:t>.</a:t>
            </a:r>
          </a:p>
          <a:p>
            <a:pPr>
              <a:lnSpc>
                <a:spcPct val="150000"/>
              </a:lnSpc>
            </a:pPr>
            <a:r>
              <a:rPr lang="en-US" dirty="0">
                <a:latin typeface="Comic Sans MS" panose="030F0702030302020204" pitchFamily="66" charset="0"/>
              </a:rPr>
              <a:t>Agile helps teams:</a:t>
            </a:r>
          </a:p>
          <a:p>
            <a:pPr marL="742950" lvl="1" indent="-285750">
              <a:lnSpc>
                <a:spcPct val="150000"/>
              </a:lnSpc>
              <a:buFont typeface="Arial" panose="020B0604020202020204" pitchFamily="34" charset="0"/>
              <a:buChar char="•"/>
            </a:pPr>
            <a:r>
              <a:rPr lang="en-US" dirty="0">
                <a:latin typeface="Comic Sans MS" panose="030F0702030302020204" pitchFamily="66" charset="0"/>
              </a:rPr>
              <a:t>Deliver faster</a:t>
            </a:r>
          </a:p>
          <a:p>
            <a:pPr marL="742950" lvl="1" indent="-285750">
              <a:lnSpc>
                <a:spcPct val="150000"/>
              </a:lnSpc>
              <a:buFont typeface="Arial" panose="020B0604020202020204" pitchFamily="34" charset="0"/>
              <a:buChar char="•"/>
            </a:pPr>
            <a:r>
              <a:rPr lang="en-US" dirty="0">
                <a:latin typeface="Comic Sans MS" panose="030F0702030302020204" pitchFamily="66" charset="0"/>
              </a:rPr>
              <a:t>Reduce risk</a:t>
            </a:r>
          </a:p>
          <a:p>
            <a:pPr marL="742950" lvl="1" indent="-285750">
              <a:lnSpc>
                <a:spcPct val="150000"/>
              </a:lnSpc>
              <a:buFont typeface="Arial" panose="020B0604020202020204" pitchFamily="34" charset="0"/>
              <a:buChar char="•"/>
            </a:pPr>
            <a:r>
              <a:rPr lang="en-US" dirty="0">
                <a:latin typeface="Comic Sans MS" panose="030F0702030302020204" pitchFamily="66" charset="0"/>
              </a:rPr>
              <a:t>Improve quality</a:t>
            </a:r>
          </a:p>
          <a:p>
            <a:pPr marL="742950" lvl="1" indent="-285750">
              <a:lnSpc>
                <a:spcPct val="150000"/>
              </a:lnSpc>
              <a:buFont typeface="Arial" panose="020B0604020202020204" pitchFamily="34" charset="0"/>
              <a:buChar char="•"/>
            </a:pPr>
            <a:r>
              <a:rPr lang="en-US" dirty="0">
                <a:latin typeface="Comic Sans MS" panose="030F0702030302020204" pitchFamily="66" charset="0"/>
              </a:rPr>
              <a:t>Respond to change</a:t>
            </a:r>
          </a:p>
          <a:p>
            <a:pPr marL="742950" lvl="1" indent="-285750">
              <a:lnSpc>
                <a:spcPct val="150000"/>
              </a:lnSpc>
              <a:buFont typeface="Arial" panose="020B0604020202020204" pitchFamily="34" charset="0"/>
              <a:buChar char="•"/>
            </a:pPr>
            <a:r>
              <a:rPr lang="en-US" dirty="0">
                <a:latin typeface="Comic Sans MS" panose="030F0702030302020204" pitchFamily="66" charset="0"/>
              </a:rPr>
              <a:t>Increase transparency</a:t>
            </a:r>
          </a:p>
          <a:p>
            <a:pPr marL="742950" lvl="1" indent="-285750">
              <a:lnSpc>
                <a:spcPct val="150000"/>
              </a:lnSpc>
              <a:buFont typeface="Arial" panose="020B0604020202020204" pitchFamily="34" charset="0"/>
              <a:buChar char="•"/>
            </a:pPr>
            <a:r>
              <a:rPr lang="en-US" dirty="0">
                <a:latin typeface="Comic Sans MS" panose="030F0702030302020204" pitchFamily="66" charset="0"/>
              </a:rPr>
              <a:t>Collaborate better</a:t>
            </a:r>
          </a:p>
        </p:txBody>
      </p:sp>
    </p:spTree>
    <p:extLst>
      <p:ext uri="{BB962C8B-B14F-4D97-AF65-F5344CB8AC3E}">
        <p14:creationId xmlns:p14="http://schemas.microsoft.com/office/powerpoint/2010/main" val="1173186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086C9-4F72-1837-C13A-829B6DBD5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1FB6C-C3AB-5FAB-BB63-FA15FB751896}"/>
              </a:ext>
            </a:extLst>
          </p:cNvPr>
          <p:cNvSpPr>
            <a:spLocks noGrp="1"/>
          </p:cNvSpPr>
          <p:nvPr>
            <p:ph type="title"/>
          </p:nvPr>
        </p:nvSpPr>
        <p:spPr>
          <a:xfrm>
            <a:off x="457200" y="436880"/>
            <a:ext cx="11277600" cy="332399"/>
          </a:xfrm>
        </p:spPr>
        <p:txBody>
          <a:bodyPr/>
          <a:lstStyle/>
          <a:p>
            <a:r>
              <a:rPr lang="en-US" dirty="0"/>
              <a:t>Benefits of Agile in Modern Projects</a:t>
            </a:r>
          </a:p>
        </p:txBody>
      </p:sp>
      <p:sp>
        <p:nvSpPr>
          <p:cNvPr id="4" name="Footer Placeholder 3">
            <a:extLst>
              <a:ext uri="{FF2B5EF4-FFF2-40B4-BE49-F238E27FC236}">
                <a16:creationId xmlns:a16="http://schemas.microsoft.com/office/drawing/2014/main" id="{3AE64151-B4C7-D3B8-B0F3-43DA4500BF09}"/>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143C588-A90A-FD50-020B-9A6C547C3037}"/>
              </a:ext>
            </a:extLst>
          </p:cNvPr>
          <p:cNvSpPr>
            <a:spLocks noGrp="1"/>
          </p:cNvSpPr>
          <p:nvPr>
            <p:ph type="sldNum" sz="quarter" idx="12"/>
          </p:nvPr>
        </p:nvSpPr>
        <p:spPr/>
        <p:txBody>
          <a:bodyPr/>
          <a:lstStyle/>
          <a:p>
            <a:fld id="{38826FC0-333C-E549-9FA3-0EE43DF298A3}" type="slidenum">
              <a:rPr lang="en-US" smtClean="0"/>
              <a:pPr/>
              <a:t>4</a:t>
            </a:fld>
            <a:endParaRPr lang="en-US" dirty="0"/>
          </a:p>
        </p:txBody>
      </p:sp>
      <p:sp>
        <p:nvSpPr>
          <p:cNvPr id="6" name="TextBox 5">
            <a:extLst>
              <a:ext uri="{FF2B5EF4-FFF2-40B4-BE49-F238E27FC236}">
                <a16:creationId xmlns:a16="http://schemas.microsoft.com/office/drawing/2014/main" id="{7F542A8A-F299-AB89-088E-660EFDC1A606}"/>
              </a:ext>
            </a:extLst>
          </p:cNvPr>
          <p:cNvSpPr txBox="1"/>
          <p:nvPr/>
        </p:nvSpPr>
        <p:spPr>
          <a:xfrm>
            <a:off x="1369828" y="1017282"/>
            <a:ext cx="9452344" cy="4823436"/>
          </a:xfrm>
          <a:prstGeom prst="rect">
            <a:avLst/>
          </a:prstGeom>
          <a:noFill/>
        </p:spPr>
        <p:txBody>
          <a:bodyPr wrap="square">
            <a:spAutoFit/>
          </a:bodyPr>
          <a:lstStyle/>
          <a:p>
            <a:pPr>
              <a:lnSpc>
                <a:spcPct val="250000"/>
              </a:lnSpc>
              <a:buFont typeface="Arial" panose="020B0604020202020204" pitchFamily="34" charset="0"/>
              <a:buChar char="•"/>
            </a:pPr>
            <a:r>
              <a:rPr lang="en-US" dirty="0">
                <a:latin typeface="Comic Sans MS" panose="030F0702030302020204" pitchFamily="66" charset="0"/>
              </a:rPr>
              <a:t>🚀 </a:t>
            </a:r>
            <a:r>
              <a:rPr lang="en-US" b="1" dirty="0">
                <a:latin typeface="Comic Sans MS" panose="030F0702030302020204" pitchFamily="66" charset="0"/>
              </a:rPr>
              <a:t>Speed &amp; Flexibility</a:t>
            </a:r>
            <a:r>
              <a:rPr lang="en-US" dirty="0">
                <a:latin typeface="Comic Sans MS" panose="030F0702030302020204" pitchFamily="66" charset="0"/>
              </a:rPr>
              <a:t> – Quick adaptation to market changes.</a:t>
            </a:r>
          </a:p>
          <a:p>
            <a:pPr>
              <a:lnSpc>
                <a:spcPct val="250000"/>
              </a:lnSpc>
              <a:buFont typeface="Arial" panose="020B0604020202020204" pitchFamily="34" charset="0"/>
              <a:buChar char="•"/>
            </a:pPr>
            <a:r>
              <a:rPr lang="en-US" dirty="0">
                <a:latin typeface="Comic Sans MS" panose="030F0702030302020204" pitchFamily="66" charset="0"/>
              </a:rPr>
              <a:t>🤝 </a:t>
            </a:r>
            <a:r>
              <a:rPr lang="en-US" b="1" dirty="0">
                <a:latin typeface="Comic Sans MS" panose="030F0702030302020204" pitchFamily="66" charset="0"/>
              </a:rPr>
              <a:t>Collaboration</a:t>
            </a:r>
            <a:r>
              <a:rPr lang="en-US" dirty="0">
                <a:latin typeface="Comic Sans MS" panose="030F0702030302020204" pitchFamily="66" charset="0"/>
              </a:rPr>
              <a:t> – Stronger communication between teams and stakeholders.</a:t>
            </a:r>
          </a:p>
          <a:p>
            <a:pPr>
              <a:lnSpc>
                <a:spcPct val="250000"/>
              </a:lnSpc>
              <a:buFont typeface="Arial" panose="020B0604020202020204" pitchFamily="34" charset="0"/>
              <a:buChar char="•"/>
            </a:pPr>
            <a:r>
              <a:rPr lang="en-US" dirty="0">
                <a:latin typeface="Comic Sans MS" panose="030F0702030302020204" pitchFamily="66" charset="0"/>
              </a:rPr>
              <a:t>✅ </a:t>
            </a:r>
            <a:r>
              <a:rPr lang="en-US" b="1" dirty="0">
                <a:latin typeface="Comic Sans MS" panose="030F0702030302020204" pitchFamily="66" charset="0"/>
              </a:rPr>
              <a:t>Quality</a:t>
            </a:r>
            <a:r>
              <a:rPr lang="en-US" dirty="0">
                <a:latin typeface="Comic Sans MS" panose="030F0702030302020204" pitchFamily="66" charset="0"/>
              </a:rPr>
              <a:t> – Continuous testing and feedback improve product reliability.</a:t>
            </a:r>
          </a:p>
          <a:p>
            <a:pPr>
              <a:lnSpc>
                <a:spcPct val="250000"/>
              </a:lnSpc>
              <a:buFont typeface="Arial" panose="020B0604020202020204" pitchFamily="34" charset="0"/>
              <a:buChar char="•"/>
            </a:pPr>
            <a:r>
              <a:rPr lang="en-US" dirty="0">
                <a:latin typeface="Comic Sans MS" panose="030F0702030302020204" pitchFamily="66" charset="0"/>
              </a:rPr>
              <a:t>💡 </a:t>
            </a:r>
            <a:r>
              <a:rPr lang="en-US" b="1" dirty="0">
                <a:latin typeface="Comic Sans MS" panose="030F0702030302020204" pitchFamily="66" charset="0"/>
              </a:rPr>
              <a:t>Innovation</a:t>
            </a:r>
            <a:r>
              <a:rPr lang="en-US" dirty="0">
                <a:latin typeface="Comic Sans MS" panose="030F0702030302020204" pitchFamily="66" charset="0"/>
              </a:rPr>
              <a:t> – Encourages experimentation and creativity.</a:t>
            </a:r>
          </a:p>
          <a:p>
            <a:pPr>
              <a:lnSpc>
                <a:spcPct val="250000"/>
              </a:lnSpc>
              <a:buFont typeface="Arial" panose="020B0604020202020204" pitchFamily="34" charset="0"/>
              <a:buChar char="•"/>
            </a:pPr>
            <a:r>
              <a:rPr lang="en-US" dirty="0">
                <a:latin typeface="Comic Sans MS" panose="030F0702030302020204" pitchFamily="66" charset="0"/>
              </a:rPr>
              <a:t>📈 </a:t>
            </a:r>
            <a:r>
              <a:rPr lang="en-US" b="1" dirty="0">
                <a:latin typeface="Comic Sans MS" panose="030F0702030302020204" pitchFamily="66" charset="0"/>
              </a:rPr>
              <a:t>Customer Satisfaction</a:t>
            </a:r>
            <a:r>
              <a:rPr lang="en-US" dirty="0">
                <a:latin typeface="Comic Sans MS" panose="030F0702030302020204" pitchFamily="66" charset="0"/>
              </a:rPr>
              <a:t> – Frequent delivery ensures customer needs are met early and often.</a:t>
            </a:r>
          </a:p>
          <a:p>
            <a:pPr>
              <a:lnSpc>
                <a:spcPct val="250000"/>
              </a:lnSpc>
              <a:buFont typeface="Arial" panose="020B0604020202020204" pitchFamily="34" charset="0"/>
              <a:buChar char="•"/>
            </a:pPr>
            <a:r>
              <a:rPr lang="en-US" dirty="0">
                <a:latin typeface="Comic Sans MS" panose="030F0702030302020204" pitchFamily="66" charset="0"/>
              </a:rPr>
              <a:t>🔄 </a:t>
            </a:r>
            <a:r>
              <a:rPr lang="en-US" b="1" dirty="0">
                <a:latin typeface="Comic Sans MS" panose="030F0702030302020204" pitchFamily="66" charset="0"/>
              </a:rPr>
              <a:t>Reduced Risk</a:t>
            </a:r>
            <a:r>
              <a:rPr lang="en-US" dirty="0">
                <a:latin typeface="Comic Sans MS" panose="030F0702030302020204" pitchFamily="66" charset="0"/>
              </a:rPr>
              <a:t> – Problems are identified early, minimizing costly failures.</a:t>
            </a:r>
          </a:p>
        </p:txBody>
      </p:sp>
    </p:spTree>
    <p:extLst>
      <p:ext uri="{BB962C8B-B14F-4D97-AF65-F5344CB8AC3E}">
        <p14:creationId xmlns:p14="http://schemas.microsoft.com/office/powerpoint/2010/main" val="396456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51F85-2304-ADDF-74D4-B19B26A60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BFBE3-7B55-BE84-EBE1-995550630C15}"/>
              </a:ext>
            </a:extLst>
          </p:cNvPr>
          <p:cNvSpPr>
            <a:spLocks noGrp="1"/>
          </p:cNvSpPr>
          <p:nvPr>
            <p:ph type="title"/>
          </p:nvPr>
        </p:nvSpPr>
        <p:spPr>
          <a:xfrm>
            <a:off x="457200" y="436880"/>
            <a:ext cx="11277600" cy="332399"/>
          </a:xfrm>
        </p:spPr>
        <p:txBody>
          <a:bodyPr/>
          <a:lstStyle/>
          <a:p>
            <a:r>
              <a:rPr lang="en-IN" dirty="0"/>
              <a:t>Agile vs Waterfall</a:t>
            </a:r>
          </a:p>
        </p:txBody>
      </p:sp>
      <p:sp>
        <p:nvSpPr>
          <p:cNvPr id="4" name="Footer Placeholder 3">
            <a:extLst>
              <a:ext uri="{FF2B5EF4-FFF2-40B4-BE49-F238E27FC236}">
                <a16:creationId xmlns:a16="http://schemas.microsoft.com/office/drawing/2014/main" id="{27B9AACB-7117-4D13-343E-C54E809E9B2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7C19879-6565-C556-D6A5-56BCDC95E140}"/>
              </a:ext>
            </a:extLst>
          </p:cNvPr>
          <p:cNvSpPr>
            <a:spLocks noGrp="1"/>
          </p:cNvSpPr>
          <p:nvPr>
            <p:ph type="sldNum" sz="quarter" idx="12"/>
          </p:nvPr>
        </p:nvSpPr>
        <p:spPr/>
        <p:txBody>
          <a:bodyPr/>
          <a:lstStyle/>
          <a:p>
            <a:fld id="{38826FC0-333C-E549-9FA3-0EE43DF298A3}" type="slidenum">
              <a:rPr lang="en-US" smtClean="0"/>
              <a:pPr/>
              <a:t>5</a:t>
            </a:fld>
            <a:endParaRPr lang="en-US" dirty="0"/>
          </a:p>
        </p:txBody>
      </p:sp>
      <p:graphicFrame>
        <p:nvGraphicFramePr>
          <p:cNvPr id="8" name="Table 7">
            <a:extLst>
              <a:ext uri="{FF2B5EF4-FFF2-40B4-BE49-F238E27FC236}">
                <a16:creationId xmlns:a16="http://schemas.microsoft.com/office/drawing/2014/main" id="{1FCBFD20-A7B0-87D4-EA7D-2A08287F3B21}"/>
              </a:ext>
            </a:extLst>
          </p:cNvPr>
          <p:cNvGraphicFramePr>
            <a:graphicFrameLocks noGrp="1"/>
          </p:cNvGraphicFramePr>
          <p:nvPr>
            <p:extLst>
              <p:ext uri="{D42A27DB-BD31-4B8C-83A1-F6EECF244321}">
                <p14:modId xmlns:p14="http://schemas.microsoft.com/office/powerpoint/2010/main" val="527058433"/>
              </p:ext>
            </p:extLst>
          </p:nvPr>
        </p:nvGraphicFramePr>
        <p:xfrm>
          <a:off x="1005840" y="1095120"/>
          <a:ext cx="10180319" cy="4884880"/>
        </p:xfrm>
        <a:graphic>
          <a:graphicData uri="http://schemas.openxmlformats.org/drawingml/2006/table">
            <a:tbl>
              <a:tblPr firstRow="1" firstCol="1">
                <a:tableStyleId>{00A15C55-8517-42AA-B614-E9B94910E393}</a:tableStyleId>
              </a:tblPr>
              <a:tblGrid>
                <a:gridCol w="2123058">
                  <a:extLst>
                    <a:ext uri="{9D8B030D-6E8A-4147-A177-3AD203B41FA5}">
                      <a16:colId xmlns:a16="http://schemas.microsoft.com/office/drawing/2014/main" val="2604572208"/>
                    </a:ext>
                  </a:extLst>
                </a:gridCol>
                <a:gridCol w="4090769">
                  <a:extLst>
                    <a:ext uri="{9D8B030D-6E8A-4147-A177-3AD203B41FA5}">
                      <a16:colId xmlns:a16="http://schemas.microsoft.com/office/drawing/2014/main" val="1177769777"/>
                    </a:ext>
                  </a:extLst>
                </a:gridCol>
                <a:gridCol w="3966492">
                  <a:extLst>
                    <a:ext uri="{9D8B030D-6E8A-4147-A177-3AD203B41FA5}">
                      <a16:colId xmlns:a16="http://schemas.microsoft.com/office/drawing/2014/main" val="3325514004"/>
                    </a:ext>
                  </a:extLst>
                </a:gridCol>
              </a:tblGrid>
              <a:tr h="235280">
                <a:tc>
                  <a:txBody>
                    <a:bodyPr/>
                    <a:lstStyle/>
                    <a:p>
                      <a:pPr>
                        <a:buNone/>
                      </a:pPr>
                      <a:r>
                        <a:rPr lang="en-IN" sz="1200" b="1" dirty="0">
                          <a:latin typeface="Comic Sans MS" panose="030F0702030302020204" pitchFamily="66" charset="0"/>
                        </a:rPr>
                        <a:t>Category</a:t>
                      </a:r>
                      <a:endParaRPr lang="en-IN" sz="1200" dirty="0">
                        <a:latin typeface="Comic Sans MS" panose="030F0702030302020204" pitchFamily="66" charset="0"/>
                      </a:endParaRPr>
                    </a:p>
                  </a:txBody>
                  <a:tcPr marL="83040" marR="83040" marT="41520" marB="41520" anchor="ctr"/>
                </a:tc>
                <a:tc>
                  <a:txBody>
                    <a:bodyPr/>
                    <a:lstStyle/>
                    <a:p>
                      <a:pPr>
                        <a:buNone/>
                      </a:pPr>
                      <a:r>
                        <a:rPr lang="en-IN" sz="1200" b="1">
                          <a:latin typeface="Comic Sans MS" panose="030F0702030302020204" pitchFamily="66" charset="0"/>
                        </a:rPr>
                        <a:t>Waterfall</a:t>
                      </a:r>
                      <a:endParaRPr lang="en-IN" sz="1200">
                        <a:latin typeface="Comic Sans MS" panose="030F0702030302020204" pitchFamily="66" charset="0"/>
                      </a:endParaRPr>
                    </a:p>
                  </a:txBody>
                  <a:tcPr marL="83040" marR="83040" marT="41520" marB="41520" anchor="ctr"/>
                </a:tc>
                <a:tc>
                  <a:txBody>
                    <a:bodyPr/>
                    <a:lstStyle/>
                    <a:p>
                      <a:pPr>
                        <a:buNone/>
                      </a:pPr>
                      <a:r>
                        <a:rPr lang="en-IN" sz="1200" b="1">
                          <a:latin typeface="Comic Sans MS" panose="030F0702030302020204" pitchFamily="66" charset="0"/>
                        </a:rPr>
                        <a:t>Agile</a:t>
                      </a:r>
                      <a:endParaRPr lang="en-IN" sz="1200">
                        <a:latin typeface="Comic Sans MS" panose="030F0702030302020204" pitchFamily="66" charset="0"/>
                      </a:endParaRPr>
                    </a:p>
                  </a:txBody>
                  <a:tcPr marL="83040" marR="83040" marT="41520" marB="41520" anchor="ctr"/>
                </a:tc>
                <a:extLst>
                  <a:ext uri="{0D108BD9-81ED-4DB2-BD59-A6C34878D82A}">
                    <a16:rowId xmlns:a16="http://schemas.microsoft.com/office/drawing/2014/main" val="2223187100"/>
                  </a:ext>
                </a:extLst>
              </a:tr>
              <a:tr h="235280">
                <a:tc>
                  <a:txBody>
                    <a:bodyPr/>
                    <a:lstStyle/>
                    <a:p>
                      <a:pPr>
                        <a:buNone/>
                      </a:pPr>
                      <a:r>
                        <a:rPr lang="en-IN" sz="1200" b="1">
                          <a:latin typeface="Comic Sans MS" panose="030F0702030302020204" pitchFamily="66" charset="0"/>
                        </a:rPr>
                        <a:t>Approach</a:t>
                      </a:r>
                      <a:endParaRPr lang="en-IN" sz="1200">
                        <a:latin typeface="Comic Sans MS" panose="030F0702030302020204" pitchFamily="66" charset="0"/>
                      </a:endParaRPr>
                    </a:p>
                  </a:txBody>
                  <a:tcPr marL="83040" marR="83040" marT="41520" marB="41520" anchor="ctr"/>
                </a:tc>
                <a:tc>
                  <a:txBody>
                    <a:bodyPr/>
                    <a:lstStyle/>
                    <a:p>
                      <a:pPr>
                        <a:buNone/>
                      </a:pPr>
                      <a:r>
                        <a:rPr lang="en-IN" sz="1200">
                          <a:latin typeface="Comic Sans MS" panose="030F0702030302020204" pitchFamily="66" charset="0"/>
                        </a:rPr>
                        <a:t>Linear, sequential phases</a:t>
                      </a:r>
                    </a:p>
                  </a:txBody>
                  <a:tcPr marL="83040" marR="83040" marT="41520" marB="41520" anchor="ctr"/>
                </a:tc>
                <a:tc>
                  <a:txBody>
                    <a:bodyPr/>
                    <a:lstStyle/>
                    <a:p>
                      <a:pPr>
                        <a:buNone/>
                      </a:pPr>
                      <a:r>
                        <a:rPr lang="en-IN" sz="1200">
                          <a:latin typeface="Comic Sans MS" panose="030F0702030302020204" pitchFamily="66" charset="0"/>
                        </a:rPr>
                        <a:t>Iterative, incremental cycles (sprints)</a:t>
                      </a:r>
                    </a:p>
                  </a:txBody>
                  <a:tcPr marL="83040" marR="83040" marT="41520" marB="41520" anchor="ctr"/>
                </a:tc>
                <a:extLst>
                  <a:ext uri="{0D108BD9-81ED-4DB2-BD59-A6C34878D82A}">
                    <a16:rowId xmlns:a16="http://schemas.microsoft.com/office/drawing/2014/main" val="1185364078"/>
                  </a:ext>
                </a:extLst>
              </a:tr>
              <a:tr h="387520">
                <a:tc>
                  <a:txBody>
                    <a:bodyPr/>
                    <a:lstStyle/>
                    <a:p>
                      <a:pPr>
                        <a:buNone/>
                      </a:pPr>
                      <a:r>
                        <a:rPr lang="en-IN" sz="1200" b="1" dirty="0">
                          <a:latin typeface="Comic Sans MS" panose="030F0702030302020204" pitchFamily="66" charset="0"/>
                        </a:rPr>
                        <a:t>Flexibility</a:t>
                      </a:r>
                      <a:endParaRPr lang="en-IN" sz="1200" dirty="0">
                        <a:latin typeface="Comic Sans MS" panose="030F0702030302020204" pitchFamily="66" charset="0"/>
                      </a:endParaRPr>
                    </a:p>
                  </a:txBody>
                  <a:tcPr marL="83040" marR="83040" marT="41520" marB="41520" anchor="ctr"/>
                </a:tc>
                <a:tc>
                  <a:txBody>
                    <a:bodyPr/>
                    <a:lstStyle/>
                    <a:p>
                      <a:pPr>
                        <a:buNone/>
                      </a:pPr>
                      <a:r>
                        <a:rPr lang="en-US" sz="1200">
                          <a:latin typeface="Comic Sans MS" panose="030F0702030302020204" pitchFamily="66" charset="0"/>
                        </a:rPr>
                        <a:t>Rigid; changes are difficult once development starts</a:t>
                      </a:r>
                    </a:p>
                  </a:txBody>
                  <a:tcPr marL="83040" marR="83040" marT="41520" marB="41520" anchor="ctr"/>
                </a:tc>
                <a:tc>
                  <a:txBody>
                    <a:bodyPr/>
                    <a:lstStyle/>
                    <a:p>
                      <a:pPr>
                        <a:buNone/>
                      </a:pPr>
                      <a:r>
                        <a:rPr lang="en-US" sz="1200">
                          <a:latin typeface="Comic Sans MS" panose="030F0702030302020204" pitchFamily="66" charset="0"/>
                        </a:rPr>
                        <a:t>Highly flexible; changes welcomed anytime</a:t>
                      </a:r>
                    </a:p>
                  </a:txBody>
                  <a:tcPr marL="83040" marR="83040" marT="41520" marB="41520" anchor="ctr"/>
                </a:tc>
                <a:extLst>
                  <a:ext uri="{0D108BD9-81ED-4DB2-BD59-A6C34878D82A}">
                    <a16:rowId xmlns:a16="http://schemas.microsoft.com/office/drawing/2014/main" val="3074867642"/>
                  </a:ext>
                </a:extLst>
              </a:tr>
              <a:tr h="387520">
                <a:tc>
                  <a:txBody>
                    <a:bodyPr/>
                    <a:lstStyle/>
                    <a:p>
                      <a:pPr>
                        <a:buNone/>
                      </a:pPr>
                      <a:r>
                        <a:rPr lang="en-IN" sz="1200" b="1">
                          <a:latin typeface="Comic Sans MS" panose="030F0702030302020204" pitchFamily="66" charset="0"/>
                        </a:rPr>
                        <a:t>Delivery</a:t>
                      </a:r>
                      <a:endParaRPr lang="en-IN" sz="1200">
                        <a:latin typeface="Comic Sans MS" panose="030F0702030302020204" pitchFamily="66" charset="0"/>
                      </a:endParaRPr>
                    </a:p>
                  </a:txBody>
                  <a:tcPr marL="83040" marR="83040" marT="41520" marB="41520" anchor="ctr"/>
                </a:tc>
                <a:tc>
                  <a:txBody>
                    <a:bodyPr/>
                    <a:lstStyle/>
                    <a:p>
                      <a:pPr>
                        <a:buNone/>
                      </a:pPr>
                      <a:r>
                        <a:rPr lang="en-US" sz="1200">
                          <a:latin typeface="Comic Sans MS" panose="030F0702030302020204" pitchFamily="66" charset="0"/>
                        </a:rPr>
                        <a:t>Delivered only at the end of the project</a:t>
                      </a:r>
                    </a:p>
                  </a:txBody>
                  <a:tcPr marL="83040" marR="83040" marT="41520" marB="41520" anchor="ctr"/>
                </a:tc>
                <a:tc>
                  <a:txBody>
                    <a:bodyPr/>
                    <a:lstStyle/>
                    <a:p>
                      <a:pPr>
                        <a:buNone/>
                      </a:pPr>
                      <a:r>
                        <a:rPr lang="en-US" sz="1200">
                          <a:latin typeface="Comic Sans MS" panose="030F0702030302020204" pitchFamily="66" charset="0"/>
                        </a:rPr>
                        <a:t>Delivered in small increments throughout</a:t>
                      </a:r>
                    </a:p>
                  </a:txBody>
                  <a:tcPr marL="83040" marR="83040" marT="41520" marB="41520" anchor="ctr"/>
                </a:tc>
                <a:extLst>
                  <a:ext uri="{0D108BD9-81ED-4DB2-BD59-A6C34878D82A}">
                    <a16:rowId xmlns:a16="http://schemas.microsoft.com/office/drawing/2014/main" val="2960144544"/>
                  </a:ext>
                </a:extLst>
              </a:tr>
              <a:tr h="387520">
                <a:tc>
                  <a:txBody>
                    <a:bodyPr/>
                    <a:lstStyle/>
                    <a:p>
                      <a:pPr>
                        <a:buNone/>
                      </a:pPr>
                      <a:r>
                        <a:rPr lang="en-IN" sz="1200" b="1">
                          <a:latin typeface="Comic Sans MS" panose="030F0702030302020204" pitchFamily="66" charset="0"/>
                        </a:rPr>
                        <a:t>Customer Involvement</a:t>
                      </a:r>
                      <a:endParaRPr lang="en-IN" sz="1200">
                        <a:latin typeface="Comic Sans MS" panose="030F0702030302020204" pitchFamily="66" charset="0"/>
                      </a:endParaRPr>
                    </a:p>
                  </a:txBody>
                  <a:tcPr marL="83040" marR="83040" marT="41520" marB="41520" anchor="ctr"/>
                </a:tc>
                <a:tc>
                  <a:txBody>
                    <a:bodyPr/>
                    <a:lstStyle/>
                    <a:p>
                      <a:pPr>
                        <a:buNone/>
                      </a:pPr>
                      <a:r>
                        <a:rPr lang="en-US" sz="1200" dirty="0">
                          <a:latin typeface="Comic Sans MS" panose="030F0702030302020204" pitchFamily="66" charset="0"/>
                        </a:rPr>
                        <a:t>Low; mainly at start and end</a:t>
                      </a:r>
                    </a:p>
                  </a:txBody>
                  <a:tcPr marL="83040" marR="83040" marT="41520" marB="41520" anchor="ctr"/>
                </a:tc>
                <a:tc>
                  <a:txBody>
                    <a:bodyPr/>
                    <a:lstStyle/>
                    <a:p>
                      <a:pPr>
                        <a:buNone/>
                      </a:pPr>
                      <a:r>
                        <a:rPr lang="en-US" sz="1200">
                          <a:latin typeface="Comic Sans MS" panose="030F0702030302020204" pitchFamily="66" charset="0"/>
                        </a:rPr>
                        <a:t>High; continuous involvement and feedback</a:t>
                      </a:r>
                    </a:p>
                  </a:txBody>
                  <a:tcPr marL="83040" marR="83040" marT="41520" marB="41520" anchor="ctr"/>
                </a:tc>
                <a:extLst>
                  <a:ext uri="{0D108BD9-81ED-4DB2-BD59-A6C34878D82A}">
                    <a16:rowId xmlns:a16="http://schemas.microsoft.com/office/drawing/2014/main" val="2607800944"/>
                  </a:ext>
                </a:extLst>
              </a:tr>
              <a:tr h="235280">
                <a:tc>
                  <a:txBody>
                    <a:bodyPr/>
                    <a:lstStyle/>
                    <a:p>
                      <a:pPr>
                        <a:buNone/>
                      </a:pPr>
                      <a:r>
                        <a:rPr lang="en-IN" sz="1200" b="1">
                          <a:latin typeface="Comic Sans MS" panose="030F0702030302020204" pitchFamily="66" charset="0"/>
                        </a:rPr>
                        <a:t>Planning</a:t>
                      </a:r>
                      <a:endParaRPr lang="en-IN" sz="1200">
                        <a:latin typeface="Comic Sans MS" panose="030F0702030302020204" pitchFamily="66" charset="0"/>
                      </a:endParaRPr>
                    </a:p>
                  </a:txBody>
                  <a:tcPr marL="83040" marR="83040" marT="41520" marB="41520" anchor="ctr"/>
                </a:tc>
                <a:tc>
                  <a:txBody>
                    <a:bodyPr/>
                    <a:lstStyle/>
                    <a:p>
                      <a:pPr>
                        <a:buNone/>
                      </a:pPr>
                      <a:r>
                        <a:rPr lang="en-IN" sz="1200" dirty="0">
                          <a:latin typeface="Comic Sans MS" panose="030F0702030302020204" pitchFamily="66" charset="0"/>
                        </a:rPr>
                        <a:t>Heavy upfront planning</a:t>
                      </a:r>
                    </a:p>
                  </a:txBody>
                  <a:tcPr marL="83040" marR="83040" marT="41520" marB="41520" anchor="ctr"/>
                </a:tc>
                <a:tc>
                  <a:txBody>
                    <a:bodyPr/>
                    <a:lstStyle/>
                    <a:p>
                      <a:pPr>
                        <a:buNone/>
                      </a:pPr>
                      <a:r>
                        <a:rPr lang="en-IN" sz="1200">
                          <a:latin typeface="Comic Sans MS" panose="030F0702030302020204" pitchFamily="66" charset="0"/>
                        </a:rPr>
                        <a:t>Adaptive planning each sprint</a:t>
                      </a:r>
                    </a:p>
                  </a:txBody>
                  <a:tcPr marL="83040" marR="83040" marT="41520" marB="41520" anchor="ctr"/>
                </a:tc>
                <a:extLst>
                  <a:ext uri="{0D108BD9-81ED-4DB2-BD59-A6C34878D82A}">
                    <a16:rowId xmlns:a16="http://schemas.microsoft.com/office/drawing/2014/main" val="2917687362"/>
                  </a:ext>
                </a:extLst>
              </a:tr>
              <a:tr h="387520">
                <a:tc>
                  <a:txBody>
                    <a:bodyPr/>
                    <a:lstStyle/>
                    <a:p>
                      <a:pPr>
                        <a:buNone/>
                      </a:pPr>
                      <a:r>
                        <a:rPr lang="en-IN" sz="1200" b="1">
                          <a:latin typeface="Comic Sans MS" panose="030F0702030302020204" pitchFamily="66" charset="0"/>
                        </a:rPr>
                        <a:t>Testing</a:t>
                      </a:r>
                      <a:endParaRPr lang="en-IN" sz="1200">
                        <a:latin typeface="Comic Sans MS" panose="030F0702030302020204" pitchFamily="66" charset="0"/>
                      </a:endParaRPr>
                    </a:p>
                  </a:txBody>
                  <a:tcPr marL="83040" marR="83040" marT="41520" marB="41520" anchor="ctr"/>
                </a:tc>
                <a:tc>
                  <a:txBody>
                    <a:bodyPr/>
                    <a:lstStyle/>
                    <a:p>
                      <a:pPr>
                        <a:buNone/>
                      </a:pPr>
                      <a:r>
                        <a:rPr lang="en-IN" sz="1200" dirty="0">
                          <a:latin typeface="Comic Sans MS" panose="030F0702030302020204" pitchFamily="66" charset="0"/>
                        </a:rPr>
                        <a:t>Happens after development phase</a:t>
                      </a:r>
                    </a:p>
                  </a:txBody>
                  <a:tcPr marL="83040" marR="83040" marT="41520" marB="41520" anchor="ctr"/>
                </a:tc>
                <a:tc>
                  <a:txBody>
                    <a:bodyPr/>
                    <a:lstStyle/>
                    <a:p>
                      <a:pPr>
                        <a:buNone/>
                      </a:pPr>
                      <a:r>
                        <a:rPr lang="en-US" sz="1200">
                          <a:latin typeface="Comic Sans MS" panose="030F0702030302020204" pitchFamily="66" charset="0"/>
                        </a:rPr>
                        <a:t>Continuous testing throughout the sprint</a:t>
                      </a:r>
                    </a:p>
                  </a:txBody>
                  <a:tcPr marL="83040" marR="83040" marT="41520" marB="41520" anchor="ctr"/>
                </a:tc>
                <a:extLst>
                  <a:ext uri="{0D108BD9-81ED-4DB2-BD59-A6C34878D82A}">
                    <a16:rowId xmlns:a16="http://schemas.microsoft.com/office/drawing/2014/main" val="3467746154"/>
                  </a:ext>
                </a:extLst>
              </a:tr>
              <a:tr h="387520">
                <a:tc>
                  <a:txBody>
                    <a:bodyPr/>
                    <a:lstStyle/>
                    <a:p>
                      <a:pPr>
                        <a:buNone/>
                      </a:pPr>
                      <a:r>
                        <a:rPr lang="en-IN" sz="1200" b="1">
                          <a:latin typeface="Comic Sans MS" panose="030F0702030302020204" pitchFamily="66" charset="0"/>
                        </a:rPr>
                        <a:t>Risk Management</a:t>
                      </a:r>
                      <a:endParaRPr lang="en-IN" sz="1200">
                        <a:latin typeface="Comic Sans MS" panose="030F0702030302020204" pitchFamily="66" charset="0"/>
                      </a:endParaRPr>
                    </a:p>
                  </a:txBody>
                  <a:tcPr marL="83040" marR="83040" marT="41520" marB="41520" anchor="ctr"/>
                </a:tc>
                <a:tc>
                  <a:txBody>
                    <a:bodyPr/>
                    <a:lstStyle/>
                    <a:p>
                      <a:pPr>
                        <a:buNone/>
                      </a:pPr>
                      <a:r>
                        <a:rPr lang="en-US" sz="1200" dirty="0">
                          <a:latin typeface="Comic Sans MS" panose="030F0702030302020204" pitchFamily="66" charset="0"/>
                        </a:rPr>
                        <a:t>High risk — issues found late</a:t>
                      </a:r>
                    </a:p>
                  </a:txBody>
                  <a:tcPr marL="83040" marR="83040" marT="41520" marB="41520" anchor="ctr"/>
                </a:tc>
                <a:tc>
                  <a:txBody>
                    <a:bodyPr/>
                    <a:lstStyle/>
                    <a:p>
                      <a:pPr>
                        <a:buNone/>
                      </a:pPr>
                      <a:r>
                        <a:rPr lang="en-US" sz="1200">
                          <a:latin typeface="Comic Sans MS" panose="030F0702030302020204" pitchFamily="66" charset="0"/>
                        </a:rPr>
                        <a:t>Low risk — issues found early and often</a:t>
                      </a:r>
                    </a:p>
                  </a:txBody>
                  <a:tcPr marL="83040" marR="83040" marT="41520" marB="41520" anchor="ctr"/>
                </a:tc>
                <a:extLst>
                  <a:ext uri="{0D108BD9-81ED-4DB2-BD59-A6C34878D82A}">
                    <a16:rowId xmlns:a16="http://schemas.microsoft.com/office/drawing/2014/main" val="1783242463"/>
                  </a:ext>
                </a:extLst>
              </a:tr>
              <a:tr h="455120">
                <a:tc>
                  <a:txBody>
                    <a:bodyPr/>
                    <a:lstStyle/>
                    <a:p>
                      <a:pPr>
                        <a:buNone/>
                      </a:pPr>
                      <a:r>
                        <a:rPr lang="en-IN" sz="1200" b="1">
                          <a:latin typeface="Comic Sans MS" panose="030F0702030302020204" pitchFamily="66" charset="0"/>
                        </a:rPr>
                        <a:t>Team Collaboration</a:t>
                      </a:r>
                      <a:endParaRPr lang="en-IN" sz="1200">
                        <a:latin typeface="Comic Sans MS" panose="030F0702030302020204" pitchFamily="66" charset="0"/>
                      </a:endParaRPr>
                    </a:p>
                  </a:txBody>
                  <a:tcPr marL="83040" marR="83040" marT="41520" marB="41520" anchor="ctr"/>
                </a:tc>
                <a:tc>
                  <a:txBody>
                    <a:bodyPr/>
                    <a:lstStyle/>
                    <a:p>
                      <a:pPr>
                        <a:buNone/>
                      </a:pPr>
                      <a:r>
                        <a:rPr lang="en-US" sz="1200" dirty="0">
                          <a:latin typeface="Comic Sans MS" panose="030F0702030302020204" pitchFamily="66" charset="0"/>
                        </a:rPr>
                        <a:t>Siloed teams (Dev → QA → Release)</a:t>
                      </a:r>
                    </a:p>
                  </a:txBody>
                  <a:tcPr marL="83040" marR="83040" marT="41520" marB="41520" anchor="ctr"/>
                </a:tc>
                <a:tc>
                  <a:txBody>
                    <a:bodyPr/>
                    <a:lstStyle/>
                    <a:p>
                      <a:pPr>
                        <a:buNone/>
                      </a:pPr>
                      <a:r>
                        <a:rPr lang="en-US" sz="1200" dirty="0">
                          <a:latin typeface="Comic Sans MS" panose="030F0702030302020204" pitchFamily="66" charset="0"/>
                        </a:rPr>
                        <a:t>Cross‑functional teams working together daily</a:t>
                      </a:r>
                    </a:p>
                  </a:txBody>
                  <a:tcPr marL="83040" marR="83040" marT="41520" marB="41520" anchor="ctr"/>
                </a:tc>
                <a:extLst>
                  <a:ext uri="{0D108BD9-81ED-4DB2-BD59-A6C34878D82A}">
                    <a16:rowId xmlns:a16="http://schemas.microsoft.com/office/drawing/2014/main" val="349459468"/>
                  </a:ext>
                </a:extLst>
              </a:tr>
              <a:tr h="387520">
                <a:tc>
                  <a:txBody>
                    <a:bodyPr/>
                    <a:lstStyle/>
                    <a:p>
                      <a:pPr>
                        <a:buNone/>
                      </a:pPr>
                      <a:r>
                        <a:rPr lang="en-IN" sz="1200" b="1">
                          <a:latin typeface="Comic Sans MS" panose="030F0702030302020204" pitchFamily="66" charset="0"/>
                        </a:rPr>
                        <a:t>Documentation</a:t>
                      </a:r>
                      <a:endParaRPr lang="en-IN" sz="1200">
                        <a:latin typeface="Comic Sans MS" panose="030F0702030302020204" pitchFamily="66" charset="0"/>
                      </a:endParaRPr>
                    </a:p>
                  </a:txBody>
                  <a:tcPr marL="83040" marR="83040" marT="41520" marB="41520" anchor="ctr"/>
                </a:tc>
                <a:tc>
                  <a:txBody>
                    <a:bodyPr/>
                    <a:lstStyle/>
                    <a:p>
                      <a:pPr>
                        <a:buNone/>
                      </a:pPr>
                      <a:r>
                        <a:rPr lang="en-IN" sz="1200" dirty="0">
                          <a:latin typeface="Comic Sans MS" panose="030F0702030302020204" pitchFamily="66" charset="0"/>
                        </a:rPr>
                        <a:t>Extensive documentation upfront</a:t>
                      </a:r>
                    </a:p>
                  </a:txBody>
                  <a:tcPr marL="83040" marR="83040" marT="41520" marB="41520" anchor="ctr"/>
                </a:tc>
                <a:tc>
                  <a:txBody>
                    <a:bodyPr/>
                    <a:lstStyle/>
                    <a:p>
                      <a:pPr>
                        <a:buNone/>
                      </a:pPr>
                      <a:r>
                        <a:rPr lang="en-US" sz="1200" dirty="0">
                          <a:latin typeface="Comic Sans MS" panose="030F0702030302020204" pitchFamily="66" charset="0"/>
                        </a:rPr>
                        <a:t>Just‑enough documentation to support delivery</a:t>
                      </a:r>
                    </a:p>
                  </a:txBody>
                  <a:tcPr marL="83040" marR="83040" marT="41520" marB="41520" anchor="ctr"/>
                </a:tc>
                <a:extLst>
                  <a:ext uri="{0D108BD9-81ED-4DB2-BD59-A6C34878D82A}">
                    <a16:rowId xmlns:a16="http://schemas.microsoft.com/office/drawing/2014/main" val="1416138261"/>
                  </a:ext>
                </a:extLst>
              </a:tr>
              <a:tr h="387520">
                <a:tc>
                  <a:txBody>
                    <a:bodyPr/>
                    <a:lstStyle/>
                    <a:p>
                      <a:pPr>
                        <a:buNone/>
                      </a:pPr>
                      <a:r>
                        <a:rPr lang="en-IN" sz="1200" b="1">
                          <a:latin typeface="Comic Sans MS" panose="030F0702030302020204" pitchFamily="66" charset="0"/>
                        </a:rPr>
                        <a:t>Requirement Stability</a:t>
                      </a:r>
                      <a:endParaRPr lang="en-IN" sz="1200">
                        <a:latin typeface="Comic Sans MS" panose="030F0702030302020204" pitchFamily="66" charset="0"/>
                      </a:endParaRPr>
                    </a:p>
                  </a:txBody>
                  <a:tcPr marL="83040" marR="83040" marT="41520" marB="41520" anchor="ctr"/>
                </a:tc>
                <a:tc>
                  <a:txBody>
                    <a:bodyPr/>
                    <a:lstStyle/>
                    <a:p>
                      <a:pPr>
                        <a:buNone/>
                      </a:pPr>
                      <a:r>
                        <a:rPr lang="en-US" sz="1200">
                          <a:latin typeface="Comic Sans MS" panose="030F0702030302020204" pitchFamily="66" charset="0"/>
                        </a:rPr>
                        <a:t>Works best when requirements are fixed</a:t>
                      </a:r>
                    </a:p>
                  </a:txBody>
                  <a:tcPr marL="83040" marR="83040" marT="41520" marB="41520" anchor="ctr"/>
                </a:tc>
                <a:tc>
                  <a:txBody>
                    <a:bodyPr/>
                    <a:lstStyle/>
                    <a:p>
                      <a:pPr>
                        <a:buNone/>
                      </a:pPr>
                      <a:r>
                        <a:rPr lang="en-US" sz="1200" dirty="0">
                          <a:latin typeface="Comic Sans MS" panose="030F0702030302020204" pitchFamily="66" charset="0"/>
                        </a:rPr>
                        <a:t>Works best when requirements evolve</a:t>
                      </a:r>
                    </a:p>
                  </a:txBody>
                  <a:tcPr marL="83040" marR="83040" marT="41520" marB="41520" anchor="ctr"/>
                </a:tc>
                <a:extLst>
                  <a:ext uri="{0D108BD9-81ED-4DB2-BD59-A6C34878D82A}">
                    <a16:rowId xmlns:a16="http://schemas.microsoft.com/office/drawing/2014/main" val="250408951"/>
                  </a:ext>
                </a:extLst>
              </a:tr>
              <a:tr h="235280">
                <a:tc>
                  <a:txBody>
                    <a:bodyPr/>
                    <a:lstStyle/>
                    <a:p>
                      <a:pPr>
                        <a:buNone/>
                      </a:pPr>
                      <a:r>
                        <a:rPr lang="en-IN" sz="1200" b="1">
                          <a:latin typeface="Comic Sans MS" panose="030F0702030302020204" pitchFamily="66" charset="0"/>
                        </a:rPr>
                        <a:t>Project Visibility</a:t>
                      </a:r>
                      <a:endParaRPr lang="en-IN" sz="1200">
                        <a:latin typeface="Comic Sans MS" panose="030F0702030302020204" pitchFamily="66" charset="0"/>
                      </a:endParaRPr>
                    </a:p>
                  </a:txBody>
                  <a:tcPr marL="83040" marR="83040" marT="41520" marB="41520" anchor="ctr"/>
                </a:tc>
                <a:tc>
                  <a:txBody>
                    <a:bodyPr/>
                    <a:lstStyle/>
                    <a:p>
                      <a:pPr>
                        <a:buNone/>
                      </a:pPr>
                      <a:r>
                        <a:rPr lang="en-US" sz="1200">
                          <a:latin typeface="Comic Sans MS" panose="030F0702030302020204" pitchFamily="66" charset="0"/>
                        </a:rPr>
                        <a:t>Low visibility until late stages</a:t>
                      </a:r>
                    </a:p>
                  </a:txBody>
                  <a:tcPr marL="83040" marR="83040" marT="41520" marB="41520" anchor="ctr"/>
                </a:tc>
                <a:tc>
                  <a:txBody>
                    <a:bodyPr/>
                    <a:lstStyle/>
                    <a:p>
                      <a:pPr>
                        <a:buNone/>
                      </a:pPr>
                      <a:r>
                        <a:rPr lang="en-US" sz="1200" dirty="0">
                          <a:latin typeface="Comic Sans MS" panose="030F0702030302020204" pitchFamily="66" charset="0"/>
                        </a:rPr>
                        <a:t>High visibility with frequent demos</a:t>
                      </a:r>
                    </a:p>
                  </a:txBody>
                  <a:tcPr marL="83040" marR="83040" marT="41520" marB="41520" anchor="ctr"/>
                </a:tc>
                <a:extLst>
                  <a:ext uri="{0D108BD9-81ED-4DB2-BD59-A6C34878D82A}">
                    <a16:rowId xmlns:a16="http://schemas.microsoft.com/office/drawing/2014/main" val="266964192"/>
                  </a:ext>
                </a:extLst>
              </a:tr>
              <a:tr h="235280">
                <a:tc>
                  <a:txBody>
                    <a:bodyPr/>
                    <a:lstStyle/>
                    <a:p>
                      <a:pPr>
                        <a:buNone/>
                      </a:pPr>
                      <a:r>
                        <a:rPr lang="en-IN" sz="1200" b="1">
                          <a:latin typeface="Comic Sans MS" panose="030F0702030302020204" pitchFamily="66" charset="0"/>
                        </a:rPr>
                        <a:t>Change Cost</a:t>
                      </a:r>
                      <a:endParaRPr lang="en-IN" sz="1200">
                        <a:latin typeface="Comic Sans MS" panose="030F0702030302020204" pitchFamily="66" charset="0"/>
                      </a:endParaRPr>
                    </a:p>
                  </a:txBody>
                  <a:tcPr marL="83040" marR="83040" marT="41520" marB="41520" anchor="ctr"/>
                </a:tc>
                <a:tc>
                  <a:txBody>
                    <a:bodyPr/>
                    <a:lstStyle/>
                    <a:p>
                      <a:pPr>
                        <a:buNone/>
                      </a:pPr>
                      <a:r>
                        <a:rPr lang="en-IN" sz="1200">
                          <a:latin typeface="Comic Sans MS" panose="030F0702030302020204" pitchFamily="66" charset="0"/>
                        </a:rPr>
                        <a:t>Expensive and time‑consuming</a:t>
                      </a:r>
                    </a:p>
                  </a:txBody>
                  <a:tcPr marL="83040" marR="83040" marT="41520" marB="41520" anchor="ctr"/>
                </a:tc>
                <a:tc>
                  <a:txBody>
                    <a:bodyPr/>
                    <a:lstStyle/>
                    <a:p>
                      <a:pPr>
                        <a:buNone/>
                      </a:pPr>
                      <a:r>
                        <a:rPr lang="en-US" sz="1200" dirty="0">
                          <a:latin typeface="Comic Sans MS" panose="030F0702030302020204" pitchFamily="66" charset="0"/>
                        </a:rPr>
                        <a:t>Low cost due to iterative cycles</a:t>
                      </a:r>
                    </a:p>
                  </a:txBody>
                  <a:tcPr marL="83040" marR="83040" marT="41520" marB="41520" anchor="ctr"/>
                </a:tc>
                <a:extLst>
                  <a:ext uri="{0D108BD9-81ED-4DB2-BD59-A6C34878D82A}">
                    <a16:rowId xmlns:a16="http://schemas.microsoft.com/office/drawing/2014/main" val="693718205"/>
                  </a:ext>
                </a:extLst>
              </a:tr>
              <a:tr h="387520">
                <a:tc>
                  <a:txBody>
                    <a:bodyPr/>
                    <a:lstStyle/>
                    <a:p>
                      <a:pPr>
                        <a:buNone/>
                      </a:pPr>
                      <a:r>
                        <a:rPr lang="en-IN" sz="1200" b="1">
                          <a:latin typeface="Comic Sans MS" panose="030F0702030302020204" pitchFamily="66" charset="0"/>
                        </a:rPr>
                        <a:t>Best For</a:t>
                      </a:r>
                      <a:endParaRPr lang="en-IN" sz="1200">
                        <a:latin typeface="Comic Sans MS" panose="030F0702030302020204" pitchFamily="66" charset="0"/>
                      </a:endParaRPr>
                    </a:p>
                  </a:txBody>
                  <a:tcPr marL="83040" marR="83040" marT="41520" marB="41520" anchor="ctr"/>
                </a:tc>
                <a:tc>
                  <a:txBody>
                    <a:bodyPr/>
                    <a:lstStyle/>
                    <a:p>
                      <a:pPr>
                        <a:buNone/>
                      </a:pPr>
                      <a:r>
                        <a:rPr lang="en-IN" sz="1200">
                          <a:latin typeface="Comic Sans MS" panose="030F0702030302020204" pitchFamily="66" charset="0"/>
                        </a:rPr>
                        <a:t>Construction, manufacturing, regulated projects</a:t>
                      </a:r>
                    </a:p>
                  </a:txBody>
                  <a:tcPr marL="83040" marR="83040" marT="41520" marB="41520" anchor="ctr"/>
                </a:tc>
                <a:tc>
                  <a:txBody>
                    <a:bodyPr/>
                    <a:lstStyle/>
                    <a:p>
                      <a:pPr>
                        <a:buNone/>
                      </a:pPr>
                      <a:r>
                        <a:rPr lang="en-IN" sz="1200" dirty="0">
                          <a:latin typeface="Comic Sans MS" panose="030F0702030302020204" pitchFamily="66" charset="0"/>
                        </a:rPr>
                        <a:t>Software development, dynamic environments</a:t>
                      </a:r>
                    </a:p>
                  </a:txBody>
                  <a:tcPr marL="83040" marR="83040" marT="41520" marB="41520" anchor="ctr"/>
                </a:tc>
                <a:extLst>
                  <a:ext uri="{0D108BD9-81ED-4DB2-BD59-A6C34878D82A}">
                    <a16:rowId xmlns:a16="http://schemas.microsoft.com/office/drawing/2014/main" val="2634469221"/>
                  </a:ext>
                </a:extLst>
              </a:tr>
            </a:tbl>
          </a:graphicData>
        </a:graphic>
      </p:graphicFrame>
    </p:spTree>
    <p:extLst>
      <p:ext uri="{BB962C8B-B14F-4D97-AF65-F5344CB8AC3E}">
        <p14:creationId xmlns:p14="http://schemas.microsoft.com/office/powerpoint/2010/main" val="1384798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0B636-D185-81CC-763D-19D943B1AE48}"/>
              </a:ext>
            </a:extLst>
          </p:cNvPr>
          <p:cNvSpPr>
            <a:spLocks noGrp="1"/>
          </p:cNvSpPr>
          <p:nvPr>
            <p:ph type="title"/>
          </p:nvPr>
        </p:nvSpPr>
        <p:spPr/>
        <p:txBody>
          <a:bodyPr/>
          <a:lstStyle/>
          <a:p>
            <a:r>
              <a:rPr lang="en-IN" dirty="0"/>
              <a:t>Agile principles</a:t>
            </a:r>
          </a:p>
        </p:txBody>
      </p:sp>
      <p:sp>
        <p:nvSpPr>
          <p:cNvPr id="4" name="Footer Placeholder 3">
            <a:extLst>
              <a:ext uri="{FF2B5EF4-FFF2-40B4-BE49-F238E27FC236}">
                <a16:creationId xmlns:a16="http://schemas.microsoft.com/office/drawing/2014/main" id="{3F71F177-C6A6-D343-0719-39BA13DCD72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74A3162-9075-54B5-B217-1B478CC50D53}"/>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12" name="Rectangle 4">
            <a:extLst>
              <a:ext uri="{FF2B5EF4-FFF2-40B4-BE49-F238E27FC236}">
                <a16:creationId xmlns:a16="http://schemas.microsoft.com/office/drawing/2014/main" id="{A32BEC2E-C69A-B779-51BE-359D314F7840}"/>
              </a:ext>
            </a:extLst>
          </p:cNvPr>
          <p:cNvSpPr>
            <a:spLocks noGrp="1" noChangeArrowheads="1"/>
          </p:cNvSpPr>
          <p:nvPr>
            <p:ph idx="1"/>
          </p:nvPr>
        </p:nvSpPr>
        <p:spPr bwMode="auto">
          <a:xfrm>
            <a:off x="2631440" y="1467068"/>
            <a:ext cx="4846320" cy="308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Deliver value early and often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Welcome changing requirements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Collaborate daily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Build around motivated teams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Reflect and improve regularly</a:t>
            </a:r>
          </a:p>
        </p:txBody>
      </p:sp>
    </p:spTree>
    <p:extLst>
      <p:ext uri="{BB962C8B-B14F-4D97-AF65-F5344CB8AC3E}">
        <p14:creationId xmlns:p14="http://schemas.microsoft.com/office/powerpoint/2010/main" val="2318779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8497F-AEF6-B0A3-2AAF-30911618C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518DB-2DFB-095E-C6F9-C88D72CD97D0}"/>
              </a:ext>
            </a:extLst>
          </p:cNvPr>
          <p:cNvSpPr>
            <a:spLocks noGrp="1"/>
          </p:cNvSpPr>
          <p:nvPr>
            <p:ph type="title"/>
          </p:nvPr>
        </p:nvSpPr>
        <p:spPr/>
        <p:txBody>
          <a:bodyPr/>
          <a:lstStyle/>
          <a:p>
            <a:r>
              <a:rPr lang="en-IN" dirty="0"/>
              <a:t>What is Scrum?</a:t>
            </a:r>
          </a:p>
        </p:txBody>
      </p:sp>
      <p:sp>
        <p:nvSpPr>
          <p:cNvPr id="4" name="Footer Placeholder 3">
            <a:extLst>
              <a:ext uri="{FF2B5EF4-FFF2-40B4-BE49-F238E27FC236}">
                <a16:creationId xmlns:a16="http://schemas.microsoft.com/office/drawing/2014/main" id="{BAACA4FB-A528-6BAF-01F4-2F83E255BBA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58BD82AF-54D1-3982-6F40-5376F81BBA5D}"/>
              </a:ext>
            </a:extLst>
          </p:cNvPr>
          <p:cNvSpPr>
            <a:spLocks noGrp="1"/>
          </p:cNvSpPr>
          <p:nvPr>
            <p:ph type="sldNum" sz="quarter" idx="12"/>
          </p:nvPr>
        </p:nvSpPr>
        <p:spPr/>
        <p:txBody>
          <a:bodyPr/>
          <a:lstStyle/>
          <a:p>
            <a:fld id="{38826FC0-333C-E549-9FA3-0EE43DF298A3}" type="slidenum">
              <a:rPr lang="en-US" smtClean="0"/>
              <a:pPr/>
              <a:t>7</a:t>
            </a:fld>
            <a:endParaRPr lang="en-US" dirty="0"/>
          </a:p>
        </p:txBody>
      </p:sp>
      <p:sp>
        <p:nvSpPr>
          <p:cNvPr id="12" name="Rectangle 4">
            <a:extLst>
              <a:ext uri="{FF2B5EF4-FFF2-40B4-BE49-F238E27FC236}">
                <a16:creationId xmlns:a16="http://schemas.microsoft.com/office/drawing/2014/main" id="{BC559D94-848F-4849-D7CB-2D583FF535D5}"/>
              </a:ext>
            </a:extLst>
          </p:cNvPr>
          <p:cNvSpPr>
            <a:spLocks noGrp="1" noChangeArrowheads="1"/>
          </p:cNvSpPr>
          <p:nvPr>
            <p:ph idx="1"/>
          </p:nvPr>
        </p:nvSpPr>
        <p:spPr bwMode="auto">
          <a:xfrm>
            <a:off x="1473200" y="1342307"/>
            <a:ext cx="8585200" cy="2465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Comic Sans MS" panose="030F0702030302020204" pitchFamily="66" charset="0"/>
              </a:rPr>
              <a:t>Scrum is: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A lightweight Agile framework</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A structured way to work in iterations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Focused on delivering increments of value</a:t>
            </a:r>
          </a:p>
        </p:txBody>
      </p:sp>
    </p:spTree>
    <p:extLst>
      <p:ext uri="{BB962C8B-B14F-4D97-AF65-F5344CB8AC3E}">
        <p14:creationId xmlns:p14="http://schemas.microsoft.com/office/powerpoint/2010/main" val="3880873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573A4-8D20-5EAC-18C6-0ADEE241A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4FDBB-6195-73DC-D9E4-BB0508D97A02}"/>
              </a:ext>
            </a:extLst>
          </p:cNvPr>
          <p:cNvSpPr>
            <a:spLocks noGrp="1"/>
          </p:cNvSpPr>
          <p:nvPr>
            <p:ph type="title"/>
          </p:nvPr>
        </p:nvSpPr>
        <p:spPr/>
        <p:txBody>
          <a:bodyPr/>
          <a:lstStyle/>
          <a:p>
            <a:r>
              <a:rPr lang="en-IN" dirty="0"/>
              <a:t>What is Scrum?</a:t>
            </a:r>
          </a:p>
        </p:txBody>
      </p:sp>
      <p:sp>
        <p:nvSpPr>
          <p:cNvPr id="4" name="Footer Placeholder 3">
            <a:extLst>
              <a:ext uri="{FF2B5EF4-FFF2-40B4-BE49-F238E27FC236}">
                <a16:creationId xmlns:a16="http://schemas.microsoft.com/office/drawing/2014/main" id="{637D708A-0FCC-22B0-A2C3-DF8EBAD6F00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5B6FA6B-FBED-DE2D-48B5-FECB411DA75A}"/>
              </a:ext>
            </a:extLst>
          </p:cNvPr>
          <p:cNvSpPr>
            <a:spLocks noGrp="1"/>
          </p:cNvSpPr>
          <p:nvPr>
            <p:ph type="sldNum" sz="quarter" idx="12"/>
          </p:nvPr>
        </p:nvSpPr>
        <p:spPr/>
        <p:txBody>
          <a:bodyPr/>
          <a:lstStyle/>
          <a:p>
            <a:fld id="{38826FC0-333C-E549-9FA3-0EE43DF298A3}" type="slidenum">
              <a:rPr lang="en-US" smtClean="0"/>
              <a:pPr/>
              <a:t>8</a:t>
            </a:fld>
            <a:endParaRPr lang="en-US" dirty="0"/>
          </a:p>
        </p:txBody>
      </p:sp>
      <p:sp>
        <p:nvSpPr>
          <p:cNvPr id="12" name="Rectangle 4">
            <a:extLst>
              <a:ext uri="{FF2B5EF4-FFF2-40B4-BE49-F238E27FC236}">
                <a16:creationId xmlns:a16="http://schemas.microsoft.com/office/drawing/2014/main" id="{6201ED3D-52D5-229E-33A1-6E91E91F6D31}"/>
              </a:ext>
            </a:extLst>
          </p:cNvPr>
          <p:cNvSpPr>
            <a:spLocks noGrp="1" noChangeArrowheads="1"/>
          </p:cNvSpPr>
          <p:nvPr>
            <p:ph idx="1"/>
          </p:nvPr>
        </p:nvSpPr>
        <p:spPr bwMode="auto">
          <a:xfrm>
            <a:off x="1473200" y="1342307"/>
            <a:ext cx="8585200" cy="2465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Comic Sans MS" panose="030F0702030302020204" pitchFamily="66" charset="0"/>
              </a:rPr>
              <a:t>Scrum is: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A lightweight Agile framework</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A structured way to work in iterations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Focused on delivering increments of value</a:t>
            </a:r>
          </a:p>
        </p:txBody>
      </p:sp>
    </p:spTree>
    <p:extLst>
      <p:ext uri="{BB962C8B-B14F-4D97-AF65-F5344CB8AC3E}">
        <p14:creationId xmlns:p14="http://schemas.microsoft.com/office/powerpoint/2010/main" val="2776380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4591D-0C8B-AD93-1214-BB78C61CB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F8EB6-487B-DCDE-4BEB-849BFBB29ED7}"/>
              </a:ext>
            </a:extLst>
          </p:cNvPr>
          <p:cNvSpPr>
            <a:spLocks noGrp="1"/>
          </p:cNvSpPr>
          <p:nvPr>
            <p:ph type="title"/>
          </p:nvPr>
        </p:nvSpPr>
        <p:spPr/>
        <p:txBody>
          <a:bodyPr/>
          <a:lstStyle/>
          <a:p>
            <a:r>
              <a:rPr lang="en-IN" dirty="0"/>
              <a:t>Scrum Roles</a:t>
            </a:r>
          </a:p>
        </p:txBody>
      </p:sp>
      <p:sp>
        <p:nvSpPr>
          <p:cNvPr id="4" name="Footer Placeholder 3">
            <a:extLst>
              <a:ext uri="{FF2B5EF4-FFF2-40B4-BE49-F238E27FC236}">
                <a16:creationId xmlns:a16="http://schemas.microsoft.com/office/drawing/2014/main" id="{798A5ACE-2687-924F-05BE-4D8522067E8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C6ED98C-CF6B-85AF-6913-110D3AFA1D68}"/>
              </a:ext>
            </a:extLst>
          </p:cNvPr>
          <p:cNvSpPr>
            <a:spLocks noGrp="1"/>
          </p:cNvSpPr>
          <p:nvPr>
            <p:ph type="sldNum" sz="quarter" idx="12"/>
          </p:nvPr>
        </p:nvSpPr>
        <p:spPr/>
        <p:txBody>
          <a:bodyPr/>
          <a:lstStyle/>
          <a:p>
            <a:fld id="{38826FC0-333C-E549-9FA3-0EE43DF298A3}" type="slidenum">
              <a:rPr lang="en-US" smtClean="0"/>
              <a:pPr/>
              <a:t>9</a:t>
            </a:fld>
            <a:endParaRPr lang="en-US" dirty="0"/>
          </a:p>
        </p:txBody>
      </p:sp>
      <p:sp>
        <p:nvSpPr>
          <p:cNvPr id="10" name="TextBox 9">
            <a:extLst>
              <a:ext uri="{FF2B5EF4-FFF2-40B4-BE49-F238E27FC236}">
                <a16:creationId xmlns:a16="http://schemas.microsoft.com/office/drawing/2014/main" id="{F48EED4B-2E9D-99E8-52AB-36CBFA23A9B0}"/>
              </a:ext>
            </a:extLst>
          </p:cNvPr>
          <p:cNvSpPr txBox="1"/>
          <p:nvPr/>
        </p:nvSpPr>
        <p:spPr>
          <a:xfrm>
            <a:off x="822960" y="1262579"/>
            <a:ext cx="3779520" cy="4483471"/>
          </a:xfrm>
          <a:prstGeom prst="rect">
            <a:avLst/>
          </a:prstGeom>
          <a:noFill/>
        </p:spPr>
        <p:txBody>
          <a:bodyPr wrap="square">
            <a:spAutoFit/>
          </a:bodyPr>
          <a:lstStyle/>
          <a:p>
            <a:pPr>
              <a:lnSpc>
                <a:spcPct val="150000"/>
              </a:lnSpc>
              <a:buNone/>
            </a:pPr>
            <a:r>
              <a:rPr lang="en-US" sz="1600" b="1" dirty="0">
                <a:latin typeface="Comic Sans MS" panose="030F0702030302020204" pitchFamily="66" charset="0"/>
              </a:rPr>
              <a:t>Product Owner (PO)</a:t>
            </a:r>
          </a:p>
          <a:p>
            <a:pPr>
              <a:lnSpc>
                <a:spcPct val="150000"/>
              </a:lnSpc>
              <a:buNone/>
            </a:pPr>
            <a:r>
              <a:rPr lang="en-US" sz="1600" b="1" dirty="0">
                <a:latin typeface="Comic Sans MS" panose="030F0702030302020204" pitchFamily="66" charset="0"/>
              </a:rPr>
              <a:t>Purpose:</a:t>
            </a:r>
            <a:r>
              <a:rPr lang="en-US" sz="1600" dirty="0">
                <a:latin typeface="Comic Sans MS" panose="030F0702030302020204" pitchFamily="66" charset="0"/>
              </a:rPr>
              <a:t> Maximizes product value.</a:t>
            </a:r>
          </a:p>
          <a:p>
            <a:pPr>
              <a:lnSpc>
                <a:spcPct val="150000"/>
              </a:lnSpc>
              <a:buNone/>
            </a:pPr>
            <a:r>
              <a:rPr lang="en-US" sz="1600" b="1" dirty="0">
                <a:latin typeface="Comic Sans MS" panose="030F0702030302020204" pitchFamily="66" charset="0"/>
              </a:rPr>
              <a:t>Key Responsibilities:</a:t>
            </a:r>
          </a:p>
          <a:p>
            <a:pPr>
              <a:lnSpc>
                <a:spcPct val="150000"/>
              </a:lnSpc>
              <a:buFont typeface="Arial" panose="020B0604020202020204" pitchFamily="34" charset="0"/>
              <a:buChar char="•"/>
            </a:pPr>
            <a:r>
              <a:rPr lang="en-US" sz="1600" dirty="0">
                <a:latin typeface="Comic Sans MS" panose="030F0702030302020204" pitchFamily="66" charset="0"/>
              </a:rPr>
              <a:t>Owns the </a:t>
            </a:r>
            <a:r>
              <a:rPr lang="en-US" sz="1600" b="1" dirty="0">
                <a:latin typeface="Comic Sans MS" panose="030F0702030302020204" pitchFamily="66" charset="0"/>
              </a:rPr>
              <a:t>product vision</a:t>
            </a:r>
            <a:endParaRPr lang="en-US" sz="1600" dirty="0">
              <a:latin typeface="Comic Sans MS" panose="030F0702030302020204" pitchFamily="66" charset="0"/>
            </a:endParaRPr>
          </a:p>
          <a:p>
            <a:pPr>
              <a:lnSpc>
                <a:spcPct val="150000"/>
              </a:lnSpc>
              <a:buFont typeface="Arial" panose="020B0604020202020204" pitchFamily="34" charset="0"/>
              <a:buChar char="•"/>
            </a:pPr>
            <a:r>
              <a:rPr lang="en-US" sz="1600" dirty="0">
                <a:latin typeface="Comic Sans MS" panose="030F0702030302020204" pitchFamily="66" charset="0"/>
              </a:rPr>
              <a:t>Manages and prioritizes the </a:t>
            </a:r>
            <a:r>
              <a:rPr lang="en-US" sz="1600" b="1" dirty="0">
                <a:latin typeface="Comic Sans MS" panose="030F0702030302020204" pitchFamily="66" charset="0"/>
              </a:rPr>
              <a:t>Product Backlog</a:t>
            </a:r>
            <a:endParaRPr lang="en-US" sz="1600" dirty="0">
              <a:latin typeface="Comic Sans MS" panose="030F0702030302020204" pitchFamily="66" charset="0"/>
            </a:endParaRPr>
          </a:p>
          <a:p>
            <a:pPr>
              <a:lnSpc>
                <a:spcPct val="150000"/>
              </a:lnSpc>
              <a:buFont typeface="Arial" panose="020B0604020202020204" pitchFamily="34" charset="0"/>
              <a:buChar char="•"/>
            </a:pPr>
            <a:r>
              <a:rPr lang="en-US" sz="1600" dirty="0">
                <a:latin typeface="Comic Sans MS" panose="030F0702030302020204" pitchFamily="66" charset="0"/>
              </a:rPr>
              <a:t>Defines </a:t>
            </a:r>
            <a:r>
              <a:rPr lang="en-US" sz="1600" b="1" dirty="0">
                <a:latin typeface="Comic Sans MS" panose="030F0702030302020204" pitchFamily="66" charset="0"/>
              </a:rPr>
              <a:t>what</a:t>
            </a:r>
            <a:r>
              <a:rPr lang="en-US" sz="1600" dirty="0">
                <a:latin typeface="Comic Sans MS" panose="030F0702030302020204" pitchFamily="66" charset="0"/>
              </a:rPr>
              <a:t> the team should build and </a:t>
            </a:r>
            <a:r>
              <a:rPr lang="en-US" sz="1600" b="1" dirty="0">
                <a:latin typeface="Comic Sans MS" panose="030F0702030302020204" pitchFamily="66" charset="0"/>
              </a:rPr>
              <a:t>why</a:t>
            </a:r>
            <a:endParaRPr lang="en-US" sz="1600" dirty="0">
              <a:latin typeface="Comic Sans MS" panose="030F0702030302020204" pitchFamily="66" charset="0"/>
            </a:endParaRPr>
          </a:p>
          <a:p>
            <a:pPr>
              <a:lnSpc>
                <a:spcPct val="150000"/>
              </a:lnSpc>
              <a:buFont typeface="Arial" panose="020B0604020202020204" pitchFamily="34" charset="0"/>
              <a:buChar char="•"/>
            </a:pPr>
            <a:r>
              <a:rPr lang="en-US" sz="1600" dirty="0">
                <a:latin typeface="Comic Sans MS" panose="030F0702030302020204" pitchFamily="66" charset="0"/>
              </a:rPr>
              <a:t>Works closely with stakeholders and customers</a:t>
            </a:r>
          </a:p>
          <a:p>
            <a:pPr>
              <a:lnSpc>
                <a:spcPct val="150000"/>
              </a:lnSpc>
              <a:buFont typeface="Arial" panose="020B0604020202020204" pitchFamily="34" charset="0"/>
              <a:buChar char="•"/>
            </a:pPr>
            <a:r>
              <a:rPr lang="en-US" sz="1600" dirty="0">
                <a:latin typeface="Comic Sans MS" panose="030F0702030302020204" pitchFamily="66" charset="0"/>
              </a:rPr>
              <a:t>Ensures the team is always working on the </a:t>
            </a:r>
            <a:r>
              <a:rPr lang="en-US" sz="1600" b="1" dirty="0">
                <a:latin typeface="Comic Sans MS" panose="030F0702030302020204" pitchFamily="66" charset="0"/>
              </a:rPr>
              <a:t>most valuable</a:t>
            </a:r>
            <a:r>
              <a:rPr lang="en-US" sz="1600" dirty="0">
                <a:latin typeface="Comic Sans MS" panose="030F0702030302020204" pitchFamily="66" charset="0"/>
              </a:rPr>
              <a:t> items</a:t>
            </a:r>
          </a:p>
        </p:txBody>
      </p:sp>
      <p:sp>
        <p:nvSpPr>
          <p:cNvPr id="13" name="TextBox 12">
            <a:extLst>
              <a:ext uri="{FF2B5EF4-FFF2-40B4-BE49-F238E27FC236}">
                <a16:creationId xmlns:a16="http://schemas.microsoft.com/office/drawing/2014/main" id="{1202E66E-AE78-9192-72CA-1B386FAF2ED2}"/>
              </a:ext>
            </a:extLst>
          </p:cNvPr>
          <p:cNvSpPr txBox="1"/>
          <p:nvPr/>
        </p:nvSpPr>
        <p:spPr>
          <a:xfrm>
            <a:off x="4389120" y="893246"/>
            <a:ext cx="3637280" cy="5222135"/>
          </a:xfrm>
          <a:prstGeom prst="rect">
            <a:avLst/>
          </a:prstGeom>
          <a:noFill/>
        </p:spPr>
        <p:txBody>
          <a:bodyPr wrap="square">
            <a:spAutoFit/>
          </a:bodyPr>
          <a:lstStyle/>
          <a:p>
            <a:pPr>
              <a:lnSpc>
                <a:spcPct val="150000"/>
              </a:lnSpc>
              <a:buNone/>
            </a:pPr>
            <a:r>
              <a:rPr lang="en-US" sz="1600" b="1" dirty="0">
                <a:latin typeface="Comic Sans MS" panose="030F0702030302020204" pitchFamily="66" charset="0"/>
              </a:rPr>
              <a:t>Scrum Master (SM)</a:t>
            </a:r>
          </a:p>
          <a:p>
            <a:pPr>
              <a:lnSpc>
                <a:spcPct val="150000"/>
              </a:lnSpc>
              <a:buNone/>
            </a:pPr>
            <a:r>
              <a:rPr lang="en-US" sz="1600" b="1" dirty="0">
                <a:latin typeface="Comic Sans MS" panose="030F0702030302020204" pitchFamily="66" charset="0"/>
              </a:rPr>
              <a:t>Purpose:</a:t>
            </a:r>
            <a:r>
              <a:rPr lang="en-US" sz="1600" dirty="0">
                <a:latin typeface="Comic Sans MS" panose="030F0702030302020204" pitchFamily="66" charset="0"/>
              </a:rPr>
              <a:t> Ensures the team follows Scrum effectively.</a:t>
            </a:r>
          </a:p>
          <a:p>
            <a:pPr>
              <a:lnSpc>
                <a:spcPct val="150000"/>
              </a:lnSpc>
              <a:buNone/>
            </a:pPr>
            <a:r>
              <a:rPr lang="en-US" sz="1600" b="1" dirty="0">
                <a:latin typeface="Comic Sans MS" panose="030F0702030302020204" pitchFamily="66" charset="0"/>
              </a:rPr>
              <a:t>Key Responsibilities:</a:t>
            </a:r>
          </a:p>
          <a:p>
            <a:pPr>
              <a:lnSpc>
                <a:spcPct val="150000"/>
              </a:lnSpc>
              <a:buFont typeface="Arial" panose="020B0604020202020204" pitchFamily="34" charset="0"/>
              <a:buChar char="•"/>
            </a:pPr>
            <a:r>
              <a:rPr lang="en-US" sz="1600" dirty="0">
                <a:latin typeface="Comic Sans MS" panose="030F0702030302020204" pitchFamily="66" charset="0"/>
              </a:rPr>
              <a:t>Facilitates Scrum ceremonies (Daily Scrum, Planning, Review, Retro)</a:t>
            </a:r>
          </a:p>
          <a:p>
            <a:pPr>
              <a:lnSpc>
                <a:spcPct val="150000"/>
              </a:lnSpc>
              <a:buFont typeface="Arial" panose="020B0604020202020204" pitchFamily="34" charset="0"/>
              <a:buChar char="•"/>
            </a:pPr>
            <a:r>
              <a:rPr lang="en-US" sz="1600" dirty="0">
                <a:latin typeface="Comic Sans MS" panose="030F0702030302020204" pitchFamily="66" charset="0"/>
              </a:rPr>
              <a:t>Removes blockers and impediments</a:t>
            </a:r>
          </a:p>
          <a:p>
            <a:pPr>
              <a:lnSpc>
                <a:spcPct val="150000"/>
              </a:lnSpc>
              <a:buFont typeface="Arial" panose="020B0604020202020204" pitchFamily="34" charset="0"/>
              <a:buChar char="•"/>
            </a:pPr>
            <a:r>
              <a:rPr lang="en-US" sz="1600" dirty="0">
                <a:latin typeface="Comic Sans MS" panose="030F0702030302020204" pitchFamily="66" charset="0"/>
              </a:rPr>
              <a:t>Coaches the team on Agile principles</a:t>
            </a:r>
          </a:p>
          <a:p>
            <a:pPr>
              <a:lnSpc>
                <a:spcPct val="150000"/>
              </a:lnSpc>
              <a:buFont typeface="Arial" panose="020B0604020202020204" pitchFamily="34" charset="0"/>
              <a:buChar char="•"/>
            </a:pPr>
            <a:r>
              <a:rPr lang="en-US" sz="1600" dirty="0">
                <a:latin typeface="Comic Sans MS" panose="030F0702030302020204" pitchFamily="66" charset="0"/>
              </a:rPr>
              <a:t>Protects the team from distractions</a:t>
            </a:r>
          </a:p>
          <a:p>
            <a:pPr>
              <a:lnSpc>
                <a:spcPct val="150000"/>
              </a:lnSpc>
              <a:buFont typeface="Arial" panose="020B0604020202020204" pitchFamily="34" charset="0"/>
              <a:buChar char="•"/>
            </a:pPr>
            <a:r>
              <a:rPr lang="en-US" sz="1600" dirty="0">
                <a:latin typeface="Comic Sans MS" panose="030F0702030302020204" pitchFamily="66" charset="0"/>
              </a:rPr>
              <a:t>Helps improve team processes and collaboration</a:t>
            </a:r>
          </a:p>
        </p:txBody>
      </p:sp>
      <p:sp>
        <p:nvSpPr>
          <p:cNvPr id="14" name="TextBox 13">
            <a:extLst>
              <a:ext uri="{FF2B5EF4-FFF2-40B4-BE49-F238E27FC236}">
                <a16:creationId xmlns:a16="http://schemas.microsoft.com/office/drawing/2014/main" id="{E1B89498-928C-E702-EB1B-7548A17412AF}"/>
              </a:ext>
            </a:extLst>
          </p:cNvPr>
          <p:cNvSpPr txBox="1"/>
          <p:nvPr/>
        </p:nvSpPr>
        <p:spPr>
          <a:xfrm>
            <a:off x="8168640" y="633266"/>
            <a:ext cx="3423920" cy="5222135"/>
          </a:xfrm>
          <a:prstGeom prst="rect">
            <a:avLst/>
          </a:prstGeom>
          <a:noFill/>
        </p:spPr>
        <p:txBody>
          <a:bodyPr wrap="square">
            <a:spAutoFit/>
          </a:bodyPr>
          <a:lstStyle/>
          <a:p>
            <a:pPr>
              <a:lnSpc>
                <a:spcPct val="150000"/>
              </a:lnSpc>
              <a:buNone/>
            </a:pPr>
            <a:r>
              <a:rPr lang="en-US" sz="1600" b="1" dirty="0">
                <a:latin typeface="Comic Sans MS" panose="030F0702030302020204" pitchFamily="66" charset="0"/>
              </a:rPr>
              <a:t>Development Team (Dev Team)</a:t>
            </a:r>
          </a:p>
          <a:p>
            <a:pPr>
              <a:lnSpc>
                <a:spcPct val="150000"/>
              </a:lnSpc>
              <a:buNone/>
            </a:pPr>
            <a:r>
              <a:rPr lang="en-US" sz="1600" b="1" dirty="0">
                <a:latin typeface="Comic Sans MS" panose="030F0702030302020204" pitchFamily="66" charset="0"/>
              </a:rPr>
              <a:t>Purpose:</a:t>
            </a:r>
            <a:r>
              <a:rPr lang="en-US" sz="1600" dirty="0">
                <a:latin typeface="Comic Sans MS" panose="030F0702030302020204" pitchFamily="66" charset="0"/>
              </a:rPr>
              <a:t> Builds and delivers the product increment.</a:t>
            </a:r>
          </a:p>
          <a:p>
            <a:pPr>
              <a:lnSpc>
                <a:spcPct val="150000"/>
              </a:lnSpc>
              <a:buNone/>
            </a:pPr>
            <a:r>
              <a:rPr lang="en-US" sz="1600" b="1" dirty="0">
                <a:latin typeface="Comic Sans MS" panose="030F0702030302020204" pitchFamily="66" charset="0"/>
              </a:rPr>
              <a:t>Key Responsibilities:</a:t>
            </a:r>
          </a:p>
          <a:p>
            <a:pPr>
              <a:lnSpc>
                <a:spcPct val="150000"/>
              </a:lnSpc>
              <a:buFont typeface="Arial" panose="020B0604020202020204" pitchFamily="34" charset="0"/>
              <a:buChar char="•"/>
            </a:pPr>
            <a:r>
              <a:rPr lang="en-US" sz="1600" dirty="0">
                <a:latin typeface="Comic Sans MS" panose="030F0702030302020204" pitchFamily="66" charset="0"/>
              </a:rPr>
              <a:t>Cross‑functional group (Dev, QA, QE, UX, etc.)</a:t>
            </a:r>
          </a:p>
          <a:p>
            <a:pPr>
              <a:lnSpc>
                <a:spcPct val="150000"/>
              </a:lnSpc>
              <a:buFont typeface="Arial" panose="020B0604020202020204" pitchFamily="34" charset="0"/>
              <a:buChar char="•"/>
            </a:pPr>
            <a:r>
              <a:rPr lang="en-US" sz="1600" dirty="0">
                <a:latin typeface="Comic Sans MS" panose="030F0702030302020204" pitchFamily="66" charset="0"/>
              </a:rPr>
              <a:t>Self‑organizing — they decide </a:t>
            </a:r>
            <a:r>
              <a:rPr lang="en-US" sz="1600" b="1" dirty="0">
                <a:latin typeface="Comic Sans MS" panose="030F0702030302020204" pitchFamily="66" charset="0"/>
              </a:rPr>
              <a:t>how</a:t>
            </a:r>
            <a:r>
              <a:rPr lang="en-US" sz="1600" dirty="0">
                <a:latin typeface="Comic Sans MS" panose="030F0702030302020204" pitchFamily="66" charset="0"/>
              </a:rPr>
              <a:t> to do the work</a:t>
            </a:r>
          </a:p>
          <a:p>
            <a:pPr>
              <a:lnSpc>
                <a:spcPct val="150000"/>
              </a:lnSpc>
              <a:buFont typeface="Arial" panose="020B0604020202020204" pitchFamily="34" charset="0"/>
              <a:buChar char="•"/>
            </a:pPr>
            <a:r>
              <a:rPr lang="en-US" sz="1600" dirty="0">
                <a:latin typeface="Comic Sans MS" panose="030F0702030302020204" pitchFamily="66" charset="0"/>
              </a:rPr>
              <a:t>Collaborate daily to deliver a </a:t>
            </a:r>
            <a:r>
              <a:rPr lang="en-US" sz="1600" b="1" dirty="0">
                <a:latin typeface="Comic Sans MS" panose="030F0702030302020204" pitchFamily="66" charset="0"/>
              </a:rPr>
              <a:t>Done</a:t>
            </a:r>
            <a:r>
              <a:rPr lang="en-US" sz="1600" dirty="0">
                <a:latin typeface="Comic Sans MS" panose="030F0702030302020204" pitchFamily="66" charset="0"/>
              </a:rPr>
              <a:t>, usable increment</a:t>
            </a:r>
          </a:p>
          <a:p>
            <a:pPr>
              <a:lnSpc>
                <a:spcPct val="150000"/>
              </a:lnSpc>
              <a:buFont typeface="Arial" panose="020B0604020202020204" pitchFamily="34" charset="0"/>
              <a:buChar char="•"/>
            </a:pPr>
            <a:r>
              <a:rPr lang="en-US" sz="1600" dirty="0">
                <a:latin typeface="Comic Sans MS" panose="030F0702030302020204" pitchFamily="66" charset="0"/>
              </a:rPr>
              <a:t>Estimate and commit to sprint work</a:t>
            </a:r>
          </a:p>
          <a:p>
            <a:pPr>
              <a:lnSpc>
                <a:spcPct val="150000"/>
              </a:lnSpc>
              <a:buFont typeface="Arial" panose="020B0604020202020204" pitchFamily="34" charset="0"/>
              <a:buChar char="•"/>
            </a:pPr>
            <a:r>
              <a:rPr lang="en-US" sz="1600" dirty="0">
                <a:latin typeface="Comic Sans MS" panose="030F0702030302020204" pitchFamily="66" charset="0"/>
              </a:rPr>
              <a:t>Maintain quality through coding, testing, automation, and reviews</a:t>
            </a:r>
          </a:p>
        </p:txBody>
      </p:sp>
    </p:spTree>
    <p:extLst>
      <p:ext uri="{BB962C8B-B14F-4D97-AF65-F5344CB8AC3E}">
        <p14:creationId xmlns:p14="http://schemas.microsoft.com/office/powerpoint/2010/main" val="2737869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920A7-E07F-0C3F-AC35-9AF5FB67A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994C59-7C32-EFBC-CFB2-BF0259A1A07B}"/>
              </a:ext>
            </a:extLst>
          </p:cNvPr>
          <p:cNvSpPr>
            <a:spLocks noGrp="1"/>
          </p:cNvSpPr>
          <p:nvPr>
            <p:ph type="title"/>
          </p:nvPr>
        </p:nvSpPr>
        <p:spPr/>
        <p:txBody>
          <a:bodyPr/>
          <a:lstStyle/>
          <a:p>
            <a:r>
              <a:rPr lang="en-IN" dirty="0"/>
              <a:t>Scrum Events (Ceremonies)</a:t>
            </a:r>
          </a:p>
        </p:txBody>
      </p:sp>
      <p:sp>
        <p:nvSpPr>
          <p:cNvPr id="4" name="Footer Placeholder 3">
            <a:extLst>
              <a:ext uri="{FF2B5EF4-FFF2-40B4-BE49-F238E27FC236}">
                <a16:creationId xmlns:a16="http://schemas.microsoft.com/office/drawing/2014/main" id="{17D8B69C-4178-83D2-BE60-A1DAFCDDA010}"/>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86362AB-719B-FEBB-9A07-01B98FCB105E}"/>
              </a:ext>
            </a:extLst>
          </p:cNvPr>
          <p:cNvSpPr>
            <a:spLocks noGrp="1"/>
          </p:cNvSpPr>
          <p:nvPr>
            <p:ph type="sldNum" sz="quarter" idx="12"/>
          </p:nvPr>
        </p:nvSpPr>
        <p:spPr/>
        <p:txBody>
          <a:bodyPr/>
          <a:lstStyle/>
          <a:p>
            <a:fld id="{38826FC0-333C-E549-9FA3-0EE43DF298A3}" type="slidenum">
              <a:rPr lang="en-US" smtClean="0"/>
              <a:pPr/>
              <a:t>10</a:t>
            </a:fld>
            <a:endParaRPr lang="en-US" dirty="0"/>
          </a:p>
        </p:txBody>
      </p:sp>
      <p:sp>
        <p:nvSpPr>
          <p:cNvPr id="9" name="Rectangle 4">
            <a:extLst>
              <a:ext uri="{FF2B5EF4-FFF2-40B4-BE49-F238E27FC236}">
                <a16:creationId xmlns:a16="http://schemas.microsoft.com/office/drawing/2014/main" id="{0DEC5EAA-213F-3B76-EEDA-47B06A728DD7}"/>
              </a:ext>
            </a:extLst>
          </p:cNvPr>
          <p:cNvSpPr>
            <a:spLocks noGrp="1" noChangeArrowheads="1"/>
          </p:cNvSpPr>
          <p:nvPr>
            <p:ph idx="1"/>
          </p:nvPr>
        </p:nvSpPr>
        <p:spPr bwMode="auto">
          <a:xfrm>
            <a:off x="2489200" y="1239298"/>
            <a:ext cx="5591595" cy="308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Comic Sans MS" panose="030F0702030302020204" pitchFamily="66" charset="0"/>
              </a:rPr>
              <a:t>Sprint Planning</a:t>
            </a:r>
            <a:r>
              <a:rPr kumimoji="0" lang="en-US" altLang="en-US" sz="2000" b="0" i="0" u="none" strike="noStrike" cap="none" normalizeH="0" baseline="0">
                <a:ln>
                  <a:noFill/>
                </a:ln>
                <a:solidFill>
                  <a:schemeClr val="tx1"/>
                </a:solidFill>
                <a:effectLst/>
                <a:latin typeface="Comic Sans MS" panose="030F0702030302020204" pitchFamily="66" charset="0"/>
              </a:rPr>
              <a:t> – What we will deliver</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Comic Sans MS" panose="030F0702030302020204" pitchFamily="66" charset="0"/>
              </a:rPr>
              <a:t>Daily Scrum</a:t>
            </a:r>
            <a:r>
              <a:rPr kumimoji="0" lang="en-US" altLang="en-US" sz="2000" b="0" i="0" u="none" strike="noStrike" cap="none" normalizeH="0" baseline="0">
                <a:ln>
                  <a:noFill/>
                </a:ln>
                <a:solidFill>
                  <a:schemeClr val="tx1"/>
                </a:solidFill>
                <a:effectLst/>
                <a:latin typeface="Comic Sans MS" panose="030F0702030302020204" pitchFamily="66" charset="0"/>
              </a:rPr>
              <a:t> – 15‑minute alignment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Comic Sans MS" panose="030F0702030302020204" pitchFamily="66" charset="0"/>
              </a:rPr>
              <a:t>Sprint Review</a:t>
            </a:r>
            <a:r>
              <a:rPr kumimoji="0" lang="en-US" altLang="en-US" sz="2000" b="0" i="0" u="none" strike="noStrike" cap="none" normalizeH="0" baseline="0">
                <a:ln>
                  <a:noFill/>
                </a:ln>
                <a:solidFill>
                  <a:schemeClr val="tx1"/>
                </a:solidFill>
                <a:effectLst/>
                <a:latin typeface="Comic Sans MS" panose="030F0702030302020204" pitchFamily="66" charset="0"/>
              </a:rPr>
              <a:t> – Demo the increment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Comic Sans MS" panose="030F0702030302020204" pitchFamily="66" charset="0"/>
              </a:rPr>
              <a:t>Sprint Retrospective</a:t>
            </a:r>
            <a:r>
              <a:rPr kumimoji="0" lang="en-US" altLang="en-US" sz="2000" b="0" i="0" u="none" strike="noStrike" cap="none" normalizeH="0" baseline="0">
                <a:ln>
                  <a:noFill/>
                </a:ln>
                <a:solidFill>
                  <a:schemeClr val="tx1"/>
                </a:solidFill>
                <a:effectLst/>
                <a:latin typeface="Comic Sans MS" panose="030F0702030302020204" pitchFamily="66" charset="0"/>
              </a:rPr>
              <a:t> – Improve the process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Comic Sans MS" panose="030F0702030302020204" pitchFamily="66" charset="0"/>
              </a:rPr>
              <a:t>Sprint</a:t>
            </a:r>
            <a:r>
              <a:rPr kumimoji="0" lang="en-US" altLang="en-US" sz="2000" b="0" i="0" u="none" strike="noStrike" cap="none" normalizeH="0" baseline="0">
                <a:ln>
                  <a:noFill/>
                </a:ln>
                <a:solidFill>
                  <a:schemeClr val="tx1"/>
                </a:solidFill>
                <a:effectLst/>
                <a:latin typeface="Comic Sans MS" panose="030F0702030302020204" pitchFamily="66" charset="0"/>
              </a:rPr>
              <a:t> – 1–4 week iteration</a:t>
            </a:r>
          </a:p>
        </p:txBody>
      </p:sp>
    </p:spTree>
    <p:extLst>
      <p:ext uri="{BB962C8B-B14F-4D97-AF65-F5344CB8AC3E}">
        <p14:creationId xmlns:p14="http://schemas.microsoft.com/office/powerpoint/2010/main" val="536671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2622E-CE21-0E47-50BA-6EB21E6C5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6492F-B760-7B5F-9FB4-F144F5CB96F6}"/>
              </a:ext>
            </a:extLst>
          </p:cNvPr>
          <p:cNvSpPr>
            <a:spLocks noGrp="1"/>
          </p:cNvSpPr>
          <p:nvPr>
            <p:ph type="title"/>
          </p:nvPr>
        </p:nvSpPr>
        <p:spPr/>
        <p:txBody>
          <a:bodyPr/>
          <a:lstStyle/>
          <a:p>
            <a:r>
              <a:rPr lang="en-IN" dirty="0"/>
              <a:t>Scrum Artifacts</a:t>
            </a:r>
          </a:p>
        </p:txBody>
      </p:sp>
      <p:sp>
        <p:nvSpPr>
          <p:cNvPr id="4" name="Footer Placeholder 3">
            <a:extLst>
              <a:ext uri="{FF2B5EF4-FFF2-40B4-BE49-F238E27FC236}">
                <a16:creationId xmlns:a16="http://schemas.microsoft.com/office/drawing/2014/main" id="{E22910C7-D65A-409E-E528-838AB61B10B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A7965B1D-5D64-FC69-026F-73161D7AE1C1}"/>
              </a:ext>
            </a:extLst>
          </p:cNvPr>
          <p:cNvSpPr>
            <a:spLocks noGrp="1"/>
          </p:cNvSpPr>
          <p:nvPr>
            <p:ph type="sldNum" sz="quarter" idx="12"/>
          </p:nvPr>
        </p:nvSpPr>
        <p:spPr/>
        <p:txBody>
          <a:bodyPr/>
          <a:lstStyle/>
          <a:p>
            <a:fld id="{38826FC0-333C-E549-9FA3-0EE43DF298A3}" type="slidenum">
              <a:rPr lang="en-US" smtClean="0"/>
              <a:pPr/>
              <a:t>11</a:t>
            </a:fld>
            <a:endParaRPr lang="en-US" dirty="0"/>
          </a:p>
        </p:txBody>
      </p:sp>
      <p:sp>
        <p:nvSpPr>
          <p:cNvPr id="9" name="Rectangle 4">
            <a:extLst>
              <a:ext uri="{FF2B5EF4-FFF2-40B4-BE49-F238E27FC236}">
                <a16:creationId xmlns:a16="http://schemas.microsoft.com/office/drawing/2014/main" id="{3C6242BE-A9B4-2FDE-49E1-3F223A04A115}"/>
              </a:ext>
            </a:extLst>
          </p:cNvPr>
          <p:cNvSpPr>
            <a:spLocks noGrp="1" noChangeArrowheads="1"/>
          </p:cNvSpPr>
          <p:nvPr>
            <p:ph idx="1"/>
          </p:nvPr>
        </p:nvSpPr>
        <p:spPr bwMode="auto">
          <a:xfrm>
            <a:off x="2529840" y="1274078"/>
            <a:ext cx="5055551" cy="3905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ct val="200000"/>
              </a:lnSpc>
            </a:pPr>
            <a:r>
              <a:rPr lang="en-US" sz="2000" b="1" dirty="0">
                <a:latin typeface="Comic Sans MS" panose="030F0702030302020204" pitchFamily="66" charset="0"/>
              </a:rPr>
              <a:t>Product Backlog</a:t>
            </a:r>
          </a:p>
          <a:p>
            <a:pPr lvl="1">
              <a:lnSpc>
                <a:spcPct val="200000"/>
              </a:lnSpc>
            </a:pPr>
            <a:r>
              <a:rPr lang="en-US" sz="1800" dirty="0">
                <a:latin typeface="Comic Sans MS" panose="030F0702030302020204" pitchFamily="66" charset="0"/>
              </a:rPr>
              <a:t>All work items, prioritized</a:t>
            </a:r>
          </a:p>
          <a:p>
            <a:pPr>
              <a:lnSpc>
                <a:spcPct val="200000"/>
              </a:lnSpc>
            </a:pPr>
            <a:r>
              <a:rPr lang="en-US" sz="2000" b="1" dirty="0">
                <a:latin typeface="Comic Sans MS" panose="030F0702030302020204" pitchFamily="66" charset="0"/>
              </a:rPr>
              <a:t>Sprint Backlog</a:t>
            </a:r>
          </a:p>
          <a:p>
            <a:pPr lvl="1">
              <a:lnSpc>
                <a:spcPct val="200000"/>
              </a:lnSpc>
            </a:pPr>
            <a:r>
              <a:rPr lang="en-US" sz="1800" dirty="0">
                <a:latin typeface="Comic Sans MS" panose="030F0702030302020204" pitchFamily="66" charset="0"/>
              </a:rPr>
              <a:t>Items selected for the sprint</a:t>
            </a:r>
          </a:p>
          <a:p>
            <a:pPr>
              <a:lnSpc>
                <a:spcPct val="200000"/>
              </a:lnSpc>
            </a:pPr>
            <a:r>
              <a:rPr lang="en-US" sz="2000" b="1" dirty="0">
                <a:latin typeface="Comic Sans MS" panose="030F0702030302020204" pitchFamily="66" charset="0"/>
              </a:rPr>
              <a:t>Increment</a:t>
            </a:r>
          </a:p>
          <a:p>
            <a:pPr lvl="1">
              <a:lnSpc>
                <a:spcPct val="200000"/>
              </a:lnSpc>
            </a:pPr>
            <a:r>
              <a:rPr lang="en-US" sz="1800" dirty="0">
                <a:latin typeface="Comic Sans MS" panose="030F0702030302020204" pitchFamily="66" charset="0"/>
              </a:rPr>
              <a:t>The working product delivered at the end</a:t>
            </a:r>
          </a:p>
        </p:txBody>
      </p:sp>
    </p:spTree>
    <p:extLst>
      <p:ext uri="{BB962C8B-B14F-4D97-AF65-F5344CB8AC3E}">
        <p14:creationId xmlns:p14="http://schemas.microsoft.com/office/powerpoint/2010/main" val="1047830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E32D6-7C60-D62E-F4A2-72557A437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56134-E9ED-C3F1-701C-BA02DE525FE7}"/>
              </a:ext>
            </a:extLst>
          </p:cNvPr>
          <p:cNvSpPr>
            <a:spLocks noGrp="1"/>
          </p:cNvSpPr>
          <p:nvPr>
            <p:ph type="title"/>
          </p:nvPr>
        </p:nvSpPr>
        <p:spPr/>
        <p:txBody>
          <a:bodyPr/>
          <a:lstStyle/>
          <a:p>
            <a:r>
              <a:rPr lang="en-IN" dirty="0"/>
              <a:t>Sprint Cycle</a:t>
            </a:r>
          </a:p>
        </p:txBody>
      </p:sp>
      <p:sp>
        <p:nvSpPr>
          <p:cNvPr id="4" name="Footer Placeholder 3">
            <a:extLst>
              <a:ext uri="{FF2B5EF4-FFF2-40B4-BE49-F238E27FC236}">
                <a16:creationId xmlns:a16="http://schemas.microsoft.com/office/drawing/2014/main" id="{8461FF72-1CCC-C6EA-0031-2ABBE7BCDA8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CCDA6191-9007-6F4D-2937-FAD50E20AF49}"/>
              </a:ext>
            </a:extLst>
          </p:cNvPr>
          <p:cNvSpPr>
            <a:spLocks noGrp="1"/>
          </p:cNvSpPr>
          <p:nvPr>
            <p:ph type="sldNum" sz="quarter" idx="12"/>
          </p:nvPr>
        </p:nvSpPr>
        <p:spPr/>
        <p:txBody>
          <a:bodyPr/>
          <a:lstStyle/>
          <a:p>
            <a:fld id="{38826FC0-333C-E549-9FA3-0EE43DF298A3}" type="slidenum">
              <a:rPr lang="en-US" smtClean="0"/>
              <a:pPr/>
              <a:t>12</a:t>
            </a:fld>
            <a:endParaRPr lang="en-US" dirty="0"/>
          </a:p>
        </p:txBody>
      </p:sp>
      <p:pic>
        <p:nvPicPr>
          <p:cNvPr id="3" name="Content Placeholder 4">
            <a:extLst>
              <a:ext uri="{FF2B5EF4-FFF2-40B4-BE49-F238E27FC236}">
                <a16:creationId xmlns:a16="http://schemas.microsoft.com/office/drawing/2014/main" id="{F4675AA6-E655-2054-B147-1689FBFD9AB2}"/>
              </a:ext>
            </a:extLst>
          </p:cNvPr>
          <p:cNvPicPr>
            <a:picLocks noGrp="1" noChangeAspect="1"/>
          </p:cNvPicPr>
          <p:nvPr>
            <p:ph idx="1"/>
          </p:nvPr>
        </p:nvPicPr>
        <p:blipFill>
          <a:blip r:embed="rId2"/>
          <a:stretch>
            <a:fillRect/>
          </a:stretch>
        </p:blipFill>
        <p:spPr>
          <a:xfrm>
            <a:off x="2756105" y="1253331"/>
            <a:ext cx="6048418" cy="4351338"/>
          </a:xfrm>
        </p:spPr>
      </p:pic>
    </p:spTree>
    <p:extLst>
      <p:ext uri="{BB962C8B-B14F-4D97-AF65-F5344CB8AC3E}">
        <p14:creationId xmlns:p14="http://schemas.microsoft.com/office/powerpoint/2010/main" val="2534530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781CF-565D-17D1-F29B-47E74765D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81800-8A18-D7D6-BC38-13E9078C2CF0}"/>
              </a:ext>
            </a:extLst>
          </p:cNvPr>
          <p:cNvSpPr>
            <a:spLocks noGrp="1"/>
          </p:cNvSpPr>
          <p:nvPr>
            <p:ph type="title"/>
          </p:nvPr>
        </p:nvSpPr>
        <p:spPr/>
        <p:txBody>
          <a:bodyPr/>
          <a:lstStyle/>
          <a:p>
            <a:r>
              <a:rPr lang="en-IN" dirty="0" err="1"/>
              <a:t>DoR</a:t>
            </a:r>
            <a:r>
              <a:rPr lang="en-IN" dirty="0"/>
              <a:t> and DoD</a:t>
            </a:r>
          </a:p>
        </p:txBody>
      </p:sp>
      <p:sp>
        <p:nvSpPr>
          <p:cNvPr id="4" name="Footer Placeholder 3">
            <a:extLst>
              <a:ext uri="{FF2B5EF4-FFF2-40B4-BE49-F238E27FC236}">
                <a16:creationId xmlns:a16="http://schemas.microsoft.com/office/drawing/2014/main" id="{6060D872-D179-7BFD-C2AA-DF9A8D0C6D4D}"/>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8AD3AD69-0260-C5BF-5090-429C8F58FA01}"/>
              </a:ext>
            </a:extLst>
          </p:cNvPr>
          <p:cNvSpPr>
            <a:spLocks noGrp="1"/>
          </p:cNvSpPr>
          <p:nvPr>
            <p:ph type="sldNum" sz="quarter" idx="12"/>
          </p:nvPr>
        </p:nvSpPr>
        <p:spPr/>
        <p:txBody>
          <a:bodyPr/>
          <a:lstStyle/>
          <a:p>
            <a:fld id="{38826FC0-333C-E549-9FA3-0EE43DF298A3}" type="slidenum">
              <a:rPr lang="en-US" smtClean="0"/>
              <a:pPr/>
              <a:t>13</a:t>
            </a:fld>
            <a:endParaRPr lang="en-US" dirty="0"/>
          </a:p>
        </p:txBody>
      </p:sp>
      <p:sp>
        <p:nvSpPr>
          <p:cNvPr id="9" name="Rectangle 4">
            <a:extLst>
              <a:ext uri="{FF2B5EF4-FFF2-40B4-BE49-F238E27FC236}">
                <a16:creationId xmlns:a16="http://schemas.microsoft.com/office/drawing/2014/main" id="{258AC9BA-3B49-5EC4-DF70-C8CED1016293}"/>
              </a:ext>
            </a:extLst>
          </p:cNvPr>
          <p:cNvSpPr>
            <a:spLocks noGrp="1" noChangeArrowheads="1"/>
          </p:cNvSpPr>
          <p:nvPr>
            <p:ph idx="1"/>
          </p:nvPr>
        </p:nvSpPr>
        <p:spPr bwMode="auto">
          <a:xfrm>
            <a:off x="751840" y="1349120"/>
            <a:ext cx="5191760" cy="2109104"/>
          </a:xfrm>
          <a:prstGeom prst="rect">
            <a:avLst/>
          </a:prstGeom>
          <a:solidFill>
            <a:schemeClr val="accent2">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indent="0">
              <a:lnSpc>
                <a:spcPct val="200000"/>
              </a:lnSpc>
              <a:buNone/>
            </a:pPr>
            <a:r>
              <a:rPr lang="en-US" sz="1700" dirty="0">
                <a:latin typeface="Comic Sans MS" panose="030F0702030302020204" pitchFamily="66" charset="0"/>
              </a:rPr>
              <a:t>The Definition of Ready (</a:t>
            </a:r>
            <a:r>
              <a:rPr lang="en-US" sz="1700" dirty="0" err="1">
                <a:latin typeface="Comic Sans MS" panose="030F0702030302020204" pitchFamily="66" charset="0"/>
              </a:rPr>
              <a:t>DoR</a:t>
            </a:r>
            <a:r>
              <a:rPr lang="en-US" sz="1700" dirty="0">
                <a:latin typeface="Comic Sans MS" panose="030F0702030302020204" pitchFamily="66" charset="0"/>
              </a:rPr>
              <a:t>) is a list of criteria that must be met in order for a product backlog item (PBI) to be considered "ready" for development.</a:t>
            </a:r>
          </a:p>
        </p:txBody>
      </p:sp>
      <p:sp>
        <p:nvSpPr>
          <p:cNvPr id="6" name="TextBox 5">
            <a:extLst>
              <a:ext uri="{FF2B5EF4-FFF2-40B4-BE49-F238E27FC236}">
                <a16:creationId xmlns:a16="http://schemas.microsoft.com/office/drawing/2014/main" id="{72844837-D35A-1D48-7976-E911CC95B93C}"/>
              </a:ext>
            </a:extLst>
          </p:cNvPr>
          <p:cNvSpPr txBox="1"/>
          <p:nvPr/>
        </p:nvSpPr>
        <p:spPr>
          <a:xfrm>
            <a:off x="751839" y="3982145"/>
            <a:ext cx="5191759" cy="1585883"/>
          </a:xfrm>
          <a:prstGeom prst="rect">
            <a:avLst/>
          </a:prstGeom>
          <a:solidFill>
            <a:srgbClr val="F6F6F5"/>
          </a:solidFill>
          <a:ln>
            <a:noFill/>
          </a:ln>
          <a:effectLst/>
        </p:spPr>
        <p:txBody>
          <a:bodyPr vert="horz" wrap="square" lIns="91440" tIns="45720" rIns="91440" bIns="45720" numCol="1" rtlCol="0" anchor="ctr" anchorCtr="0" compatLnSpc="1">
            <a:prstTxWarp prst="textNoShape">
              <a:avLst/>
            </a:prstTxWarp>
            <a:spAutoFit/>
          </a:bodyPr>
          <a:lstStyle>
            <a:lvl1pPr indent="0">
              <a:lnSpc>
                <a:spcPct val="200000"/>
              </a:lnSpc>
              <a:spcBef>
                <a:spcPts val="600"/>
              </a:spcBef>
              <a:spcAft>
                <a:spcPts val="0"/>
              </a:spcAft>
              <a:buClr>
                <a:schemeClr val="tx1"/>
              </a:buClr>
              <a:buFont typeface="Arial" panose="020B0604020202020204" pitchFamily="34" charset="0"/>
              <a:buNone/>
              <a:tabLst/>
              <a:defRPr sz="1700" b="0">
                <a:latin typeface="Comic Sans MS" panose="030F0702030302020204" pitchFamily="66" charset="0"/>
              </a:defRPr>
            </a:lvl1pPr>
            <a:lvl2pPr marL="393192" indent="-187325">
              <a:lnSpc>
                <a:spcPct val="110000"/>
              </a:lnSpc>
              <a:spcBef>
                <a:spcPts val="600"/>
              </a:spcBef>
              <a:spcAft>
                <a:spcPts val="0"/>
              </a:spcAft>
              <a:buClr>
                <a:schemeClr val="tx1"/>
              </a:buClr>
              <a:buFont typeface="Arial" panose="020B0604020202020204" pitchFamily="34" charset="0"/>
              <a:buChar char="⁃"/>
              <a:tabLst/>
              <a:defRPr sz="1400" b="0" baseline="0"/>
            </a:lvl2pPr>
            <a:lvl3pPr marL="594360" indent="-182880">
              <a:lnSpc>
                <a:spcPct val="110000"/>
              </a:lnSpc>
              <a:spcBef>
                <a:spcPts val="600"/>
              </a:spcBef>
              <a:spcAft>
                <a:spcPts val="0"/>
              </a:spcAft>
              <a:buClr>
                <a:schemeClr val="tx1"/>
              </a:buClr>
              <a:buFont typeface="Arial" panose="020B0604020202020204" pitchFamily="34" charset="0"/>
              <a:buChar char="•"/>
              <a:tabLst/>
              <a:defRPr sz="1200" b="0"/>
            </a:lvl3pPr>
            <a:lvl4pPr marL="594360" indent="-182880">
              <a:lnSpc>
                <a:spcPct val="110000"/>
              </a:lnSpc>
              <a:spcBef>
                <a:spcPts val="600"/>
              </a:spcBef>
              <a:spcAft>
                <a:spcPts val="0"/>
              </a:spcAft>
              <a:buClr>
                <a:schemeClr val="tx1"/>
              </a:buClr>
              <a:buFont typeface="Arial" panose="020B0604020202020204" pitchFamily="34" charset="0"/>
              <a:buChar char="•"/>
              <a:tabLst/>
              <a:defRPr sz="1200" b="0"/>
            </a:lvl4pPr>
            <a:lvl5pPr marL="594360" indent="-182880">
              <a:lnSpc>
                <a:spcPct val="110000"/>
              </a:lnSpc>
              <a:spcBef>
                <a:spcPts val="600"/>
              </a:spcBef>
              <a:spcAft>
                <a:spcPts val="0"/>
              </a:spcAft>
              <a:buClr>
                <a:schemeClr val="tx1"/>
              </a:buClr>
              <a:buFont typeface="Arial" panose="020B0604020202020204" pitchFamily="34" charset="0"/>
              <a:buChar char="•"/>
              <a:tabLst/>
              <a:defRPr sz="1200" b="0"/>
            </a:lvl5pPr>
            <a:lvl6pPr marL="594360" indent="-182880">
              <a:lnSpc>
                <a:spcPct val="110000"/>
              </a:lnSpc>
              <a:spcBef>
                <a:spcPts val="600"/>
              </a:spcBef>
              <a:buFont typeface="Arial" panose="020B0604020202020204" pitchFamily="34" charset="0"/>
              <a:buChar char="•"/>
              <a:defRPr sz="1200"/>
            </a:lvl6pPr>
            <a:lvl7pPr marL="594360" indent="-182880">
              <a:lnSpc>
                <a:spcPct val="110000"/>
              </a:lnSpc>
              <a:spcBef>
                <a:spcPts val="600"/>
              </a:spcBef>
              <a:buFont typeface="Arial" panose="020B0604020202020204" pitchFamily="34" charset="0"/>
              <a:buChar char="•"/>
              <a:defRPr sz="1200"/>
            </a:lvl7pPr>
            <a:lvl8pPr marL="594360" indent="-182880">
              <a:lnSpc>
                <a:spcPct val="110000"/>
              </a:lnSpc>
              <a:spcBef>
                <a:spcPts val="600"/>
              </a:spcBef>
              <a:buFont typeface="Arial" panose="020B0604020202020204" pitchFamily="34" charset="0"/>
              <a:buChar char="•"/>
              <a:defRPr sz="1200"/>
            </a:lvl8pPr>
            <a:lvl9pPr marL="594360" indent="-182880">
              <a:lnSpc>
                <a:spcPct val="110000"/>
              </a:lnSpc>
              <a:spcBef>
                <a:spcPts val="600"/>
              </a:spcBef>
              <a:buFont typeface="Arial" panose="020B0604020202020204" pitchFamily="34" charset="0"/>
              <a:buChar char="•"/>
              <a:defRPr sz="1200"/>
            </a:lvl9pPr>
          </a:lstStyle>
          <a:p>
            <a:r>
              <a:rPr lang="en-US" dirty="0"/>
              <a:t>The DoD is a list of criteria that must be met in order for a product backlog item (PBI) to be considered "done."</a:t>
            </a:r>
            <a:endParaRPr lang="en-IN" dirty="0"/>
          </a:p>
        </p:txBody>
      </p:sp>
      <p:sp>
        <p:nvSpPr>
          <p:cNvPr id="8" name="TextBox 7">
            <a:extLst>
              <a:ext uri="{FF2B5EF4-FFF2-40B4-BE49-F238E27FC236}">
                <a16:creationId xmlns:a16="http://schemas.microsoft.com/office/drawing/2014/main" id="{1D4D6D48-0F2D-6DED-7DB5-F260FB761639}"/>
              </a:ext>
            </a:extLst>
          </p:cNvPr>
          <p:cNvSpPr txBox="1"/>
          <p:nvPr/>
        </p:nvSpPr>
        <p:spPr>
          <a:xfrm>
            <a:off x="6248402" y="1349120"/>
            <a:ext cx="3962398" cy="2011000"/>
          </a:xfrm>
          <a:prstGeom prst="rect">
            <a:avLst/>
          </a:prstGeom>
          <a:solidFill>
            <a:schemeClr val="accent2">
              <a:lumMod val="20000"/>
              <a:lumOff val="80000"/>
            </a:schemeClr>
          </a:solidFill>
        </p:spPr>
        <p:txBody>
          <a:bodyPr wrap="square">
            <a:spAutoFit/>
          </a:bodyPr>
          <a:lstStyle/>
          <a:p>
            <a:pPr>
              <a:lnSpc>
                <a:spcPct val="150000"/>
              </a:lnSpc>
              <a:buNone/>
            </a:pPr>
            <a:r>
              <a:rPr lang="en-US" sz="1700" dirty="0">
                <a:latin typeface="Comic Sans MS" panose="030F0702030302020204" pitchFamily="66" charset="0"/>
              </a:rPr>
              <a:t>A story is ready when:</a:t>
            </a:r>
          </a:p>
          <a:p>
            <a:pPr marL="285750" indent="-285750">
              <a:lnSpc>
                <a:spcPct val="150000"/>
              </a:lnSpc>
              <a:buFont typeface="Arial" panose="020B0604020202020204" pitchFamily="34" charset="0"/>
              <a:buChar char="•"/>
            </a:pPr>
            <a:r>
              <a:rPr lang="en-US" sz="1700" dirty="0">
                <a:latin typeface="Comic Sans MS" panose="030F0702030302020204" pitchFamily="66" charset="0"/>
              </a:rPr>
              <a:t>Clear description</a:t>
            </a:r>
          </a:p>
          <a:p>
            <a:pPr marL="285750" indent="-285750">
              <a:lnSpc>
                <a:spcPct val="150000"/>
              </a:lnSpc>
              <a:buFont typeface="Arial" panose="020B0604020202020204" pitchFamily="34" charset="0"/>
              <a:buChar char="•"/>
            </a:pPr>
            <a:r>
              <a:rPr lang="en-US" sz="1700" dirty="0">
                <a:latin typeface="Comic Sans MS" panose="030F0702030302020204" pitchFamily="66" charset="0"/>
              </a:rPr>
              <a:t>Acceptance criteria defined</a:t>
            </a:r>
          </a:p>
          <a:p>
            <a:pPr marL="285750" indent="-285750">
              <a:lnSpc>
                <a:spcPct val="150000"/>
              </a:lnSpc>
              <a:buFont typeface="Arial" panose="020B0604020202020204" pitchFamily="34" charset="0"/>
              <a:buChar char="•"/>
            </a:pPr>
            <a:r>
              <a:rPr lang="en-US" sz="1700" dirty="0">
                <a:latin typeface="Comic Sans MS" panose="030F0702030302020204" pitchFamily="66" charset="0"/>
              </a:rPr>
              <a:t>Dependencies identified</a:t>
            </a:r>
          </a:p>
          <a:p>
            <a:pPr marL="285750" indent="-285750">
              <a:lnSpc>
                <a:spcPct val="150000"/>
              </a:lnSpc>
              <a:buFont typeface="Arial" panose="020B0604020202020204" pitchFamily="34" charset="0"/>
              <a:buChar char="•"/>
            </a:pPr>
            <a:r>
              <a:rPr lang="en-US" sz="1700" dirty="0">
                <a:latin typeface="Comic Sans MS" panose="030F0702030302020204" pitchFamily="66" charset="0"/>
              </a:rPr>
              <a:t>Testable</a:t>
            </a:r>
          </a:p>
        </p:txBody>
      </p:sp>
      <p:sp>
        <p:nvSpPr>
          <p:cNvPr id="11" name="TextBox 10">
            <a:extLst>
              <a:ext uri="{FF2B5EF4-FFF2-40B4-BE49-F238E27FC236}">
                <a16:creationId xmlns:a16="http://schemas.microsoft.com/office/drawing/2014/main" id="{9B59F910-61B0-9074-3548-55183633A190}"/>
              </a:ext>
            </a:extLst>
          </p:cNvPr>
          <p:cNvSpPr txBox="1"/>
          <p:nvPr/>
        </p:nvSpPr>
        <p:spPr>
          <a:xfrm>
            <a:off x="6248402" y="3735363"/>
            <a:ext cx="4033518" cy="2403415"/>
          </a:xfrm>
          <a:prstGeom prst="rect">
            <a:avLst/>
          </a:prstGeom>
          <a:solidFill>
            <a:srgbClr val="F6F6F5"/>
          </a:solidFill>
        </p:spPr>
        <p:txBody>
          <a:bodyPr wrap="square">
            <a:spAutoFit/>
          </a:bodyPr>
          <a:lstStyle>
            <a:defPPr>
              <a:defRPr lang="en-US"/>
            </a:defPPr>
            <a:lvl1pPr>
              <a:lnSpc>
                <a:spcPct val="150000"/>
              </a:lnSpc>
              <a:buNone/>
              <a:defRPr sz="1700">
                <a:latin typeface="Comic Sans MS" panose="030F0702030302020204" pitchFamily="66" charset="0"/>
              </a:defRPr>
            </a:lvl1pPr>
          </a:lstStyle>
          <a:p>
            <a:r>
              <a:rPr lang="en-US" dirty="0"/>
              <a:t>A story is done when:</a:t>
            </a:r>
          </a:p>
          <a:p>
            <a:pPr marL="285750" indent="-285750">
              <a:buFont typeface="Arial" panose="020B0604020202020204" pitchFamily="34" charset="0"/>
              <a:buChar char="•"/>
            </a:pPr>
            <a:r>
              <a:rPr lang="en-US" dirty="0"/>
              <a:t>Code complete</a:t>
            </a:r>
          </a:p>
          <a:p>
            <a:pPr marL="285750" indent="-285750">
              <a:buFont typeface="Arial" panose="020B0604020202020204" pitchFamily="34" charset="0"/>
              <a:buChar char="•"/>
            </a:pPr>
            <a:r>
              <a:rPr lang="en-US" dirty="0"/>
              <a:t>Tested (unit + functional)</a:t>
            </a:r>
          </a:p>
          <a:p>
            <a:pPr marL="285750" indent="-285750">
              <a:buFont typeface="Arial" panose="020B0604020202020204" pitchFamily="34" charset="0"/>
              <a:buChar char="•"/>
            </a:pPr>
            <a:r>
              <a:rPr lang="en-US" dirty="0"/>
              <a:t>Reviewed</a:t>
            </a:r>
          </a:p>
          <a:p>
            <a:pPr marL="285750" indent="-285750">
              <a:buFont typeface="Arial" panose="020B0604020202020204" pitchFamily="34" charset="0"/>
              <a:buChar char="•"/>
            </a:pPr>
            <a:r>
              <a:rPr lang="en-US" dirty="0"/>
              <a:t>Integrated</a:t>
            </a:r>
          </a:p>
          <a:p>
            <a:pPr marL="285750" indent="-285750">
              <a:buFont typeface="Arial" panose="020B0604020202020204" pitchFamily="34" charset="0"/>
              <a:buChar char="•"/>
            </a:pPr>
            <a:r>
              <a:rPr lang="en-US" dirty="0"/>
              <a:t>Meets acceptance criteria</a:t>
            </a:r>
          </a:p>
        </p:txBody>
      </p:sp>
    </p:spTree>
    <p:extLst>
      <p:ext uri="{BB962C8B-B14F-4D97-AF65-F5344CB8AC3E}">
        <p14:creationId xmlns:p14="http://schemas.microsoft.com/office/powerpoint/2010/main" val="2050201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B8BA6-E3D5-85EA-8992-E706B479E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6CAE0-D5D5-144E-A74C-14EE8E7E00DE}"/>
              </a:ext>
            </a:extLst>
          </p:cNvPr>
          <p:cNvSpPr>
            <a:spLocks noGrp="1"/>
          </p:cNvSpPr>
          <p:nvPr>
            <p:ph type="title"/>
          </p:nvPr>
        </p:nvSpPr>
        <p:spPr/>
        <p:txBody>
          <a:bodyPr/>
          <a:lstStyle/>
          <a:p>
            <a:r>
              <a:rPr lang="en-IN" dirty="0"/>
              <a:t>Typical QA approach for Agile projects</a:t>
            </a:r>
          </a:p>
        </p:txBody>
      </p:sp>
      <p:sp>
        <p:nvSpPr>
          <p:cNvPr id="4" name="Footer Placeholder 3">
            <a:extLst>
              <a:ext uri="{FF2B5EF4-FFF2-40B4-BE49-F238E27FC236}">
                <a16:creationId xmlns:a16="http://schemas.microsoft.com/office/drawing/2014/main" id="{38E645F3-E4A6-F170-E7CA-74AA5521128D}"/>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FEF0B68-9C11-7842-62B4-470E01C679ED}"/>
              </a:ext>
            </a:extLst>
          </p:cNvPr>
          <p:cNvSpPr>
            <a:spLocks noGrp="1"/>
          </p:cNvSpPr>
          <p:nvPr>
            <p:ph type="sldNum" sz="quarter" idx="12"/>
          </p:nvPr>
        </p:nvSpPr>
        <p:spPr/>
        <p:txBody>
          <a:bodyPr/>
          <a:lstStyle/>
          <a:p>
            <a:fld id="{38826FC0-333C-E549-9FA3-0EE43DF298A3}" type="slidenum">
              <a:rPr lang="en-US" smtClean="0"/>
              <a:pPr/>
              <a:t>14</a:t>
            </a:fld>
            <a:endParaRPr lang="en-US" dirty="0"/>
          </a:p>
        </p:txBody>
      </p:sp>
      <p:pic>
        <p:nvPicPr>
          <p:cNvPr id="7" name="Picture 6" descr="A screenshot of a software development process&#10;&#10;AI-generated content may be incorrect.">
            <a:extLst>
              <a:ext uri="{FF2B5EF4-FFF2-40B4-BE49-F238E27FC236}">
                <a16:creationId xmlns:a16="http://schemas.microsoft.com/office/drawing/2014/main" id="{4DD0AD82-36AC-5C2F-8CDC-341005A82A51}"/>
              </a:ext>
            </a:extLst>
          </p:cNvPr>
          <p:cNvPicPr>
            <a:picLocks noChangeAspect="1"/>
          </p:cNvPicPr>
          <p:nvPr/>
        </p:nvPicPr>
        <p:blipFill>
          <a:blip r:embed="rId2"/>
          <a:stretch>
            <a:fillRect/>
          </a:stretch>
        </p:blipFill>
        <p:spPr>
          <a:xfrm>
            <a:off x="685799" y="1240972"/>
            <a:ext cx="9993087" cy="4898572"/>
          </a:xfrm>
          <a:prstGeom prst="rect">
            <a:avLst/>
          </a:prstGeom>
        </p:spPr>
      </p:pic>
    </p:spTree>
    <p:extLst>
      <p:ext uri="{BB962C8B-B14F-4D97-AF65-F5344CB8AC3E}">
        <p14:creationId xmlns:p14="http://schemas.microsoft.com/office/powerpoint/2010/main" val="2592826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3.xml><?xml version="1.0" encoding="utf-8"?>
<ds:datastoreItem xmlns:ds="http://schemas.openxmlformats.org/officeDocument/2006/customXml" ds:itemID="{4A4B404F-09F1-40CA-84E2-FD9F4E5EB219}">
  <ds:schemaRefs>
    <ds:schemaRef ds:uri="http://schemas.microsoft.com/office/2006/metadata/properties"/>
    <ds:schemaRef ds:uri="http://schemas.microsoft.com/office/infopath/2007/PartnerControls"/>
    <ds:schemaRef ds:uri="2f5cf1d1-81f3-4f99-b146-10f5cb39d018"/>
    <ds:schemaRef ds:uri="3c35e321-f73a-4dae-ae38-a0459de24735"/>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13222</TotalTime>
  <Words>884</Words>
  <Application>Microsoft Office PowerPoint</Application>
  <PresentationFormat>Widescreen</PresentationFormat>
  <Paragraphs>174</Paragraphs>
  <Slides>14</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Comic Sans MS</vt:lpstr>
      <vt:lpstr>Cognizant_2024</vt:lpstr>
      <vt:lpstr>Agile Testing</vt:lpstr>
      <vt:lpstr>Introduction to Agile</vt:lpstr>
      <vt:lpstr>Introduction to Agile</vt:lpstr>
      <vt:lpstr>Benefits of Agile in Modern Projects</vt:lpstr>
      <vt:lpstr>Agile vs Waterfall</vt:lpstr>
      <vt:lpstr>Agile principles</vt:lpstr>
      <vt:lpstr>What is Scrum?</vt:lpstr>
      <vt:lpstr>What is Scrum?</vt:lpstr>
      <vt:lpstr>Scrum Roles</vt:lpstr>
      <vt:lpstr>Scrum Events (Ceremonies)</vt:lpstr>
      <vt:lpstr>Scrum Artifacts</vt:lpstr>
      <vt:lpstr>Sprint Cycle</vt:lpstr>
      <vt:lpstr>DoR and DoD</vt:lpstr>
      <vt:lpstr>Typical QA approach for Agile projects</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Mohan, Poornima Swarna (Cognizant)</cp:lastModifiedBy>
  <cp:revision>10</cp:revision>
  <dcterms:created xsi:type="dcterms:W3CDTF">2025-09-17T08:32:50Z</dcterms:created>
  <dcterms:modified xsi:type="dcterms:W3CDTF">2025-12-10T13:50:21Z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