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4"/>
  </p:sldMasterIdLst>
  <p:notesMasterIdLst>
    <p:notesMasterId r:id="rId15"/>
  </p:notesMasterIdLst>
  <p:handoutMasterIdLst>
    <p:handoutMasterId r:id="rId16"/>
  </p:handoutMasterIdLst>
  <p:sldIdLst>
    <p:sldId id="2147479184" r:id="rId5"/>
    <p:sldId id="2147479276" r:id="rId6"/>
    <p:sldId id="2147479277" r:id="rId7"/>
    <p:sldId id="2147479278" r:id="rId8"/>
    <p:sldId id="2147479279" r:id="rId9"/>
    <p:sldId id="2147479280" r:id="rId10"/>
    <p:sldId id="2147479281" r:id="rId11"/>
    <p:sldId id="2147479282" r:id="rId12"/>
    <p:sldId id="2147479283" r:id="rId13"/>
    <p:sldId id="2147479284"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CF2"/>
    <a:srgbClr val="CAE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6339" autoAdjust="0"/>
  </p:normalViewPr>
  <p:slideViewPr>
    <p:cSldViewPr snapToGrid="0">
      <p:cViewPr varScale="1">
        <p:scale>
          <a:sx n="63" d="100"/>
          <a:sy n="63" d="100"/>
        </p:scale>
        <p:origin x="804" y="56"/>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6440" y="228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kar, Gadde (Cognizant)" userId="S::2457378@cognizant.com::a6a98d1a-be6b-4049-b2f0-49495f095499" providerId="AD" clId="Web-{FBD23FED-798D-054B-F2D7-3ABCBB511144}"/>
    <pc:docChg chg="modSld">
      <pc:chgData name="Madhukar, Gadde (Cognizant)" userId="S::2457378@cognizant.com::a6a98d1a-be6b-4049-b2f0-49495f095499" providerId="AD" clId="Web-{FBD23FED-798D-054B-F2D7-3ABCBB511144}" dt="2025-11-21T12:30:54.286" v="3"/>
      <pc:docMkLst>
        <pc:docMk/>
      </pc:docMkLst>
      <pc:sldChg chg="modSp">
        <pc:chgData name="Madhukar, Gadde (Cognizant)" userId="S::2457378@cognizant.com::a6a98d1a-be6b-4049-b2f0-49495f095499" providerId="AD" clId="Web-{FBD23FED-798D-054B-F2D7-3ABCBB511144}" dt="2025-11-21T12:30:54.286" v="3"/>
        <pc:sldMkLst>
          <pc:docMk/>
          <pc:sldMk cId="2299939808" sldId="2147479228"/>
        </pc:sldMkLst>
      </pc:sldChg>
    </pc:docChg>
  </pc:docChgLst>
  <pc:docChgLst>
    <pc:chgData name="Kumar, Uyyala Ashwan (Cognizant)" userId="40129f82-5108-4379-8be0-f163bd02311b" providerId="ADAL" clId="{AB2AE533-1515-4F87-896D-2AC1F04100B1}"/>
    <pc:docChg chg="delSld modSld">
      <pc:chgData name="Kumar, Uyyala Ashwan (Cognizant)" userId="40129f82-5108-4379-8be0-f163bd02311b" providerId="ADAL" clId="{AB2AE533-1515-4F87-896D-2AC1F04100B1}" dt="2025-11-21T05:16:06.699" v="39" actId="20577"/>
      <pc:docMkLst>
        <pc:docMk/>
      </pc:docMkLst>
      <pc:sldChg chg="modSp mod">
        <pc:chgData name="Kumar, Uyyala Ashwan (Cognizant)" userId="40129f82-5108-4379-8be0-f163bd02311b" providerId="ADAL" clId="{AB2AE533-1515-4F87-896D-2AC1F04100B1}" dt="2025-11-21T05:16:06.699" v="39" actId="20577"/>
        <pc:sldMkLst>
          <pc:docMk/>
          <pc:sldMk cId="2752092111" sldId="2147479230"/>
        </pc:sldMkLst>
      </pc:sldChg>
      <pc:sldChg chg="modSp mod">
        <pc:chgData name="Kumar, Uyyala Ashwan (Cognizant)" userId="40129f82-5108-4379-8be0-f163bd02311b" providerId="ADAL" clId="{AB2AE533-1515-4F87-896D-2AC1F04100B1}" dt="2025-11-21T04:07:46.503" v="0" actId="20577"/>
        <pc:sldMkLst>
          <pc:docMk/>
          <pc:sldMk cId="3193240802" sldId="2147479233"/>
        </pc:sldMkLst>
      </pc:sldChg>
      <pc:sldChg chg="del">
        <pc:chgData name="Kumar, Uyyala Ashwan (Cognizant)" userId="40129f82-5108-4379-8be0-f163bd02311b" providerId="ADAL" clId="{AB2AE533-1515-4F87-896D-2AC1F04100B1}" dt="2025-11-21T04:13:20.967" v="1" actId="2696"/>
        <pc:sldMkLst>
          <pc:docMk/>
          <pc:sldMk cId="3077511450" sldId="2147479235"/>
        </pc:sldMkLst>
      </pc:sldChg>
    </pc:docChg>
  </pc:docChgLst>
  <pc:docChgLst>
    <pc:chgData name="Mohan, Poornima Swarna (Cognizant)" userId="36824357-ffbd-40a5-b000-b82d0f7dca89" providerId="ADAL" clId="{BB20CA10-5FC3-4CCD-8518-89B0931CAB48}"/>
    <pc:docChg chg="undo redo custSel addSld delSld modSld sldOrd">
      <pc:chgData name="Mohan, Poornima Swarna (Cognizant)" userId="36824357-ffbd-40a5-b000-b82d0f7dca89" providerId="ADAL" clId="{BB20CA10-5FC3-4CCD-8518-89B0931CAB48}" dt="2025-12-12T05:51:57.326" v="3323" actId="47"/>
      <pc:docMkLst>
        <pc:docMk/>
      </pc:docMkLst>
      <pc:sldChg chg="addSp delSp modSp add del mod modClrScheme chgLayout">
        <pc:chgData name="Mohan, Poornima Swarna (Cognizant)" userId="36824357-ffbd-40a5-b000-b82d0f7dca89" providerId="ADAL" clId="{BB20CA10-5FC3-4CCD-8518-89B0931CAB48}" dt="2025-12-12T05:51:31.480" v="3322" actId="14100"/>
        <pc:sldMkLst>
          <pc:docMk/>
          <pc:sldMk cId="2713534842" sldId="2147479184"/>
        </pc:sldMkLst>
        <pc:spChg chg="mod ord">
          <ac:chgData name="Mohan, Poornima Swarna (Cognizant)" userId="36824357-ffbd-40a5-b000-b82d0f7dca89" providerId="ADAL" clId="{BB20CA10-5FC3-4CCD-8518-89B0931CAB48}" dt="2025-12-03T13:50:53.538" v="245" actId="700"/>
          <ac:spMkLst>
            <pc:docMk/>
            <pc:sldMk cId="2713534842" sldId="2147479184"/>
            <ac:spMk id="2" creationId="{B50EFE23-3685-4631-7E52-9B16716BE8D2}"/>
          </ac:spMkLst>
        </pc:spChg>
        <pc:spChg chg="mod ord">
          <ac:chgData name="Mohan, Poornima Swarna (Cognizant)" userId="36824357-ffbd-40a5-b000-b82d0f7dca89" providerId="ADAL" clId="{BB20CA10-5FC3-4CCD-8518-89B0931CAB48}" dt="2025-12-03T13:50:53.538" v="245" actId="700"/>
          <ac:spMkLst>
            <pc:docMk/>
            <pc:sldMk cId="2713534842" sldId="2147479184"/>
            <ac:spMk id="3" creationId="{3DB8F2B5-5F1B-4FC5-A9C3-7494EA97D64D}"/>
          </ac:spMkLst>
        </pc:spChg>
        <pc:spChg chg="mod ord">
          <ac:chgData name="Mohan, Poornima Swarna (Cognizant)" userId="36824357-ffbd-40a5-b000-b82d0f7dca89" providerId="ADAL" clId="{BB20CA10-5FC3-4CCD-8518-89B0931CAB48}" dt="2025-12-12T05:51:31.480" v="3322" actId="14100"/>
          <ac:spMkLst>
            <pc:docMk/>
            <pc:sldMk cId="2713534842" sldId="2147479184"/>
            <ac:spMk id="5" creationId="{09D9EB17-9965-3523-3F99-EF5E53642703}"/>
          </ac:spMkLst>
        </pc:spChg>
        <pc:spChg chg="mod ord">
          <ac:chgData name="Mohan, Poornima Swarna (Cognizant)" userId="36824357-ffbd-40a5-b000-b82d0f7dca89" providerId="ADAL" clId="{BB20CA10-5FC3-4CCD-8518-89B0931CAB48}" dt="2025-12-03T13:50:53.538" v="245" actId="700"/>
          <ac:spMkLst>
            <pc:docMk/>
            <pc:sldMk cId="2713534842" sldId="2147479184"/>
            <ac:spMk id="7" creationId="{E8B7C9CE-73D8-B618-3C6A-7BAC4AC03EFE}"/>
          </ac:spMkLst>
        </pc:spChg>
      </pc:sldChg>
      <pc:sldChg chg="addSp delSp modSp del mod chgLayout">
        <pc:chgData name="Mohan, Poornima Swarna (Cognizant)" userId="36824357-ffbd-40a5-b000-b82d0f7dca89" providerId="ADAL" clId="{BB20CA10-5FC3-4CCD-8518-89B0931CAB48}" dt="2025-12-03T14:13:53.745" v="633" actId="2696"/>
        <pc:sldMkLst>
          <pc:docMk/>
          <pc:sldMk cId="1241736782" sldId="2147479217"/>
        </pc:sldMkLst>
      </pc:sldChg>
      <pc:sldChg chg="add del ord">
        <pc:chgData name="Mohan, Poornima Swarna (Cognizant)" userId="36824357-ffbd-40a5-b000-b82d0f7dca89" providerId="ADAL" clId="{BB20CA10-5FC3-4CCD-8518-89B0931CAB48}" dt="2025-12-04T07:06:43.638" v="1815" actId="47"/>
        <pc:sldMkLst>
          <pc:docMk/>
          <pc:sldMk cId="2197772446" sldId="2147479217"/>
        </pc:sldMkLst>
      </pc:sldChg>
      <pc:sldChg chg="addSp delSp modSp add del mod ord">
        <pc:chgData name="Mohan, Poornima Swarna (Cognizant)" userId="36824357-ffbd-40a5-b000-b82d0f7dca89" providerId="ADAL" clId="{BB20CA10-5FC3-4CCD-8518-89B0931CAB48}" dt="2025-12-12T05:51:16.639" v="3297" actId="47"/>
        <pc:sldMkLst>
          <pc:docMk/>
          <pc:sldMk cId="108370426" sldId="2147479218"/>
        </pc:sldMkLst>
      </pc:sldChg>
      <pc:sldChg chg="addSp delSp modSp add del mod">
        <pc:chgData name="Mohan, Poornima Swarna (Cognizant)" userId="36824357-ffbd-40a5-b000-b82d0f7dca89" providerId="ADAL" clId="{BB20CA10-5FC3-4CCD-8518-89B0931CAB48}" dt="2025-12-03T13:53:37.498" v="292" actId="47"/>
        <pc:sldMkLst>
          <pc:docMk/>
          <pc:sldMk cId="3016381150" sldId="2147479219"/>
        </pc:sldMkLst>
      </pc:sldChg>
      <pc:sldChg chg="addSp modSp add del mod">
        <pc:chgData name="Mohan, Poornima Swarna (Cognizant)" userId="36824357-ffbd-40a5-b000-b82d0f7dca89" providerId="ADAL" clId="{BB20CA10-5FC3-4CCD-8518-89B0931CAB48}" dt="2025-12-03T13:50:12.162" v="239" actId="47"/>
        <pc:sldMkLst>
          <pc:docMk/>
          <pc:sldMk cId="396456115" sldId="2147479220"/>
        </pc:sldMkLst>
      </pc:sldChg>
      <pc:sldChg chg="new del">
        <pc:chgData name="Mohan, Poornima Swarna (Cognizant)" userId="36824357-ffbd-40a5-b000-b82d0f7dca89" providerId="ADAL" clId="{BB20CA10-5FC3-4CCD-8518-89B0931CAB48}" dt="2025-12-03T13:51:50.183" v="273" actId="47"/>
        <pc:sldMkLst>
          <pc:docMk/>
          <pc:sldMk cId="1184106299" sldId="2147479220"/>
        </pc:sldMkLst>
      </pc:sldChg>
      <pc:sldChg chg="addSp delSp modSp add del mod">
        <pc:chgData name="Mohan, Poornima Swarna (Cognizant)" userId="36824357-ffbd-40a5-b000-b82d0f7dca89" providerId="ADAL" clId="{BB20CA10-5FC3-4CCD-8518-89B0931CAB48}" dt="2025-12-04T07:06:01.678" v="1810" actId="47"/>
        <pc:sldMkLst>
          <pc:docMk/>
          <pc:sldMk cId="1710713948" sldId="2147479220"/>
        </pc:sldMkLst>
      </pc:sldChg>
      <pc:sldChg chg="del">
        <pc:chgData name="Mohan, Poornima Swarna (Cognizant)" userId="36824357-ffbd-40a5-b000-b82d0f7dca89" providerId="ADAL" clId="{BB20CA10-5FC3-4CCD-8518-89B0931CAB48}" dt="2025-11-26T10:01:50.894" v="18" actId="47"/>
        <pc:sldMkLst>
          <pc:docMk/>
          <pc:sldMk cId="49623600" sldId="2147479221"/>
        </pc:sldMkLst>
      </pc:sldChg>
      <pc:sldChg chg="add del">
        <pc:chgData name="Mohan, Poornima Swarna (Cognizant)" userId="36824357-ffbd-40a5-b000-b82d0f7dca89" providerId="ADAL" clId="{BB20CA10-5FC3-4CCD-8518-89B0931CAB48}" dt="2025-12-12T05:51:16.639" v="3297" actId="47"/>
        <pc:sldMkLst>
          <pc:docMk/>
          <pc:sldMk cId="822646557" sldId="2147479221"/>
        </pc:sldMkLst>
      </pc:sldChg>
      <pc:sldChg chg="add del">
        <pc:chgData name="Mohan, Poornima Swarna (Cognizant)" userId="36824357-ffbd-40a5-b000-b82d0f7dca89" providerId="ADAL" clId="{BB20CA10-5FC3-4CCD-8518-89B0931CAB48}" dt="2025-12-04T07:03:30.679" v="1806" actId="2696"/>
        <pc:sldMkLst>
          <pc:docMk/>
          <pc:sldMk cId="1006632796" sldId="2147479221"/>
        </pc:sldMkLst>
      </pc:sldChg>
      <pc:sldChg chg="addSp modSp new del mod">
        <pc:chgData name="Mohan, Poornima Swarna (Cognizant)" userId="36824357-ffbd-40a5-b000-b82d0f7dca89" providerId="ADAL" clId="{BB20CA10-5FC3-4CCD-8518-89B0931CAB48}" dt="2025-12-03T13:50:12.516" v="240" actId="47"/>
        <pc:sldMkLst>
          <pc:docMk/>
          <pc:sldMk cId="2318779974" sldId="2147479221"/>
        </pc:sldMkLst>
      </pc:sldChg>
      <pc:sldChg chg="addSp delSp modSp add del mod delAnim modAnim">
        <pc:chgData name="Mohan, Poornima Swarna (Cognizant)" userId="36824357-ffbd-40a5-b000-b82d0f7dca89" providerId="ADAL" clId="{BB20CA10-5FC3-4CCD-8518-89B0931CAB48}" dt="2025-12-04T07:01:12.857" v="1801" actId="2696"/>
        <pc:sldMkLst>
          <pc:docMk/>
          <pc:sldMk cId="3719444903" sldId="2147479221"/>
        </pc:sldMkLst>
      </pc:sldChg>
      <pc:sldChg chg="add del">
        <pc:chgData name="Mohan, Poornima Swarna (Cognizant)" userId="36824357-ffbd-40a5-b000-b82d0f7dca89" providerId="ADAL" clId="{BB20CA10-5FC3-4CCD-8518-89B0931CAB48}" dt="2025-12-12T05:51:16.639" v="3297" actId="47"/>
        <pc:sldMkLst>
          <pc:docMk/>
          <pc:sldMk cId="15273004" sldId="2147479222"/>
        </pc:sldMkLst>
      </pc:sldChg>
      <pc:sldChg chg="del">
        <pc:chgData name="Mohan, Poornima Swarna (Cognizant)" userId="36824357-ffbd-40a5-b000-b82d0f7dca89" providerId="ADAL" clId="{BB20CA10-5FC3-4CCD-8518-89B0931CAB48}" dt="2025-11-26T10:01:51.778" v="21" actId="47"/>
        <pc:sldMkLst>
          <pc:docMk/>
          <pc:sldMk cId="511959599" sldId="2147479222"/>
        </pc:sldMkLst>
      </pc:sldChg>
      <pc:sldChg chg="add del">
        <pc:chgData name="Mohan, Poornima Swarna (Cognizant)" userId="36824357-ffbd-40a5-b000-b82d0f7dca89" providerId="ADAL" clId="{BB20CA10-5FC3-4CCD-8518-89B0931CAB48}" dt="2025-12-04T07:03:30.679" v="1806" actId="2696"/>
        <pc:sldMkLst>
          <pc:docMk/>
          <pc:sldMk cId="2054996712" sldId="2147479222"/>
        </pc:sldMkLst>
      </pc:sldChg>
      <pc:sldChg chg="addSp delSp modSp new del mod">
        <pc:chgData name="Mohan, Poornima Swarna (Cognizant)" userId="36824357-ffbd-40a5-b000-b82d0f7dca89" providerId="ADAL" clId="{BB20CA10-5FC3-4CCD-8518-89B0931CAB48}" dt="2025-12-03T13:50:12.925" v="241" actId="47"/>
        <pc:sldMkLst>
          <pc:docMk/>
          <pc:sldMk cId="2672652308" sldId="2147479222"/>
        </pc:sldMkLst>
      </pc:sldChg>
      <pc:sldChg chg="addSp modSp add del mod">
        <pc:chgData name="Mohan, Poornima Swarna (Cognizant)" userId="36824357-ffbd-40a5-b000-b82d0f7dca89" providerId="ADAL" clId="{BB20CA10-5FC3-4CCD-8518-89B0931CAB48}" dt="2025-12-04T07:01:12.857" v="1801" actId="2696"/>
        <pc:sldMkLst>
          <pc:docMk/>
          <pc:sldMk cId="2773194742" sldId="2147479222"/>
        </pc:sldMkLst>
      </pc:sldChg>
      <pc:sldChg chg="del">
        <pc:chgData name="Mohan, Poornima Swarna (Cognizant)" userId="36824357-ffbd-40a5-b000-b82d0f7dca89" providerId="ADAL" clId="{BB20CA10-5FC3-4CCD-8518-89B0931CAB48}" dt="2025-11-26T10:01:52.444" v="24" actId="47"/>
        <pc:sldMkLst>
          <pc:docMk/>
          <pc:sldMk cId="309954286" sldId="2147479223"/>
        </pc:sldMkLst>
      </pc:sldChg>
      <pc:sldChg chg="add del">
        <pc:chgData name="Mohan, Poornima Swarna (Cognizant)" userId="36824357-ffbd-40a5-b000-b82d0f7dca89" providerId="ADAL" clId="{BB20CA10-5FC3-4CCD-8518-89B0931CAB48}" dt="2025-12-12T05:51:16.639" v="3297" actId="47"/>
        <pc:sldMkLst>
          <pc:docMk/>
          <pc:sldMk cId="857746601" sldId="2147479223"/>
        </pc:sldMkLst>
      </pc:sldChg>
      <pc:sldChg chg="addSp modSp add del mod modClrScheme chgLayout">
        <pc:chgData name="Mohan, Poornima Swarna (Cognizant)" userId="36824357-ffbd-40a5-b000-b82d0f7dca89" providerId="ADAL" clId="{BB20CA10-5FC3-4CCD-8518-89B0931CAB48}" dt="2025-12-04T07:01:12.857" v="1801" actId="2696"/>
        <pc:sldMkLst>
          <pc:docMk/>
          <pc:sldMk cId="1028765157" sldId="2147479223"/>
        </pc:sldMkLst>
      </pc:sldChg>
      <pc:sldChg chg="add del">
        <pc:chgData name="Mohan, Poornima Swarna (Cognizant)" userId="36824357-ffbd-40a5-b000-b82d0f7dca89" providerId="ADAL" clId="{BB20CA10-5FC3-4CCD-8518-89B0931CAB48}" dt="2025-12-04T07:03:30.679" v="1806" actId="2696"/>
        <pc:sldMkLst>
          <pc:docMk/>
          <pc:sldMk cId="2492990645" sldId="2147479223"/>
        </pc:sldMkLst>
      </pc:sldChg>
      <pc:sldChg chg="del">
        <pc:chgData name="Mohan, Poornima Swarna (Cognizant)" userId="36824357-ffbd-40a5-b000-b82d0f7dca89" providerId="ADAL" clId="{BB20CA10-5FC3-4CCD-8518-89B0931CAB48}" dt="2025-11-26T10:01:53.079" v="27" actId="47"/>
        <pc:sldMkLst>
          <pc:docMk/>
          <pc:sldMk cId="2231693562" sldId="2147479224"/>
        </pc:sldMkLst>
      </pc:sldChg>
      <pc:sldChg chg="addSp modSp add del mod ord">
        <pc:chgData name="Mohan, Poornima Swarna (Cognizant)" userId="36824357-ffbd-40a5-b000-b82d0f7dca89" providerId="ADAL" clId="{BB20CA10-5FC3-4CCD-8518-89B0931CAB48}" dt="2025-12-12T05:51:16.639" v="3297" actId="47"/>
        <pc:sldMkLst>
          <pc:docMk/>
          <pc:sldMk cId="3505450193" sldId="2147479224"/>
        </pc:sldMkLst>
      </pc:sldChg>
      <pc:sldChg chg="addSp modSp add del mod ord">
        <pc:chgData name="Mohan, Poornima Swarna (Cognizant)" userId="36824357-ffbd-40a5-b000-b82d0f7dca89" providerId="ADAL" clId="{BB20CA10-5FC3-4CCD-8518-89B0931CAB48}" dt="2025-12-12T05:51:16.639" v="3297" actId="47"/>
        <pc:sldMkLst>
          <pc:docMk/>
          <pc:sldMk cId="2530600685" sldId="2147479225"/>
        </pc:sldMkLst>
      </pc:sldChg>
      <pc:sldChg chg="del">
        <pc:chgData name="Mohan, Poornima Swarna (Cognizant)" userId="36824357-ffbd-40a5-b000-b82d0f7dca89" providerId="ADAL" clId="{BB20CA10-5FC3-4CCD-8518-89B0931CAB48}" dt="2025-11-26T10:01:50.278" v="15" actId="47"/>
        <pc:sldMkLst>
          <pc:docMk/>
          <pc:sldMk cId="4151441402" sldId="2147479225"/>
        </pc:sldMkLst>
      </pc:sldChg>
      <pc:sldChg chg="del">
        <pc:chgData name="Mohan, Poornima Swarna (Cognizant)" userId="36824357-ffbd-40a5-b000-b82d0f7dca89" providerId="ADAL" clId="{BB20CA10-5FC3-4CCD-8518-89B0931CAB48}" dt="2025-11-26T10:01:51.092" v="19" actId="47"/>
        <pc:sldMkLst>
          <pc:docMk/>
          <pc:sldMk cId="3243024429" sldId="2147479226"/>
        </pc:sldMkLst>
      </pc:sldChg>
      <pc:sldChg chg="addSp modSp add del mod ord">
        <pc:chgData name="Mohan, Poornima Swarna (Cognizant)" userId="36824357-ffbd-40a5-b000-b82d0f7dca89" providerId="ADAL" clId="{BB20CA10-5FC3-4CCD-8518-89B0931CAB48}" dt="2025-12-12T05:51:16.639" v="3297" actId="47"/>
        <pc:sldMkLst>
          <pc:docMk/>
          <pc:sldMk cId="3598097681" sldId="2147479226"/>
        </pc:sldMkLst>
      </pc:sldChg>
      <pc:sldChg chg="del">
        <pc:chgData name="Mohan, Poornima Swarna (Cognizant)" userId="36824357-ffbd-40a5-b000-b82d0f7dca89" providerId="ADAL" clId="{BB20CA10-5FC3-4CCD-8518-89B0931CAB48}" dt="2025-11-26T10:01:51.316" v="20" actId="47"/>
        <pc:sldMkLst>
          <pc:docMk/>
          <pc:sldMk cId="1582348726" sldId="2147479227"/>
        </pc:sldMkLst>
      </pc:sldChg>
      <pc:sldChg chg="addSp modSp add del mod ord">
        <pc:chgData name="Mohan, Poornima Swarna (Cognizant)" userId="36824357-ffbd-40a5-b000-b82d0f7dca89" providerId="ADAL" clId="{BB20CA10-5FC3-4CCD-8518-89B0931CAB48}" dt="2025-12-12T05:51:16.639" v="3297" actId="47"/>
        <pc:sldMkLst>
          <pc:docMk/>
          <pc:sldMk cId="1794764477" sldId="2147479227"/>
        </pc:sldMkLst>
      </pc:sldChg>
      <pc:sldChg chg="addSp modSp add del mod ord modAnim">
        <pc:chgData name="Mohan, Poornima Swarna (Cognizant)" userId="36824357-ffbd-40a5-b000-b82d0f7dca89" providerId="ADAL" clId="{BB20CA10-5FC3-4CCD-8518-89B0931CAB48}" dt="2025-12-04T07:00:29.423" v="1795" actId="2696"/>
        <pc:sldMkLst>
          <pc:docMk/>
          <pc:sldMk cId="661580742" sldId="2147479228"/>
        </pc:sldMkLst>
      </pc:sldChg>
      <pc:sldChg chg="del">
        <pc:chgData name="Mohan, Poornima Swarna (Cognizant)" userId="36824357-ffbd-40a5-b000-b82d0f7dca89" providerId="ADAL" clId="{BB20CA10-5FC3-4CCD-8518-89B0931CAB48}" dt="2025-11-26T10:01:52.028" v="22" actId="47"/>
        <pc:sldMkLst>
          <pc:docMk/>
          <pc:sldMk cId="2299939808" sldId="2147479228"/>
        </pc:sldMkLst>
      </pc:sldChg>
      <pc:sldChg chg="delSp modSp add del mod ord delAnim">
        <pc:chgData name="Mohan, Poornima Swarna (Cognizant)" userId="36824357-ffbd-40a5-b000-b82d0f7dca89" providerId="ADAL" clId="{BB20CA10-5FC3-4CCD-8518-89B0931CAB48}" dt="2025-12-12T05:51:16.639" v="3297" actId="47"/>
        <pc:sldMkLst>
          <pc:docMk/>
          <pc:sldMk cId="4068056450" sldId="2147479228"/>
        </pc:sldMkLst>
      </pc:sldChg>
      <pc:sldChg chg="del">
        <pc:chgData name="Mohan, Poornima Swarna (Cognizant)" userId="36824357-ffbd-40a5-b000-b82d0f7dca89" providerId="ADAL" clId="{BB20CA10-5FC3-4CCD-8518-89B0931CAB48}" dt="2025-11-26T10:01:52.238" v="23" actId="47"/>
        <pc:sldMkLst>
          <pc:docMk/>
          <pc:sldMk cId="909483989" sldId="2147479229"/>
        </pc:sldMkLst>
      </pc:sldChg>
      <pc:sldChg chg="addSp modSp add del mod ord">
        <pc:chgData name="Mohan, Poornima Swarna (Cognizant)" userId="36824357-ffbd-40a5-b000-b82d0f7dca89" providerId="ADAL" clId="{BB20CA10-5FC3-4CCD-8518-89B0931CAB48}" dt="2025-12-12T05:51:16.639" v="3297" actId="47"/>
        <pc:sldMkLst>
          <pc:docMk/>
          <pc:sldMk cId="1811644543" sldId="2147479229"/>
        </pc:sldMkLst>
      </pc:sldChg>
      <pc:sldChg chg="del">
        <pc:chgData name="Mohan, Poornima Swarna (Cognizant)" userId="36824357-ffbd-40a5-b000-b82d0f7dca89" providerId="ADAL" clId="{BB20CA10-5FC3-4CCD-8518-89B0931CAB48}" dt="2025-11-26T10:01:52.690" v="25" actId="47"/>
        <pc:sldMkLst>
          <pc:docMk/>
          <pc:sldMk cId="2752092111" sldId="2147479230"/>
        </pc:sldMkLst>
      </pc:sldChg>
      <pc:sldChg chg="addSp modSp add del mod ord">
        <pc:chgData name="Mohan, Poornima Swarna (Cognizant)" userId="36824357-ffbd-40a5-b000-b82d0f7dca89" providerId="ADAL" clId="{BB20CA10-5FC3-4CCD-8518-89B0931CAB48}" dt="2025-12-12T05:51:16.639" v="3297" actId="47"/>
        <pc:sldMkLst>
          <pc:docMk/>
          <pc:sldMk cId="3951243342" sldId="2147479230"/>
        </pc:sldMkLst>
      </pc:sldChg>
      <pc:sldChg chg="addSp modSp add del mod ord">
        <pc:chgData name="Mohan, Poornima Swarna (Cognizant)" userId="36824357-ffbd-40a5-b000-b82d0f7dca89" providerId="ADAL" clId="{BB20CA10-5FC3-4CCD-8518-89B0931CAB48}" dt="2025-12-12T05:51:16.639" v="3297" actId="47"/>
        <pc:sldMkLst>
          <pc:docMk/>
          <pc:sldMk cId="1224667876" sldId="2147479231"/>
        </pc:sldMkLst>
      </pc:sldChg>
      <pc:sldChg chg="del">
        <pc:chgData name="Mohan, Poornima Swarna (Cognizant)" userId="36824357-ffbd-40a5-b000-b82d0f7dca89" providerId="ADAL" clId="{BB20CA10-5FC3-4CCD-8518-89B0931CAB48}" dt="2025-11-26T10:01:52.891" v="26" actId="47"/>
        <pc:sldMkLst>
          <pc:docMk/>
          <pc:sldMk cId="1236498675" sldId="2147479231"/>
        </pc:sldMkLst>
      </pc:sldChg>
      <pc:sldChg chg="del">
        <pc:chgData name="Mohan, Poornima Swarna (Cognizant)" userId="36824357-ffbd-40a5-b000-b82d0f7dca89" providerId="ADAL" clId="{BB20CA10-5FC3-4CCD-8518-89B0931CAB48}" dt="2025-11-26T10:01:50.712" v="17" actId="47"/>
        <pc:sldMkLst>
          <pc:docMk/>
          <pc:sldMk cId="1564349709" sldId="2147479232"/>
        </pc:sldMkLst>
      </pc:sldChg>
      <pc:sldChg chg="addSp delSp modSp add del mod">
        <pc:chgData name="Mohan, Poornima Swarna (Cognizant)" userId="36824357-ffbd-40a5-b000-b82d0f7dca89" providerId="ADAL" clId="{BB20CA10-5FC3-4CCD-8518-89B0931CAB48}" dt="2025-12-12T05:51:16.639" v="3297" actId="47"/>
        <pc:sldMkLst>
          <pc:docMk/>
          <pc:sldMk cId="3560901570" sldId="2147479232"/>
        </pc:sldMkLst>
      </pc:sldChg>
      <pc:sldChg chg="addSp modSp add del mod">
        <pc:chgData name="Mohan, Poornima Swarna (Cognizant)" userId="36824357-ffbd-40a5-b000-b82d0f7dca89" providerId="ADAL" clId="{BB20CA10-5FC3-4CCD-8518-89B0931CAB48}" dt="2025-12-12T05:51:16.639" v="3297" actId="47"/>
        <pc:sldMkLst>
          <pc:docMk/>
          <pc:sldMk cId="1328100558" sldId="2147479233"/>
        </pc:sldMkLst>
      </pc:sldChg>
      <pc:sldChg chg="del">
        <pc:chgData name="Mohan, Poornima Swarna (Cognizant)" userId="36824357-ffbd-40a5-b000-b82d0f7dca89" providerId="ADAL" clId="{BB20CA10-5FC3-4CCD-8518-89B0931CAB48}" dt="2025-11-26T10:01:53.316" v="28" actId="47"/>
        <pc:sldMkLst>
          <pc:docMk/>
          <pc:sldMk cId="3193240802" sldId="2147479233"/>
        </pc:sldMkLst>
      </pc:sldChg>
      <pc:sldChg chg="delSp modSp add del mod ord delAnim">
        <pc:chgData name="Mohan, Poornima Swarna (Cognizant)" userId="36824357-ffbd-40a5-b000-b82d0f7dca89" providerId="ADAL" clId="{BB20CA10-5FC3-4CCD-8518-89B0931CAB48}" dt="2025-12-12T05:51:16.639" v="3297" actId="47"/>
        <pc:sldMkLst>
          <pc:docMk/>
          <pc:sldMk cId="1273304355" sldId="2147479234"/>
        </pc:sldMkLst>
      </pc:sldChg>
      <pc:sldChg chg="del">
        <pc:chgData name="Mohan, Poornima Swarna (Cognizant)" userId="36824357-ffbd-40a5-b000-b82d0f7dca89" providerId="ADAL" clId="{BB20CA10-5FC3-4CCD-8518-89B0931CAB48}" dt="2025-11-26T10:01:53.520" v="29" actId="47"/>
        <pc:sldMkLst>
          <pc:docMk/>
          <pc:sldMk cId="4152132576" sldId="2147479234"/>
        </pc:sldMkLst>
      </pc:sldChg>
      <pc:sldChg chg="addSp delSp modSp add del mod">
        <pc:chgData name="Mohan, Poornima Swarna (Cognizant)" userId="36824357-ffbd-40a5-b000-b82d0f7dca89" providerId="ADAL" clId="{BB20CA10-5FC3-4CCD-8518-89B0931CAB48}" dt="2025-12-12T05:51:16.639" v="3297" actId="47"/>
        <pc:sldMkLst>
          <pc:docMk/>
          <pc:sldMk cId="542744593" sldId="2147479235"/>
        </pc:sldMkLst>
      </pc:sldChg>
      <pc:sldChg chg="addSp delSp modSp add del mod">
        <pc:chgData name="Mohan, Poornima Swarna (Cognizant)" userId="36824357-ffbd-40a5-b000-b82d0f7dca89" providerId="ADAL" clId="{BB20CA10-5FC3-4CCD-8518-89B0931CAB48}" dt="2025-12-12T05:51:16.639" v="3297" actId="47"/>
        <pc:sldMkLst>
          <pc:docMk/>
          <pc:sldMk cId="1233895771" sldId="2147479236"/>
        </pc:sldMkLst>
      </pc:sldChg>
      <pc:sldChg chg="del">
        <pc:chgData name="Mohan, Poornima Swarna (Cognizant)" userId="36824357-ffbd-40a5-b000-b82d0f7dca89" providerId="ADAL" clId="{BB20CA10-5FC3-4CCD-8518-89B0931CAB48}" dt="2025-11-26T10:01:50.506" v="16" actId="47"/>
        <pc:sldMkLst>
          <pc:docMk/>
          <pc:sldMk cId="163123993" sldId="2147479237"/>
        </pc:sldMkLst>
      </pc:sldChg>
      <pc:sldChg chg="addSp delSp modSp add del mod">
        <pc:chgData name="Mohan, Poornima Swarna (Cognizant)" userId="36824357-ffbd-40a5-b000-b82d0f7dca89" providerId="ADAL" clId="{BB20CA10-5FC3-4CCD-8518-89B0931CAB48}" dt="2025-12-08T10:20:05.478" v="3177" actId="47"/>
        <pc:sldMkLst>
          <pc:docMk/>
          <pc:sldMk cId="3425199715" sldId="2147479237"/>
        </pc:sldMkLst>
      </pc:sldChg>
      <pc:sldChg chg="addSp delSp modSp add del mod">
        <pc:chgData name="Mohan, Poornima Swarna (Cognizant)" userId="36824357-ffbd-40a5-b000-b82d0f7dca89" providerId="ADAL" clId="{BB20CA10-5FC3-4CCD-8518-89B0931CAB48}" dt="2025-12-12T05:51:16.639" v="3297" actId="47"/>
        <pc:sldMkLst>
          <pc:docMk/>
          <pc:sldMk cId="409592899" sldId="2147479238"/>
        </pc:sldMkLst>
      </pc:sldChg>
      <pc:sldChg chg="addSp modSp add del mod">
        <pc:chgData name="Mohan, Poornima Swarna (Cognizant)" userId="36824357-ffbd-40a5-b000-b82d0f7dca89" providerId="ADAL" clId="{BB20CA10-5FC3-4CCD-8518-89B0931CAB48}" dt="2025-12-12T05:51:16.639" v="3297" actId="47"/>
        <pc:sldMkLst>
          <pc:docMk/>
          <pc:sldMk cId="1349883165" sldId="2147479239"/>
        </pc:sldMkLst>
      </pc:sldChg>
      <pc:sldChg chg="addSp modSp add del mod">
        <pc:chgData name="Mohan, Poornima Swarna (Cognizant)" userId="36824357-ffbd-40a5-b000-b82d0f7dca89" providerId="ADAL" clId="{BB20CA10-5FC3-4CCD-8518-89B0931CAB48}" dt="2025-12-12T05:51:16.639" v="3297" actId="47"/>
        <pc:sldMkLst>
          <pc:docMk/>
          <pc:sldMk cId="2078160874" sldId="2147479240"/>
        </pc:sldMkLst>
      </pc:sldChg>
      <pc:sldChg chg="add del">
        <pc:chgData name="Mohan, Poornima Swarna (Cognizant)" userId="36824357-ffbd-40a5-b000-b82d0f7dca89" providerId="ADAL" clId="{BB20CA10-5FC3-4CCD-8518-89B0931CAB48}" dt="2025-12-03T14:29:01.766" v="867" actId="47"/>
        <pc:sldMkLst>
          <pc:docMk/>
          <pc:sldMk cId="653905389" sldId="2147479241"/>
        </pc:sldMkLst>
      </pc:sldChg>
      <pc:sldChg chg="addSp modSp add del mod">
        <pc:chgData name="Mohan, Poornima Swarna (Cognizant)" userId="36824357-ffbd-40a5-b000-b82d0f7dca89" providerId="ADAL" clId="{BB20CA10-5FC3-4CCD-8518-89B0931CAB48}" dt="2025-12-12T05:51:16.639" v="3297" actId="47"/>
        <pc:sldMkLst>
          <pc:docMk/>
          <pc:sldMk cId="2996616662" sldId="2147479242"/>
        </pc:sldMkLst>
      </pc:sldChg>
      <pc:sldChg chg="addSp modSp add del mod">
        <pc:chgData name="Mohan, Poornima Swarna (Cognizant)" userId="36824357-ffbd-40a5-b000-b82d0f7dca89" providerId="ADAL" clId="{BB20CA10-5FC3-4CCD-8518-89B0931CAB48}" dt="2025-12-12T05:51:16.639" v="3297" actId="47"/>
        <pc:sldMkLst>
          <pc:docMk/>
          <pc:sldMk cId="3257186676" sldId="2147479243"/>
        </pc:sldMkLst>
      </pc:sldChg>
      <pc:sldChg chg="addSp delSp modSp add del mod">
        <pc:chgData name="Mohan, Poornima Swarna (Cognizant)" userId="36824357-ffbd-40a5-b000-b82d0f7dca89" providerId="ADAL" clId="{BB20CA10-5FC3-4CCD-8518-89B0931CAB48}" dt="2025-12-12T05:51:16.639" v="3297" actId="47"/>
        <pc:sldMkLst>
          <pc:docMk/>
          <pc:sldMk cId="2090909133" sldId="2147479244"/>
        </pc:sldMkLst>
      </pc:sldChg>
      <pc:sldChg chg="addSp delSp modSp add del mod">
        <pc:chgData name="Mohan, Poornima Swarna (Cognizant)" userId="36824357-ffbd-40a5-b000-b82d0f7dca89" providerId="ADAL" clId="{BB20CA10-5FC3-4CCD-8518-89B0931CAB48}" dt="2025-12-12T05:51:16.639" v="3297" actId="47"/>
        <pc:sldMkLst>
          <pc:docMk/>
          <pc:sldMk cId="902285957" sldId="2147479245"/>
        </pc:sldMkLst>
      </pc:sldChg>
      <pc:sldChg chg="addSp delSp modSp add del mod">
        <pc:chgData name="Mohan, Poornima Swarna (Cognizant)" userId="36824357-ffbd-40a5-b000-b82d0f7dca89" providerId="ADAL" clId="{BB20CA10-5FC3-4CCD-8518-89B0931CAB48}" dt="2025-12-12T05:51:16.639" v="3297" actId="47"/>
        <pc:sldMkLst>
          <pc:docMk/>
          <pc:sldMk cId="972785745" sldId="2147479246"/>
        </pc:sldMkLst>
      </pc:sldChg>
      <pc:sldChg chg="addSp delSp modSp add del mod">
        <pc:chgData name="Mohan, Poornima Swarna (Cognizant)" userId="36824357-ffbd-40a5-b000-b82d0f7dca89" providerId="ADAL" clId="{BB20CA10-5FC3-4CCD-8518-89B0931CAB48}" dt="2025-12-12T05:51:16.639" v="3297" actId="47"/>
        <pc:sldMkLst>
          <pc:docMk/>
          <pc:sldMk cId="2455613129" sldId="2147479247"/>
        </pc:sldMkLst>
      </pc:sldChg>
      <pc:sldChg chg="addSp delSp modSp add del mod">
        <pc:chgData name="Mohan, Poornima Swarna (Cognizant)" userId="36824357-ffbd-40a5-b000-b82d0f7dca89" providerId="ADAL" clId="{BB20CA10-5FC3-4CCD-8518-89B0931CAB48}" dt="2025-12-12T05:51:16.639" v="3297" actId="47"/>
        <pc:sldMkLst>
          <pc:docMk/>
          <pc:sldMk cId="1564462411" sldId="2147479248"/>
        </pc:sldMkLst>
      </pc:sldChg>
      <pc:sldChg chg="addSp delSp modSp add del mod">
        <pc:chgData name="Mohan, Poornima Swarna (Cognizant)" userId="36824357-ffbd-40a5-b000-b82d0f7dca89" providerId="ADAL" clId="{BB20CA10-5FC3-4CCD-8518-89B0931CAB48}" dt="2025-12-12T05:51:16.639" v="3297" actId="47"/>
        <pc:sldMkLst>
          <pc:docMk/>
          <pc:sldMk cId="2578790216" sldId="2147479249"/>
        </pc:sldMkLst>
      </pc:sldChg>
      <pc:sldChg chg="addSp delSp modSp add del mod">
        <pc:chgData name="Mohan, Poornima Swarna (Cognizant)" userId="36824357-ffbd-40a5-b000-b82d0f7dca89" providerId="ADAL" clId="{BB20CA10-5FC3-4CCD-8518-89B0931CAB48}" dt="2025-12-12T05:51:16.639" v="3297" actId="47"/>
        <pc:sldMkLst>
          <pc:docMk/>
          <pc:sldMk cId="2491432881" sldId="2147479250"/>
        </pc:sldMkLst>
      </pc:sldChg>
      <pc:sldChg chg="addSp delSp modSp add del mod">
        <pc:chgData name="Mohan, Poornima Swarna (Cognizant)" userId="36824357-ffbd-40a5-b000-b82d0f7dca89" providerId="ADAL" clId="{BB20CA10-5FC3-4CCD-8518-89B0931CAB48}" dt="2025-12-12T05:51:16.639" v="3297" actId="47"/>
        <pc:sldMkLst>
          <pc:docMk/>
          <pc:sldMk cId="372538102" sldId="2147479251"/>
        </pc:sldMkLst>
      </pc:sldChg>
      <pc:sldChg chg="addSp delSp modSp add del mod ord">
        <pc:chgData name="Mohan, Poornima Swarna (Cognizant)" userId="36824357-ffbd-40a5-b000-b82d0f7dca89" providerId="ADAL" clId="{BB20CA10-5FC3-4CCD-8518-89B0931CAB48}" dt="2025-12-12T05:51:16.639" v="3297" actId="47"/>
        <pc:sldMkLst>
          <pc:docMk/>
          <pc:sldMk cId="2991309321" sldId="2147479252"/>
        </pc:sldMkLst>
      </pc:sldChg>
      <pc:sldChg chg="addSp delSp modSp add del mod ord">
        <pc:chgData name="Mohan, Poornima Swarna (Cognizant)" userId="36824357-ffbd-40a5-b000-b82d0f7dca89" providerId="ADAL" clId="{BB20CA10-5FC3-4CCD-8518-89B0931CAB48}" dt="2025-12-12T05:51:16.639" v="3297" actId="47"/>
        <pc:sldMkLst>
          <pc:docMk/>
          <pc:sldMk cId="283812127" sldId="2147479253"/>
        </pc:sldMkLst>
      </pc:sldChg>
      <pc:sldChg chg="addSp delSp modSp add del mod">
        <pc:chgData name="Mohan, Poornima Swarna (Cognizant)" userId="36824357-ffbd-40a5-b000-b82d0f7dca89" providerId="ADAL" clId="{BB20CA10-5FC3-4CCD-8518-89B0931CAB48}" dt="2025-12-12T05:51:16.639" v="3297" actId="47"/>
        <pc:sldMkLst>
          <pc:docMk/>
          <pc:sldMk cId="705004240" sldId="2147479254"/>
        </pc:sldMkLst>
      </pc:sldChg>
      <pc:sldChg chg="addSp delSp modSp add del mod">
        <pc:chgData name="Mohan, Poornima Swarna (Cognizant)" userId="36824357-ffbd-40a5-b000-b82d0f7dca89" providerId="ADAL" clId="{BB20CA10-5FC3-4CCD-8518-89B0931CAB48}" dt="2025-12-12T05:51:16.639" v="3297" actId="47"/>
        <pc:sldMkLst>
          <pc:docMk/>
          <pc:sldMk cId="4100810927" sldId="2147479255"/>
        </pc:sldMkLst>
      </pc:sldChg>
      <pc:sldChg chg="addSp delSp modSp add del mod">
        <pc:chgData name="Mohan, Poornima Swarna (Cognizant)" userId="36824357-ffbd-40a5-b000-b82d0f7dca89" providerId="ADAL" clId="{BB20CA10-5FC3-4CCD-8518-89B0931CAB48}" dt="2025-12-12T05:51:16.639" v="3297" actId="47"/>
        <pc:sldMkLst>
          <pc:docMk/>
          <pc:sldMk cId="2395101726" sldId="2147479256"/>
        </pc:sldMkLst>
      </pc:sldChg>
      <pc:sldChg chg="addSp delSp modSp add del mod ord">
        <pc:chgData name="Mohan, Poornima Swarna (Cognizant)" userId="36824357-ffbd-40a5-b000-b82d0f7dca89" providerId="ADAL" clId="{BB20CA10-5FC3-4CCD-8518-89B0931CAB48}" dt="2025-12-04T07:30:24.704" v="2092" actId="47"/>
        <pc:sldMkLst>
          <pc:docMk/>
          <pc:sldMk cId="1718249815" sldId="2147479257"/>
        </pc:sldMkLst>
      </pc:sldChg>
      <pc:sldChg chg="addSp delSp modSp add del mod ord">
        <pc:chgData name="Mohan, Poornima Swarna (Cognizant)" userId="36824357-ffbd-40a5-b000-b82d0f7dca89" providerId="ADAL" clId="{BB20CA10-5FC3-4CCD-8518-89B0931CAB48}" dt="2025-12-12T05:51:16.639" v="3297" actId="47"/>
        <pc:sldMkLst>
          <pc:docMk/>
          <pc:sldMk cId="1273803826" sldId="2147479258"/>
        </pc:sldMkLst>
      </pc:sldChg>
      <pc:sldChg chg="addSp delSp modSp add del mod ord">
        <pc:chgData name="Mohan, Poornima Swarna (Cognizant)" userId="36824357-ffbd-40a5-b000-b82d0f7dca89" providerId="ADAL" clId="{BB20CA10-5FC3-4CCD-8518-89B0931CAB48}" dt="2025-12-12T05:51:16.639" v="3297" actId="47"/>
        <pc:sldMkLst>
          <pc:docMk/>
          <pc:sldMk cId="3263745456" sldId="2147479259"/>
        </pc:sldMkLst>
      </pc:sldChg>
      <pc:sldChg chg="addSp delSp modSp add del mod ord">
        <pc:chgData name="Mohan, Poornima Swarna (Cognizant)" userId="36824357-ffbd-40a5-b000-b82d0f7dca89" providerId="ADAL" clId="{BB20CA10-5FC3-4CCD-8518-89B0931CAB48}" dt="2025-12-12T05:51:16.639" v="3297" actId="47"/>
        <pc:sldMkLst>
          <pc:docMk/>
          <pc:sldMk cId="3151092485" sldId="2147479260"/>
        </pc:sldMkLst>
      </pc:sldChg>
      <pc:sldChg chg="addSp delSp modSp add del mod ord">
        <pc:chgData name="Mohan, Poornima Swarna (Cognizant)" userId="36824357-ffbd-40a5-b000-b82d0f7dca89" providerId="ADAL" clId="{BB20CA10-5FC3-4CCD-8518-89B0931CAB48}" dt="2025-12-12T05:51:16.639" v="3297" actId="47"/>
        <pc:sldMkLst>
          <pc:docMk/>
          <pc:sldMk cId="2106956276" sldId="2147479261"/>
        </pc:sldMkLst>
      </pc:sldChg>
      <pc:sldChg chg="addSp delSp modSp add del mod">
        <pc:chgData name="Mohan, Poornima Swarna (Cognizant)" userId="36824357-ffbd-40a5-b000-b82d0f7dca89" providerId="ADAL" clId="{BB20CA10-5FC3-4CCD-8518-89B0931CAB48}" dt="2025-12-12T05:51:16.639" v="3297" actId="47"/>
        <pc:sldMkLst>
          <pc:docMk/>
          <pc:sldMk cId="61004027" sldId="2147479262"/>
        </pc:sldMkLst>
      </pc:sldChg>
      <pc:sldChg chg="addSp delSp modSp add del mod">
        <pc:chgData name="Mohan, Poornima Swarna (Cognizant)" userId="36824357-ffbd-40a5-b000-b82d0f7dca89" providerId="ADAL" clId="{BB20CA10-5FC3-4CCD-8518-89B0931CAB48}" dt="2025-12-12T05:51:16.639" v="3297" actId="47"/>
        <pc:sldMkLst>
          <pc:docMk/>
          <pc:sldMk cId="1892907952" sldId="2147479263"/>
        </pc:sldMkLst>
      </pc:sldChg>
      <pc:sldChg chg="addSp delSp modSp add del mod">
        <pc:chgData name="Mohan, Poornima Swarna (Cognizant)" userId="36824357-ffbd-40a5-b000-b82d0f7dca89" providerId="ADAL" clId="{BB20CA10-5FC3-4CCD-8518-89B0931CAB48}" dt="2025-12-12T05:51:16.639" v="3297" actId="47"/>
        <pc:sldMkLst>
          <pc:docMk/>
          <pc:sldMk cId="2718146600" sldId="2147479264"/>
        </pc:sldMkLst>
      </pc:sldChg>
      <pc:sldChg chg="modSp add del mod">
        <pc:chgData name="Mohan, Poornima Swarna (Cognizant)" userId="36824357-ffbd-40a5-b000-b82d0f7dca89" providerId="ADAL" clId="{BB20CA10-5FC3-4CCD-8518-89B0931CAB48}" dt="2025-12-12T05:51:16.639" v="3297" actId="47"/>
        <pc:sldMkLst>
          <pc:docMk/>
          <pc:sldMk cId="2233767294" sldId="2147479265"/>
        </pc:sldMkLst>
      </pc:sldChg>
      <pc:sldChg chg="modSp add del mod">
        <pc:chgData name="Mohan, Poornima Swarna (Cognizant)" userId="36824357-ffbd-40a5-b000-b82d0f7dca89" providerId="ADAL" clId="{BB20CA10-5FC3-4CCD-8518-89B0931CAB48}" dt="2025-12-12T05:51:16.639" v="3297" actId="47"/>
        <pc:sldMkLst>
          <pc:docMk/>
          <pc:sldMk cId="286350146" sldId="2147479266"/>
        </pc:sldMkLst>
      </pc:sldChg>
      <pc:sldChg chg="modSp add del mod">
        <pc:chgData name="Mohan, Poornima Swarna (Cognizant)" userId="36824357-ffbd-40a5-b000-b82d0f7dca89" providerId="ADAL" clId="{BB20CA10-5FC3-4CCD-8518-89B0931CAB48}" dt="2025-12-12T05:51:16.639" v="3297" actId="47"/>
        <pc:sldMkLst>
          <pc:docMk/>
          <pc:sldMk cId="2776524913" sldId="2147479267"/>
        </pc:sldMkLst>
      </pc:sldChg>
      <pc:sldChg chg="addSp delSp modSp add del mod">
        <pc:chgData name="Mohan, Poornima Swarna (Cognizant)" userId="36824357-ffbd-40a5-b000-b82d0f7dca89" providerId="ADAL" clId="{BB20CA10-5FC3-4CCD-8518-89B0931CAB48}" dt="2025-12-12T05:51:16.639" v="3297" actId="47"/>
        <pc:sldMkLst>
          <pc:docMk/>
          <pc:sldMk cId="129680648" sldId="2147479268"/>
        </pc:sldMkLst>
      </pc:sldChg>
      <pc:sldChg chg="modSp add del mod">
        <pc:chgData name="Mohan, Poornima Swarna (Cognizant)" userId="36824357-ffbd-40a5-b000-b82d0f7dca89" providerId="ADAL" clId="{BB20CA10-5FC3-4CCD-8518-89B0931CAB48}" dt="2025-12-12T05:51:16.639" v="3297" actId="47"/>
        <pc:sldMkLst>
          <pc:docMk/>
          <pc:sldMk cId="3537933736" sldId="2147479269"/>
        </pc:sldMkLst>
      </pc:sldChg>
      <pc:sldChg chg="modSp add del mod">
        <pc:chgData name="Mohan, Poornima Swarna (Cognizant)" userId="36824357-ffbd-40a5-b000-b82d0f7dca89" providerId="ADAL" clId="{BB20CA10-5FC3-4CCD-8518-89B0931CAB48}" dt="2025-12-12T05:51:16.639" v="3297" actId="47"/>
        <pc:sldMkLst>
          <pc:docMk/>
          <pc:sldMk cId="403503768" sldId="2147479270"/>
        </pc:sldMkLst>
      </pc:sldChg>
      <pc:sldChg chg="addSp delSp modSp add del mod">
        <pc:chgData name="Mohan, Poornima Swarna (Cognizant)" userId="36824357-ffbd-40a5-b000-b82d0f7dca89" providerId="ADAL" clId="{BB20CA10-5FC3-4CCD-8518-89B0931CAB48}" dt="2025-12-12T05:51:16.639" v="3297" actId="47"/>
        <pc:sldMkLst>
          <pc:docMk/>
          <pc:sldMk cId="378926198" sldId="2147479271"/>
        </pc:sldMkLst>
      </pc:sldChg>
      <pc:sldChg chg="addSp delSp modSp add del mod">
        <pc:chgData name="Mohan, Poornima Swarna (Cognizant)" userId="36824357-ffbd-40a5-b000-b82d0f7dca89" providerId="ADAL" clId="{BB20CA10-5FC3-4CCD-8518-89B0931CAB48}" dt="2025-12-12T05:51:16.639" v="3297" actId="47"/>
        <pc:sldMkLst>
          <pc:docMk/>
          <pc:sldMk cId="1225022764" sldId="2147479272"/>
        </pc:sldMkLst>
      </pc:sldChg>
      <pc:sldChg chg="addSp delSp modSp add del mod">
        <pc:chgData name="Mohan, Poornima Swarna (Cognizant)" userId="36824357-ffbd-40a5-b000-b82d0f7dca89" providerId="ADAL" clId="{BB20CA10-5FC3-4CCD-8518-89B0931CAB48}" dt="2025-12-12T05:51:16.639" v="3297" actId="47"/>
        <pc:sldMkLst>
          <pc:docMk/>
          <pc:sldMk cId="2194176565" sldId="2147479273"/>
        </pc:sldMkLst>
      </pc:sldChg>
      <pc:sldChg chg="delSp modSp add del mod delAnim">
        <pc:chgData name="Mohan, Poornima Swarna (Cognizant)" userId="36824357-ffbd-40a5-b000-b82d0f7dca89" providerId="ADAL" clId="{BB20CA10-5FC3-4CCD-8518-89B0931CAB48}" dt="2025-12-12T05:51:16.639" v="3297" actId="47"/>
        <pc:sldMkLst>
          <pc:docMk/>
          <pc:sldMk cId="2226086553" sldId="2147479274"/>
        </pc:sldMkLst>
      </pc:sldChg>
      <pc:sldChg chg="add del ord">
        <pc:chgData name="Mohan, Poornima Swarna (Cognizant)" userId="36824357-ffbd-40a5-b000-b82d0f7dca89" providerId="ADAL" clId="{BB20CA10-5FC3-4CCD-8518-89B0931CAB48}" dt="2025-12-04T07:29:43.860" v="2083" actId="47"/>
        <pc:sldMkLst>
          <pc:docMk/>
          <pc:sldMk cId="2704909289" sldId="2147479275"/>
        </pc:sldMkLst>
      </pc:sldChg>
      <pc:sldChg chg="addSp delSp modSp add mod ord">
        <pc:chgData name="Mohan, Poornima Swarna (Cognizant)" userId="36824357-ffbd-40a5-b000-b82d0f7dca89" providerId="ADAL" clId="{BB20CA10-5FC3-4CCD-8518-89B0931CAB48}" dt="2025-12-10T04:43:25.341" v="3225" actId="115"/>
        <pc:sldMkLst>
          <pc:docMk/>
          <pc:sldMk cId="426629939" sldId="2147479276"/>
        </pc:sldMkLst>
        <pc:spChg chg="mod">
          <ac:chgData name="Mohan, Poornima Swarna (Cognizant)" userId="36824357-ffbd-40a5-b000-b82d0f7dca89" providerId="ADAL" clId="{BB20CA10-5FC3-4CCD-8518-89B0931CAB48}" dt="2025-12-04T07:10:14.738" v="1827" actId="20577"/>
          <ac:spMkLst>
            <pc:docMk/>
            <pc:sldMk cId="426629939" sldId="2147479276"/>
            <ac:spMk id="2" creationId="{16C14782-F669-47D7-79DC-6F61A9EF4CBC}"/>
          </ac:spMkLst>
        </pc:spChg>
        <pc:spChg chg="add mod">
          <ac:chgData name="Mohan, Poornima Swarna (Cognizant)" userId="36824357-ffbd-40a5-b000-b82d0f7dca89" providerId="ADAL" clId="{BB20CA10-5FC3-4CCD-8518-89B0931CAB48}" dt="2025-12-10T04:43:25.341" v="3225" actId="115"/>
          <ac:spMkLst>
            <pc:docMk/>
            <pc:sldMk cId="426629939" sldId="2147479276"/>
            <ac:spMk id="6" creationId="{0CAEEE62-C0F2-977F-EBD7-CC9374FCE106}"/>
          </ac:spMkLst>
        </pc:spChg>
      </pc:sldChg>
      <pc:sldChg chg="addSp delSp modSp add mod ord">
        <pc:chgData name="Mohan, Poornima Swarna (Cognizant)" userId="36824357-ffbd-40a5-b000-b82d0f7dca89" providerId="ADAL" clId="{BB20CA10-5FC3-4CCD-8518-89B0931CAB48}" dt="2025-12-10T04:47:20.750" v="3237" actId="1076"/>
        <pc:sldMkLst>
          <pc:docMk/>
          <pc:sldMk cId="2185460552" sldId="2147479277"/>
        </pc:sldMkLst>
        <pc:spChg chg="mod">
          <ac:chgData name="Mohan, Poornima Swarna (Cognizant)" userId="36824357-ffbd-40a5-b000-b82d0f7dca89" providerId="ADAL" clId="{BB20CA10-5FC3-4CCD-8518-89B0931CAB48}" dt="2025-12-04T07:11:15.572" v="1840"/>
          <ac:spMkLst>
            <pc:docMk/>
            <pc:sldMk cId="2185460552" sldId="2147479277"/>
            <ac:spMk id="2" creationId="{059A20A2-DED9-CB2C-EC61-D19BE300C28C}"/>
          </ac:spMkLst>
        </pc:spChg>
        <pc:spChg chg="add mod">
          <ac:chgData name="Mohan, Poornima Swarna (Cognizant)" userId="36824357-ffbd-40a5-b000-b82d0f7dca89" providerId="ADAL" clId="{BB20CA10-5FC3-4CCD-8518-89B0931CAB48}" dt="2025-12-04T07:16:00.899" v="1939" actId="1038"/>
          <ac:spMkLst>
            <pc:docMk/>
            <pc:sldMk cId="2185460552" sldId="2147479277"/>
            <ac:spMk id="11" creationId="{77639244-5E4D-A36C-7303-7A21484F3065}"/>
          </ac:spMkLst>
        </pc:spChg>
        <pc:spChg chg="add mod">
          <ac:chgData name="Mohan, Poornima Swarna (Cognizant)" userId="36824357-ffbd-40a5-b000-b82d0f7dca89" providerId="ADAL" clId="{BB20CA10-5FC3-4CCD-8518-89B0931CAB48}" dt="2025-12-04T07:16:00.899" v="1939" actId="1038"/>
          <ac:spMkLst>
            <pc:docMk/>
            <pc:sldMk cId="2185460552" sldId="2147479277"/>
            <ac:spMk id="12" creationId="{2894F036-CC2B-5A27-3E33-B6129513CD83}"/>
          </ac:spMkLst>
        </pc:spChg>
        <pc:spChg chg="add mod">
          <ac:chgData name="Mohan, Poornima Swarna (Cognizant)" userId="36824357-ffbd-40a5-b000-b82d0f7dca89" providerId="ADAL" clId="{BB20CA10-5FC3-4CCD-8518-89B0931CAB48}" dt="2025-12-04T07:16:00.899" v="1939" actId="1038"/>
          <ac:spMkLst>
            <pc:docMk/>
            <pc:sldMk cId="2185460552" sldId="2147479277"/>
            <ac:spMk id="14" creationId="{69B3D451-6913-467E-8A7B-234A559C1350}"/>
          </ac:spMkLst>
        </pc:spChg>
        <pc:spChg chg="add mod">
          <ac:chgData name="Mohan, Poornima Swarna (Cognizant)" userId="36824357-ffbd-40a5-b000-b82d0f7dca89" providerId="ADAL" clId="{BB20CA10-5FC3-4CCD-8518-89B0931CAB48}" dt="2025-12-04T07:16:00.899" v="1939" actId="1038"/>
          <ac:spMkLst>
            <pc:docMk/>
            <pc:sldMk cId="2185460552" sldId="2147479277"/>
            <ac:spMk id="15" creationId="{F8B724E5-7BE0-B727-48CD-1959CFB2AD3D}"/>
          </ac:spMkLst>
        </pc:spChg>
        <pc:spChg chg="add mod">
          <ac:chgData name="Mohan, Poornima Swarna (Cognizant)" userId="36824357-ffbd-40a5-b000-b82d0f7dca89" providerId="ADAL" clId="{BB20CA10-5FC3-4CCD-8518-89B0931CAB48}" dt="2025-12-10T04:47:20.750" v="3237" actId="1076"/>
          <ac:spMkLst>
            <pc:docMk/>
            <pc:sldMk cId="2185460552" sldId="2147479277"/>
            <ac:spMk id="16" creationId="{D1DDA82F-2939-C615-7A0D-D8B6D11B4911}"/>
          </ac:spMkLst>
        </pc:spChg>
        <pc:spChg chg="add mod">
          <ac:chgData name="Mohan, Poornima Swarna (Cognizant)" userId="36824357-ffbd-40a5-b000-b82d0f7dca89" providerId="ADAL" clId="{BB20CA10-5FC3-4CCD-8518-89B0931CAB48}" dt="2025-12-04T07:16:00.899" v="1939" actId="1038"/>
          <ac:spMkLst>
            <pc:docMk/>
            <pc:sldMk cId="2185460552" sldId="2147479277"/>
            <ac:spMk id="17" creationId="{7867C66C-84BC-727A-32AD-7BC41E84D121}"/>
          </ac:spMkLst>
        </pc:spChg>
        <pc:spChg chg="add mod">
          <ac:chgData name="Mohan, Poornima Swarna (Cognizant)" userId="36824357-ffbd-40a5-b000-b82d0f7dca89" providerId="ADAL" clId="{BB20CA10-5FC3-4CCD-8518-89B0931CAB48}" dt="2025-12-04T07:16:00.899" v="1939" actId="1038"/>
          <ac:spMkLst>
            <pc:docMk/>
            <pc:sldMk cId="2185460552" sldId="2147479277"/>
            <ac:spMk id="18" creationId="{42FD75F1-8F5A-990B-0715-176EFE55096E}"/>
          </ac:spMkLst>
        </pc:spChg>
      </pc:sldChg>
      <pc:sldChg chg="addSp delSp modSp add mod">
        <pc:chgData name="Mohan, Poornima Swarna (Cognizant)" userId="36824357-ffbd-40a5-b000-b82d0f7dca89" providerId="ADAL" clId="{BB20CA10-5FC3-4CCD-8518-89B0931CAB48}" dt="2025-12-04T07:16:51.168" v="1948" actId="2711"/>
        <pc:sldMkLst>
          <pc:docMk/>
          <pc:sldMk cId="2187675841" sldId="2147479278"/>
        </pc:sldMkLst>
        <pc:spChg chg="mod">
          <ac:chgData name="Mohan, Poornima Swarna (Cognizant)" userId="36824357-ffbd-40a5-b000-b82d0f7dca89" providerId="ADAL" clId="{BB20CA10-5FC3-4CCD-8518-89B0931CAB48}" dt="2025-12-04T07:16:35.545" v="1944"/>
          <ac:spMkLst>
            <pc:docMk/>
            <pc:sldMk cId="2187675841" sldId="2147479278"/>
            <ac:spMk id="2" creationId="{044F16FB-149F-3FD7-4522-9709B5C8F0CC}"/>
          </ac:spMkLst>
        </pc:spChg>
        <pc:graphicFrameChg chg="add mod">
          <ac:chgData name="Mohan, Poornima Swarna (Cognizant)" userId="36824357-ffbd-40a5-b000-b82d0f7dca89" providerId="ADAL" clId="{BB20CA10-5FC3-4CCD-8518-89B0931CAB48}" dt="2025-12-04T07:16:51.168" v="1948" actId="2711"/>
          <ac:graphicFrameMkLst>
            <pc:docMk/>
            <pc:sldMk cId="2187675841" sldId="2147479278"/>
            <ac:graphicFrameMk id="8" creationId="{B3BBDF85-F5E9-E4D1-A96C-74841E1284B2}"/>
          </ac:graphicFrameMkLst>
        </pc:graphicFrameChg>
      </pc:sldChg>
      <pc:sldChg chg="addSp delSp modSp add mod">
        <pc:chgData name="Mohan, Poornima Swarna (Cognizant)" userId="36824357-ffbd-40a5-b000-b82d0f7dca89" providerId="ADAL" clId="{BB20CA10-5FC3-4CCD-8518-89B0931CAB48}" dt="2025-12-04T07:18:17.142" v="1959" actId="2711"/>
        <pc:sldMkLst>
          <pc:docMk/>
          <pc:sldMk cId="2600882050" sldId="2147479279"/>
        </pc:sldMkLst>
        <pc:spChg chg="mod">
          <ac:chgData name="Mohan, Poornima Swarna (Cognizant)" userId="36824357-ffbd-40a5-b000-b82d0f7dca89" providerId="ADAL" clId="{BB20CA10-5FC3-4CCD-8518-89B0931CAB48}" dt="2025-12-04T07:17:59.584" v="1954"/>
          <ac:spMkLst>
            <pc:docMk/>
            <pc:sldMk cId="2600882050" sldId="2147479279"/>
            <ac:spMk id="2" creationId="{445FB601-CE32-E545-1FCE-81C4F8AAB0A5}"/>
          </ac:spMkLst>
        </pc:spChg>
        <pc:graphicFrameChg chg="add mod">
          <ac:chgData name="Mohan, Poornima Swarna (Cognizant)" userId="36824357-ffbd-40a5-b000-b82d0f7dca89" providerId="ADAL" clId="{BB20CA10-5FC3-4CCD-8518-89B0931CAB48}" dt="2025-12-04T07:18:17.142" v="1959" actId="2711"/>
          <ac:graphicFrameMkLst>
            <pc:docMk/>
            <pc:sldMk cId="2600882050" sldId="2147479279"/>
            <ac:graphicFrameMk id="7" creationId="{E5619479-39DC-1872-1408-7AD328A695C1}"/>
          </ac:graphicFrameMkLst>
        </pc:graphicFrameChg>
      </pc:sldChg>
      <pc:sldChg chg="addSp delSp modSp add mod">
        <pc:chgData name="Mohan, Poornima Swarna (Cognizant)" userId="36824357-ffbd-40a5-b000-b82d0f7dca89" providerId="ADAL" clId="{BB20CA10-5FC3-4CCD-8518-89B0931CAB48}" dt="2025-12-04T07:44:45.857" v="2180" actId="207"/>
        <pc:sldMkLst>
          <pc:docMk/>
          <pc:sldMk cId="4290400177" sldId="2147479280"/>
        </pc:sldMkLst>
        <pc:spChg chg="mod">
          <ac:chgData name="Mohan, Poornima Swarna (Cognizant)" userId="36824357-ffbd-40a5-b000-b82d0f7dca89" providerId="ADAL" clId="{BB20CA10-5FC3-4CCD-8518-89B0931CAB48}" dt="2025-12-04T07:19:29.375" v="1965"/>
          <ac:spMkLst>
            <pc:docMk/>
            <pc:sldMk cId="4290400177" sldId="2147479280"/>
            <ac:spMk id="2" creationId="{2BE90E46-1B6F-DBF6-AD2F-AA13CDBA66C1}"/>
          </ac:spMkLst>
        </pc:spChg>
        <pc:spChg chg="add mod">
          <ac:chgData name="Mohan, Poornima Swarna (Cognizant)" userId="36824357-ffbd-40a5-b000-b82d0f7dca89" providerId="ADAL" clId="{BB20CA10-5FC3-4CCD-8518-89B0931CAB48}" dt="2025-12-04T07:44:45.857" v="2180" actId="207"/>
          <ac:spMkLst>
            <pc:docMk/>
            <pc:sldMk cId="4290400177" sldId="2147479280"/>
            <ac:spMk id="8" creationId="{00CE2DA4-F837-CAE7-241D-D3C373E27FF5}"/>
          </ac:spMkLst>
        </pc:spChg>
      </pc:sldChg>
      <pc:sldChg chg="modSp add mod">
        <pc:chgData name="Mohan, Poornima Swarna (Cognizant)" userId="36824357-ffbd-40a5-b000-b82d0f7dca89" providerId="ADAL" clId="{BB20CA10-5FC3-4CCD-8518-89B0931CAB48}" dt="2025-12-10T04:58:22.008" v="3243" actId="20577"/>
        <pc:sldMkLst>
          <pc:docMk/>
          <pc:sldMk cId="3324256976" sldId="2147479281"/>
        </pc:sldMkLst>
        <pc:spChg chg="mod">
          <ac:chgData name="Mohan, Poornima Swarna (Cognizant)" userId="36824357-ffbd-40a5-b000-b82d0f7dca89" providerId="ADAL" clId="{BB20CA10-5FC3-4CCD-8518-89B0931CAB48}" dt="2025-12-04T07:21:32.064" v="1989"/>
          <ac:spMkLst>
            <pc:docMk/>
            <pc:sldMk cId="3324256976" sldId="2147479281"/>
            <ac:spMk id="2" creationId="{7C6CA740-8AB3-232E-C628-C6A2DB4C29BC}"/>
          </ac:spMkLst>
        </pc:spChg>
        <pc:spChg chg="mod">
          <ac:chgData name="Mohan, Poornima Swarna (Cognizant)" userId="36824357-ffbd-40a5-b000-b82d0f7dca89" providerId="ADAL" clId="{BB20CA10-5FC3-4CCD-8518-89B0931CAB48}" dt="2025-12-10T04:58:22.008" v="3243" actId="20577"/>
          <ac:spMkLst>
            <pc:docMk/>
            <pc:sldMk cId="3324256976" sldId="2147479281"/>
            <ac:spMk id="8" creationId="{D9A9BCA7-08D0-2BEF-27B7-F1D341032B61}"/>
          </ac:spMkLst>
        </pc:spChg>
      </pc:sldChg>
      <pc:sldChg chg="addSp modSp add mod">
        <pc:chgData name="Mohan, Poornima Swarna (Cognizant)" userId="36824357-ffbd-40a5-b000-b82d0f7dca89" providerId="ADAL" clId="{BB20CA10-5FC3-4CCD-8518-89B0931CAB48}" dt="2025-12-10T04:59:30.684" v="3246" actId="732"/>
        <pc:sldMkLst>
          <pc:docMk/>
          <pc:sldMk cId="1285039424" sldId="2147479282"/>
        </pc:sldMkLst>
        <pc:spChg chg="mod">
          <ac:chgData name="Mohan, Poornima Swarna (Cognizant)" userId="36824357-ffbd-40a5-b000-b82d0f7dca89" providerId="ADAL" clId="{BB20CA10-5FC3-4CCD-8518-89B0931CAB48}" dt="2025-12-04T07:22:53.391" v="2016" actId="20577"/>
          <ac:spMkLst>
            <pc:docMk/>
            <pc:sldMk cId="1285039424" sldId="2147479282"/>
            <ac:spMk id="2" creationId="{D7A66337-5D9B-35E5-A417-D67A40B97F1F}"/>
          </ac:spMkLst>
        </pc:spChg>
        <pc:spChg chg="mod">
          <ac:chgData name="Mohan, Poornima Swarna (Cognizant)" userId="36824357-ffbd-40a5-b000-b82d0f7dca89" providerId="ADAL" clId="{BB20CA10-5FC3-4CCD-8518-89B0931CAB48}" dt="2025-12-04T07:43:17.469" v="2143" actId="255"/>
          <ac:spMkLst>
            <pc:docMk/>
            <pc:sldMk cId="1285039424" sldId="2147479282"/>
            <ac:spMk id="8" creationId="{5F87FAC5-ACAB-8999-78D0-0312E929F4CE}"/>
          </ac:spMkLst>
        </pc:spChg>
        <pc:picChg chg="add mod modCrop">
          <ac:chgData name="Mohan, Poornima Swarna (Cognizant)" userId="36824357-ffbd-40a5-b000-b82d0f7dca89" providerId="ADAL" clId="{BB20CA10-5FC3-4CCD-8518-89B0931CAB48}" dt="2025-12-10T04:59:30.684" v="3246" actId="732"/>
          <ac:picMkLst>
            <pc:docMk/>
            <pc:sldMk cId="1285039424" sldId="2147479282"/>
            <ac:picMk id="3" creationId="{8D81ECE6-E005-2230-CF89-ADA5174FE2A2}"/>
          </ac:picMkLst>
        </pc:picChg>
      </pc:sldChg>
      <pc:sldChg chg="addSp delSp modSp add mod ord">
        <pc:chgData name="Mohan, Poornima Swarna (Cognizant)" userId="36824357-ffbd-40a5-b000-b82d0f7dca89" providerId="ADAL" clId="{BB20CA10-5FC3-4CCD-8518-89B0931CAB48}" dt="2025-12-10T05:03:38.412" v="3295" actId="1076"/>
        <pc:sldMkLst>
          <pc:docMk/>
          <pc:sldMk cId="1490546729" sldId="2147479283"/>
        </pc:sldMkLst>
        <pc:spChg chg="mod">
          <ac:chgData name="Mohan, Poornima Swarna (Cognizant)" userId="36824357-ffbd-40a5-b000-b82d0f7dca89" providerId="ADAL" clId="{BB20CA10-5FC3-4CCD-8518-89B0931CAB48}" dt="2025-12-04T07:40:30.325" v="2121" actId="20577"/>
          <ac:spMkLst>
            <pc:docMk/>
            <pc:sldMk cId="1490546729" sldId="2147479283"/>
            <ac:spMk id="2" creationId="{B8AF1AFF-395B-516A-7979-0F1FE3C55333}"/>
          </ac:spMkLst>
        </pc:spChg>
        <pc:spChg chg="add mod">
          <ac:chgData name="Mohan, Poornima Swarna (Cognizant)" userId="36824357-ffbd-40a5-b000-b82d0f7dca89" providerId="ADAL" clId="{BB20CA10-5FC3-4CCD-8518-89B0931CAB48}" dt="2025-12-10T05:03:23.671" v="3289" actId="14100"/>
          <ac:spMkLst>
            <pc:docMk/>
            <pc:sldMk cId="1490546729" sldId="2147479283"/>
            <ac:spMk id="7" creationId="{CE8A22C7-4214-B2E5-9679-5ED0721A471A}"/>
          </ac:spMkLst>
        </pc:spChg>
        <pc:spChg chg="add mod">
          <ac:chgData name="Mohan, Poornima Swarna (Cognizant)" userId="36824357-ffbd-40a5-b000-b82d0f7dca89" providerId="ADAL" clId="{BB20CA10-5FC3-4CCD-8518-89B0931CAB48}" dt="2025-12-10T05:03:38.412" v="3295" actId="1076"/>
          <ac:spMkLst>
            <pc:docMk/>
            <pc:sldMk cId="1490546729" sldId="2147479283"/>
            <ac:spMk id="10" creationId="{28B78BA1-D80C-9F69-CCC6-AD5FBE14B9C7}"/>
          </ac:spMkLst>
        </pc:spChg>
        <pc:spChg chg="add mod">
          <ac:chgData name="Mohan, Poornima Swarna (Cognizant)" userId="36824357-ffbd-40a5-b000-b82d0f7dca89" providerId="ADAL" clId="{BB20CA10-5FC3-4CCD-8518-89B0931CAB48}" dt="2025-12-10T05:03:30.105" v="3292" actId="1076"/>
          <ac:spMkLst>
            <pc:docMk/>
            <pc:sldMk cId="1490546729" sldId="2147479283"/>
            <ac:spMk id="12" creationId="{664F0BCC-700B-DDB0-F673-E1422820C0C8}"/>
          </ac:spMkLst>
        </pc:spChg>
      </pc:sldChg>
      <pc:sldChg chg="addSp delSp modSp add mod">
        <pc:chgData name="Mohan, Poornima Swarna (Cognizant)" userId="36824357-ffbd-40a5-b000-b82d0f7dca89" providerId="ADAL" clId="{BB20CA10-5FC3-4CCD-8518-89B0931CAB48}" dt="2025-12-04T07:44:24.712" v="2176" actId="14100"/>
        <pc:sldMkLst>
          <pc:docMk/>
          <pc:sldMk cId="575662365" sldId="2147479284"/>
        </pc:sldMkLst>
        <pc:spChg chg="mod">
          <ac:chgData name="Mohan, Poornima Swarna (Cognizant)" userId="36824357-ffbd-40a5-b000-b82d0f7dca89" providerId="ADAL" clId="{BB20CA10-5FC3-4CCD-8518-89B0931CAB48}" dt="2025-12-04T07:43:37.950" v="2158" actId="20577"/>
          <ac:spMkLst>
            <pc:docMk/>
            <pc:sldMk cId="575662365" sldId="2147479284"/>
            <ac:spMk id="2" creationId="{B5B25E85-9FA7-FAF3-B368-0B597C8543AB}"/>
          </ac:spMkLst>
        </pc:spChg>
        <pc:spChg chg="add mod">
          <ac:chgData name="Mohan, Poornima Swarna (Cognizant)" userId="36824357-ffbd-40a5-b000-b82d0f7dca89" providerId="ADAL" clId="{BB20CA10-5FC3-4CCD-8518-89B0931CAB48}" dt="2025-12-04T07:44:24.712" v="2176" actId="14100"/>
          <ac:spMkLst>
            <pc:docMk/>
            <pc:sldMk cId="575662365" sldId="2147479284"/>
            <ac:spMk id="8" creationId="{FBE5CFE0-58BF-D7FD-D3DB-423A9F6DB5DE}"/>
          </ac:spMkLst>
        </pc:spChg>
      </pc:sldChg>
      <pc:sldChg chg="modSp add del mod">
        <pc:chgData name="Mohan, Poornima Swarna (Cognizant)" userId="36824357-ffbd-40a5-b000-b82d0f7dca89" providerId="ADAL" clId="{BB20CA10-5FC3-4CCD-8518-89B0931CAB48}" dt="2025-12-12T05:51:57.326" v="3323" actId="47"/>
        <pc:sldMkLst>
          <pc:docMk/>
          <pc:sldMk cId="3361523627" sldId="2147479285"/>
        </pc:sldMkLst>
        <pc:spChg chg="mod">
          <ac:chgData name="Mohan, Poornima Swarna (Cognizant)" userId="36824357-ffbd-40a5-b000-b82d0f7dca89" providerId="ADAL" clId="{BB20CA10-5FC3-4CCD-8518-89B0931CAB48}" dt="2025-12-04T07:45:17.608" v="2192" actId="14100"/>
          <ac:spMkLst>
            <pc:docMk/>
            <pc:sldMk cId="3361523627" sldId="2147479285"/>
            <ac:spMk id="2" creationId="{8C863D35-EA33-73F9-CBD1-FCA075F1EB2B}"/>
          </ac:spMkLst>
        </pc:spChg>
      </pc:sldChg>
      <pc:sldChg chg="addSp delSp modSp add del mod">
        <pc:chgData name="Mohan, Poornima Swarna (Cognizant)" userId="36824357-ffbd-40a5-b000-b82d0f7dca89" providerId="ADAL" clId="{BB20CA10-5FC3-4CCD-8518-89B0931CAB48}" dt="2025-12-12T05:51:57.326" v="3323" actId="47"/>
        <pc:sldMkLst>
          <pc:docMk/>
          <pc:sldMk cId="430673705" sldId="2147479286"/>
        </pc:sldMkLst>
        <pc:spChg chg="mod">
          <ac:chgData name="Mohan, Poornima Swarna (Cognizant)" userId="36824357-ffbd-40a5-b000-b82d0f7dca89" providerId="ADAL" clId="{BB20CA10-5FC3-4CCD-8518-89B0931CAB48}" dt="2025-12-04T07:45:40.918" v="2201" actId="20577"/>
          <ac:spMkLst>
            <pc:docMk/>
            <pc:sldMk cId="430673705" sldId="2147479286"/>
            <ac:spMk id="2" creationId="{C1F5E1AC-0F5D-D440-435B-3C55B9309818}"/>
          </ac:spMkLst>
        </pc:spChg>
        <pc:graphicFrameChg chg="add mod">
          <ac:chgData name="Mohan, Poornima Swarna (Cognizant)" userId="36824357-ffbd-40a5-b000-b82d0f7dca89" providerId="ADAL" clId="{BB20CA10-5FC3-4CCD-8518-89B0931CAB48}" dt="2025-12-04T07:46:01.457" v="2202" actId="1076"/>
          <ac:graphicFrameMkLst>
            <pc:docMk/>
            <pc:sldMk cId="430673705" sldId="2147479286"/>
            <ac:graphicFrameMk id="7" creationId="{C976BCFA-7E3D-6D50-7995-AA9E45297E7E}"/>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3582794441" sldId="2147479287"/>
        </pc:sldMkLst>
        <pc:picChg chg="add mod">
          <ac:chgData name="Mohan, Poornima Swarna (Cognizant)" userId="36824357-ffbd-40a5-b000-b82d0f7dca89" providerId="ADAL" clId="{BB20CA10-5FC3-4CCD-8518-89B0931CAB48}" dt="2025-12-04T07:46:23.118" v="2209" actId="14100"/>
          <ac:picMkLst>
            <pc:docMk/>
            <pc:sldMk cId="3582794441" sldId="2147479287"/>
            <ac:picMk id="3" creationId="{57AD0219-9010-8597-8756-677A9D3A61A8}"/>
          </ac:picMkLst>
        </pc:picChg>
      </pc:sldChg>
      <pc:sldChg chg="addSp delSp modSp add del mod ord">
        <pc:chgData name="Mohan, Poornima Swarna (Cognizant)" userId="36824357-ffbd-40a5-b000-b82d0f7dca89" providerId="ADAL" clId="{BB20CA10-5FC3-4CCD-8518-89B0931CAB48}" dt="2025-12-12T05:51:57.326" v="3323" actId="47"/>
        <pc:sldMkLst>
          <pc:docMk/>
          <pc:sldMk cId="2024162808" sldId="2147479288"/>
        </pc:sldMkLst>
        <pc:spChg chg="mod">
          <ac:chgData name="Mohan, Poornima Swarna (Cognizant)" userId="36824357-ffbd-40a5-b000-b82d0f7dca89" providerId="ADAL" clId="{BB20CA10-5FC3-4CCD-8518-89B0931CAB48}" dt="2025-12-04T07:46:43.882" v="2219"/>
          <ac:spMkLst>
            <pc:docMk/>
            <pc:sldMk cId="2024162808" sldId="2147479288"/>
            <ac:spMk id="2" creationId="{A3C35F25-871F-56A7-F95F-5E5D86D5E116}"/>
          </ac:spMkLst>
        </pc:spChg>
        <pc:spChg chg="add mod">
          <ac:chgData name="Mohan, Poornima Swarna (Cognizant)" userId="36824357-ffbd-40a5-b000-b82d0f7dca89" providerId="ADAL" clId="{BB20CA10-5FC3-4CCD-8518-89B0931CAB48}" dt="2025-12-04T07:47:23.289" v="2224" actId="255"/>
          <ac:spMkLst>
            <pc:docMk/>
            <pc:sldMk cId="2024162808" sldId="2147479288"/>
            <ac:spMk id="12" creationId="{48918922-7DE2-8043-AF01-897BC6867CA1}"/>
          </ac:spMkLst>
        </pc:spChg>
        <pc:spChg chg="add mod">
          <ac:chgData name="Mohan, Poornima Swarna (Cognizant)" userId="36824357-ffbd-40a5-b000-b82d0f7dca89" providerId="ADAL" clId="{BB20CA10-5FC3-4CCD-8518-89B0931CAB48}" dt="2025-12-04T07:47:26.183" v="2225" actId="255"/>
          <ac:spMkLst>
            <pc:docMk/>
            <pc:sldMk cId="2024162808" sldId="2147479288"/>
            <ac:spMk id="13" creationId="{0BB3817A-AD58-56AE-C68A-F70275BFF87D}"/>
          </ac:spMkLst>
        </pc:spChg>
        <pc:spChg chg="add mod">
          <ac:chgData name="Mohan, Poornima Swarna (Cognizant)" userId="36824357-ffbd-40a5-b000-b82d0f7dca89" providerId="ADAL" clId="{BB20CA10-5FC3-4CCD-8518-89B0931CAB48}" dt="2025-12-04T07:47:23.289" v="2224" actId="255"/>
          <ac:spMkLst>
            <pc:docMk/>
            <pc:sldMk cId="2024162808" sldId="2147479288"/>
            <ac:spMk id="14" creationId="{50134A88-BF92-C304-842C-FB843D60F1D3}"/>
          </ac:spMkLst>
        </pc:spChg>
        <pc:spChg chg="add mod">
          <ac:chgData name="Mohan, Poornima Swarna (Cognizant)" userId="36824357-ffbd-40a5-b000-b82d0f7dca89" providerId="ADAL" clId="{BB20CA10-5FC3-4CCD-8518-89B0931CAB48}" dt="2025-12-04T07:47:26.183" v="2225" actId="255"/>
          <ac:spMkLst>
            <pc:docMk/>
            <pc:sldMk cId="2024162808" sldId="2147479288"/>
            <ac:spMk id="15" creationId="{71135A5D-3CD4-AE72-5D4D-EDFEF96486CC}"/>
          </ac:spMkLst>
        </pc:spChg>
        <pc:spChg chg="add mod">
          <ac:chgData name="Mohan, Poornima Swarna (Cognizant)" userId="36824357-ffbd-40a5-b000-b82d0f7dca89" providerId="ADAL" clId="{BB20CA10-5FC3-4CCD-8518-89B0931CAB48}" dt="2025-12-04T07:47:23.289" v="2224" actId="255"/>
          <ac:spMkLst>
            <pc:docMk/>
            <pc:sldMk cId="2024162808" sldId="2147479288"/>
            <ac:spMk id="16" creationId="{FE99EC9B-3B31-F5E3-7374-0E6A2F034B8F}"/>
          </ac:spMkLst>
        </pc:spChg>
        <pc:spChg chg="add mod">
          <ac:chgData name="Mohan, Poornima Swarna (Cognizant)" userId="36824357-ffbd-40a5-b000-b82d0f7dca89" providerId="ADAL" clId="{BB20CA10-5FC3-4CCD-8518-89B0931CAB48}" dt="2025-12-04T07:47:26.183" v="2225" actId="255"/>
          <ac:spMkLst>
            <pc:docMk/>
            <pc:sldMk cId="2024162808" sldId="2147479288"/>
            <ac:spMk id="17" creationId="{CE0B35FA-93B3-8E3D-ADA6-CF5CA3555C4B}"/>
          </ac:spMkLst>
        </pc:spChg>
        <pc:grpChg chg="add mod">
          <ac:chgData name="Mohan, Poornima Swarna (Cognizant)" userId="36824357-ffbd-40a5-b000-b82d0f7dca89" providerId="ADAL" clId="{BB20CA10-5FC3-4CCD-8518-89B0931CAB48}" dt="2025-12-04T07:47:15.463" v="2222"/>
          <ac:grpSpMkLst>
            <pc:docMk/>
            <pc:sldMk cId="2024162808" sldId="2147479288"/>
            <ac:grpSpMk id="9" creationId="{8969B6A5-E841-C3E0-F4ED-DA38916B96A3}"/>
          </ac:grpSpMkLst>
        </pc:grpChg>
        <pc:grpChg chg="add mod">
          <ac:chgData name="Mohan, Poornima Swarna (Cognizant)" userId="36824357-ffbd-40a5-b000-b82d0f7dca89" providerId="ADAL" clId="{BB20CA10-5FC3-4CCD-8518-89B0931CAB48}" dt="2025-12-04T07:47:15.463" v="2222"/>
          <ac:grpSpMkLst>
            <pc:docMk/>
            <pc:sldMk cId="2024162808" sldId="2147479288"/>
            <ac:grpSpMk id="10" creationId="{BC416D3F-F536-ADD9-676A-5BB5CBCF07A8}"/>
          </ac:grpSpMkLst>
        </pc:grpChg>
        <pc:grpChg chg="add mod">
          <ac:chgData name="Mohan, Poornima Swarna (Cognizant)" userId="36824357-ffbd-40a5-b000-b82d0f7dca89" providerId="ADAL" clId="{BB20CA10-5FC3-4CCD-8518-89B0931CAB48}" dt="2025-12-04T07:47:15.463" v="2222"/>
          <ac:grpSpMkLst>
            <pc:docMk/>
            <pc:sldMk cId="2024162808" sldId="2147479288"/>
            <ac:grpSpMk id="11" creationId="{5618A08B-D06B-DB59-F5D1-FA554CF86B86}"/>
          </ac:grpSpMkLst>
        </pc:grpChg>
      </pc:sldChg>
      <pc:sldChg chg="addSp delSp modSp add del mod">
        <pc:chgData name="Mohan, Poornima Swarna (Cognizant)" userId="36824357-ffbd-40a5-b000-b82d0f7dca89" providerId="ADAL" clId="{BB20CA10-5FC3-4CCD-8518-89B0931CAB48}" dt="2025-12-12T05:51:57.326" v="3323" actId="47"/>
        <pc:sldMkLst>
          <pc:docMk/>
          <pc:sldMk cId="125844837" sldId="2147479289"/>
        </pc:sldMkLst>
        <pc:spChg chg="mod">
          <ac:chgData name="Mohan, Poornima Swarna (Cognizant)" userId="36824357-ffbd-40a5-b000-b82d0f7dca89" providerId="ADAL" clId="{BB20CA10-5FC3-4CCD-8518-89B0931CAB48}" dt="2025-12-04T10:41:32.153" v="2250" actId="20577"/>
          <ac:spMkLst>
            <pc:docMk/>
            <pc:sldMk cId="125844837" sldId="2147479289"/>
            <ac:spMk id="2" creationId="{8CAC215E-3B08-90FD-F6B0-5127B71D1549}"/>
          </ac:spMkLst>
        </pc:spChg>
        <pc:graphicFrameChg chg="add mod modGraphic">
          <ac:chgData name="Mohan, Poornima Swarna (Cognizant)" userId="36824357-ffbd-40a5-b000-b82d0f7dca89" providerId="ADAL" clId="{BB20CA10-5FC3-4CCD-8518-89B0931CAB48}" dt="2025-12-10T05:08:11.681" v="3296" actId="20577"/>
          <ac:graphicFrameMkLst>
            <pc:docMk/>
            <pc:sldMk cId="125844837" sldId="2147479289"/>
            <ac:graphicFrameMk id="3" creationId="{791A586F-E158-D4AC-3BEE-2081EAFEBB48}"/>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3269804628" sldId="2147479290"/>
        </pc:sldMkLst>
        <pc:spChg chg="mod">
          <ac:chgData name="Mohan, Poornima Swarna (Cognizant)" userId="36824357-ffbd-40a5-b000-b82d0f7dca89" providerId="ADAL" clId="{BB20CA10-5FC3-4CCD-8518-89B0931CAB48}" dt="2025-12-04T10:44:33.892" v="2276" actId="20577"/>
          <ac:spMkLst>
            <pc:docMk/>
            <pc:sldMk cId="3269804628" sldId="2147479290"/>
            <ac:spMk id="2" creationId="{E83AC136-14F8-7B72-5283-0EB8B1CE4754}"/>
          </ac:spMkLst>
        </pc:spChg>
        <pc:graphicFrameChg chg="add mod modGraphic">
          <ac:chgData name="Mohan, Poornima Swarna (Cognizant)" userId="36824357-ffbd-40a5-b000-b82d0f7dca89" providerId="ADAL" clId="{BB20CA10-5FC3-4CCD-8518-89B0931CAB48}" dt="2025-12-05T06:11:01.337" v="2292" actId="20577"/>
          <ac:graphicFrameMkLst>
            <pc:docMk/>
            <pc:sldMk cId="3269804628" sldId="2147479290"/>
            <ac:graphicFrameMk id="8" creationId="{72A07F3C-F7CE-848A-F95E-9F7334FA1B0F}"/>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3668033032" sldId="2147479291"/>
        </pc:sldMkLst>
        <pc:spChg chg="mod">
          <ac:chgData name="Mohan, Poornima Swarna (Cognizant)" userId="36824357-ffbd-40a5-b000-b82d0f7dca89" providerId="ADAL" clId="{BB20CA10-5FC3-4CCD-8518-89B0931CAB48}" dt="2025-12-05T06:11:39.718" v="2304" actId="20577"/>
          <ac:spMkLst>
            <pc:docMk/>
            <pc:sldMk cId="3668033032" sldId="2147479291"/>
            <ac:spMk id="2" creationId="{03CF35CF-2399-053A-E2B4-261D2BD02AE0}"/>
          </ac:spMkLst>
        </pc:spChg>
        <pc:spChg chg="add mod">
          <ac:chgData name="Mohan, Poornima Swarna (Cognizant)" userId="36824357-ffbd-40a5-b000-b82d0f7dca89" providerId="ADAL" clId="{BB20CA10-5FC3-4CCD-8518-89B0931CAB48}" dt="2025-12-05T06:12:10.583" v="2307" actId="207"/>
          <ac:spMkLst>
            <pc:docMk/>
            <pc:sldMk cId="3668033032" sldId="2147479291"/>
            <ac:spMk id="7" creationId="{E90141F5-A845-87D2-2E34-3AFB868EBC52}"/>
          </ac:spMkLst>
        </pc:spChg>
      </pc:sldChg>
      <pc:sldChg chg="addSp delSp modSp add del mod">
        <pc:chgData name="Mohan, Poornima Swarna (Cognizant)" userId="36824357-ffbd-40a5-b000-b82d0f7dca89" providerId="ADAL" clId="{BB20CA10-5FC3-4CCD-8518-89B0931CAB48}" dt="2025-12-12T05:51:57.326" v="3323" actId="47"/>
        <pc:sldMkLst>
          <pc:docMk/>
          <pc:sldMk cId="1708866191" sldId="2147479292"/>
        </pc:sldMkLst>
        <pc:spChg chg="mod">
          <ac:chgData name="Mohan, Poornima Swarna (Cognizant)" userId="36824357-ffbd-40a5-b000-b82d0f7dca89" providerId="ADAL" clId="{BB20CA10-5FC3-4CCD-8518-89B0931CAB48}" dt="2025-12-05T06:12:41.269" v="2317" actId="20577"/>
          <ac:spMkLst>
            <pc:docMk/>
            <pc:sldMk cId="1708866191" sldId="2147479292"/>
            <ac:spMk id="2" creationId="{C190953D-6D8D-4CB6-80E5-7A5E5678E883}"/>
          </ac:spMkLst>
        </pc:spChg>
        <pc:graphicFrameChg chg="add mod modGraphic">
          <ac:chgData name="Mohan, Poornima Swarna (Cognizant)" userId="36824357-ffbd-40a5-b000-b82d0f7dca89" providerId="ADAL" clId="{BB20CA10-5FC3-4CCD-8518-89B0931CAB48}" dt="2025-12-05T06:17:46.316" v="2383" actId="207"/>
          <ac:graphicFrameMkLst>
            <pc:docMk/>
            <pc:sldMk cId="1708866191" sldId="2147479292"/>
            <ac:graphicFrameMk id="9" creationId="{0B9BBCE0-5D17-1E2F-7780-E046C9711B61}"/>
          </ac:graphicFrameMkLst>
        </pc:graphicFrameChg>
      </pc:sldChg>
      <pc:sldChg chg="addSp delSp modSp add del mod ord">
        <pc:chgData name="Mohan, Poornima Swarna (Cognizant)" userId="36824357-ffbd-40a5-b000-b82d0f7dca89" providerId="ADAL" clId="{BB20CA10-5FC3-4CCD-8518-89B0931CAB48}" dt="2025-12-12T05:51:57.326" v="3323" actId="47"/>
        <pc:sldMkLst>
          <pc:docMk/>
          <pc:sldMk cId="3438875129" sldId="2147479293"/>
        </pc:sldMkLst>
        <pc:spChg chg="mod">
          <ac:chgData name="Mohan, Poornima Swarna (Cognizant)" userId="36824357-ffbd-40a5-b000-b82d0f7dca89" providerId="ADAL" clId="{BB20CA10-5FC3-4CCD-8518-89B0931CAB48}" dt="2025-12-05T06:16:10.096" v="2356" actId="20577"/>
          <ac:spMkLst>
            <pc:docMk/>
            <pc:sldMk cId="3438875129" sldId="2147479293"/>
            <ac:spMk id="2" creationId="{D92F9966-C4F1-E19E-4C52-C4862AFB3EAE}"/>
          </ac:spMkLst>
        </pc:spChg>
        <pc:spChg chg="add mod">
          <ac:chgData name="Mohan, Poornima Swarna (Cognizant)" userId="36824357-ffbd-40a5-b000-b82d0f7dca89" providerId="ADAL" clId="{BB20CA10-5FC3-4CCD-8518-89B0931CAB48}" dt="2025-12-05T06:33:44.919" v="2423" actId="14100"/>
          <ac:spMkLst>
            <pc:docMk/>
            <pc:sldMk cId="3438875129" sldId="2147479293"/>
            <ac:spMk id="9" creationId="{B5081D96-9E2D-4ADF-34A3-41DC86FDE396}"/>
          </ac:spMkLst>
        </pc:spChg>
        <pc:spChg chg="add mod">
          <ac:chgData name="Mohan, Poornima Swarna (Cognizant)" userId="36824357-ffbd-40a5-b000-b82d0f7dca89" providerId="ADAL" clId="{BB20CA10-5FC3-4CCD-8518-89B0931CAB48}" dt="2025-12-05T06:18:32.664" v="2391" actId="20577"/>
          <ac:spMkLst>
            <pc:docMk/>
            <pc:sldMk cId="3438875129" sldId="2147479293"/>
            <ac:spMk id="10" creationId="{54D456E2-20D4-5E8A-3412-5A9EDD1E7DC9}"/>
          </ac:spMkLst>
        </pc:spChg>
      </pc:sldChg>
      <pc:sldChg chg="addSp delSp modSp add del mod ord">
        <pc:chgData name="Mohan, Poornima Swarna (Cognizant)" userId="36824357-ffbd-40a5-b000-b82d0f7dca89" providerId="ADAL" clId="{BB20CA10-5FC3-4CCD-8518-89B0931CAB48}" dt="2025-12-12T05:51:57.326" v="3323" actId="47"/>
        <pc:sldMkLst>
          <pc:docMk/>
          <pc:sldMk cId="3873153392" sldId="2147479294"/>
        </pc:sldMkLst>
        <pc:spChg chg="mod">
          <ac:chgData name="Mohan, Poornima Swarna (Cognizant)" userId="36824357-ffbd-40a5-b000-b82d0f7dca89" providerId="ADAL" clId="{BB20CA10-5FC3-4CCD-8518-89B0931CAB48}" dt="2025-12-05T06:33:32.112" v="2421" actId="20577"/>
          <ac:spMkLst>
            <pc:docMk/>
            <pc:sldMk cId="3873153392" sldId="2147479294"/>
            <ac:spMk id="2" creationId="{BD932F7C-96E1-0E0F-3DE0-ADCDFDF7E919}"/>
          </ac:spMkLst>
        </pc:spChg>
        <pc:graphicFrameChg chg="add mod">
          <ac:chgData name="Mohan, Poornima Swarna (Cognizant)" userId="36824357-ffbd-40a5-b000-b82d0f7dca89" providerId="ADAL" clId="{BB20CA10-5FC3-4CCD-8518-89B0931CAB48}" dt="2025-12-05T06:33:18.879" v="2404" actId="2711"/>
          <ac:graphicFrameMkLst>
            <pc:docMk/>
            <pc:sldMk cId="3873153392" sldId="2147479294"/>
            <ac:graphicFrameMk id="8" creationId="{A112990C-590B-ECDC-ECF9-1278CACC7F36}"/>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2740565967" sldId="2147479295"/>
        </pc:sldMkLst>
        <pc:spChg chg="mod">
          <ac:chgData name="Mohan, Poornima Swarna (Cognizant)" userId="36824357-ffbd-40a5-b000-b82d0f7dca89" providerId="ADAL" clId="{BB20CA10-5FC3-4CCD-8518-89B0931CAB48}" dt="2025-12-08T06:40:23.421" v="2425"/>
          <ac:spMkLst>
            <pc:docMk/>
            <pc:sldMk cId="2740565967" sldId="2147479295"/>
            <ac:spMk id="2" creationId="{9AE0D662-ED1D-57C1-E1B4-82E34FCEEA5E}"/>
          </ac:spMkLst>
        </pc:spChg>
        <pc:graphicFrameChg chg="add mod modGraphic">
          <ac:chgData name="Mohan, Poornima Swarna (Cognizant)" userId="36824357-ffbd-40a5-b000-b82d0f7dca89" providerId="ADAL" clId="{BB20CA10-5FC3-4CCD-8518-89B0931CAB48}" dt="2025-12-08T07:19:45.862" v="2775" actId="20577"/>
          <ac:graphicFrameMkLst>
            <pc:docMk/>
            <pc:sldMk cId="2740565967" sldId="2147479295"/>
            <ac:graphicFrameMk id="9" creationId="{19A82677-0D2A-483F-2FAB-4E65FAB99DA1}"/>
          </ac:graphicFrameMkLst>
        </pc:graphicFrameChg>
      </pc:sldChg>
      <pc:sldChg chg="addSp delSp modSp new del mod">
        <pc:chgData name="Mohan, Poornima Swarna (Cognizant)" userId="36824357-ffbd-40a5-b000-b82d0f7dca89" providerId="ADAL" clId="{BB20CA10-5FC3-4CCD-8518-89B0931CAB48}" dt="2025-12-12T05:51:57.326" v="3323" actId="47"/>
        <pc:sldMkLst>
          <pc:docMk/>
          <pc:sldMk cId="739233294" sldId="2147479296"/>
        </pc:sldMkLst>
        <pc:spChg chg="mod">
          <ac:chgData name="Mohan, Poornima Swarna (Cognizant)" userId="36824357-ffbd-40a5-b000-b82d0f7dca89" providerId="ADAL" clId="{BB20CA10-5FC3-4CCD-8518-89B0931CAB48}" dt="2025-12-08T06:44:10.520" v="2452" actId="20577"/>
          <ac:spMkLst>
            <pc:docMk/>
            <pc:sldMk cId="739233294" sldId="2147479296"/>
            <ac:spMk id="2" creationId="{F60CB761-F919-4347-357C-434D6905DB92}"/>
          </ac:spMkLst>
        </pc:spChg>
        <pc:spChg chg="add mod">
          <ac:chgData name="Mohan, Poornima Swarna (Cognizant)" userId="36824357-ffbd-40a5-b000-b82d0f7dca89" providerId="ADAL" clId="{BB20CA10-5FC3-4CCD-8518-89B0931CAB48}" dt="2025-12-08T06:44:23.412" v="2455" actId="6549"/>
          <ac:spMkLst>
            <pc:docMk/>
            <pc:sldMk cId="739233294" sldId="2147479296"/>
            <ac:spMk id="6" creationId="{89F67194-B5B7-D865-6D3A-88F828B5E408}"/>
          </ac:spMkLst>
        </pc:spChg>
      </pc:sldChg>
      <pc:sldChg chg="addSp delSp modSp add del mod">
        <pc:chgData name="Mohan, Poornima Swarna (Cognizant)" userId="36824357-ffbd-40a5-b000-b82d0f7dca89" providerId="ADAL" clId="{BB20CA10-5FC3-4CCD-8518-89B0931CAB48}" dt="2025-12-12T05:51:57.326" v="3323" actId="47"/>
        <pc:sldMkLst>
          <pc:docMk/>
          <pc:sldMk cId="3206764885" sldId="2147479297"/>
        </pc:sldMkLst>
        <pc:spChg chg="mod">
          <ac:chgData name="Mohan, Poornima Swarna (Cognizant)" userId="36824357-ffbd-40a5-b000-b82d0f7dca89" providerId="ADAL" clId="{BB20CA10-5FC3-4CCD-8518-89B0931CAB48}" dt="2025-12-08T06:46:17.836" v="2502" actId="20577"/>
          <ac:spMkLst>
            <pc:docMk/>
            <pc:sldMk cId="3206764885" sldId="2147479297"/>
            <ac:spMk id="2" creationId="{0CA37623-F9A8-E29C-F022-53B9EDF70243}"/>
          </ac:spMkLst>
        </pc:spChg>
        <pc:picChg chg="add mod">
          <ac:chgData name="Mohan, Poornima Swarna (Cognizant)" userId="36824357-ffbd-40a5-b000-b82d0f7dca89" providerId="ADAL" clId="{BB20CA10-5FC3-4CCD-8518-89B0931CAB48}" dt="2025-12-08T06:46:01.693" v="2464" actId="14100"/>
          <ac:picMkLst>
            <pc:docMk/>
            <pc:sldMk cId="3206764885" sldId="2147479297"/>
            <ac:picMk id="8" creationId="{6BB0080D-189A-9911-1F8B-75EE015EB7E1}"/>
          </ac:picMkLst>
        </pc:picChg>
      </pc:sldChg>
      <pc:sldChg chg="addSp delSp modSp add del mod">
        <pc:chgData name="Mohan, Poornima Swarna (Cognizant)" userId="36824357-ffbd-40a5-b000-b82d0f7dca89" providerId="ADAL" clId="{BB20CA10-5FC3-4CCD-8518-89B0931CAB48}" dt="2025-12-12T05:51:57.326" v="3323" actId="47"/>
        <pc:sldMkLst>
          <pc:docMk/>
          <pc:sldMk cId="1828737" sldId="2147479298"/>
        </pc:sldMkLst>
        <pc:spChg chg="mod">
          <ac:chgData name="Mohan, Poornima Swarna (Cognizant)" userId="36824357-ffbd-40a5-b000-b82d0f7dca89" providerId="ADAL" clId="{BB20CA10-5FC3-4CCD-8518-89B0931CAB48}" dt="2025-12-08T06:46:41.889" v="2524" actId="20577"/>
          <ac:spMkLst>
            <pc:docMk/>
            <pc:sldMk cId="1828737" sldId="2147479298"/>
            <ac:spMk id="2" creationId="{82E3FC31-CA3C-6B36-DC0A-8CCB427AEBA4}"/>
          </ac:spMkLst>
        </pc:spChg>
        <pc:picChg chg="add mod">
          <ac:chgData name="Mohan, Poornima Swarna (Cognizant)" userId="36824357-ffbd-40a5-b000-b82d0f7dca89" providerId="ADAL" clId="{BB20CA10-5FC3-4CCD-8518-89B0931CAB48}" dt="2025-12-08T06:46:32.729" v="2505" actId="1076"/>
          <ac:picMkLst>
            <pc:docMk/>
            <pc:sldMk cId="1828737" sldId="2147479298"/>
            <ac:picMk id="8" creationId="{E3EA2A17-8CF6-4B15-E141-EEABCA307873}"/>
          </ac:picMkLst>
        </pc:picChg>
      </pc:sldChg>
      <pc:sldChg chg="addSp delSp modSp new del mod ord">
        <pc:chgData name="Mohan, Poornima Swarna (Cognizant)" userId="36824357-ffbd-40a5-b000-b82d0f7dca89" providerId="ADAL" clId="{BB20CA10-5FC3-4CCD-8518-89B0931CAB48}" dt="2025-12-12T05:51:57.326" v="3323" actId="47"/>
        <pc:sldMkLst>
          <pc:docMk/>
          <pc:sldMk cId="4171793148" sldId="2147479299"/>
        </pc:sldMkLst>
        <pc:spChg chg="mod">
          <ac:chgData name="Mohan, Poornima Swarna (Cognizant)" userId="36824357-ffbd-40a5-b000-b82d0f7dca89" providerId="ADAL" clId="{BB20CA10-5FC3-4CCD-8518-89B0931CAB48}" dt="2025-12-08T06:54:32.066" v="2565" actId="6549"/>
          <ac:spMkLst>
            <pc:docMk/>
            <pc:sldMk cId="4171793148" sldId="2147479299"/>
            <ac:spMk id="2" creationId="{0AB98867-87A8-457B-3FEB-9CA8773D6807}"/>
          </ac:spMkLst>
        </pc:spChg>
        <pc:graphicFrameChg chg="add mod">
          <ac:chgData name="Mohan, Poornima Swarna (Cognizant)" userId="36824357-ffbd-40a5-b000-b82d0f7dca89" providerId="ADAL" clId="{BB20CA10-5FC3-4CCD-8518-89B0931CAB48}" dt="2025-12-08T07:03:00.402" v="2585" actId="255"/>
          <ac:graphicFrameMkLst>
            <pc:docMk/>
            <pc:sldMk cId="4171793148" sldId="2147479299"/>
            <ac:graphicFrameMk id="7" creationId="{65EAD113-2335-BE2E-F86A-3373D2550532}"/>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801075277" sldId="2147479300"/>
        </pc:sldMkLst>
        <pc:spChg chg="mod">
          <ac:chgData name="Mohan, Poornima Swarna (Cognizant)" userId="36824357-ffbd-40a5-b000-b82d0f7dca89" providerId="ADAL" clId="{BB20CA10-5FC3-4CCD-8518-89B0931CAB48}" dt="2025-12-08T06:53:00.166" v="2555" actId="20577"/>
          <ac:spMkLst>
            <pc:docMk/>
            <pc:sldMk cId="801075277" sldId="2147479300"/>
            <ac:spMk id="2" creationId="{C590E8AC-BFCD-D064-07BA-322E302A1F35}"/>
          </ac:spMkLst>
        </pc:spChg>
        <pc:graphicFrameChg chg="add mod modGraphic">
          <ac:chgData name="Mohan, Poornima Swarna (Cognizant)" userId="36824357-ffbd-40a5-b000-b82d0f7dca89" providerId="ADAL" clId="{BB20CA10-5FC3-4CCD-8518-89B0931CAB48}" dt="2025-12-08T06:53:30.656" v="2562" actId="14100"/>
          <ac:graphicFrameMkLst>
            <pc:docMk/>
            <pc:sldMk cId="801075277" sldId="2147479300"/>
            <ac:graphicFrameMk id="3" creationId="{235C83DE-E6FC-1A3D-FB36-54FFD4C4F3CE}"/>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1655714509" sldId="2147479301"/>
        </pc:sldMkLst>
        <pc:spChg chg="mod">
          <ac:chgData name="Mohan, Poornima Swarna (Cognizant)" userId="36824357-ffbd-40a5-b000-b82d0f7dca89" providerId="ADAL" clId="{BB20CA10-5FC3-4CCD-8518-89B0931CAB48}" dt="2025-12-08T07:03:31.517" v="2604" actId="20577"/>
          <ac:spMkLst>
            <pc:docMk/>
            <pc:sldMk cId="1655714509" sldId="2147479301"/>
            <ac:spMk id="2" creationId="{02E8B6F1-FB58-AA34-7AFC-9D427226F8DC}"/>
          </ac:spMkLst>
        </pc:spChg>
        <pc:graphicFrameChg chg="add mod">
          <ac:chgData name="Mohan, Poornima Swarna (Cognizant)" userId="36824357-ffbd-40a5-b000-b82d0f7dca89" providerId="ADAL" clId="{BB20CA10-5FC3-4CCD-8518-89B0931CAB48}" dt="2025-12-08T07:06:34.892" v="2627" actId="207"/>
          <ac:graphicFrameMkLst>
            <pc:docMk/>
            <pc:sldMk cId="1655714509" sldId="2147479301"/>
            <ac:graphicFrameMk id="3" creationId="{241FFEE8-CF1B-CD7E-7314-948BBE188A11}"/>
          </ac:graphicFrameMkLst>
        </pc:graphicFrameChg>
      </pc:sldChg>
      <pc:sldChg chg="addSp delSp modSp add del mod ord">
        <pc:chgData name="Mohan, Poornima Swarna (Cognizant)" userId="36824357-ffbd-40a5-b000-b82d0f7dca89" providerId="ADAL" clId="{BB20CA10-5FC3-4CCD-8518-89B0931CAB48}" dt="2025-12-12T05:51:57.326" v="3323" actId="47"/>
        <pc:sldMkLst>
          <pc:docMk/>
          <pc:sldMk cId="3001949925" sldId="2147479302"/>
        </pc:sldMkLst>
        <pc:spChg chg="mod">
          <ac:chgData name="Mohan, Poornima Swarna (Cognizant)" userId="36824357-ffbd-40a5-b000-b82d0f7dca89" providerId="ADAL" clId="{BB20CA10-5FC3-4CCD-8518-89B0931CAB48}" dt="2025-12-08T07:03:37.834" v="2605" actId="6549"/>
          <ac:spMkLst>
            <pc:docMk/>
            <pc:sldMk cId="3001949925" sldId="2147479302"/>
            <ac:spMk id="2" creationId="{77D2D85A-75BD-8D1E-96D4-64332237C943}"/>
          </ac:spMkLst>
        </pc:spChg>
        <pc:graphicFrameChg chg="add mod">
          <ac:chgData name="Mohan, Poornima Swarna (Cognizant)" userId="36824357-ffbd-40a5-b000-b82d0f7dca89" providerId="ADAL" clId="{BB20CA10-5FC3-4CCD-8518-89B0931CAB48}" dt="2025-12-08T07:06:02.378" v="2623" actId="207"/>
          <ac:graphicFrameMkLst>
            <pc:docMk/>
            <pc:sldMk cId="3001949925" sldId="2147479302"/>
            <ac:graphicFrameMk id="9" creationId="{648CEB80-7E37-A0AB-66F1-35375A7CC714}"/>
          </ac:graphicFrameMkLst>
        </pc:graphicFrameChg>
      </pc:sldChg>
      <pc:sldChg chg="add del">
        <pc:chgData name="Mohan, Poornima Swarna (Cognizant)" userId="36824357-ffbd-40a5-b000-b82d0f7dca89" providerId="ADAL" clId="{BB20CA10-5FC3-4CCD-8518-89B0931CAB48}" dt="2025-12-08T06:54:42.652" v="2570"/>
        <pc:sldMkLst>
          <pc:docMk/>
          <pc:sldMk cId="380808694" sldId="2147479303"/>
        </pc:sldMkLst>
      </pc:sldChg>
      <pc:sldChg chg="addSp delSp modSp new del mod ord">
        <pc:chgData name="Mohan, Poornima Swarna (Cognizant)" userId="36824357-ffbd-40a5-b000-b82d0f7dca89" providerId="ADAL" clId="{BB20CA10-5FC3-4CCD-8518-89B0931CAB48}" dt="2025-12-12T05:51:57.326" v="3323" actId="47"/>
        <pc:sldMkLst>
          <pc:docMk/>
          <pc:sldMk cId="4013683809" sldId="2147479303"/>
        </pc:sldMkLst>
        <pc:spChg chg="mod">
          <ac:chgData name="Mohan, Poornima Swarna (Cognizant)" userId="36824357-ffbd-40a5-b000-b82d0f7dca89" providerId="ADAL" clId="{BB20CA10-5FC3-4CCD-8518-89B0931CAB48}" dt="2025-12-08T07:07:22.764" v="2651" actId="20577"/>
          <ac:spMkLst>
            <pc:docMk/>
            <pc:sldMk cId="4013683809" sldId="2147479303"/>
            <ac:spMk id="2" creationId="{63912942-8EDF-B87C-6EAD-FFC97E853841}"/>
          </ac:spMkLst>
        </pc:spChg>
        <pc:spChg chg="add mod">
          <ac:chgData name="Mohan, Poornima Swarna (Cognizant)" userId="36824357-ffbd-40a5-b000-b82d0f7dca89" providerId="ADAL" clId="{BB20CA10-5FC3-4CCD-8518-89B0931CAB48}" dt="2025-12-08T07:13:29.597" v="2726" actId="1076"/>
          <ac:spMkLst>
            <pc:docMk/>
            <pc:sldMk cId="4013683809" sldId="2147479303"/>
            <ac:spMk id="6" creationId="{2F75A129-F784-A51A-3DC8-9795FAC8BB84}"/>
          </ac:spMkLst>
        </pc:spChg>
      </pc:sldChg>
      <pc:sldChg chg="addSp delSp modSp new del mod">
        <pc:chgData name="Mohan, Poornima Swarna (Cognizant)" userId="36824357-ffbd-40a5-b000-b82d0f7dca89" providerId="ADAL" clId="{BB20CA10-5FC3-4CCD-8518-89B0931CAB48}" dt="2025-12-12T05:51:57.326" v="3323" actId="47"/>
        <pc:sldMkLst>
          <pc:docMk/>
          <pc:sldMk cId="2112454083" sldId="2147479304"/>
        </pc:sldMkLst>
        <pc:spChg chg="mod">
          <ac:chgData name="Mohan, Poornima Swarna (Cognizant)" userId="36824357-ffbd-40a5-b000-b82d0f7dca89" providerId="ADAL" clId="{BB20CA10-5FC3-4CCD-8518-89B0931CAB48}" dt="2025-12-08T07:07:42.252" v="2681" actId="20577"/>
          <ac:spMkLst>
            <pc:docMk/>
            <pc:sldMk cId="2112454083" sldId="2147479304"/>
            <ac:spMk id="2" creationId="{9202AB28-F75D-7652-628D-76C7770018DA}"/>
          </ac:spMkLst>
        </pc:spChg>
        <pc:spChg chg="add mod">
          <ac:chgData name="Mohan, Poornima Swarna (Cognizant)" userId="36824357-ffbd-40a5-b000-b82d0f7dca89" providerId="ADAL" clId="{BB20CA10-5FC3-4CCD-8518-89B0931CAB48}" dt="2025-12-08T07:08:29.316" v="2696" actId="5793"/>
          <ac:spMkLst>
            <pc:docMk/>
            <pc:sldMk cId="2112454083" sldId="2147479304"/>
            <ac:spMk id="6" creationId="{669533C3-56AF-DF93-D9A0-B3EE4460819A}"/>
          </ac:spMkLst>
        </pc:spChg>
      </pc:sldChg>
      <pc:sldChg chg="addSp delSp modSp new del mod">
        <pc:chgData name="Mohan, Poornima Swarna (Cognizant)" userId="36824357-ffbd-40a5-b000-b82d0f7dca89" providerId="ADAL" clId="{BB20CA10-5FC3-4CCD-8518-89B0931CAB48}" dt="2025-12-12T05:51:57.326" v="3323" actId="47"/>
        <pc:sldMkLst>
          <pc:docMk/>
          <pc:sldMk cId="705822494" sldId="2147479305"/>
        </pc:sldMkLst>
        <pc:spChg chg="mod">
          <ac:chgData name="Mohan, Poornima Swarna (Cognizant)" userId="36824357-ffbd-40a5-b000-b82d0f7dca89" providerId="ADAL" clId="{BB20CA10-5FC3-4CCD-8518-89B0931CAB48}" dt="2025-12-08T07:13:51.756" v="2736" actId="20577"/>
          <ac:spMkLst>
            <pc:docMk/>
            <pc:sldMk cId="705822494" sldId="2147479305"/>
            <ac:spMk id="2" creationId="{E51AC60A-C272-A612-4549-CE2D56CBCEA0}"/>
          </ac:spMkLst>
        </pc:spChg>
        <pc:spChg chg="add mod">
          <ac:chgData name="Mohan, Poornima Swarna (Cognizant)" userId="36824357-ffbd-40a5-b000-b82d0f7dca89" providerId="ADAL" clId="{BB20CA10-5FC3-4CCD-8518-89B0931CAB48}" dt="2025-12-08T07:12:14.928" v="2721" actId="1076"/>
          <ac:spMkLst>
            <pc:docMk/>
            <pc:sldMk cId="705822494" sldId="2147479305"/>
            <ac:spMk id="6" creationId="{780BBE8E-E071-D956-941F-0D96BAB929E8}"/>
          </ac:spMkLst>
        </pc:spChg>
        <pc:spChg chg="add mod">
          <ac:chgData name="Mohan, Poornima Swarna (Cognizant)" userId="36824357-ffbd-40a5-b000-b82d0f7dca89" providerId="ADAL" clId="{BB20CA10-5FC3-4CCD-8518-89B0931CAB48}" dt="2025-12-08T07:12:23.621" v="2723" actId="1076"/>
          <ac:spMkLst>
            <pc:docMk/>
            <pc:sldMk cId="705822494" sldId="2147479305"/>
            <ac:spMk id="7" creationId="{3C12A345-9027-3913-1F5D-F08E1F487D6E}"/>
          </ac:spMkLst>
        </pc:spChg>
      </pc:sldChg>
      <pc:sldChg chg="addSp delSp modSp add del mod">
        <pc:chgData name="Mohan, Poornima Swarna (Cognizant)" userId="36824357-ffbd-40a5-b000-b82d0f7dca89" providerId="ADAL" clId="{BB20CA10-5FC3-4CCD-8518-89B0931CAB48}" dt="2025-12-12T05:51:57.326" v="3323" actId="47"/>
        <pc:sldMkLst>
          <pc:docMk/>
          <pc:sldMk cId="3674838476" sldId="2147479306"/>
        </pc:sldMkLst>
        <pc:spChg chg="add mod">
          <ac:chgData name="Mohan, Poornima Swarna (Cognizant)" userId="36824357-ffbd-40a5-b000-b82d0f7dca89" providerId="ADAL" clId="{BB20CA10-5FC3-4CCD-8518-89B0931CAB48}" dt="2025-12-08T07:14:28.301" v="2741" actId="12"/>
          <ac:spMkLst>
            <pc:docMk/>
            <pc:sldMk cId="3674838476" sldId="2147479306"/>
            <ac:spMk id="3" creationId="{CD9558A2-E6FE-CA01-63CE-B9E9902A075F}"/>
          </ac:spMkLst>
        </pc:spChg>
        <pc:picChg chg="add mod">
          <ac:chgData name="Mohan, Poornima Swarna (Cognizant)" userId="36824357-ffbd-40a5-b000-b82d0f7dca89" providerId="ADAL" clId="{BB20CA10-5FC3-4CCD-8518-89B0931CAB48}" dt="2025-12-08T07:14:22.568" v="2740" actId="1076"/>
          <ac:picMkLst>
            <pc:docMk/>
            <pc:sldMk cId="3674838476" sldId="2147479306"/>
            <ac:picMk id="6" creationId="{65931409-BDB3-8BE7-CB9A-70E455F9E593}"/>
          </ac:picMkLst>
        </pc:picChg>
      </pc:sldChg>
      <pc:sldChg chg="addSp delSp modSp new del mod">
        <pc:chgData name="Mohan, Poornima Swarna (Cognizant)" userId="36824357-ffbd-40a5-b000-b82d0f7dca89" providerId="ADAL" clId="{BB20CA10-5FC3-4CCD-8518-89B0931CAB48}" dt="2025-12-12T05:51:57.326" v="3323" actId="47"/>
        <pc:sldMkLst>
          <pc:docMk/>
          <pc:sldMk cId="3552013233" sldId="2147479307"/>
        </pc:sldMkLst>
        <pc:spChg chg="mod">
          <ac:chgData name="Mohan, Poornima Swarna (Cognizant)" userId="36824357-ffbd-40a5-b000-b82d0f7dca89" providerId="ADAL" clId="{BB20CA10-5FC3-4CCD-8518-89B0931CAB48}" dt="2025-12-08T07:14:55.670" v="2747" actId="20577"/>
          <ac:spMkLst>
            <pc:docMk/>
            <pc:sldMk cId="3552013233" sldId="2147479307"/>
            <ac:spMk id="2" creationId="{658A2D07-B831-E703-6E9E-314F9E3BD8E1}"/>
          </ac:spMkLst>
        </pc:spChg>
        <pc:spChg chg="add mod">
          <ac:chgData name="Mohan, Poornima Swarna (Cognizant)" userId="36824357-ffbd-40a5-b000-b82d0f7dca89" providerId="ADAL" clId="{BB20CA10-5FC3-4CCD-8518-89B0931CAB48}" dt="2025-12-08T07:16:17.484" v="2769" actId="12"/>
          <ac:spMkLst>
            <pc:docMk/>
            <pc:sldMk cId="3552013233" sldId="2147479307"/>
            <ac:spMk id="6" creationId="{42B60103-5B2B-6069-8298-E2F72AF0CEF0}"/>
          </ac:spMkLst>
        </pc:spChg>
        <pc:graphicFrameChg chg="add mod modGraphic">
          <ac:chgData name="Mohan, Poornima Swarna (Cognizant)" userId="36824357-ffbd-40a5-b000-b82d0f7dca89" providerId="ADAL" clId="{BB20CA10-5FC3-4CCD-8518-89B0931CAB48}" dt="2025-12-08T07:16:05.960" v="2765" actId="14734"/>
          <ac:graphicFrameMkLst>
            <pc:docMk/>
            <pc:sldMk cId="3552013233" sldId="2147479307"/>
            <ac:graphicFrameMk id="7" creationId="{F3C60BD3-93E6-5EB7-3AB6-5492D8010AF7}"/>
          </ac:graphicFrameMkLst>
        </pc:graphicFrameChg>
      </pc:sldChg>
      <pc:sldChg chg="addSp delSp modSp new del mod">
        <pc:chgData name="Mohan, Poornima Swarna (Cognizant)" userId="36824357-ffbd-40a5-b000-b82d0f7dca89" providerId="ADAL" clId="{BB20CA10-5FC3-4CCD-8518-89B0931CAB48}" dt="2025-12-12T05:51:57.326" v="3323" actId="47"/>
        <pc:sldMkLst>
          <pc:docMk/>
          <pc:sldMk cId="912941730" sldId="2147479308"/>
        </pc:sldMkLst>
        <pc:spChg chg="mod">
          <ac:chgData name="Mohan, Poornima Swarna (Cognizant)" userId="36824357-ffbd-40a5-b000-b82d0f7dca89" providerId="ADAL" clId="{BB20CA10-5FC3-4CCD-8518-89B0931CAB48}" dt="2025-12-08T07:20:51.640" v="2795" actId="20577"/>
          <ac:spMkLst>
            <pc:docMk/>
            <pc:sldMk cId="912941730" sldId="2147479308"/>
            <ac:spMk id="2" creationId="{EE583D4F-4E0B-1254-61FB-A70C4AF1D52E}"/>
          </ac:spMkLst>
        </pc:spChg>
        <pc:graphicFrameChg chg="add mod">
          <ac:chgData name="Mohan, Poornima Swarna (Cognizant)" userId="36824357-ffbd-40a5-b000-b82d0f7dca89" providerId="ADAL" clId="{BB20CA10-5FC3-4CCD-8518-89B0931CAB48}" dt="2025-12-08T07:20:59.762" v="2799" actId="2711"/>
          <ac:graphicFrameMkLst>
            <pc:docMk/>
            <pc:sldMk cId="912941730" sldId="2147479308"/>
            <ac:graphicFrameMk id="6" creationId="{915C5A86-65A9-D69F-70BF-E3233E2EFA72}"/>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2768717187" sldId="2147479309"/>
        </pc:sldMkLst>
        <pc:spChg chg="mod">
          <ac:chgData name="Mohan, Poornima Swarna (Cognizant)" userId="36824357-ffbd-40a5-b000-b82d0f7dca89" providerId="ADAL" clId="{BB20CA10-5FC3-4CCD-8518-89B0931CAB48}" dt="2025-12-08T07:24:15.750" v="2881" actId="20577"/>
          <ac:spMkLst>
            <pc:docMk/>
            <pc:sldMk cId="2768717187" sldId="2147479309"/>
            <ac:spMk id="2" creationId="{29D6F026-A4E8-AA34-41C0-7DB852C25795}"/>
          </ac:spMkLst>
        </pc:spChg>
        <pc:graphicFrameChg chg="add mod modGraphic">
          <ac:chgData name="Mohan, Poornima Swarna (Cognizant)" userId="36824357-ffbd-40a5-b000-b82d0f7dca89" providerId="ADAL" clId="{BB20CA10-5FC3-4CCD-8518-89B0931CAB48}" dt="2025-12-08T07:21:57.003" v="2831" actId="20577"/>
          <ac:graphicFrameMkLst>
            <pc:docMk/>
            <pc:sldMk cId="2768717187" sldId="2147479309"/>
            <ac:graphicFrameMk id="3" creationId="{D24BA1F3-9F83-DA05-BDAC-8DAA22912CC8}"/>
          </ac:graphicFrameMkLst>
        </pc:graphicFrameChg>
      </pc:sldChg>
      <pc:sldChg chg="addSp delSp modSp new del mod">
        <pc:chgData name="Mohan, Poornima Swarna (Cognizant)" userId="36824357-ffbd-40a5-b000-b82d0f7dca89" providerId="ADAL" clId="{BB20CA10-5FC3-4CCD-8518-89B0931CAB48}" dt="2025-12-12T05:51:57.326" v="3323" actId="47"/>
        <pc:sldMkLst>
          <pc:docMk/>
          <pc:sldMk cId="3559029323" sldId="2147479310"/>
        </pc:sldMkLst>
        <pc:spChg chg="mod">
          <ac:chgData name="Mohan, Poornima Swarna (Cognizant)" userId="36824357-ffbd-40a5-b000-b82d0f7dca89" providerId="ADAL" clId="{BB20CA10-5FC3-4CCD-8518-89B0931CAB48}" dt="2025-12-08T07:24:04.516" v="2872" actId="20577"/>
          <ac:spMkLst>
            <pc:docMk/>
            <pc:sldMk cId="3559029323" sldId="2147479310"/>
            <ac:spMk id="2" creationId="{5C59688A-FC00-60E0-2495-6FFB01ABF575}"/>
          </ac:spMkLst>
        </pc:spChg>
        <pc:graphicFrameChg chg="add mod">
          <ac:chgData name="Mohan, Poornima Swarna (Cognizant)" userId="36824357-ffbd-40a5-b000-b82d0f7dca89" providerId="ADAL" clId="{BB20CA10-5FC3-4CCD-8518-89B0931CAB48}" dt="2025-12-08T07:23:52.596" v="2836" actId="2711"/>
          <ac:graphicFrameMkLst>
            <pc:docMk/>
            <pc:sldMk cId="3559029323" sldId="2147479310"/>
            <ac:graphicFrameMk id="6" creationId="{FAE5B823-70FE-CCE1-8A42-45747EAE8843}"/>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2708984478" sldId="2147479311"/>
        </pc:sldMkLst>
        <pc:spChg chg="mod">
          <ac:chgData name="Mohan, Poornima Swarna (Cognizant)" userId="36824357-ffbd-40a5-b000-b82d0f7dca89" providerId="ADAL" clId="{BB20CA10-5FC3-4CCD-8518-89B0931CAB48}" dt="2025-12-08T07:24:25.498" v="2898" actId="20577"/>
          <ac:spMkLst>
            <pc:docMk/>
            <pc:sldMk cId="2708984478" sldId="2147479311"/>
            <ac:spMk id="2" creationId="{7481DDBC-8979-EE00-73CC-567DE5CE9922}"/>
          </ac:spMkLst>
        </pc:spChg>
        <pc:spChg chg="add mod">
          <ac:chgData name="Mohan, Poornima Swarna (Cognizant)" userId="36824357-ffbd-40a5-b000-b82d0f7dca89" providerId="ADAL" clId="{BB20CA10-5FC3-4CCD-8518-89B0931CAB48}" dt="2025-12-08T07:34:29.469" v="2999" actId="14100"/>
          <ac:spMkLst>
            <pc:docMk/>
            <pc:sldMk cId="2708984478" sldId="2147479311"/>
            <ac:spMk id="8" creationId="{2EA5FD38-7B9F-B910-2915-E64814986EA9}"/>
          </ac:spMkLst>
        </pc:spChg>
        <pc:picChg chg="add mod">
          <ac:chgData name="Mohan, Poornima Swarna (Cognizant)" userId="36824357-ffbd-40a5-b000-b82d0f7dca89" providerId="ADAL" clId="{BB20CA10-5FC3-4CCD-8518-89B0931CAB48}" dt="2025-12-08T07:34:26.679" v="2998" actId="14100"/>
          <ac:picMkLst>
            <pc:docMk/>
            <pc:sldMk cId="2708984478" sldId="2147479311"/>
            <ac:picMk id="3" creationId="{F1562A50-4C45-D764-D0B5-A42639C47362}"/>
          </ac:picMkLst>
        </pc:picChg>
      </pc:sldChg>
      <pc:sldChg chg="addSp delSp modSp add del mod ord">
        <pc:chgData name="Mohan, Poornima Swarna (Cognizant)" userId="36824357-ffbd-40a5-b000-b82d0f7dca89" providerId="ADAL" clId="{BB20CA10-5FC3-4CCD-8518-89B0931CAB48}" dt="2025-12-12T05:51:57.326" v="3323" actId="47"/>
        <pc:sldMkLst>
          <pc:docMk/>
          <pc:sldMk cId="2900702125" sldId="2147479312"/>
        </pc:sldMkLst>
        <pc:spChg chg="mod">
          <ac:chgData name="Mohan, Poornima Swarna (Cognizant)" userId="36824357-ffbd-40a5-b000-b82d0f7dca89" providerId="ADAL" clId="{BB20CA10-5FC3-4CCD-8518-89B0931CAB48}" dt="2025-12-08T07:24:50.074" v="2917" actId="20577"/>
          <ac:spMkLst>
            <pc:docMk/>
            <pc:sldMk cId="2900702125" sldId="2147479312"/>
            <ac:spMk id="2" creationId="{E70360FB-F1D9-9DC8-FC8B-44A13CE711AF}"/>
          </ac:spMkLst>
        </pc:spChg>
        <pc:graphicFrameChg chg="add mod">
          <ac:chgData name="Mohan, Poornima Swarna (Cognizant)" userId="36824357-ffbd-40a5-b000-b82d0f7dca89" providerId="ADAL" clId="{BB20CA10-5FC3-4CCD-8518-89B0931CAB48}" dt="2025-12-08T07:25:24.355" v="2920" actId="2711"/>
          <ac:graphicFrameMkLst>
            <pc:docMk/>
            <pc:sldMk cId="2900702125" sldId="2147479312"/>
            <ac:graphicFrameMk id="3" creationId="{6611978C-3C9E-451A-7A5B-298C5042EA7C}"/>
          </ac:graphicFrameMkLst>
        </pc:graphicFrameChg>
      </pc:sldChg>
      <pc:sldChg chg="addSp delSp modSp add del mod">
        <pc:chgData name="Mohan, Poornima Swarna (Cognizant)" userId="36824357-ffbd-40a5-b000-b82d0f7dca89" providerId="ADAL" clId="{BB20CA10-5FC3-4CCD-8518-89B0931CAB48}" dt="2025-12-12T05:51:57.326" v="3323" actId="47"/>
        <pc:sldMkLst>
          <pc:docMk/>
          <pc:sldMk cId="3146682377" sldId="2147479313"/>
        </pc:sldMkLst>
        <pc:spChg chg="mod">
          <ac:chgData name="Mohan, Poornima Swarna (Cognizant)" userId="36824357-ffbd-40a5-b000-b82d0f7dca89" providerId="ADAL" clId="{BB20CA10-5FC3-4CCD-8518-89B0931CAB48}" dt="2025-12-08T07:27:05.484" v="2947" actId="20577"/>
          <ac:spMkLst>
            <pc:docMk/>
            <pc:sldMk cId="3146682377" sldId="2147479313"/>
            <ac:spMk id="2" creationId="{E9BE8578-E5C7-7987-F3A3-3310FC6E7BD4}"/>
          </ac:spMkLst>
        </pc:spChg>
        <pc:spChg chg="add mod">
          <ac:chgData name="Mohan, Poornima Swarna (Cognizant)" userId="36824357-ffbd-40a5-b000-b82d0f7dca89" providerId="ADAL" clId="{BB20CA10-5FC3-4CCD-8518-89B0931CAB48}" dt="2025-12-08T07:27:50.481" v="2957" actId="20577"/>
          <ac:spMkLst>
            <pc:docMk/>
            <pc:sldMk cId="3146682377" sldId="2147479313"/>
            <ac:spMk id="7" creationId="{B8952493-8745-36D0-BE9F-B265C54240F0}"/>
          </ac:spMkLst>
        </pc:spChg>
        <pc:graphicFrameChg chg="add mod">
          <ac:chgData name="Mohan, Poornima Swarna (Cognizant)" userId="36824357-ffbd-40a5-b000-b82d0f7dca89" providerId="ADAL" clId="{BB20CA10-5FC3-4CCD-8518-89B0931CAB48}" dt="2025-12-08T07:27:26.821" v="2952" actId="2711"/>
          <ac:graphicFrameMkLst>
            <pc:docMk/>
            <pc:sldMk cId="3146682377" sldId="2147479313"/>
            <ac:graphicFrameMk id="8" creationId="{60F716B7-E325-38D1-3D3B-3F6EA0BF0A73}"/>
          </ac:graphicFrameMkLst>
        </pc:graphicFrameChg>
      </pc:sldChg>
      <pc:sldChg chg="addSp delSp modSp add del mod ord">
        <pc:chgData name="Mohan, Poornima Swarna (Cognizant)" userId="36824357-ffbd-40a5-b000-b82d0f7dca89" providerId="ADAL" clId="{BB20CA10-5FC3-4CCD-8518-89B0931CAB48}" dt="2025-12-12T05:51:57.326" v="3323" actId="47"/>
        <pc:sldMkLst>
          <pc:docMk/>
          <pc:sldMk cId="1256980492" sldId="2147479314"/>
        </pc:sldMkLst>
        <pc:spChg chg="mod">
          <ac:chgData name="Mohan, Poornima Swarna (Cognizant)" userId="36824357-ffbd-40a5-b000-b82d0f7dca89" providerId="ADAL" clId="{BB20CA10-5FC3-4CCD-8518-89B0931CAB48}" dt="2025-12-08T07:28:24.144" v="2966" actId="20577"/>
          <ac:spMkLst>
            <pc:docMk/>
            <pc:sldMk cId="1256980492" sldId="2147479314"/>
            <ac:spMk id="2" creationId="{DB6057C4-6C2E-DD34-7266-4C2E8F196F65}"/>
          </ac:spMkLst>
        </pc:spChg>
        <pc:spChg chg="mod">
          <ac:chgData name="Mohan, Poornima Swarna (Cognizant)" userId="36824357-ffbd-40a5-b000-b82d0f7dca89" providerId="ADAL" clId="{BB20CA10-5FC3-4CCD-8518-89B0931CAB48}" dt="2025-12-08T07:28:58.993" v="2976" actId="20577"/>
          <ac:spMkLst>
            <pc:docMk/>
            <pc:sldMk cId="1256980492" sldId="2147479314"/>
            <ac:spMk id="7" creationId="{9591B105-32E3-2E5C-3018-D5354FBB79EA}"/>
          </ac:spMkLst>
        </pc:spChg>
        <pc:graphicFrameChg chg="add mod modGraphic">
          <ac:chgData name="Mohan, Poornima Swarna (Cognizant)" userId="36824357-ffbd-40a5-b000-b82d0f7dca89" providerId="ADAL" clId="{BB20CA10-5FC3-4CCD-8518-89B0931CAB48}" dt="2025-12-08T07:30:46.550" v="2985"/>
          <ac:graphicFrameMkLst>
            <pc:docMk/>
            <pc:sldMk cId="1256980492" sldId="2147479314"/>
            <ac:graphicFrameMk id="9" creationId="{427EDF0C-D565-60E0-9003-DC7295A2BAFE}"/>
          </ac:graphicFrameMkLst>
        </pc:graphicFrameChg>
      </pc:sldChg>
      <pc:sldChg chg="addSp delSp modSp add del mod ord">
        <pc:chgData name="Mohan, Poornima Swarna (Cognizant)" userId="36824357-ffbd-40a5-b000-b82d0f7dca89" providerId="ADAL" clId="{BB20CA10-5FC3-4CCD-8518-89B0931CAB48}" dt="2025-12-12T05:51:57.326" v="3323" actId="47"/>
        <pc:sldMkLst>
          <pc:docMk/>
          <pc:sldMk cId="1115818222" sldId="2147479315"/>
        </pc:sldMkLst>
        <pc:spChg chg="mod">
          <ac:chgData name="Mohan, Poornima Swarna (Cognizant)" userId="36824357-ffbd-40a5-b000-b82d0f7dca89" providerId="ADAL" clId="{BB20CA10-5FC3-4CCD-8518-89B0931CAB48}" dt="2025-12-08T07:39:22.200" v="3046" actId="20577"/>
          <ac:spMkLst>
            <pc:docMk/>
            <pc:sldMk cId="1115818222" sldId="2147479315"/>
            <ac:spMk id="2" creationId="{B58D2B5F-3980-55CF-E6D1-2C1CDAA15BE2}"/>
          </ac:spMkLst>
        </pc:spChg>
        <pc:spChg chg="add mod">
          <ac:chgData name="Mohan, Poornima Swarna (Cognizant)" userId="36824357-ffbd-40a5-b000-b82d0f7dca89" providerId="ADAL" clId="{BB20CA10-5FC3-4CCD-8518-89B0931CAB48}" dt="2025-12-08T07:39:28.774" v="3048" actId="2711"/>
          <ac:spMkLst>
            <pc:docMk/>
            <pc:sldMk cId="1115818222" sldId="2147479315"/>
            <ac:spMk id="10" creationId="{4210D3AB-62B2-3AE8-5204-3BBF75B61752}"/>
          </ac:spMkLst>
        </pc:spChg>
      </pc:sldChg>
      <pc:sldChg chg="add del ord">
        <pc:chgData name="Mohan, Poornima Swarna (Cognizant)" userId="36824357-ffbd-40a5-b000-b82d0f7dca89" providerId="ADAL" clId="{BB20CA10-5FC3-4CCD-8518-89B0931CAB48}" dt="2025-12-12T05:51:57.326" v="3323" actId="47"/>
        <pc:sldMkLst>
          <pc:docMk/>
          <pc:sldMk cId="3356060665" sldId="2147479316"/>
        </pc:sldMkLst>
      </pc:sldChg>
      <pc:sldChg chg="addSp delSp modSp add del mod">
        <pc:chgData name="Mohan, Poornima Swarna (Cognizant)" userId="36824357-ffbd-40a5-b000-b82d0f7dca89" providerId="ADAL" clId="{BB20CA10-5FC3-4CCD-8518-89B0931CAB48}" dt="2025-12-12T05:51:57.326" v="3323" actId="47"/>
        <pc:sldMkLst>
          <pc:docMk/>
          <pc:sldMk cId="123595404" sldId="2147479317"/>
        </pc:sldMkLst>
        <pc:spChg chg="add mod">
          <ac:chgData name="Mohan, Poornima Swarna (Cognizant)" userId="36824357-ffbd-40a5-b000-b82d0f7dca89" providerId="ADAL" clId="{BB20CA10-5FC3-4CCD-8518-89B0931CAB48}" dt="2025-12-08T07:40:03.851" v="3055" actId="255"/>
          <ac:spMkLst>
            <pc:docMk/>
            <pc:sldMk cId="123595404" sldId="2147479317"/>
            <ac:spMk id="3" creationId="{0D98385A-5953-5106-9B61-E851F503AA05}"/>
          </ac:spMkLst>
        </pc:spChg>
      </pc:sldChg>
      <pc:sldChg chg="add del">
        <pc:chgData name="Mohan, Poornima Swarna (Cognizant)" userId="36824357-ffbd-40a5-b000-b82d0f7dca89" providerId="ADAL" clId="{BB20CA10-5FC3-4CCD-8518-89B0931CAB48}" dt="2025-12-08T07:37:54.634" v="3024"/>
        <pc:sldMkLst>
          <pc:docMk/>
          <pc:sldMk cId="3026426464" sldId="2147479317"/>
        </pc:sldMkLst>
      </pc:sldChg>
      <pc:sldChg chg="add del">
        <pc:chgData name="Mohan, Poornima Swarna (Cognizant)" userId="36824357-ffbd-40a5-b000-b82d0f7dca89" providerId="ADAL" clId="{BB20CA10-5FC3-4CCD-8518-89B0931CAB48}" dt="2025-12-08T07:39:51.852" v="3052"/>
        <pc:sldMkLst>
          <pc:docMk/>
          <pc:sldMk cId="757051899" sldId="2147479318"/>
        </pc:sldMkLst>
      </pc:sldChg>
      <pc:sldChg chg="addSp delSp modSp new del mod">
        <pc:chgData name="Mohan, Poornima Swarna (Cognizant)" userId="36824357-ffbd-40a5-b000-b82d0f7dca89" providerId="ADAL" clId="{BB20CA10-5FC3-4CCD-8518-89B0931CAB48}" dt="2025-12-12T05:51:16.639" v="3297" actId="47"/>
        <pc:sldMkLst>
          <pc:docMk/>
          <pc:sldMk cId="4097692823" sldId="214747931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3F39CE3-EA8D-466B-9AD8-3A8D6553BAD4}" type="doc">
      <dgm:prSet loTypeId="urn:microsoft.com/office/officeart/2005/8/layout/bProcess4" loCatId="process" qsTypeId="urn:microsoft.com/office/officeart/2005/8/quickstyle/simple4" qsCatId="simple" csTypeId="urn:microsoft.com/office/officeart/2005/8/colors/colorful2" csCatId="colorful"/>
      <dgm:spPr/>
      <dgm:t>
        <a:bodyPr/>
        <a:lstStyle/>
        <a:p>
          <a:endParaRPr lang="en-US"/>
        </a:p>
      </dgm:t>
    </dgm:pt>
    <dgm:pt modelId="{5B4C4136-17A7-4D6B-AA03-1FE30B224B24}">
      <dgm:prSet/>
      <dgm:spPr/>
      <dgm:t>
        <a:bodyPr/>
        <a:lstStyle/>
        <a:p>
          <a:r>
            <a:rPr lang="en-IN" b="1">
              <a:latin typeface="Comic Sans MS" panose="030F0702030302020204" pitchFamily="66" charset="0"/>
            </a:rPr>
            <a:t>Equivalent Class Partitioning</a:t>
          </a:r>
          <a:endParaRPr lang="en-US">
            <a:latin typeface="Comic Sans MS" panose="030F0702030302020204" pitchFamily="66" charset="0"/>
          </a:endParaRPr>
        </a:p>
      </dgm:t>
    </dgm:pt>
    <dgm:pt modelId="{6B8786EF-2EB5-4554-8278-15FF686A8118}" type="parTrans" cxnId="{3F591BBA-2CC8-4390-8B99-9C89B23800C3}">
      <dgm:prSet/>
      <dgm:spPr/>
      <dgm:t>
        <a:bodyPr/>
        <a:lstStyle/>
        <a:p>
          <a:endParaRPr lang="en-US">
            <a:latin typeface="Comic Sans MS" panose="030F0702030302020204" pitchFamily="66" charset="0"/>
          </a:endParaRPr>
        </a:p>
      </dgm:t>
    </dgm:pt>
    <dgm:pt modelId="{16A6652A-D121-40D8-8CE5-402572FECF9C}" type="sibTrans" cxnId="{3F591BBA-2CC8-4390-8B99-9C89B23800C3}">
      <dgm:prSet/>
      <dgm:spPr/>
      <dgm:t>
        <a:bodyPr/>
        <a:lstStyle/>
        <a:p>
          <a:endParaRPr lang="en-US">
            <a:latin typeface="Comic Sans MS" panose="030F0702030302020204" pitchFamily="66" charset="0"/>
          </a:endParaRPr>
        </a:p>
      </dgm:t>
    </dgm:pt>
    <dgm:pt modelId="{A5E5072C-CCB8-4F40-A188-58038595046A}">
      <dgm:prSet/>
      <dgm:spPr/>
      <dgm:t>
        <a:bodyPr/>
        <a:lstStyle/>
        <a:p>
          <a:r>
            <a:rPr lang="en-IN" b="1">
              <a:latin typeface="Comic Sans MS" panose="030F0702030302020204" pitchFamily="66" charset="0"/>
            </a:rPr>
            <a:t>Boundary Value Analysis</a:t>
          </a:r>
          <a:endParaRPr lang="en-US">
            <a:latin typeface="Comic Sans MS" panose="030F0702030302020204" pitchFamily="66" charset="0"/>
          </a:endParaRPr>
        </a:p>
      </dgm:t>
    </dgm:pt>
    <dgm:pt modelId="{8A82AA23-ECF1-456F-AD92-69F74FEE2234}" type="parTrans" cxnId="{A1642FD8-A9C0-40DF-9014-EC877C56972F}">
      <dgm:prSet/>
      <dgm:spPr/>
      <dgm:t>
        <a:bodyPr/>
        <a:lstStyle/>
        <a:p>
          <a:endParaRPr lang="en-US">
            <a:latin typeface="Comic Sans MS" panose="030F0702030302020204" pitchFamily="66" charset="0"/>
          </a:endParaRPr>
        </a:p>
      </dgm:t>
    </dgm:pt>
    <dgm:pt modelId="{B2079C75-3C5B-4847-837D-D5048750A598}" type="sibTrans" cxnId="{A1642FD8-A9C0-40DF-9014-EC877C56972F}">
      <dgm:prSet/>
      <dgm:spPr/>
      <dgm:t>
        <a:bodyPr/>
        <a:lstStyle/>
        <a:p>
          <a:endParaRPr lang="en-US">
            <a:latin typeface="Comic Sans MS" panose="030F0702030302020204" pitchFamily="66" charset="0"/>
          </a:endParaRPr>
        </a:p>
      </dgm:t>
    </dgm:pt>
    <dgm:pt modelId="{915D957D-274A-46F6-AFF4-314AA750ADA6}">
      <dgm:prSet/>
      <dgm:spPr/>
      <dgm:t>
        <a:bodyPr/>
        <a:lstStyle/>
        <a:p>
          <a:r>
            <a:rPr lang="en-IN" b="1">
              <a:latin typeface="Comic Sans MS" panose="030F0702030302020204" pitchFamily="66" charset="0"/>
            </a:rPr>
            <a:t>State Transition Testing</a:t>
          </a:r>
          <a:endParaRPr lang="en-US">
            <a:latin typeface="Comic Sans MS" panose="030F0702030302020204" pitchFamily="66" charset="0"/>
          </a:endParaRPr>
        </a:p>
      </dgm:t>
    </dgm:pt>
    <dgm:pt modelId="{B0E727C8-CB11-4D1B-89B1-2DD7DDA2961C}" type="parTrans" cxnId="{B77AD110-E58B-4D6D-A923-2C738B6BF721}">
      <dgm:prSet/>
      <dgm:spPr/>
      <dgm:t>
        <a:bodyPr/>
        <a:lstStyle/>
        <a:p>
          <a:endParaRPr lang="en-US">
            <a:latin typeface="Comic Sans MS" panose="030F0702030302020204" pitchFamily="66" charset="0"/>
          </a:endParaRPr>
        </a:p>
      </dgm:t>
    </dgm:pt>
    <dgm:pt modelId="{D5888853-EFF5-419E-B665-99AC3A6A7B97}" type="sibTrans" cxnId="{B77AD110-E58B-4D6D-A923-2C738B6BF721}">
      <dgm:prSet/>
      <dgm:spPr/>
      <dgm:t>
        <a:bodyPr/>
        <a:lstStyle/>
        <a:p>
          <a:endParaRPr lang="en-US">
            <a:latin typeface="Comic Sans MS" panose="030F0702030302020204" pitchFamily="66" charset="0"/>
          </a:endParaRPr>
        </a:p>
      </dgm:t>
    </dgm:pt>
    <dgm:pt modelId="{039D86C5-8373-4BD4-AEDB-260216CDB2BC}">
      <dgm:prSet/>
      <dgm:spPr/>
      <dgm:t>
        <a:bodyPr/>
        <a:lstStyle/>
        <a:p>
          <a:r>
            <a:rPr lang="en-IN" b="1">
              <a:latin typeface="Comic Sans MS" panose="030F0702030302020204" pitchFamily="66" charset="0"/>
            </a:rPr>
            <a:t>Pairwise Testing</a:t>
          </a:r>
          <a:endParaRPr lang="en-US">
            <a:latin typeface="Comic Sans MS" panose="030F0702030302020204" pitchFamily="66" charset="0"/>
          </a:endParaRPr>
        </a:p>
      </dgm:t>
    </dgm:pt>
    <dgm:pt modelId="{C9CC9DE7-DB5B-43EC-ADFC-784848612772}" type="parTrans" cxnId="{6789E432-1C89-4D1E-AE48-5337EC57A1AC}">
      <dgm:prSet/>
      <dgm:spPr/>
      <dgm:t>
        <a:bodyPr/>
        <a:lstStyle/>
        <a:p>
          <a:endParaRPr lang="en-US">
            <a:latin typeface="Comic Sans MS" panose="030F0702030302020204" pitchFamily="66" charset="0"/>
          </a:endParaRPr>
        </a:p>
      </dgm:t>
    </dgm:pt>
    <dgm:pt modelId="{3630DDD6-2B60-4612-9514-89910976215C}" type="sibTrans" cxnId="{6789E432-1C89-4D1E-AE48-5337EC57A1AC}">
      <dgm:prSet/>
      <dgm:spPr/>
      <dgm:t>
        <a:bodyPr/>
        <a:lstStyle/>
        <a:p>
          <a:endParaRPr lang="en-US">
            <a:latin typeface="Comic Sans MS" panose="030F0702030302020204" pitchFamily="66" charset="0"/>
          </a:endParaRPr>
        </a:p>
      </dgm:t>
    </dgm:pt>
    <dgm:pt modelId="{C00EB810-CE70-4474-BA1D-A1C9B7350702}">
      <dgm:prSet/>
      <dgm:spPr/>
      <dgm:t>
        <a:bodyPr/>
        <a:lstStyle/>
        <a:p>
          <a:r>
            <a:rPr lang="en-IN" b="1">
              <a:latin typeface="Comic Sans MS" panose="030F0702030302020204" pitchFamily="66" charset="0"/>
            </a:rPr>
            <a:t>Error Guessing</a:t>
          </a:r>
          <a:endParaRPr lang="en-US">
            <a:latin typeface="Comic Sans MS" panose="030F0702030302020204" pitchFamily="66" charset="0"/>
          </a:endParaRPr>
        </a:p>
      </dgm:t>
    </dgm:pt>
    <dgm:pt modelId="{B85337F2-E499-402D-AC7A-93714F939AA0}" type="parTrans" cxnId="{8BE05CF4-3D25-41CA-B587-BD1229099637}">
      <dgm:prSet/>
      <dgm:spPr/>
      <dgm:t>
        <a:bodyPr/>
        <a:lstStyle/>
        <a:p>
          <a:endParaRPr lang="en-US">
            <a:latin typeface="Comic Sans MS" panose="030F0702030302020204" pitchFamily="66" charset="0"/>
          </a:endParaRPr>
        </a:p>
      </dgm:t>
    </dgm:pt>
    <dgm:pt modelId="{138CB68F-2CC5-499C-AD99-03472C59234E}" type="sibTrans" cxnId="{8BE05CF4-3D25-41CA-B587-BD1229099637}">
      <dgm:prSet/>
      <dgm:spPr/>
      <dgm:t>
        <a:bodyPr/>
        <a:lstStyle/>
        <a:p>
          <a:endParaRPr lang="en-US">
            <a:latin typeface="Comic Sans MS" panose="030F0702030302020204" pitchFamily="66" charset="0"/>
          </a:endParaRPr>
        </a:p>
      </dgm:t>
    </dgm:pt>
    <dgm:pt modelId="{4D88B5F3-6E2B-4576-A4B4-C2536FA908E6}">
      <dgm:prSet/>
      <dgm:spPr/>
      <dgm:t>
        <a:bodyPr/>
        <a:lstStyle/>
        <a:p>
          <a:r>
            <a:rPr lang="en-IN" b="1" dirty="0">
              <a:latin typeface="Comic Sans MS" panose="030F0702030302020204" pitchFamily="66" charset="0"/>
            </a:rPr>
            <a:t>Statement Coverage</a:t>
          </a:r>
          <a:endParaRPr lang="en-US" dirty="0">
            <a:latin typeface="Comic Sans MS" panose="030F0702030302020204" pitchFamily="66" charset="0"/>
          </a:endParaRPr>
        </a:p>
      </dgm:t>
    </dgm:pt>
    <dgm:pt modelId="{7196D9B4-B7C6-4EF8-9F08-FFDC5A381838}" type="parTrans" cxnId="{7756532A-AA5D-4CB1-AFA9-A9102BA059C4}">
      <dgm:prSet/>
      <dgm:spPr/>
      <dgm:t>
        <a:bodyPr/>
        <a:lstStyle/>
        <a:p>
          <a:endParaRPr lang="en-US">
            <a:latin typeface="Comic Sans MS" panose="030F0702030302020204" pitchFamily="66" charset="0"/>
          </a:endParaRPr>
        </a:p>
      </dgm:t>
    </dgm:pt>
    <dgm:pt modelId="{0CDE56FC-3EE8-428C-A13D-3CE36140D0B8}" type="sibTrans" cxnId="{7756532A-AA5D-4CB1-AFA9-A9102BA059C4}">
      <dgm:prSet/>
      <dgm:spPr/>
      <dgm:t>
        <a:bodyPr/>
        <a:lstStyle/>
        <a:p>
          <a:endParaRPr lang="en-US">
            <a:latin typeface="Comic Sans MS" panose="030F0702030302020204" pitchFamily="66" charset="0"/>
          </a:endParaRPr>
        </a:p>
      </dgm:t>
    </dgm:pt>
    <dgm:pt modelId="{1EE25FD7-F3DD-4AE8-A66A-49E283D41983}">
      <dgm:prSet/>
      <dgm:spPr/>
      <dgm:t>
        <a:bodyPr/>
        <a:lstStyle/>
        <a:p>
          <a:r>
            <a:rPr lang="en-IN" b="1">
              <a:latin typeface="Comic Sans MS" panose="030F0702030302020204" pitchFamily="66" charset="0"/>
            </a:rPr>
            <a:t>Decision Coverage</a:t>
          </a:r>
          <a:endParaRPr lang="en-US">
            <a:latin typeface="Comic Sans MS" panose="030F0702030302020204" pitchFamily="66" charset="0"/>
          </a:endParaRPr>
        </a:p>
      </dgm:t>
    </dgm:pt>
    <dgm:pt modelId="{32D49F78-B3EF-4569-9C7A-E740946C2BB0}" type="parTrans" cxnId="{54D063CF-49D4-49A7-8D74-98D925E67F1C}">
      <dgm:prSet/>
      <dgm:spPr/>
      <dgm:t>
        <a:bodyPr/>
        <a:lstStyle/>
        <a:p>
          <a:endParaRPr lang="en-US">
            <a:latin typeface="Comic Sans MS" panose="030F0702030302020204" pitchFamily="66" charset="0"/>
          </a:endParaRPr>
        </a:p>
      </dgm:t>
    </dgm:pt>
    <dgm:pt modelId="{A9055E1E-DF8C-42A7-AC0B-66336B5F18DC}" type="sibTrans" cxnId="{54D063CF-49D4-49A7-8D74-98D925E67F1C}">
      <dgm:prSet/>
      <dgm:spPr/>
      <dgm:t>
        <a:bodyPr/>
        <a:lstStyle/>
        <a:p>
          <a:endParaRPr lang="en-US">
            <a:latin typeface="Comic Sans MS" panose="030F0702030302020204" pitchFamily="66" charset="0"/>
          </a:endParaRPr>
        </a:p>
      </dgm:t>
    </dgm:pt>
    <dgm:pt modelId="{DC586E4B-08BA-49E8-9C31-EE292B899E85}">
      <dgm:prSet/>
      <dgm:spPr/>
      <dgm:t>
        <a:bodyPr/>
        <a:lstStyle/>
        <a:p>
          <a:r>
            <a:rPr lang="en-IN" b="1">
              <a:latin typeface="Comic Sans MS" panose="030F0702030302020204" pitchFamily="66" charset="0"/>
            </a:rPr>
            <a:t>Data Flow Testing</a:t>
          </a:r>
          <a:endParaRPr lang="en-US">
            <a:latin typeface="Comic Sans MS" panose="030F0702030302020204" pitchFamily="66" charset="0"/>
          </a:endParaRPr>
        </a:p>
      </dgm:t>
    </dgm:pt>
    <dgm:pt modelId="{CD429EE2-F265-4EF2-A297-79550A2D0A2A}" type="parTrans" cxnId="{430EFE25-4952-4839-ABDC-3A6CC34220B9}">
      <dgm:prSet/>
      <dgm:spPr/>
      <dgm:t>
        <a:bodyPr/>
        <a:lstStyle/>
        <a:p>
          <a:endParaRPr lang="en-US">
            <a:latin typeface="Comic Sans MS" panose="030F0702030302020204" pitchFamily="66" charset="0"/>
          </a:endParaRPr>
        </a:p>
      </dgm:t>
    </dgm:pt>
    <dgm:pt modelId="{405ACB9A-0267-43DB-86D4-3C9C9906028E}" type="sibTrans" cxnId="{430EFE25-4952-4839-ABDC-3A6CC34220B9}">
      <dgm:prSet/>
      <dgm:spPr/>
      <dgm:t>
        <a:bodyPr/>
        <a:lstStyle/>
        <a:p>
          <a:endParaRPr lang="en-US">
            <a:latin typeface="Comic Sans MS" panose="030F0702030302020204" pitchFamily="66" charset="0"/>
          </a:endParaRPr>
        </a:p>
      </dgm:t>
    </dgm:pt>
    <dgm:pt modelId="{BC1071E6-BF73-4E97-B249-3D042226126C}">
      <dgm:prSet/>
      <dgm:spPr/>
      <dgm:t>
        <a:bodyPr/>
        <a:lstStyle/>
        <a:p>
          <a:r>
            <a:rPr lang="en-IN" b="1">
              <a:latin typeface="Comic Sans MS" panose="030F0702030302020204" pitchFamily="66" charset="0"/>
            </a:rPr>
            <a:t>Path Testing</a:t>
          </a:r>
          <a:endParaRPr lang="en-US">
            <a:latin typeface="Comic Sans MS" panose="030F0702030302020204" pitchFamily="66" charset="0"/>
          </a:endParaRPr>
        </a:p>
      </dgm:t>
    </dgm:pt>
    <dgm:pt modelId="{323B8618-888C-4EDF-81ED-C84DE8D13F9F}" type="parTrans" cxnId="{BA6737B1-00A6-43FD-8604-C32C5AA11EF0}">
      <dgm:prSet/>
      <dgm:spPr/>
      <dgm:t>
        <a:bodyPr/>
        <a:lstStyle/>
        <a:p>
          <a:endParaRPr lang="en-US">
            <a:latin typeface="Comic Sans MS" panose="030F0702030302020204" pitchFamily="66" charset="0"/>
          </a:endParaRPr>
        </a:p>
      </dgm:t>
    </dgm:pt>
    <dgm:pt modelId="{FA814D3C-83B7-46BA-8084-14FAD5B4360D}" type="sibTrans" cxnId="{BA6737B1-00A6-43FD-8604-C32C5AA11EF0}">
      <dgm:prSet/>
      <dgm:spPr/>
      <dgm:t>
        <a:bodyPr/>
        <a:lstStyle/>
        <a:p>
          <a:endParaRPr lang="en-US">
            <a:latin typeface="Comic Sans MS" panose="030F0702030302020204" pitchFamily="66" charset="0"/>
          </a:endParaRPr>
        </a:p>
      </dgm:t>
    </dgm:pt>
    <dgm:pt modelId="{C0372138-97B3-4A80-AF0C-758679FD3813}" type="pres">
      <dgm:prSet presAssocID="{B3F39CE3-EA8D-466B-9AD8-3A8D6553BAD4}" presName="Name0" presStyleCnt="0">
        <dgm:presLayoutVars>
          <dgm:dir/>
          <dgm:resizeHandles/>
        </dgm:presLayoutVars>
      </dgm:prSet>
      <dgm:spPr/>
    </dgm:pt>
    <dgm:pt modelId="{92530B3D-FDA6-4DEC-BF70-B6580B3B11DD}" type="pres">
      <dgm:prSet presAssocID="{5B4C4136-17A7-4D6B-AA03-1FE30B224B24}" presName="compNode" presStyleCnt="0"/>
      <dgm:spPr/>
    </dgm:pt>
    <dgm:pt modelId="{5024C804-C5D6-4601-8BB4-0F2C2B49231F}" type="pres">
      <dgm:prSet presAssocID="{5B4C4136-17A7-4D6B-AA03-1FE30B224B24}" presName="dummyConnPt" presStyleCnt="0"/>
      <dgm:spPr/>
    </dgm:pt>
    <dgm:pt modelId="{560E0D58-B653-4D36-B653-6304049D8C55}" type="pres">
      <dgm:prSet presAssocID="{5B4C4136-17A7-4D6B-AA03-1FE30B224B24}" presName="node" presStyleLbl="node1" presStyleIdx="0" presStyleCnt="9">
        <dgm:presLayoutVars>
          <dgm:bulletEnabled val="1"/>
        </dgm:presLayoutVars>
      </dgm:prSet>
      <dgm:spPr/>
    </dgm:pt>
    <dgm:pt modelId="{59732BFD-6444-4316-9C28-A32ED31BF6C8}" type="pres">
      <dgm:prSet presAssocID="{16A6652A-D121-40D8-8CE5-402572FECF9C}" presName="sibTrans" presStyleLbl="bgSibTrans2D1" presStyleIdx="0" presStyleCnt="8"/>
      <dgm:spPr/>
    </dgm:pt>
    <dgm:pt modelId="{09A06CF8-CD6A-4493-B6CC-18116BC1E992}" type="pres">
      <dgm:prSet presAssocID="{A5E5072C-CCB8-4F40-A188-58038595046A}" presName="compNode" presStyleCnt="0"/>
      <dgm:spPr/>
    </dgm:pt>
    <dgm:pt modelId="{9328CACB-A206-4FD9-AB07-1EB83617263E}" type="pres">
      <dgm:prSet presAssocID="{A5E5072C-CCB8-4F40-A188-58038595046A}" presName="dummyConnPt" presStyleCnt="0"/>
      <dgm:spPr/>
    </dgm:pt>
    <dgm:pt modelId="{1018EF1D-50F3-41B4-907C-018B299F51CC}" type="pres">
      <dgm:prSet presAssocID="{A5E5072C-CCB8-4F40-A188-58038595046A}" presName="node" presStyleLbl="node1" presStyleIdx="1" presStyleCnt="9">
        <dgm:presLayoutVars>
          <dgm:bulletEnabled val="1"/>
        </dgm:presLayoutVars>
      </dgm:prSet>
      <dgm:spPr/>
    </dgm:pt>
    <dgm:pt modelId="{8FF8AA00-50EF-49C5-BB50-7B81DAC2DEE5}" type="pres">
      <dgm:prSet presAssocID="{B2079C75-3C5B-4847-837D-D5048750A598}" presName="sibTrans" presStyleLbl="bgSibTrans2D1" presStyleIdx="1" presStyleCnt="8"/>
      <dgm:spPr/>
    </dgm:pt>
    <dgm:pt modelId="{BFD6C9D8-B52F-4301-91EC-F5D60C67E862}" type="pres">
      <dgm:prSet presAssocID="{915D957D-274A-46F6-AFF4-314AA750ADA6}" presName="compNode" presStyleCnt="0"/>
      <dgm:spPr/>
    </dgm:pt>
    <dgm:pt modelId="{783B592F-9D16-441B-9E20-F19A32400847}" type="pres">
      <dgm:prSet presAssocID="{915D957D-274A-46F6-AFF4-314AA750ADA6}" presName="dummyConnPt" presStyleCnt="0"/>
      <dgm:spPr/>
    </dgm:pt>
    <dgm:pt modelId="{5C688441-4818-4793-A42F-6F0F2339F05A}" type="pres">
      <dgm:prSet presAssocID="{915D957D-274A-46F6-AFF4-314AA750ADA6}" presName="node" presStyleLbl="node1" presStyleIdx="2" presStyleCnt="9">
        <dgm:presLayoutVars>
          <dgm:bulletEnabled val="1"/>
        </dgm:presLayoutVars>
      </dgm:prSet>
      <dgm:spPr/>
    </dgm:pt>
    <dgm:pt modelId="{918A2654-46BC-4E40-B9E0-5B91B1F4CE9C}" type="pres">
      <dgm:prSet presAssocID="{D5888853-EFF5-419E-B665-99AC3A6A7B97}" presName="sibTrans" presStyleLbl="bgSibTrans2D1" presStyleIdx="2" presStyleCnt="8"/>
      <dgm:spPr/>
    </dgm:pt>
    <dgm:pt modelId="{82363A03-BA70-4FEF-9397-E348ED099BDC}" type="pres">
      <dgm:prSet presAssocID="{039D86C5-8373-4BD4-AEDB-260216CDB2BC}" presName="compNode" presStyleCnt="0"/>
      <dgm:spPr/>
    </dgm:pt>
    <dgm:pt modelId="{82790AA3-C366-4F62-8476-17E0E12AB640}" type="pres">
      <dgm:prSet presAssocID="{039D86C5-8373-4BD4-AEDB-260216CDB2BC}" presName="dummyConnPt" presStyleCnt="0"/>
      <dgm:spPr/>
    </dgm:pt>
    <dgm:pt modelId="{617CF5C4-3C99-4E07-BF14-3A95E7C1245E}" type="pres">
      <dgm:prSet presAssocID="{039D86C5-8373-4BD4-AEDB-260216CDB2BC}" presName="node" presStyleLbl="node1" presStyleIdx="3" presStyleCnt="9">
        <dgm:presLayoutVars>
          <dgm:bulletEnabled val="1"/>
        </dgm:presLayoutVars>
      </dgm:prSet>
      <dgm:spPr/>
    </dgm:pt>
    <dgm:pt modelId="{D35C46D9-9419-44FB-9524-E10BADA8F258}" type="pres">
      <dgm:prSet presAssocID="{3630DDD6-2B60-4612-9514-89910976215C}" presName="sibTrans" presStyleLbl="bgSibTrans2D1" presStyleIdx="3" presStyleCnt="8"/>
      <dgm:spPr/>
    </dgm:pt>
    <dgm:pt modelId="{263A550F-0E14-4EF2-B519-3D4689BE1CF4}" type="pres">
      <dgm:prSet presAssocID="{C00EB810-CE70-4474-BA1D-A1C9B7350702}" presName="compNode" presStyleCnt="0"/>
      <dgm:spPr/>
    </dgm:pt>
    <dgm:pt modelId="{BFEE7C2C-7784-418E-A672-0E1B8C1E1AA8}" type="pres">
      <dgm:prSet presAssocID="{C00EB810-CE70-4474-BA1D-A1C9B7350702}" presName="dummyConnPt" presStyleCnt="0"/>
      <dgm:spPr/>
    </dgm:pt>
    <dgm:pt modelId="{FFC70D43-98E6-4963-9A10-F9CB949849B3}" type="pres">
      <dgm:prSet presAssocID="{C00EB810-CE70-4474-BA1D-A1C9B7350702}" presName="node" presStyleLbl="node1" presStyleIdx="4" presStyleCnt="9">
        <dgm:presLayoutVars>
          <dgm:bulletEnabled val="1"/>
        </dgm:presLayoutVars>
      </dgm:prSet>
      <dgm:spPr/>
    </dgm:pt>
    <dgm:pt modelId="{84947CF9-FE6E-4230-B7E0-F7F8ACF7CDBD}" type="pres">
      <dgm:prSet presAssocID="{138CB68F-2CC5-499C-AD99-03472C59234E}" presName="sibTrans" presStyleLbl="bgSibTrans2D1" presStyleIdx="4" presStyleCnt="8"/>
      <dgm:spPr/>
    </dgm:pt>
    <dgm:pt modelId="{13F678C1-89FC-424E-91BE-2EF3F9E6B92F}" type="pres">
      <dgm:prSet presAssocID="{4D88B5F3-6E2B-4576-A4B4-C2536FA908E6}" presName="compNode" presStyleCnt="0"/>
      <dgm:spPr/>
    </dgm:pt>
    <dgm:pt modelId="{E66F1D77-7850-4A30-995E-08BEF96DEC23}" type="pres">
      <dgm:prSet presAssocID="{4D88B5F3-6E2B-4576-A4B4-C2536FA908E6}" presName="dummyConnPt" presStyleCnt="0"/>
      <dgm:spPr/>
    </dgm:pt>
    <dgm:pt modelId="{3195D855-88FF-4D7B-88AC-B8DFDFF11CE5}" type="pres">
      <dgm:prSet presAssocID="{4D88B5F3-6E2B-4576-A4B4-C2536FA908E6}" presName="node" presStyleLbl="node1" presStyleIdx="5" presStyleCnt="9">
        <dgm:presLayoutVars>
          <dgm:bulletEnabled val="1"/>
        </dgm:presLayoutVars>
      </dgm:prSet>
      <dgm:spPr/>
    </dgm:pt>
    <dgm:pt modelId="{0173B672-5F07-4C51-9ADE-BEF570C4F474}" type="pres">
      <dgm:prSet presAssocID="{0CDE56FC-3EE8-428C-A13D-3CE36140D0B8}" presName="sibTrans" presStyleLbl="bgSibTrans2D1" presStyleIdx="5" presStyleCnt="8"/>
      <dgm:spPr/>
    </dgm:pt>
    <dgm:pt modelId="{816123D0-FFCB-4967-B787-58B22335F9B8}" type="pres">
      <dgm:prSet presAssocID="{1EE25FD7-F3DD-4AE8-A66A-49E283D41983}" presName="compNode" presStyleCnt="0"/>
      <dgm:spPr/>
    </dgm:pt>
    <dgm:pt modelId="{765F64E3-0982-4D78-831A-4D8A7E953293}" type="pres">
      <dgm:prSet presAssocID="{1EE25FD7-F3DD-4AE8-A66A-49E283D41983}" presName="dummyConnPt" presStyleCnt="0"/>
      <dgm:spPr/>
    </dgm:pt>
    <dgm:pt modelId="{764567EF-2120-4E49-ABBA-6A80E5D0D1A5}" type="pres">
      <dgm:prSet presAssocID="{1EE25FD7-F3DD-4AE8-A66A-49E283D41983}" presName="node" presStyleLbl="node1" presStyleIdx="6" presStyleCnt="9">
        <dgm:presLayoutVars>
          <dgm:bulletEnabled val="1"/>
        </dgm:presLayoutVars>
      </dgm:prSet>
      <dgm:spPr/>
    </dgm:pt>
    <dgm:pt modelId="{DCE82B43-FF35-4DA5-8D0A-BF9BACC6714D}" type="pres">
      <dgm:prSet presAssocID="{A9055E1E-DF8C-42A7-AC0B-66336B5F18DC}" presName="sibTrans" presStyleLbl="bgSibTrans2D1" presStyleIdx="6" presStyleCnt="8"/>
      <dgm:spPr/>
    </dgm:pt>
    <dgm:pt modelId="{AD6C07AF-20F6-480A-A4C6-97D529AE320C}" type="pres">
      <dgm:prSet presAssocID="{DC586E4B-08BA-49E8-9C31-EE292B899E85}" presName="compNode" presStyleCnt="0"/>
      <dgm:spPr/>
    </dgm:pt>
    <dgm:pt modelId="{7ADC4167-F47A-4426-8B5B-61BD56D51349}" type="pres">
      <dgm:prSet presAssocID="{DC586E4B-08BA-49E8-9C31-EE292B899E85}" presName="dummyConnPt" presStyleCnt="0"/>
      <dgm:spPr/>
    </dgm:pt>
    <dgm:pt modelId="{11886339-79C8-4FD3-8076-170F443B2FD5}" type="pres">
      <dgm:prSet presAssocID="{DC586E4B-08BA-49E8-9C31-EE292B899E85}" presName="node" presStyleLbl="node1" presStyleIdx="7" presStyleCnt="9">
        <dgm:presLayoutVars>
          <dgm:bulletEnabled val="1"/>
        </dgm:presLayoutVars>
      </dgm:prSet>
      <dgm:spPr/>
    </dgm:pt>
    <dgm:pt modelId="{2000A3C5-B68E-42E1-8E61-B19405BF6F4B}" type="pres">
      <dgm:prSet presAssocID="{405ACB9A-0267-43DB-86D4-3C9C9906028E}" presName="sibTrans" presStyleLbl="bgSibTrans2D1" presStyleIdx="7" presStyleCnt="8"/>
      <dgm:spPr/>
    </dgm:pt>
    <dgm:pt modelId="{2C26C793-AD5E-49E5-987B-E663E4034FAE}" type="pres">
      <dgm:prSet presAssocID="{BC1071E6-BF73-4E97-B249-3D042226126C}" presName="compNode" presStyleCnt="0"/>
      <dgm:spPr/>
    </dgm:pt>
    <dgm:pt modelId="{C5F58CD8-05CA-45A4-97BA-CB7B2FA09010}" type="pres">
      <dgm:prSet presAssocID="{BC1071E6-BF73-4E97-B249-3D042226126C}" presName="dummyConnPt" presStyleCnt="0"/>
      <dgm:spPr/>
    </dgm:pt>
    <dgm:pt modelId="{3B9BDDC1-8D48-4523-9FDD-AC8286999309}" type="pres">
      <dgm:prSet presAssocID="{BC1071E6-BF73-4E97-B249-3D042226126C}" presName="node" presStyleLbl="node1" presStyleIdx="8" presStyleCnt="9">
        <dgm:presLayoutVars>
          <dgm:bulletEnabled val="1"/>
        </dgm:presLayoutVars>
      </dgm:prSet>
      <dgm:spPr/>
    </dgm:pt>
  </dgm:ptLst>
  <dgm:cxnLst>
    <dgm:cxn modelId="{3966FD07-6D94-4D8E-BC51-C541D1D57769}" type="presOf" srcId="{5B4C4136-17A7-4D6B-AA03-1FE30B224B24}" destId="{560E0D58-B653-4D36-B653-6304049D8C55}" srcOrd="0" destOrd="0" presId="urn:microsoft.com/office/officeart/2005/8/layout/bProcess4"/>
    <dgm:cxn modelId="{B77AD110-E58B-4D6D-A923-2C738B6BF721}" srcId="{B3F39CE3-EA8D-466B-9AD8-3A8D6553BAD4}" destId="{915D957D-274A-46F6-AFF4-314AA750ADA6}" srcOrd="2" destOrd="0" parTransId="{B0E727C8-CB11-4D1B-89B1-2DD7DDA2961C}" sibTransId="{D5888853-EFF5-419E-B665-99AC3A6A7B97}"/>
    <dgm:cxn modelId="{430EFE25-4952-4839-ABDC-3A6CC34220B9}" srcId="{B3F39CE3-EA8D-466B-9AD8-3A8D6553BAD4}" destId="{DC586E4B-08BA-49E8-9C31-EE292B899E85}" srcOrd="7" destOrd="0" parTransId="{CD429EE2-F265-4EF2-A297-79550A2D0A2A}" sibTransId="{405ACB9A-0267-43DB-86D4-3C9C9906028E}"/>
    <dgm:cxn modelId="{7756532A-AA5D-4CB1-AFA9-A9102BA059C4}" srcId="{B3F39CE3-EA8D-466B-9AD8-3A8D6553BAD4}" destId="{4D88B5F3-6E2B-4576-A4B4-C2536FA908E6}" srcOrd="5" destOrd="0" parTransId="{7196D9B4-B7C6-4EF8-9F08-FFDC5A381838}" sibTransId="{0CDE56FC-3EE8-428C-A13D-3CE36140D0B8}"/>
    <dgm:cxn modelId="{0E314D2D-A420-42C0-A893-785134FEA49A}" type="presOf" srcId="{4D88B5F3-6E2B-4576-A4B4-C2536FA908E6}" destId="{3195D855-88FF-4D7B-88AC-B8DFDFF11CE5}" srcOrd="0" destOrd="0" presId="urn:microsoft.com/office/officeart/2005/8/layout/bProcess4"/>
    <dgm:cxn modelId="{B5A66A2E-4115-4A94-BDDF-D4045D1D5552}" type="presOf" srcId="{D5888853-EFF5-419E-B665-99AC3A6A7B97}" destId="{918A2654-46BC-4E40-B9E0-5B91B1F4CE9C}" srcOrd="0" destOrd="0" presId="urn:microsoft.com/office/officeart/2005/8/layout/bProcess4"/>
    <dgm:cxn modelId="{49B6E42F-04C0-4C5C-90D5-E6CF927B42E9}" type="presOf" srcId="{0CDE56FC-3EE8-428C-A13D-3CE36140D0B8}" destId="{0173B672-5F07-4C51-9ADE-BEF570C4F474}" srcOrd="0" destOrd="0" presId="urn:microsoft.com/office/officeart/2005/8/layout/bProcess4"/>
    <dgm:cxn modelId="{6789E432-1C89-4D1E-AE48-5337EC57A1AC}" srcId="{B3F39CE3-EA8D-466B-9AD8-3A8D6553BAD4}" destId="{039D86C5-8373-4BD4-AEDB-260216CDB2BC}" srcOrd="3" destOrd="0" parTransId="{C9CC9DE7-DB5B-43EC-ADFC-784848612772}" sibTransId="{3630DDD6-2B60-4612-9514-89910976215C}"/>
    <dgm:cxn modelId="{AC32506B-9F9C-49C5-9DD6-CFF5C9E70775}" type="presOf" srcId="{039D86C5-8373-4BD4-AEDB-260216CDB2BC}" destId="{617CF5C4-3C99-4E07-BF14-3A95E7C1245E}" srcOrd="0" destOrd="0" presId="urn:microsoft.com/office/officeart/2005/8/layout/bProcess4"/>
    <dgm:cxn modelId="{185AD24E-D52F-47FB-8B33-20ADCC29BE78}" type="presOf" srcId="{3630DDD6-2B60-4612-9514-89910976215C}" destId="{D35C46D9-9419-44FB-9524-E10BADA8F258}" srcOrd="0" destOrd="0" presId="urn:microsoft.com/office/officeart/2005/8/layout/bProcess4"/>
    <dgm:cxn modelId="{9D4CC94F-6B35-40EE-9611-27E3E59AB124}" type="presOf" srcId="{BC1071E6-BF73-4E97-B249-3D042226126C}" destId="{3B9BDDC1-8D48-4523-9FDD-AC8286999309}" srcOrd="0" destOrd="0" presId="urn:microsoft.com/office/officeart/2005/8/layout/bProcess4"/>
    <dgm:cxn modelId="{47D88B50-92BD-4232-A205-6C7846EB1B3D}" type="presOf" srcId="{915D957D-274A-46F6-AFF4-314AA750ADA6}" destId="{5C688441-4818-4793-A42F-6F0F2339F05A}" srcOrd="0" destOrd="0" presId="urn:microsoft.com/office/officeart/2005/8/layout/bProcess4"/>
    <dgm:cxn modelId="{A1C1FD76-49C7-4446-B9AC-42FFC59C9041}" type="presOf" srcId="{A9055E1E-DF8C-42A7-AC0B-66336B5F18DC}" destId="{DCE82B43-FF35-4DA5-8D0A-BF9BACC6714D}" srcOrd="0" destOrd="0" presId="urn:microsoft.com/office/officeart/2005/8/layout/bProcess4"/>
    <dgm:cxn modelId="{184FC15A-4BA2-421D-A864-06A089D09E00}" type="presOf" srcId="{16A6652A-D121-40D8-8CE5-402572FECF9C}" destId="{59732BFD-6444-4316-9C28-A32ED31BF6C8}" srcOrd="0" destOrd="0" presId="urn:microsoft.com/office/officeart/2005/8/layout/bProcess4"/>
    <dgm:cxn modelId="{D10CED82-60DF-45C0-B73A-514778948789}" type="presOf" srcId="{405ACB9A-0267-43DB-86D4-3C9C9906028E}" destId="{2000A3C5-B68E-42E1-8E61-B19405BF6F4B}" srcOrd="0" destOrd="0" presId="urn:microsoft.com/office/officeart/2005/8/layout/bProcess4"/>
    <dgm:cxn modelId="{66DBBBA1-C73C-4986-B35D-55EE136710DD}" type="presOf" srcId="{C00EB810-CE70-4474-BA1D-A1C9B7350702}" destId="{FFC70D43-98E6-4963-9A10-F9CB949849B3}" srcOrd="0" destOrd="0" presId="urn:microsoft.com/office/officeart/2005/8/layout/bProcess4"/>
    <dgm:cxn modelId="{36676EAC-5ED4-48F6-ABE3-F7815D968728}" type="presOf" srcId="{B3F39CE3-EA8D-466B-9AD8-3A8D6553BAD4}" destId="{C0372138-97B3-4A80-AF0C-758679FD3813}" srcOrd="0" destOrd="0" presId="urn:microsoft.com/office/officeart/2005/8/layout/bProcess4"/>
    <dgm:cxn modelId="{BA6737B1-00A6-43FD-8604-C32C5AA11EF0}" srcId="{B3F39CE3-EA8D-466B-9AD8-3A8D6553BAD4}" destId="{BC1071E6-BF73-4E97-B249-3D042226126C}" srcOrd="8" destOrd="0" parTransId="{323B8618-888C-4EDF-81ED-C84DE8D13F9F}" sibTransId="{FA814D3C-83B7-46BA-8084-14FAD5B4360D}"/>
    <dgm:cxn modelId="{3F591BBA-2CC8-4390-8B99-9C89B23800C3}" srcId="{B3F39CE3-EA8D-466B-9AD8-3A8D6553BAD4}" destId="{5B4C4136-17A7-4D6B-AA03-1FE30B224B24}" srcOrd="0" destOrd="0" parTransId="{6B8786EF-2EB5-4554-8278-15FF686A8118}" sibTransId="{16A6652A-D121-40D8-8CE5-402572FECF9C}"/>
    <dgm:cxn modelId="{5E245DBC-516F-4439-BADC-076D7D7F33B5}" type="presOf" srcId="{138CB68F-2CC5-499C-AD99-03472C59234E}" destId="{84947CF9-FE6E-4230-B7E0-F7F8ACF7CDBD}" srcOrd="0" destOrd="0" presId="urn:microsoft.com/office/officeart/2005/8/layout/bProcess4"/>
    <dgm:cxn modelId="{CE8429CF-4896-4405-B5DD-A1C43BDB1B1E}" type="presOf" srcId="{A5E5072C-CCB8-4F40-A188-58038595046A}" destId="{1018EF1D-50F3-41B4-907C-018B299F51CC}" srcOrd="0" destOrd="0" presId="urn:microsoft.com/office/officeart/2005/8/layout/bProcess4"/>
    <dgm:cxn modelId="{54D063CF-49D4-49A7-8D74-98D925E67F1C}" srcId="{B3F39CE3-EA8D-466B-9AD8-3A8D6553BAD4}" destId="{1EE25FD7-F3DD-4AE8-A66A-49E283D41983}" srcOrd="6" destOrd="0" parTransId="{32D49F78-B3EF-4569-9C7A-E740946C2BB0}" sibTransId="{A9055E1E-DF8C-42A7-AC0B-66336B5F18DC}"/>
    <dgm:cxn modelId="{641DEED7-83F6-4200-9936-1BDEF05EE96D}" type="presOf" srcId="{DC586E4B-08BA-49E8-9C31-EE292B899E85}" destId="{11886339-79C8-4FD3-8076-170F443B2FD5}" srcOrd="0" destOrd="0" presId="urn:microsoft.com/office/officeart/2005/8/layout/bProcess4"/>
    <dgm:cxn modelId="{A1642FD8-A9C0-40DF-9014-EC877C56972F}" srcId="{B3F39CE3-EA8D-466B-9AD8-3A8D6553BAD4}" destId="{A5E5072C-CCB8-4F40-A188-58038595046A}" srcOrd="1" destOrd="0" parTransId="{8A82AA23-ECF1-456F-AD92-69F74FEE2234}" sibTransId="{B2079C75-3C5B-4847-837D-D5048750A598}"/>
    <dgm:cxn modelId="{EBB7CFD9-BE96-4340-98C9-A6ED162F2535}" type="presOf" srcId="{1EE25FD7-F3DD-4AE8-A66A-49E283D41983}" destId="{764567EF-2120-4E49-ABBA-6A80E5D0D1A5}" srcOrd="0" destOrd="0" presId="urn:microsoft.com/office/officeart/2005/8/layout/bProcess4"/>
    <dgm:cxn modelId="{41D6E0E6-4F83-4FD1-9D11-98C6AFD73357}" type="presOf" srcId="{B2079C75-3C5B-4847-837D-D5048750A598}" destId="{8FF8AA00-50EF-49C5-BB50-7B81DAC2DEE5}" srcOrd="0" destOrd="0" presId="urn:microsoft.com/office/officeart/2005/8/layout/bProcess4"/>
    <dgm:cxn modelId="{8BE05CF4-3D25-41CA-B587-BD1229099637}" srcId="{B3F39CE3-EA8D-466B-9AD8-3A8D6553BAD4}" destId="{C00EB810-CE70-4474-BA1D-A1C9B7350702}" srcOrd="4" destOrd="0" parTransId="{B85337F2-E499-402D-AC7A-93714F939AA0}" sibTransId="{138CB68F-2CC5-499C-AD99-03472C59234E}"/>
    <dgm:cxn modelId="{A2B1AB55-5C2C-4C61-B93C-08A75143CE4E}" type="presParOf" srcId="{C0372138-97B3-4A80-AF0C-758679FD3813}" destId="{92530B3D-FDA6-4DEC-BF70-B6580B3B11DD}" srcOrd="0" destOrd="0" presId="urn:microsoft.com/office/officeart/2005/8/layout/bProcess4"/>
    <dgm:cxn modelId="{4B533D8E-C4D8-44DC-B0D8-B3B03BFB3347}" type="presParOf" srcId="{92530B3D-FDA6-4DEC-BF70-B6580B3B11DD}" destId="{5024C804-C5D6-4601-8BB4-0F2C2B49231F}" srcOrd="0" destOrd="0" presId="urn:microsoft.com/office/officeart/2005/8/layout/bProcess4"/>
    <dgm:cxn modelId="{AD9DAC83-6DB8-4348-A2C5-7A63260CE24E}" type="presParOf" srcId="{92530B3D-FDA6-4DEC-BF70-B6580B3B11DD}" destId="{560E0D58-B653-4D36-B653-6304049D8C55}" srcOrd="1" destOrd="0" presId="urn:microsoft.com/office/officeart/2005/8/layout/bProcess4"/>
    <dgm:cxn modelId="{5549A36F-84DF-4D9D-A55B-F232D6B1E26B}" type="presParOf" srcId="{C0372138-97B3-4A80-AF0C-758679FD3813}" destId="{59732BFD-6444-4316-9C28-A32ED31BF6C8}" srcOrd="1" destOrd="0" presId="urn:microsoft.com/office/officeart/2005/8/layout/bProcess4"/>
    <dgm:cxn modelId="{52F270A2-9990-46FE-BE9F-B30EFF09D5C4}" type="presParOf" srcId="{C0372138-97B3-4A80-AF0C-758679FD3813}" destId="{09A06CF8-CD6A-4493-B6CC-18116BC1E992}" srcOrd="2" destOrd="0" presId="urn:microsoft.com/office/officeart/2005/8/layout/bProcess4"/>
    <dgm:cxn modelId="{4BCC24C3-EF7A-44BE-8CE3-ACA28BE4F42F}" type="presParOf" srcId="{09A06CF8-CD6A-4493-B6CC-18116BC1E992}" destId="{9328CACB-A206-4FD9-AB07-1EB83617263E}" srcOrd="0" destOrd="0" presId="urn:microsoft.com/office/officeart/2005/8/layout/bProcess4"/>
    <dgm:cxn modelId="{C84F30A7-4199-4E02-BC8C-2DBCA0FC13DE}" type="presParOf" srcId="{09A06CF8-CD6A-4493-B6CC-18116BC1E992}" destId="{1018EF1D-50F3-41B4-907C-018B299F51CC}" srcOrd="1" destOrd="0" presId="urn:microsoft.com/office/officeart/2005/8/layout/bProcess4"/>
    <dgm:cxn modelId="{F1C4B106-D57A-4681-91F3-2B6AD40BBD21}" type="presParOf" srcId="{C0372138-97B3-4A80-AF0C-758679FD3813}" destId="{8FF8AA00-50EF-49C5-BB50-7B81DAC2DEE5}" srcOrd="3" destOrd="0" presId="urn:microsoft.com/office/officeart/2005/8/layout/bProcess4"/>
    <dgm:cxn modelId="{8A144E48-F6C8-43D8-97E1-247C3CB79E81}" type="presParOf" srcId="{C0372138-97B3-4A80-AF0C-758679FD3813}" destId="{BFD6C9D8-B52F-4301-91EC-F5D60C67E862}" srcOrd="4" destOrd="0" presId="urn:microsoft.com/office/officeart/2005/8/layout/bProcess4"/>
    <dgm:cxn modelId="{ADD85529-1111-4417-A351-BC55ECC5B04B}" type="presParOf" srcId="{BFD6C9D8-B52F-4301-91EC-F5D60C67E862}" destId="{783B592F-9D16-441B-9E20-F19A32400847}" srcOrd="0" destOrd="0" presId="urn:microsoft.com/office/officeart/2005/8/layout/bProcess4"/>
    <dgm:cxn modelId="{CA4D1130-42E6-4C99-BF62-E3777146FBB5}" type="presParOf" srcId="{BFD6C9D8-B52F-4301-91EC-F5D60C67E862}" destId="{5C688441-4818-4793-A42F-6F0F2339F05A}" srcOrd="1" destOrd="0" presId="urn:microsoft.com/office/officeart/2005/8/layout/bProcess4"/>
    <dgm:cxn modelId="{AB187C2E-488A-4CAC-A7B9-BA02A65B8DA3}" type="presParOf" srcId="{C0372138-97B3-4A80-AF0C-758679FD3813}" destId="{918A2654-46BC-4E40-B9E0-5B91B1F4CE9C}" srcOrd="5" destOrd="0" presId="urn:microsoft.com/office/officeart/2005/8/layout/bProcess4"/>
    <dgm:cxn modelId="{91DBDB3E-5CC6-40E2-A2AD-E3E8AA5D2D61}" type="presParOf" srcId="{C0372138-97B3-4A80-AF0C-758679FD3813}" destId="{82363A03-BA70-4FEF-9397-E348ED099BDC}" srcOrd="6" destOrd="0" presId="urn:microsoft.com/office/officeart/2005/8/layout/bProcess4"/>
    <dgm:cxn modelId="{167BF78E-7B41-41F7-A189-5FA99A91B835}" type="presParOf" srcId="{82363A03-BA70-4FEF-9397-E348ED099BDC}" destId="{82790AA3-C366-4F62-8476-17E0E12AB640}" srcOrd="0" destOrd="0" presId="urn:microsoft.com/office/officeart/2005/8/layout/bProcess4"/>
    <dgm:cxn modelId="{968D5710-B857-44A7-A92B-DC9CD6BF06A4}" type="presParOf" srcId="{82363A03-BA70-4FEF-9397-E348ED099BDC}" destId="{617CF5C4-3C99-4E07-BF14-3A95E7C1245E}" srcOrd="1" destOrd="0" presId="urn:microsoft.com/office/officeart/2005/8/layout/bProcess4"/>
    <dgm:cxn modelId="{D174C4EC-AE20-4C43-9395-05FC7328DF0A}" type="presParOf" srcId="{C0372138-97B3-4A80-AF0C-758679FD3813}" destId="{D35C46D9-9419-44FB-9524-E10BADA8F258}" srcOrd="7" destOrd="0" presId="urn:microsoft.com/office/officeart/2005/8/layout/bProcess4"/>
    <dgm:cxn modelId="{225016C5-08AE-4226-8713-D531464DB729}" type="presParOf" srcId="{C0372138-97B3-4A80-AF0C-758679FD3813}" destId="{263A550F-0E14-4EF2-B519-3D4689BE1CF4}" srcOrd="8" destOrd="0" presId="urn:microsoft.com/office/officeart/2005/8/layout/bProcess4"/>
    <dgm:cxn modelId="{0B4A86F0-3A1A-494A-89EB-2C56CE81BD1F}" type="presParOf" srcId="{263A550F-0E14-4EF2-B519-3D4689BE1CF4}" destId="{BFEE7C2C-7784-418E-A672-0E1B8C1E1AA8}" srcOrd="0" destOrd="0" presId="urn:microsoft.com/office/officeart/2005/8/layout/bProcess4"/>
    <dgm:cxn modelId="{7DF8FF7A-5752-4D3A-8E5A-DDAE2B3F6C64}" type="presParOf" srcId="{263A550F-0E14-4EF2-B519-3D4689BE1CF4}" destId="{FFC70D43-98E6-4963-9A10-F9CB949849B3}" srcOrd="1" destOrd="0" presId="urn:microsoft.com/office/officeart/2005/8/layout/bProcess4"/>
    <dgm:cxn modelId="{C8B624F4-4370-4136-A7AF-18B42B62A9A3}" type="presParOf" srcId="{C0372138-97B3-4A80-AF0C-758679FD3813}" destId="{84947CF9-FE6E-4230-B7E0-F7F8ACF7CDBD}" srcOrd="9" destOrd="0" presId="urn:microsoft.com/office/officeart/2005/8/layout/bProcess4"/>
    <dgm:cxn modelId="{7B039D6C-8FAE-4E84-8A73-884C8272BF3C}" type="presParOf" srcId="{C0372138-97B3-4A80-AF0C-758679FD3813}" destId="{13F678C1-89FC-424E-91BE-2EF3F9E6B92F}" srcOrd="10" destOrd="0" presId="urn:microsoft.com/office/officeart/2005/8/layout/bProcess4"/>
    <dgm:cxn modelId="{63F4A888-F380-4DD0-8470-9ADEFD6DD8B7}" type="presParOf" srcId="{13F678C1-89FC-424E-91BE-2EF3F9E6B92F}" destId="{E66F1D77-7850-4A30-995E-08BEF96DEC23}" srcOrd="0" destOrd="0" presId="urn:microsoft.com/office/officeart/2005/8/layout/bProcess4"/>
    <dgm:cxn modelId="{6834F1EE-D694-4B4D-BB55-085E34B763AB}" type="presParOf" srcId="{13F678C1-89FC-424E-91BE-2EF3F9E6B92F}" destId="{3195D855-88FF-4D7B-88AC-B8DFDFF11CE5}" srcOrd="1" destOrd="0" presId="urn:microsoft.com/office/officeart/2005/8/layout/bProcess4"/>
    <dgm:cxn modelId="{E6F44E09-4B2B-4A78-99CD-DA6E0F947D6F}" type="presParOf" srcId="{C0372138-97B3-4A80-AF0C-758679FD3813}" destId="{0173B672-5F07-4C51-9ADE-BEF570C4F474}" srcOrd="11" destOrd="0" presId="urn:microsoft.com/office/officeart/2005/8/layout/bProcess4"/>
    <dgm:cxn modelId="{D2DEF342-57C9-472C-9155-C99F8E698F60}" type="presParOf" srcId="{C0372138-97B3-4A80-AF0C-758679FD3813}" destId="{816123D0-FFCB-4967-B787-58B22335F9B8}" srcOrd="12" destOrd="0" presId="urn:microsoft.com/office/officeart/2005/8/layout/bProcess4"/>
    <dgm:cxn modelId="{2086D197-710E-41E9-86D7-F89C66B135E1}" type="presParOf" srcId="{816123D0-FFCB-4967-B787-58B22335F9B8}" destId="{765F64E3-0982-4D78-831A-4D8A7E953293}" srcOrd="0" destOrd="0" presId="urn:microsoft.com/office/officeart/2005/8/layout/bProcess4"/>
    <dgm:cxn modelId="{FFAFC419-0672-4D57-B791-5848C62E7E97}" type="presParOf" srcId="{816123D0-FFCB-4967-B787-58B22335F9B8}" destId="{764567EF-2120-4E49-ABBA-6A80E5D0D1A5}" srcOrd="1" destOrd="0" presId="urn:microsoft.com/office/officeart/2005/8/layout/bProcess4"/>
    <dgm:cxn modelId="{BCCB8B9D-9CAF-4748-900F-A9B3DC247B6B}" type="presParOf" srcId="{C0372138-97B3-4A80-AF0C-758679FD3813}" destId="{DCE82B43-FF35-4DA5-8D0A-BF9BACC6714D}" srcOrd="13" destOrd="0" presId="urn:microsoft.com/office/officeart/2005/8/layout/bProcess4"/>
    <dgm:cxn modelId="{89B00DD0-3691-4312-8134-9CA8C998F320}" type="presParOf" srcId="{C0372138-97B3-4A80-AF0C-758679FD3813}" destId="{AD6C07AF-20F6-480A-A4C6-97D529AE320C}" srcOrd="14" destOrd="0" presId="urn:microsoft.com/office/officeart/2005/8/layout/bProcess4"/>
    <dgm:cxn modelId="{0E555756-6914-4497-8CE3-9AE684C6055E}" type="presParOf" srcId="{AD6C07AF-20F6-480A-A4C6-97D529AE320C}" destId="{7ADC4167-F47A-4426-8B5B-61BD56D51349}" srcOrd="0" destOrd="0" presId="urn:microsoft.com/office/officeart/2005/8/layout/bProcess4"/>
    <dgm:cxn modelId="{660205E4-3E03-4771-ACF9-BB59D6752E0D}" type="presParOf" srcId="{AD6C07AF-20F6-480A-A4C6-97D529AE320C}" destId="{11886339-79C8-4FD3-8076-170F443B2FD5}" srcOrd="1" destOrd="0" presId="urn:microsoft.com/office/officeart/2005/8/layout/bProcess4"/>
    <dgm:cxn modelId="{07FB7483-6260-45EF-8865-A1B1D9D7BCB0}" type="presParOf" srcId="{C0372138-97B3-4A80-AF0C-758679FD3813}" destId="{2000A3C5-B68E-42E1-8E61-B19405BF6F4B}" srcOrd="15" destOrd="0" presId="urn:microsoft.com/office/officeart/2005/8/layout/bProcess4"/>
    <dgm:cxn modelId="{E48AF70C-FDFE-4C42-8F99-D0749AEC1122}" type="presParOf" srcId="{C0372138-97B3-4A80-AF0C-758679FD3813}" destId="{2C26C793-AD5E-49E5-987B-E663E4034FAE}" srcOrd="16" destOrd="0" presId="urn:microsoft.com/office/officeart/2005/8/layout/bProcess4"/>
    <dgm:cxn modelId="{61DEB827-D8B5-4B0D-92A5-0A03E74C0BE7}" type="presParOf" srcId="{2C26C793-AD5E-49E5-987B-E663E4034FAE}" destId="{C5F58CD8-05CA-45A4-97BA-CB7B2FA09010}" srcOrd="0" destOrd="0" presId="urn:microsoft.com/office/officeart/2005/8/layout/bProcess4"/>
    <dgm:cxn modelId="{725CE99D-910D-41D2-9CB6-F897F2D509A1}" type="presParOf" srcId="{2C26C793-AD5E-49E5-987B-E663E4034FAE}" destId="{3B9BDDC1-8D48-4523-9FDD-AC8286999309}"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8454E20-D28F-4648-932C-F95E4A9E9C41}" type="doc">
      <dgm:prSet loTypeId="urn:microsoft.com/office/officeart/2005/8/layout/hList1" loCatId="list" qsTypeId="urn:microsoft.com/office/officeart/2005/8/quickstyle/simple1" qsCatId="simple" csTypeId="urn:microsoft.com/office/officeart/2005/8/colors/colorful2" csCatId="colorful"/>
      <dgm:spPr/>
      <dgm:t>
        <a:bodyPr/>
        <a:lstStyle/>
        <a:p>
          <a:endParaRPr lang="en-US"/>
        </a:p>
      </dgm:t>
    </dgm:pt>
    <dgm:pt modelId="{2A495565-832A-4828-80B0-A2BC4354214F}">
      <dgm:prSet/>
      <dgm:spPr/>
      <dgm:t>
        <a:bodyPr/>
        <a:lstStyle/>
        <a:p>
          <a:r>
            <a:rPr lang="en-IN" b="1">
              <a:latin typeface="Comic Sans MS" panose="030F0702030302020204" pitchFamily="66" charset="0"/>
            </a:rPr>
            <a:t>Early identification of defects</a:t>
          </a:r>
          <a:endParaRPr lang="en-US">
            <a:latin typeface="Comic Sans MS" panose="030F0702030302020204" pitchFamily="66" charset="0"/>
          </a:endParaRPr>
        </a:p>
      </dgm:t>
    </dgm:pt>
    <dgm:pt modelId="{070242D1-ACE7-4563-BCDC-E2FCD7EDEB74}" type="parTrans" cxnId="{726EC731-9320-4D43-85ED-86780C9EF186}">
      <dgm:prSet/>
      <dgm:spPr/>
      <dgm:t>
        <a:bodyPr/>
        <a:lstStyle/>
        <a:p>
          <a:endParaRPr lang="en-US">
            <a:latin typeface="Comic Sans MS" panose="030F0702030302020204" pitchFamily="66" charset="0"/>
          </a:endParaRPr>
        </a:p>
      </dgm:t>
    </dgm:pt>
    <dgm:pt modelId="{9E2403C6-42D6-4EB9-8E6B-BD2CB7115A5E}" type="sibTrans" cxnId="{726EC731-9320-4D43-85ED-86780C9EF186}">
      <dgm:prSet/>
      <dgm:spPr/>
      <dgm:t>
        <a:bodyPr/>
        <a:lstStyle/>
        <a:p>
          <a:endParaRPr lang="en-US">
            <a:latin typeface="Comic Sans MS" panose="030F0702030302020204" pitchFamily="66" charset="0"/>
          </a:endParaRPr>
        </a:p>
      </dgm:t>
    </dgm:pt>
    <dgm:pt modelId="{9A840101-8AAB-45C4-A566-CEAFC7B71CE7}">
      <dgm:prSet/>
      <dgm:spPr/>
      <dgm:t>
        <a:bodyPr/>
        <a:lstStyle/>
        <a:p>
          <a:r>
            <a:rPr lang="en-US" dirty="0">
              <a:latin typeface="Comic Sans MS" panose="030F0702030302020204" pitchFamily="66" charset="0"/>
            </a:rPr>
            <a:t>Systematically designed tests can help to uncover critical issues before release.</a:t>
          </a:r>
        </a:p>
      </dgm:t>
    </dgm:pt>
    <dgm:pt modelId="{6A52E816-4BA1-4654-837D-8CFF12916699}" type="parTrans" cxnId="{6411BBF4-BF2A-4FA5-AC95-EAE06591603F}">
      <dgm:prSet/>
      <dgm:spPr/>
      <dgm:t>
        <a:bodyPr/>
        <a:lstStyle/>
        <a:p>
          <a:endParaRPr lang="en-US">
            <a:latin typeface="Comic Sans MS" panose="030F0702030302020204" pitchFamily="66" charset="0"/>
          </a:endParaRPr>
        </a:p>
      </dgm:t>
    </dgm:pt>
    <dgm:pt modelId="{3058C65D-EFA2-481A-A88E-7963586CE7C3}" type="sibTrans" cxnId="{6411BBF4-BF2A-4FA5-AC95-EAE06591603F}">
      <dgm:prSet/>
      <dgm:spPr/>
      <dgm:t>
        <a:bodyPr/>
        <a:lstStyle/>
        <a:p>
          <a:endParaRPr lang="en-US">
            <a:latin typeface="Comic Sans MS" panose="030F0702030302020204" pitchFamily="66" charset="0"/>
          </a:endParaRPr>
        </a:p>
      </dgm:t>
    </dgm:pt>
    <dgm:pt modelId="{C3AADF94-F349-4BCF-988E-4136BDA56DC2}">
      <dgm:prSet/>
      <dgm:spPr/>
      <dgm:t>
        <a:bodyPr/>
        <a:lstStyle/>
        <a:p>
          <a:r>
            <a:rPr lang="en-IN" b="1">
              <a:latin typeface="Comic Sans MS" panose="030F0702030302020204" pitchFamily="66" charset="0"/>
            </a:rPr>
            <a:t>Enable automation</a:t>
          </a:r>
          <a:endParaRPr lang="en-US">
            <a:latin typeface="Comic Sans MS" panose="030F0702030302020204" pitchFamily="66" charset="0"/>
          </a:endParaRPr>
        </a:p>
      </dgm:t>
    </dgm:pt>
    <dgm:pt modelId="{82248EF8-C13E-4666-BF76-552635F8329C}" type="parTrans" cxnId="{96B3BC23-B5A2-4B08-BA68-9833995740C7}">
      <dgm:prSet/>
      <dgm:spPr/>
      <dgm:t>
        <a:bodyPr/>
        <a:lstStyle/>
        <a:p>
          <a:endParaRPr lang="en-US">
            <a:latin typeface="Comic Sans MS" panose="030F0702030302020204" pitchFamily="66" charset="0"/>
          </a:endParaRPr>
        </a:p>
      </dgm:t>
    </dgm:pt>
    <dgm:pt modelId="{F8020348-CF52-4F62-8032-51D3DA3FEF66}" type="sibTrans" cxnId="{96B3BC23-B5A2-4B08-BA68-9833995740C7}">
      <dgm:prSet/>
      <dgm:spPr/>
      <dgm:t>
        <a:bodyPr/>
        <a:lstStyle/>
        <a:p>
          <a:endParaRPr lang="en-US">
            <a:latin typeface="Comic Sans MS" panose="030F0702030302020204" pitchFamily="66" charset="0"/>
          </a:endParaRPr>
        </a:p>
      </dgm:t>
    </dgm:pt>
    <dgm:pt modelId="{A6B4FE06-E4F6-426D-8EAB-2CD7BE769456}">
      <dgm:prSet/>
      <dgm:spPr/>
      <dgm:t>
        <a:bodyPr/>
        <a:lstStyle/>
        <a:p>
          <a:r>
            <a:rPr lang="en-US" dirty="0">
              <a:latin typeface="Comic Sans MS" panose="030F0702030302020204" pitchFamily="66" charset="0"/>
            </a:rPr>
            <a:t>It provides a structured framework for automating test cases, allowing for efficient execution of repetitive tests.</a:t>
          </a:r>
        </a:p>
      </dgm:t>
    </dgm:pt>
    <dgm:pt modelId="{D2F57AED-2954-476F-A888-FC675159BB02}" type="parTrans" cxnId="{790BFE37-81D5-402C-839B-6ACF5D85919D}">
      <dgm:prSet/>
      <dgm:spPr/>
      <dgm:t>
        <a:bodyPr/>
        <a:lstStyle/>
        <a:p>
          <a:endParaRPr lang="en-US">
            <a:latin typeface="Comic Sans MS" panose="030F0702030302020204" pitchFamily="66" charset="0"/>
          </a:endParaRPr>
        </a:p>
      </dgm:t>
    </dgm:pt>
    <dgm:pt modelId="{C08E07F3-4C8C-4A95-9827-C136CE86FD83}" type="sibTrans" cxnId="{790BFE37-81D5-402C-839B-6ACF5D85919D}">
      <dgm:prSet/>
      <dgm:spPr/>
      <dgm:t>
        <a:bodyPr/>
        <a:lstStyle/>
        <a:p>
          <a:endParaRPr lang="en-US">
            <a:latin typeface="Comic Sans MS" panose="030F0702030302020204" pitchFamily="66" charset="0"/>
          </a:endParaRPr>
        </a:p>
      </dgm:t>
    </dgm:pt>
    <dgm:pt modelId="{F18B7BF1-30DA-4970-B3A3-343FCA48A5AA}">
      <dgm:prSet/>
      <dgm:spPr/>
      <dgm:t>
        <a:bodyPr/>
        <a:lstStyle/>
        <a:p>
          <a:r>
            <a:rPr lang="en-IN" b="1" dirty="0">
              <a:latin typeface="Comic Sans MS" panose="030F0702030302020204" pitchFamily="66" charset="0"/>
            </a:rPr>
            <a:t>Identify edge cases</a:t>
          </a:r>
          <a:endParaRPr lang="en-US" dirty="0">
            <a:latin typeface="Comic Sans MS" panose="030F0702030302020204" pitchFamily="66" charset="0"/>
          </a:endParaRPr>
        </a:p>
      </dgm:t>
    </dgm:pt>
    <dgm:pt modelId="{79E6B45B-2AC0-4701-99CE-A98FFE4D6CA5}" type="parTrans" cxnId="{17C04A4F-A912-4EBE-9940-53199910F08C}">
      <dgm:prSet/>
      <dgm:spPr/>
      <dgm:t>
        <a:bodyPr/>
        <a:lstStyle/>
        <a:p>
          <a:endParaRPr lang="en-US">
            <a:latin typeface="Comic Sans MS" panose="030F0702030302020204" pitchFamily="66" charset="0"/>
          </a:endParaRPr>
        </a:p>
      </dgm:t>
    </dgm:pt>
    <dgm:pt modelId="{BFE3302C-DEDA-4420-A078-25E804C1798B}" type="sibTrans" cxnId="{17C04A4F-A912-4EBE-9940-53199910F08C}">
      <dgm:prSet/>
      <dgm:spPr/>
      <dgm:t>
        <a:bodyPr/>
        <a:lstStyle/>
        <a:p>
          <a:endParaRPr lang="en-US">
            <a:latin typeface="Comic Sans MS" panose="030F0702030302020204" pitchFamily="66" charset="0"/>
          </a:endParaRPr>
        </a:p>
      </dgm:t>
    </dgm:pt>
    <dgm:pt modelId="{DA9ED73E-047C-4BD8-A08E-F23C640E9CFC}">
      <dgm:prSet/>
      <dgm:spPr/>
      <dgm:t>
        <a:bodyPr/>
        <a:lstStyle/>
        <a:p>
          <a:r>
            <a:rPr lang="en-US" dirty="0">
              <a:latin typeface="Comic Sans MS" panose="030F0702030302020204" pitchFamily="66" charset="0"/>
            </a:rPr>
            <a:t>By using boundary value analysis, you can identify crucial issues at the limits of input values.</a:t>
          </a:r>
        </a:p>
      </dgm:t>
    </dgm:pt>
    <dgm:pt modelId="{E9D50148-36D4-496A-B722-166DED51F68B}" type="parTrans" cxnId="{E7638CC2-D8A1-46ED-84AC-664ADC4CC7D8}">
      <dgm:prSet/>
      <dgm:spPr/>
      <dgm:t>
        <a:bodyPr/>
        <a:lstStyle/>
        <a:p>
          <a:endParaRPr lang="en-US">
            <a:latin typeface="Comic Sans MS" panose="030F0702030302020204" pitchFamily="66" charset="0"/>
          </a:endParaRPr>
        </a:p>
      </dgm:t>
    </dgm:pt>
    <dgm:pt modelId="{C1B8E07C-7067-45BF-9DE3-14A54FA80B4D}" type="sibTrans" cxnId="{E7638CC2-D8A1-46ED-84AC-664ADC4CC7D8}">
      <dgm:prSet/>
      <dgm:spPr/>
      <dgm:t>
        <a:bodyPr/>
        <a:lstStyle/>
        <a:p>
          <a:endParaRPr lang="en-US">
            <a:latin typeface="Comic Sans MS" panose="030F0702030302020204" pitchFamily="66" charset="0"/>
          </a:endParaRPr>
        </a:p>
      </dgm:t>
    </dgm:pt>
    <dgm:pt modelId="{955AD450-EBBE-4154-AAFE-CA49A0EB442D}">
      <dgm:prSet/>
      <dgm:spPr/>
      <dgm:t>
        <a:bodyPr/>
        <a:lstStyle/>
        <a:p>
          <a:r>
            <a:rPr lang="en-IN" b="1" dirty="0">
              <a:latin typeface="Comic Sans MS" panose="030F0702030302020204" pitchFamily="66" charset="0"/>
            </a:rPr>
            <a:t>Better collaboration</a:t>
          </a:r>
          <a:endParaRPr lang="en-US" dirty="0">
            <a:latin typeface="Comic Sans MS" panose="030F0702030302020204" pitchFamily="66" charset="0"/>
          </a:endParaRPr>
        </a:p>
      </dgm:t>
    </dgm:pt>
    <dgm:pt modelId="{FEBEFC50-3C06-4D5F-829E-742C5B20F60B}" type="parTrans" cxnId="{A607F576-D09A-4578-975C-5AC27C0D1BAB}">
      <dgm:prSet/>
      <dgm:spPr/>
      <dgm:t>
        <a:bodyPr/>
        <a:lstStyle/>
        <a:p>
          <a:endParaRPr lang="en-US">
            <a:latin typeface="Comic Sans MS" panose="030F0702030302020204" pitchFamily="66" charset="0"/>
          </a:endParaRPr>
        </a:p>
      </dgm:t>
    </dgm:pt>
    <dgm:pt modelId="{30A08EE5-A0EA-4612-914C-585FD6E18D86}" type="sibTrans" cxnId="{A607F576-D09A-4578-975C-5AC27C0D1BAB}">
      <dgm:prSet/>
      <dgm:spPr/>
      <dgm:t>
        <a:bodyPr/>
        <a:lstStyle/>
        <a:p>
          <a:endParaRPr lang="en-US">
            <a:latin typeface="Comic Sans MS" panose="030F0702030302020204" pitchFamily="66" charset="0"/>
          </a:endParaRPr>
        </a:p>
      </dgm:t>
    </dgm:pt>
    <dgm:pt modelId="{E58703F7-1544-4C1C-8663-03E0EB4AEC3D}">
      <dgm:prSet/>
      <dgm:spPr/>
      <dgm:t>
        <a:bodyPr/>
        <a:lstStyle/>
        <a:p>
          <a:r>
            <a:rPr lang="en-US" dirty="0">
              <a:latin typeface="Comic Sans MS" panose="030F0702030302020204" pitchFamily="66" charset="0"/>
            </a:rPr>
            <a:t>Clear test documentation based on design techniques helps improve communication between testers, developers, and products.</a:t>
          </a:r>
        </a:p>
      </dgm:t>
    </dgm:pt>
    <dgm:pt modelId="{7B9D0372-BBED-4D31-B301-0A58654239D3}" type="parTrans" cxnId="{9F4D7693-30B0-4653-8E07-F678B3C71BB9}">
      <dgm:prSet/>
      <dgm:spPr/>
      <dgm:t>
        <a:bodyPr/>
        <a:lstStyle/>
        <a:p>
          <a:endParaRPr lang="en-US">
            <a:latin typeface="Comic Sans MS" panose="030F0702030302020204" pitchFamily="66" charset="0"/>
          </a:endParaRPr>
        </a:p>
      </dgm:t>
    </dgm:pt>
    <dgm:pt modelId="{399D71D8-70B1-474D-84EA-D8AF327335BC}" type="sibTrans" cxnId="{9F4D7693-30B0-4653-8E07-F678B3C71BB9}">
      <dgm:prSet/>
      <dgm:spPr/>
      <dgm:t>
        <a:bodyPr/>
        <a:lstStyle/>
        <a:p>
          <a:endParaRPr lang="en-US">
            <a:latin typeface="Comic Sans MS" panose="030F0702030302020204" pitchFamily="66" charset="0"/>
          </a:endParaRPr>
        </a:p>
      </dgm:t>
    </dgm:pt>
    <dgm:pt modelId="{D30F09F2-189B-4357-87F7-E588333B4A77}" type="pres">
      <dgm:prSet presAssocID="{58454E20-D28F-4648-932C-F95E4A9E9C41}" presName="Name0" presStyleCnt="0">
        <dgm:presLayoutVars>
          <dgm:dir/>
          <dgm:animLvl val="lvl"/>
          <dgm:resizeHandles val="exact"/>
        </dgm:presLayoutVars>
      </dgm:prSet>
      <dgm:spPr/>
    </dgm:pt>
    <dgm:pt modelId="{8B9CE84B-E96F-4CFF-BA77-9C76288EF561}" type="pres">
      <dgm:prSet presAssocID="{2A495565-832A-4828-80B0-A2BC4354214F}" presName="composite" presStyleCnt="0"/>
      <dgm:spPr/>
    </dgm:pt>
    <dgm:pt modelId="{B8957E96-FCE6-4884-A45F-781D8EB79D3B}" type="pres">
      <dgm:prSet presAssocID="{2A495565-832A-4828-80B0-A2BC4354214F}" presName="parTx" presStyleLbl="alignNode1" presStyleIdx="0" presStyleCnt="4">
        <dgm:presLayoutVars>
          <dgm:chMax val="0"/>
          <dgm:chPref val="0"/>
          <dgm:bulletEnabled val="1"/>
        </dgm:presLayoutVars>
      </dgm:prSet>
      <dgm:spPr/>
    </dgm:pt>
    <dgm:pt modelId="{8ECB1C16-C8D3-415F-ABDB-47420F59A09E}" type="pres">
      <dgm:prSet presAssocID="{2A495565-832A-4828-80B0-A2BC4354214F}" presName="desTx" presStyleLbl="alignAccFollowNode1" presStyleIdx="0" presStyleCnt="4">
        <dgm:presLayoutVars>
          <dgm:bulletEnabled val="1"/>
        </dgm:presLayoutVars>
      </dgm:prSet>
      <dgm:spPr/>
    </dgm:pt>
    <dgm:pt modelId="{904E204D-EE3A-4E7E-A914-9DC58354AF68}" type="pres">
      <dgm:prSet presAssocID="{9E2403C6-42D6-4EB9-8E6B-BD2CB7115A5E}" presName="space" presStyleCnt="0"/>
      <dgm:spPr/>
    </dgm:pt>
    <dgm:pt modelId="{77EACD8C-E895-49C7-BC45-EC8AE9BED237}" type="pres">
      <dgm:prSet presAssocID="{C3AADF94-F349-4BCF-988E-4136BDA56DC2}" presName="composite" presStyleCnt="0"/>
      <dgm:spPr/>
    </dgm:pt>
    <dgm:pt modelId="{76BA0837-753E-48E1-94E9-5B6829EA0C79}" type="pres">
      <dgm:prSet presAssocID="{C3AADF94-F349-4BCF-988E-4136BDA56DC2}" presName="parTx" presStyleLbl="alignNode1" presStyleIdx="1" presStyleCnt="4">
        <dgm:presLayoutVars>
          <dgm:chMax val="0"/>
          <dgm:chPref val="0"/>
          <dgm:bulletEnabled val="1"/>
        </dgm:presLayoutVars>
      </dgm:prSet>
      <dgm:spPr/>
    </dgm:pt>
    <dgm:pt modelId="{EDA4DA4F-9C58-4C0D-9B57-B5DCE04E5E20}" type="pres">
      <dgm:prSet presAssocID="{C3AADF94-F349-4BCF-988E-4136BDA56DC2}" presName="desTx" presStyleLbl="alignAccFollowNode1" presStyleIdx="1" presStyleCnt="4">
        <dgm:presLayoutVars>
          <dgm:bulletEnabled val="1"/>
        </dgm:presLayoutVars>
      </dgm:prSet>
      <dgm:spPr/>
    </dgm:pt>
    <dgm:pt modelId="{D98B12B7-8910-46ED-9567-F6C6891D23B0}" type="pres">
      <dgm:prSet presAssocID="{F8020348-CF52-4F62-8032-51D3DA3FEF66}" presName="space" presStyleCnt="0"/>
      <dgm:spPr/>
    </dgm:pt>
    <dgm:pt modelId="{053831D6-E665-4154-8092-905053E6FEFC}" type="pres">
      <dgm:prSet presAssocID="{F18B7BF1-30DA-4970-B3A3-343FCA48A5AA}" presName="composite" presStyleCnt="0"/>
      <dgm:spPr/>
    </dgm:pt>
    <dgm:pt modelId="{9DF0D7FC-631F-40A5-9439-EF9D7FEED3C0}" type="pres">
      <dgm:prSet presAssocID="{F18B7BF1-30DA-4970-B3A3-343FCA48A5AA}" presName="parTx" presStyleLbl="alignNode1" presStyleIdx="2" presStyleCnt="4">
        <dgm:presLayoutVars>
          <dgm:chMax val="0"/>
          <dgm:chPref val="0"/>
          <dgm:bulletEnabled val="1"/>
        </dgm:presLayoutVars>
      </dgm:prSet>
      <dgm:spPr/>
    </dgm:pt>
    <dgm:pt modelId="{C43DAE3B-E9BC-4EB0-9EDE-5DD32461D3E9}" type="pres">
      <dgm:prSet presAssocID="{F18B7BF1-30DA-4970-B3A3-343FCA48A5AA}" presName="desTx" presStyleLbl="alignAccFollowNode1" presStyleIdx="2" presStyleCnt="4">
        <dgm:presLayoutVars>
          <dgm:bulletEnabled val="1"/>
        </dgm:presLayoutVars>
      </dgm:prSet>
      <dgm:spPr/>
    </dgm:pt>
    <dgm:pt modelId="{08B7C791-8944-422A-958F-A751D4CC9844}" type="pres">
      <dgm:prSet presAssocID="{BFE3302C-DEDA-4420-A078-25E804C1798B}" presName="space" presStyleCnt="0"/>
      <dgm:spPr/>
    </dgm:pt>
    <dgm:pt modelId="{4A6C491D-9F27-46AE-BE21-E4EFE8105166}" type="pres">
      <dgm:prSet presAssocID="{955AD450-EBBE-4154-AAFE-CA49A0EB442D}" presName="composite" presStyleCnt="0"/>
      <dgm:spPr/>
    </dgm:pt>
    <dgm:pt modelId="{4178334F-FFBE-4F89-8935-38EC22DE0B1E}" type="pres">
      <dgm:prSet presAssocID="{955AD450-EBBE-4154-AAFE-CA49A0EB442D}" presName="parTx" presStyleLbl="alignNode1" presStyleIdx="3" presStyleCnt="4">
        <dgm:presLayoutVars>
          <dgm:chMax val="0"/>
          <dgm:chPref val="0"/>
          <dgm:bulletEnabled val="1"/>
        </dgm:presLayoutVars>
      </dgm:prSet>
      <dgm:spPr/>
    </dgm:pt>
    <dgm:pt modelId="{58DE5D28-F5CF-4FF4-A913-1D98742646D0}" type="pres">
      <dgm:prSet presAssocID="{955AD450-EBBE-4154-AAFE-CA49A0EB442D}" presName="desTx" presStyleLbl="alignAccFollowNode1" presStyleIdx="3" presStyleCnt="4">
        <dgm:presLayoutVars>
          <dgm:bulletEnabled val="1"/>
        </dgm:presLayoutVars>
      </dgm:prSet>
      <dgm:spPr/>
    </dgm:pt>
  </dgm:ptLst>
  <dgm:cxnLst>
    <dgm:cxn modelId="{96B3BC23-B5A2-4B08-BA68-9833995740C7}" srcId="{58454E20-D28F-4648-932C-F95E4A9E9C41}" destId="{C3AADF94-F349-4BCF-988E-4136BDA56DC2}" srcOrd="1" destOrd="0" parTransId="{82248EF8-C13E-4666-BF76-552635F8329C}" sibTransId="{F8020348-CF52-4F62-8032-51D3DA3FEF66}"/>
    <dgm:cxn modelId="{726EC731-9320-4D43-85ED-86780C9EF186}" srcId="{58454E20-D28F-4648-932C-F95E4A9E9C41}" destId="{2A495565-832A-4828-80B0-A2BC4354214F}" srcOrd="0" destOrd="0" parTransId="{070242D1-ACE7-4563-BCDC-E2FCD7EDEB74}" sibTransId="{9E2403C6-42D6-4EB9-8E6B-BD2CB7115A5E}"/>
    <dgm:cxn modelId="{790BFE37-81D5-402C-839B-6ACF5D85919D}" srcId="{C3AADF94-F349-4BCF-988E-4136BDA56DC2}" destId="{A6B4FE06-E4F6-426D-8EAB-2CD7BE769456}" srcOrd="0" destOrd="0" parTransId="{D2F57AED-2954-476F-A888-FC675159BB02}" sibTransId="{C08E07F3-4C8C-4A95-9827-C136CE86FD83}"/>
    <dgm:cxn modelId="{A4BF556A-1FAC-4708-8F82-263F54BE2E85}" type="presOf" srcId="{2A495565-832A-4828-80B0-A2BC4354214F}" destId="{B8957E96-FCE6-4884-A45F-781D8EB79D3B}" srcOrd="0" destOrd="0" presId="urn:microsoft.com/office/officeart/2005/8/layout/hList1"/>
    <dgm:cxn modelId="{50521F6B-A8DF-4D5E-B8AB-6B959FC33046}" type="presOf" srcId="{955AD450-EBBE-4154-AAFE-CA49A0EB442D}" destId="{4178334F-FFBE-4F89-8935-38EC22DE0B1E}" srcOrd="0" destOrd="0" presId="urn:microsoft.com/office/officeart/2005/8/layout/hList1"/>
    <dgm:cxn modelId="{17C04A4F-A912-4EBE-9940-53199910F08C}" srcId="{58454E20-D28F-4648-932C-F95E4A9E9C41}" destId="{F18B7BF1-30DA-4970-B3A3-343FCA48A5AA}" srcOrd="2" destOrd="0" parTransId="{79E6B45B-2AC0-4701-99CE-A98FFE4D6CA5}" sibTransId="{BFE3302C-DEDA-4420-A078-25E804C1798B}"/>
    <dgm:cxn modelId="{A607F576-D09A-4578-975C-5AC27C0D1BAB}" srcId="{58454E20-D28F-4648-932C-F95E4A9E9C41}" destId="{955AD450-EBBE-4154-AAFE-CA49A0EB442D}" srcOrd="3" destOrd="0" parTransId="{FEBEFC50-3C06-4D5F-829E-742C5B20F60B}" sibTransId="{30A08EE5-A0EA-4612-914C-585FD6E18D86}"/>
    <dgm:cxn modelId="{F3C57E87-A80D-44BD-BC75-D4F7B5095799}" type="presOf" srcId="{DA9ED73E-047C-4BD8-A08E-F23C640E9CFC}" destId="{C43DAE3B-E9BC-4EB0-9EDE-5DD32461D3E9}" srcOrd="0" destOrd="0" presId="urn:microsoft.com/office/officeart/2005/8/layout/hList1"/>
    <dgm:cxn modelId="{9F4D7693-30B0-4653-8E07-F678B3C71BB9}" srcId="{955AD450-EBBE-4154-AAFE-CA49A0EB442D}" destId="{E58703F7-1544-4C1C-8663-03E0EB4AEC3D}" srcOrd="0" destOrd="0" parTransId="{7B9D0372-BBED-4D31-B301-0A58654239D3}" sibTransId="{399D71D8-70B1-474D-84EA-D8AF327335BC}"/>
    <dgm:cxn modelId="{3584EB96-120C-4335-B8DE-01C541BC4A88}" type="presOf" srcId="{A6B4FE06-E4F6-426D-8EAB-2CD7BE769456}" destId="{EDA4DA4F-9C58-4C0D-9B57-B5DCE04E5E20}" srcOrd="0" destOrd="0" presId="urn:microsoft.com/office/officeart/2005/8/layout/hList1"/>
    <dgm:cxn modelId="{D941E7BA-60E1-4800-8E28-DFE4AF1AE6D4}" type="presOf" srcId="{58454E20-D28F-4648-932C-F95E4A9E9C41}" destId="{D30F09F2-189B-4357-87F7-E588333B4A77}" srcOrd="0" destOrd="0" presId="urn:microsoft.com/office/officeart/2005/8/layout/hList1"/>
    <dgm:cxn modelId="{E7638CC2-D8A1-46ED-84AC-664ADC4CC7D8}" srcId="{F18B7BF1-30DA-4970-B3A3-343FCA48A5AA}" destId="{DA9ED73E-047C-4BD8-A08E-F23C640E9CFC}" srcOrd="0" destOrd="0" parTransId="{E9D50148-36D4-496A-B722-166DED51F68B}" sibTransId="{C1B8E07C-7067-45BF-9DE3-14A54FA80B4D}"/>
    <dgm:cxn modelId="{92F9FACF-E7DC-4F9D-B1D8-C3435B3DA9D6}" type="presOf" srcId="{9A840101-8AAB-45C4-A566-CEAFC7B71CE7}" destId="{8ECB1C16-C8D3-415F-ABDB-47420F59A09E}" srcOrd="0" destOrd="0" presId="urn:microsoft.com/office/officeart/2005/8/layout/hList1"/>
    <dgm:cxn modelId="{C3DDB9E4-37AE-484F-ABF7-8CA77306F5F6}" type="presOf" srcId="{F18B7BF1-30DA-4970-B3A3-343FCA48A5AA}" destId="{9DF0D7FC-631F-40A5-9439-EF9D7FEED3C0}" srcOrd="0" destOrd="0" presId="urn:microsoft.com/office/officeart/2005/8/layout/hList1"/>
    <dgm:cxn modelId="{1BD21FEA-7BA3-4D01-85CB-FA6A06D3FC80}" type="presOf" srcId="{C3AADF94-F349-4BCF-988E-4136BDA56DC2}" destId="{76BA0837-753E-48E1-94E9-5B6829EA0C79}" srcOrd="0" destOrd="0" presId="urn:microsoft.com/office/officeart/2005/8/layout/hList1"/>
    <dgm:cxn modelId="{1C257EF2-6939-49DD-A8E5-AAD652916055}" type="presOf" srcId="{E58703F7-1544-4C1C-8663-03E0EB4AEC3D}" destId="{58DE5D28-F5CF-4FF4-A913-1D98742646D0}" srcOrd="0" destOrd="0" presId="urn:microsoft.com/office/officeart/2005/8/layout/hList1"/>
    <dgm:cxn modelId="{6411BBF4-BF2A-4FA5-AC95-EAE06591603F}" srcId="{2A495565-832A-4828-80B0-A2BC4354214F}" destId="{9A840101-8AAB-45C4-A566-CEAFC7B71CE7}" srcOrd="0" destOrd="0" parTransId="{6A52E816-4BA1-4654-837D-8CFF12916699}" sibTransId="{3058C65D-EFA2-481A-A88E-7963586CE7C3}"/>
    <dgm:cxn modelId="{239C3B42-6A59-4C93-8A29-7BF894210EDD}" type="presParOf" srcId="{D30F09F2-189B-4357-87F7-E588333B4A77}" destId="{8B9CE84B-E96F-4CFF-BA77-9C76288EF561}" srcOrd="0" destOrd="0" presId="urn:microsoft.com/office/officeart/2005/8/layout/hList1"/>
    <dgm:cxn modelId="{952CA7D1-AFB4-435C-A743-D62CFC46A2B6}" type="presParOf" srcId="{8B9CE84B-E96F-4CFF-BA77-9C76288EF561}" destId="{B8957E96-FCE6-4884-A45F-781D8EB79D3B}" srcOrd="0" destOrd="0" presId="urn:microsoft.com/office/officeart/2005/8/layout/hList1"/>
    <dgm:cxn modelId="{E449378E-8B43-4981-9801-B6CB3FDC6D34}" type="presParOf" srcId="{8B9CE84B-E96F-4CFF-BA77-9C76288EF561}" destId="{8ECB1C16-C8D3-415F-ABDB-47420F59A09E}" srcOrd="1" destOrd="0" presId="urn:microsoft.com/office/officeart/2005/8/layout/hList1"/>
    <dgm:cxn modelId="{D7E0984F-FD3F-40B7-B7DB-40A423468A7B}" type="presParOf" srcId="{D30F09F2-189B-4357-87F7-E588333B4A77}" destId="{904E204D-EE3A-4E7E-A914-9DC58354AF68}" srcOrd="1" destOrd="0" presId="urn:microsoft.com/office/officeart/2005/8/layout/hList1"/>
    <dgm:cxn modelId="{A84CCAF0-1093-4F2D-BF64-69858675287C}" type="presParOf" srcId="{D30F09F2-189B-4357-87F7-E588333B4A77}" destId="{77EACD8C-E895-49C7-BC45-EC8AE9BED237}" srcOrd="2" destOrd="0" presId="urn:microsoft.com/office/officeart/2005/8/layout/hList1"/>
    <dgm:cxn modelId="{0ADD0783-5B4B-433B-B1B6-0E84BE3BF9AA}" type="presParOf" srcId="{77EACD8C-E895-49C7-BC45-EC8AE9BED237}" destId="{76BA0837-753E-48E1-94E9-5B6829EA0C79}" srcOrd="0" destOrd="0" presId="urn:microsoft.com/office/officeart/2005/8/layout/hList1"/>
    <dgm:cxn modelId="{8F878B4A-52BB-4DC9-ADF4-B076661783C3}" type="presParOf" srcId="{77EACD8C-E895-49C7-BC45-EC8AE9BED237}" destId="{EDA4DA4F-9C58-4C0D-9B57-B5DCE04E5E20}" srcOrd="1" destOrd="0" presId="urn:microsoft.com/office/officeart/2005/8/layout/hList1"/>
    <dgm:cxn modelId="{3A665031-D100-4FEB-B437-9E39BE5CBBA6}" type="presParOf" srcId="{D30F09F2-189B-4357-87F7-E588333B4A77}" destId="{D98B12B7-8910-46ED-9567-F6C6891D23B0}" srcOrd="3" destOrd="0" presId="urn:microsoft.com/office/officeart/2005/8/layout/hList1"/>
    <dgm:cxn modelId="{B4F0023A-5693-4D52-9BBA-605BDE53252A}" type="presParOf" srcId="{D30F09F2-189B-4357-87F7-E588333B4A77}" destId="{053831D6-E665-4154-8092-905053E6FEFC}" srcOrd="4" destOrd="0" presId="urn:microsoft.com/office/officeart/2005/8/layout/hList1"/>
    <dgm:cxn modelId="{9A09E82C-BD95-44AB-B396-B2B66D5E475F}" type="presParOf" srcId="{053831D6-E665-4154-8092-905053E6FEFC}" destId="{9DF0D7FC-631F-40A5-9439-EF9D7FEED3C0}" srcOrd="0" destOrd="0" presId="urn:microsoft.com/office/officeart/2005/8/layout/hList1"/>
    <dgm:cxn modelId="{2B523ABA-6994-451A-A65A-4D5F12A3D1C3}" type="presParOf" srcId="{053831D6-E665-4154-8092-905053E6FEFC}" destId="{C43DAE3B-E9BC-4EB0-9EDE-5DD32461D3E9}" srcOrd="1" destOrd="0" presId="urn:microsoft.com/office/officeart/2005/8/layout/hList1"/>
    <dgm:cxn modelId="{25846EAD-3B0D-43D3-81E7-81FE9B2CA412}" type="presParOf" srcId="{D30F09F2-189B-4357-87F7-E588333B4A77}" destId="{08B7C791-8944-422A-958F-A751D4CC9844}" srcOrd="5" destOrd="0" presId="urn:microsoft.com/office/officeart/2005/8/layout/hList1"/>
    <dgm:cxn modelId="{8F287E0A-25E7-4750-9CC8-8B9D79C882AD}" type="presParOf" srcId="{D30F09F2-189B-4357-87F7-E588333B4A77}" destId="{4A6C491D-9F27-46AE-BE21-E4EFE8105166}" srcOrd="6" destOrd="0" presId="urn:microsoft.com/office/officeart/2005/8/layout/hList1"/>
    <dgm:cxn modelId="{D8894BC9-CDC7-4F24-95E8-2E83B8F3BF71}" type="presParOf" srcId="{4A6C491D-9F27-46AE-BE21-E4EFE8105166}" destId="{4178334F-FFBE-4F89-8935-38EC22DE0B1E}" srcOrd="0" destOrd="0" presId="urn:microsoft.com/office/officeart/2005/8/layout/hList1"/>
    <dgm:cxn modelId="{E91D97CF-1907-4182-A6B9-AEAE4B6D097D}" type="presParOf" srcId="{4A6C491D-9F27-46AE-BE21-E4EFE8105166}" destId="{58DE5D28-F5CF-4FF4-A913-1D98742646D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732BFD-6444-4316-9C28-A32ED31BF6C8}">
      <dsp:nvSpPr>
        <dsp:cNvPr id="0" name=""/>
        <dsp:cNvSpPr/>
      </dsp:nvSpPr>
      <dsp:spPr>
        <a:xfrm rot="5400000">
          <a:off x="1110935" y="987930"/>
          <a:ext cx="1546756" cy="186461"/>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60E0D58-B653-4D36-B653-6304049D8C55}">
      <dsp:nvSpPr>
        <dsp:cNvPr id="0" name=""/>
        <dsp:cNvSpPr/>
      </dsp:nvSpPr>
      <dsp:spPr>
        <a:xfrm>
          <a:off x="1466407" y="279"/>
          <a:ext cx="2071799" cy="1243079"/>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Equivalent Class Partitioning</a:t>
          </a:r>
          <a:endParaRPr lang="en-US" sz="2100" kern="1200">
            <a:latin typeface="Comic Sans MS" panose="030F0702030302020204" pitchFamily="66" charset="0"/>
          </a:endParaRPr>
        </a:p>
      </dsp:txBody>
      <dsp:txXfrm>
        <a:off x="1502816" y="36688"/>
        <a:ext cx="1998981" cy="1170261"/>
      </dsp:txXfrm>
    </dsp:sp>
    <dsp:sp modelId="{8FF8AA00-50EF-49C5-BB50-7B81DAC2DEE5}">
      <dsp:nvSpPr>
        <dsp:cNvPr id="0" name=""/>
        <dsp:cNvSpPr/>
      </dsp:nvSpPr>
      <dsp:spPr>
        <a:xfrm rot="5400000">
          <a:off x="1110935" y="2541780"/>
          <a:ext cx="1546756" cy="186461"/>
        </a:xfrm>
        <a:prstGeom prst="rect">
          <a:avLst/>
        </a:prstGeom>
        <a:gradFill rotWithShape="0">
          <a:gsLst>
            <a:gs pos="0">
              <a:schemeClr val="accent2">
                <a:hueOff val="942"/>
                <a:satOff val="196"/>
                <a:lumOff val="3725"/>
                <a:alphaOff val="0"/>
                <a:satMod val="103000"/>
                <a:lumMod val="102000"/>
                <a:tint val="94000"/>
              </a:schemeClr>
            </a:gs>
            <a:gs pos="50000">
              <a:schemeClr val="accent2">
                <a:hueOff val="942"/>
                <a:satOff val="196"/>
                <a:lumOff val="3725"/>
                <a:alphaOff val="0"/>
                <a:satMod val="110000"/>
                <a:lumMod val="100000"/>
                <a:shade val="100000"/>
              </a:schemeClr>
            </a:gs>
            <a:gs pos="100000">
              <a:schemeClr val="accent2">
                <a:hueOff val="942"/>
                <a:satOff val="196"/>
                <a:lumOff val="37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018EF1D-50F3-41B4-907C-018B299F51CC}">
      <dsp:nvSpPr>
        <dsp:cNvPr id="0" name=""/>
        <dsp:cNvSpPr/>
      </dsp:nvSpPr>
      <dsp:spPr>
        <a:xfrm>
          <a:off x="1466407" y="1554129"/>
          <a:ext cx="2071799" cy="1243079"/>
        </a:xfrm>
        <a:prstGeom prst="roundRect">
          <a:avLst>
            <a:gd name="adj" fmla="val 10000"/>
          </a:avLst>
        </a:prstGeom>
        <a:gradFill rotWithShape="0">
          <a:gsLst>
            <a:gs pos="0">
              <a:schemeClr val="accent2">
                <a:hueOff val="824"/>
                <a:satOff val="172"/>
                <a:lumOff val="3260"/>
                <a:alphaOff val="0"/>
                <a:satMod val="103000"/>
                <a:lumMod val="102000"/>
                <a:tint val="94000"/>
              </a:schemeClr>
            </a:gs>
            <a:gs pos="50000">
              <a:schemeClr val="accent2">
                <a:hueOff val="824"/>
                <a:satOff val="172"/>
                <a:lumOff val="3260"/>
                <a:alphaOff val="0"/>
                <a:satMod val="110000"/>
                <a:lumMod val="100000"/>
                <a:shade val="100000"/>
              </a:schemeClr>
            </a:gs>
            <a:gs pos="100000">
              <a:schemeClr val="accent2">
                <a:hueOff val="824"/>
                <a:satOff val="172"/>
                <a:lumOff val="326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Boundary Value Analysis</a:t>
          </a:r>
          <a:endParaRPr lang="en-US" sz="2100" kern="1200">
            <a:latin typeface="Comic Sans MS" panose="030F0702030302020204" pitchFamily="66" charset="0"/>
          </a:endParaRPr>
        </a:p>
      </dsp:txBody>
      <dsp:txXfrm>
        <a:off x="1502816" y="1590538"/>
        <a:ext cx="1998981" cy="1170261"/>
      </dsp:txXfrm>
    </dsp:sp>
    <dsp:sp modelId="{918A2654-46BC-4E40-B9E0-5B91B1F4CE9C}">
      <dsp:nvSpPr>
        <dsp:cNvPr id="0" name=""/>
        <dsp:cNvSpPr/>
      </dsp:nvSpPr>
      <dsp:spPr>
        <a:xfrm>
          <a:off x="1887860" y="3318704"/>
          <a:ext cx="2748400" cy="186461"/>
        </a:xfrm>
        <a:prstGeom prst="rect">
          <a:avLst/>
        </a:prstGeom>
        <a:gradFill rotWithShape="0">
          <a:gsLst>
            <a:gs pos="0">
              <a:schemeClr val="accent2">
                <a:hueOff val="1883"/>
                <a:satOff val="392"/>
                <a:lumOff val="7451"/>
                <a:alphaOff val="0"/>
                <a:satMod val="103000"/>
                <a:lumMod val="102000"/>
                <a:tint val="94000"/>
              </a:schemeClr>
            </a:gs>
            <a:gs pos="50000">
              <a:schemeClr val="accent2">
                <a:hueOff val="1883"/>
                <a:satOff val="392"/>
                <a:lumOff val="7451"/>
                <a:alphaOff val="0"/>
                <a:satMod val="110000"/>
                <a:lumMod val="100000"/>
                <a:shade val="100000"/>
              </a:schemeClr>
            </a:gs>
            <a:gs pos="100000">
              <a:schemeClr val="accent2">
                <a:hueOff val="1883"/>
                <a:satOff val="392"/>
                <a:lumOff val="745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5C688441-4818-4793-A42F-6F0F2339F05A}">
      <dsp:nvSpPr>
        <dsp:cNvPr id="0" name=""/>
        <dsp:cNvSpPr/>
      </dsp:nvSpPr>
      <dsp:spPr>
        <a:xfrm>
          <a:off x="1466407" y="3107978"/>
          <a:ext cx="2071799" cy="1243079"/>
        </a:xfrm>
        <a:prstGeom prst="roundRect">
          <a:avLst>
            <a:gd name="adj" fmla="val 10000"/>
          </a:avLst>
        </a:prstGeom>
        <a:gradFill rotWithShape="0">
          <a:gsLst>
            <a:gs pos="0">
              <a:schemeClr val="accent2">
                <a:hueOff val="1648"/>
                <a:satOff val="343"/>
                <a:lumOff val="6519"/>
                <a:alphaOff val="0"/>
                <a:satMod val="103000"/>
                <a:lumMod val="102000"/>
                <a:tint val="94000"/>
              </a:schemeClr>
            </a:gs>
            <a:gs pos="50000">
              <a:schemeClr val="accent2">
                <a:hueOff val="1648"/>
                <a:satOff val="343"/>
                <a:lumOff val="6519"/>
                <a:alphaOff val="0"/>
                <a:satMod val="110000"/>
                <a:lumMod val="100000"/>
                <a:shade val="100000"/>
              </a:schemeClr>
            </a:gs>
            <a:gs pos="100000">
              <a:schemeClr val="accent2">
                <a:hueOff val="1648"/>
                <a:satOff val="343"/>
                <a:lumOff val="651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State Transition Testing</a:t>
          </a:r>
          <a:endParaRPr lang="en-US" sz="2100" kern="1200">
            <a:latin typeface="Comic Sans MS" panose="030F0702030302020204" pitchFamily="66" charset="0"/>
          </a:endParaRPr>
        </a:p>
      </dsp:txBody>
      <dsp:txXfrm>
        <a:off x="1502816" y="3144387"/>
        <a:ext cx="1998981" cy="1170261"/>
      </dsp:txXfrm>
    </dsp:sp>
    <dsp:sp modelId="{D35C46D9-9419-44FB-9524-E10BADA8F258}">
      <dsp:nvSpPr>
        <dsp:cNvPr id="0" name=""/>
        <dsp:cNvSpPr/>
      </dsp:nvSpPr>
      <dsp:spPr>
        <a:xfrm rot="16200000">
          <a:off x="3866428" y="2541780"/>
          <a:ext cx="1546756" cy="186461"/>
        </a:xfrm>
        <a:prstGeom prst="rect">
          <a:avLst/>
        </a:prstGeom>
        <a:gradFill rotWithShape="0">
          <a:gsLst>
            <a:gs pos="0">
              <a:schemeClr val="accent2">
                <a:hueOff val="2825"/>
                <a:satOff val="588"/>
                <a:lumOff val="11176"/>
                <a:alphaOff val="0"/>
                <a:satMod val="103000"/>
                <a:lumMod val="102000"/>
                <a:tint val="94000"/>
              </a:schemeClr>
            </a:gs>
            <a:gs pos="50000">
              <a:schemeClr val="accent2">
                <a:hueOff val="2825"/>
                <a:satOff val="588"/>
                <a:lumOff val="11176"/>
                <a:alphaOff val="0"/>
                <a:satMod val="110000"/>
                <a:lumMod val="100000"/>
                <a:shade val="100000"/>
              </a:schemeClr>
            </a:gs>
            <a:gs pos="100000">
              <a:schemeClr val="accent2">
                <a:hueOff val="2825"/>
                <a:satOff val="588"/>
                <a:lumOff val="1117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617CF5C4-3C99-4E07-BF14-3A95E7C1245E}">
      <dsp:nvSpPr>
        <dsp:cNvPr id="0" name=""/>
        <dsp:cNvSpPr/>
      </dsp:nvSpPr>
      <dsp:spPr>
        <a:xfrm>
          <a:off x="4221900" y="3107978"/>
          <a:ext cx="2071799" cy="1243079"/>
        </a:xfrm>
        <a:prstGeom prst="roundRect">
          <a:avLst>
            <a:gd name="adj" fmla="val 10000"/>
          </a:avLst>
        </a:prstGeom>
        <a:gradFill rotWithShape="0">
          <a:gsLst>
            <a:gs pos="0">
              <a:schemeClr val="accent2">
                <a:hueOff val="2472"/>
                <a:satOff val="515"/>
                <a:lumOff val="9779"/>
                <a:alphaOff val="0"/>
                <a:satMod val="103000"/>
                <a:lumMod val="102000"/>
                <a:tint val="94000"/>
              </a:schemeClr>
            </a:gs>
            <a:gs pos="50000">
              <a:schemeClr val="accent2">
                <a:hueOff val="2472"/>
                <a:satOff val="515"/>
                <a:lumOff val="9779"/>
                <a:alphaOff val="0"/>
                <a:satMod val="110000"/>
                <a:lumMod val="100000"/>
                <a:shade val="100000"/>
              </a:schemeClr>
            </a:gs>
            <a:gs pos="100000">
              <a:schemeClr val="accent2">
                <a:hueOff val="2472"/>
                <a:satOff val="515"/>
                <a:lumOff val="9779"/>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Pairwise Testing</a:t>
          </a:r>
          <a:endParaRPr lang="en-US" sz="2100" kern="1200">
            <a:latin typeface="Comic Sans MS" panose="030F0702030302020204" pitchFamily="66" charset="0"/>
          </a:endParaRPr>
        </a:p>
      </dsp:txBody>
      <dsp:txXfrm>
        <a:off x="4258309" y="3144387"/>
        <a:ext cx="1998981" cy="1170261"/>
      </dsp:txXfrm>
    </dsp:sp>
    <dsp:sp modelId="{84947CF9-FE6E-4230-B7E0-F7F8ACF7CDBD}">
      <dsp:nvSpPr>
        <dsp:cNvPr id="0" name=""/>
        <dsp:cNvSpPr/>
      </dsp:nvSpPr>
      <dsp:spPr>
        <a:xfrm rot="16200000">
          <a:off x="3866428" y="987930"/>
          <a:ext cx="1546756" cy="186461"/>
        </a:xfrm>
        <a:prstGeom prst="rect">
          <a:avLst/>
        </a:prstGeom>
        <a:gradFill rotWithShape="0">
          <a:gsLst>
            <a:gs pos="0">
              <a:schemeClr val="accent2">
                <a:hueOff val="3767"/>
                <a:satOff val="785"/>
                <a:lumOff val="14901"/>
                <a:alphaOff val="0"/>
                <a:satMod val="103000"/>
                <a:lumMod val="102000"/>
                <a:tint val="94000"/>
              </a:schemeClr>
            </a:gs>
            <a:gs pos="50000">
              <a:schemeClr val="accent2">
                <a:hueOff val="3767"/>
                <a:satOff val="785"/>
                <a:lumOff val="14901"/>
                <a:alphaOff val="0"/>
                <a:satMod val="110000"/>
                <a:lumMod val="100000"/>
                <a:shade val="100000"/>
              </a:schemeClr>
            </a:gs>
            <a:gs pos="100000">
              <a:schemeClr val="accent2">
                <a:hueOff val="3767"/>
                <a:satOff val="785"/>
                <a:lumOff val="1490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FFC70D43-98E6-4963-9A10-F9CB949849B3}">
      <dsp:nvSpPr>
        <dsp:cNvPr id="0" name=""/>
        <dsp:cNvSpPr/>
      </dsp:nvSpPr>
      <dsp:spPr>
        <a:xfrm>
          <a:off x="4221900" y="1554129"/>
          <a:ext cx="2071799" cy="1243079"/>
        </a:xfrm>
        <a:prstGeom prst="roundRect">
          <a:avLst>
            <a:gd name="adj" fmla="val 10000"/>
          </a:avLst>
        </a:prstGeom>
        <a:gradFill rotWithShape="0">
          <a:gsLst>
            <a:gs pos="0">
              <a:schemeClr val="accent2">
                <a:hueOff val="3296"/>
                <a:satOff val="686"/>
                <a:lumOff val="13038"/>
                <a:alphaOff val="0"/>
                <a:satMod val="103000"/>
                <a:lumMod val="102000"/>
                <a:tint val="94000"/>
              </a:schemeClr>
            </a:gs>
            <a:gs pos="50000">
              <a:schemeClr val="accent2">
                <a:hueOff val="3296"/>
                <a:satOff val="686"/>
                <a:lumOff val="13038"/>
                <a:alphaOff val="0"/>
                <a:satMod val="110000"/>
                <a:lumMod val="100000"/>
                <a:shade val="100000"/>
              </a:schemeClr>
            </a:gs>
            <a:gs pos="100000">
              <a:schemeClr val="accent2">
                <a:hueOff val="3296"/>
                <a:satOff val="686"/>
                <a:lumOff val="1303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Error Guessing</a:t>
          </a:r>
          <a:endParaRPr lang="en-US" sz="2100" kern="1200">
            <a:latin typeface="Comic Sans MS" panose="030F0702030302020204" pitchFamily="66" charset="0"/>
          </a:endParaRPr>
        </a:p>
      </dsp:txBody>
      <dsp:txXfrm>
        <a:off x="4258309" y="1590538"/>
        <a:ext cx="1998981" cy="1170261"/>
      </dsp:txXfrm>
    </dsp:sp>
    <dsp:sp modelId="{0173B672-5F07-4C51-9ADE-BEF570C4F474}">
      <dsp:nvSpPr>
        <dsp:cNvPr id="0" name=""/>
        <dsp:cNvSpPr/>
      </dsp:nvSpPr>
      <dsp:spPr>
        <a:xfrm>
          <a:off x="4643353" y="211006"/>
          <a:ext cx="2748400" cy="186461"/>
        </a:xfrm>
        <a:prstGeom prst="rect">
          <a:avLst/>
        </a:prstGeom>
        <a:gradFill rotWithShape="0">
          <a:gsLst>
            <a:gs pos="0">
              <a:schemeClr val="accent2">
                <a:hueOff val="4708"/>
                <a:satOff val="981"/>
                <a:lumOff val="18626"/>
                <a:alphaOff val="0"/>
                <a:satMod val="103000"/>
                <a:lumMod val="102000"/>
                <a:tint val="94000"/>
              </a:schemeClr>
            </a:gs>
            <a:gs pos="50000">
              <a:schemeClr val="accent2">
                <a:hueOff val="4708"/>
                <a:satOff val="981"/>
                <a:lumOff val="18626"/>
                <a:alphaOff val="0"/>
                <a:satMod val="110000"/>
                <a:lumMod val="100000"/>
                <a:shade val="100000"/>
              </a:schemeClr>
            </a:gs>
            <a:gs pos="100000">
              <a:schemeClr val="accent2">
                <a:hueOff val="4708"/>
                <a:satOff val="981"/>
                <a:lumOff val="1862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3195D855-88FF-4D7B-88AC-B8DFDFF11CE5}">
      <dsp:nvSpPr>
        <dsp:cNvPr id="0" name=""/>
        <dsp:cNvSpPr/>
      </dsp:nvSpPr>
      <dsp:spPr>
        <a:xfrm>
          <a:off x="4221900" y="279"/>
          <a:ext cx="2071799" cy="1243079"/>
        </a:xfrm>
        <a:prstGeom prst="roundRect">
          <a:avLst>
            <a:gd name="adj" fmla="val 10000"/>
          </a:avLst>
        </a:prstGeom>
        <a:gradFill rotWithShape="0">
          <a:gsLst>
            <a:gs pos="0">
              <a:schemeClr val="accent2">
                <a:hueOff val="4120"/>
                <a:satOff val="858"/>
                <a:lumOff val="16298"/>
                <a:alphaOff val="0"/>
                <a:satMod val="103000"/>
                <a:lumMod val="102000"/>
                <a:tint val="94000"/>
              </a:schemeClr>
            </a:gs>
            <a:gs pos="50000">
              <a:schemeClr val="accent2">
                <a:hueOff val="4120"/>
                <a:satOff val="858"/>
                <a:lumOff val="16298"/>
                <a:alphaOff val="0"/>
                <a:satMod val="110000"/>
                <a:lumMod val="100000"/>
                <a:shade val="100000"/>
              </a:schemeClr>
            </a:gs>
            <a:gs pos="100000">
              <a:schemeClr val="accent2">
                <a:hueOff val="4120"/>
                <a:satOff val="858"/>
                <a:lumOff val="1629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dirty="0">
              <a:latin typeface="Comic Sans MS" panose="030F0702030302020204" pitchFamily="66" charset="0"/>
            </a:rPr>
            <a:t>Statement Coverage</a:t>
          </a:r>
          <a:endParaRPr lang="en-US" sz="2100" kern="1200" dirty="0">
            <a:latin typeface="Comic Sans MS" panose="030F0702030302020204" pitchFamily="66" charset="0"/>
          </a:endParaRPr>
        </a:p>
      </dsp:txBody>
      <dsp:txXfrm>
        <a:off x="4258309" y="36688"/>
        <a:ext cx="1998981" cy="1170261"/>
      </dsp:txXfrm>
    </dsp:sp>
    <dsp:sp modelId="{DCE82B43-FF35-4DA5-8D0A-BF9BACC6714D}">
      <dsp:nvSpPr>
        <dsp:cNvPr id="0" name=""/>
        <dsp:cNvSpPr/>
      </dsp:nvSpPr>
      <dsp:spPr>
        <a:xfrm rot="5400000">
          <a:off x="6621921" y="987930"/>
          <a:ext cx="1546756" cy="186461"/>
        </a:xfrm>
        <a:prstGeom prst="rect">
          <a:avLst/>
        </a:prstGeom>
        <a:gradFill rotWithShape="0">
          <a:gsLst>
            <a:gs pos="0">
              <a:schemeClr val="accent2">
                <a:hueOff val="5650"/>
                <a:satOff val="1177"/>
                <a:lumOff val="22352"/>
                <a:alphaOff val="0"/>
                <a:satMod val="103000"/>
                <a:lumMod val="102000"/>
                <a:tint val="94000"/>
              </a:schemeClr>
            </a:gs>
            <a:gs pos="50000">
              <a:schemeClr val="accent2">
                <a:hueOff val="5650"/>
                <a:satOff val="1177"/>
                <a:lumOff val="22352"/>
                <a:alphaOff val="0"/>
                <a:satMod val="110000"/>
                <a:lumMod val="100000"/>
                <a:shade val="100000"/>
              </a:schemeClr>
            </a:gs>
            <a:gs pos="100000">
              <a:schemeClr val="accent2">
                <a:hueOff val="5650"/>
                <a:satOff val="1177"/>
                <a:lumOff val="2235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764567EF-2120-4E49-ABBA-6A80E5D0D1A5}">
      <dsp:nvSpPr>
        <dsp:cNvPr id="0" name=""/>
        <dsp:cNvSpPr/>
      </dsp:nvSpPr>
      <dsp:spPr>
        <a:xfrm>
          <a:off x="6977393" y="279"/>
          <a:ext cx="2071799" cy="1243079"/>
        </a:xfrm>
        <a:prstGeom prst="roundRect">
          <a:avLst>
            <a:gd name="adj" fmla="val 10000"/>
          </a:avLst>
        </a:prstGeom>
        <a:gradFill rotWithShape="0">
          <a:gsLst>
            <a:gs pos="0">
              <a:schemeClr val="accent2">
                <a:hueOff val="4944"/>
                <a:satOff val="1030"/>
                <a:lumOff val="19558"/>
                <a:alphaOff val="0"/>
                <a:satMod val="103000"/>
                <a:lumMod val="102000"/>
                <a:tint val="94000"/>
              </a:schemeClr>
            </a:gs>
            <a:gs pos="50000">
              <a:schemeClr val="accent2">
                <a:hueOff val="4944"/>
                <a:satOff val="1030"/>
                <a:lumOff val="19558"/>
                <a:alphaOff val="0"/>
                <a:satMod val="110000"/>
                <a:lumMod val="100000"/>
                <a:shade val="100000"/>
              </a:schemeClr>
            </a:gs>
            <a:gs pos="100000">
              <a:schemeClr val="accent2">
                <a:hueOff val="4944"/>
                <a:satOff val="1030"/>
                <a:lumOff val="1955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Decision Coverage</a:t>
          </a:r>
          <a:endParaRPr lang="en-US" sz="2100" kern="1200">
            <a:latin typeface="Comic Sans MS" panose="030F0702030302020204" pitchFamily="66" charset="0"/>
          </a:endParaRPr>
        </a:p>
      </dsp:txBody>
      <dsp:txXfrm>
        <a:off x="7013802" y="36688"/>
        <a:ext cx="1998981" cy="1170261"/>
      </dsp:txXfrm>
    </dsp:sp>
    <dsp:sp modelId="{2000A3C5-B68E-42E1-8E61-B19405BF6F4B}">
      <dsp:nvSpPr>
        <dsp:cNvPr id="0" name=""/>
        <dsp:cNvSpPr/>
      </dsp:nvSpPr>
      <dsp:spPr>
        <a:xfrm rot="5400000">
          <a:off x="6621921" y="2541780"/>
          <a:ext cx="1546756" cy="186461"/>
        </a:xfrm>
        <a:prstGeom prst="rect">
          <a:avLst/>
        </a:prstGeom>
        <a:gradFill rotWithShape="0">
          <a:gsLst>
            <a:gs pos="0">
              <a:schemeClr val="accent2">
                <a:hueOff val="6592"/>
                <a:satOff val="1373"/>
                <a:lumOff val="26077"/>
                <a:alphaOff val="0"/>
                <a:satMod val="103000"/>
                <a:lumMod val="102000"/>
                <a:tint val="94000"/>
              </a:schemeClr>
            </a:gs>
            <a:gs pos="50000">
              <a:schemeClr val="accent2">
                <a:hueOff val="6592"/>
                <a:satOff val="1373"/>
                <a:lumOff val="26077"/>
                <a:alphaOff val="0"/>
                <a:satMod val="110000"/>
                <a:lumMod val="100000"/>
                <a:shade val="100000"/>
              </a:schemeClr>
            </a:gs>
            <a:gs pos="100000">
              <a:schemeClr val="accent2">
                <a:hueOff val="6592"/>
                <a:satOff val="1373"/>
                <a:lumOff val="260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sp>
    <dsp:sp modelId="{11886339-79C8-4FD3-8076-170F443B2FD5}">
      <dsp:nvSpPr>
        <dsp:cNvPr id="0" name=""/>
        <dsp:cNvSpPr/>
      </dsp:nvSpPr>
      <dsp:spPr>
        <a:xfrm>
          <a:off x="6977393" y="1554129"/>
          <a:ext cx="2071799" cy="1243079"/>
        </a:xfrm>
        <a:prstGeom prst="roundRect">
          <a:avLst>
            <a:gd name="adj" fmla="val 10000"/>
          </a:avLst>
        </a:prstGeom>
        <a:gradFill rotWithShape="0">
          <a:gsLst>
            <a:gs pos="0">
              <a:schemeClr val="accent2">
                <a:hueOff val="5768"/>
                <a:satOff val="1201"/>
                <a:lumOff val="22817"/>
                <a:alphaOff val="0"/>
                <a:satMod val="103000"/>
                <a:lumMod val="102000"/>
                <a:tint val="94000"/>
              </a:schemeClr>
            </a:gs>
            <a:gs pos="50000">
              <a:schemeClr val="accent2">
                <a:hueOff val="5768"/>
                <a:satOff val="1201"/>
                <a:lumOff val="22817"/>
                <a:alphaOff val="0"/>
                <a:satMod val="110000"/>
                <a:lumMod val="100000"/>
                <a:shade val="100000"/>
              </a:schemeClr>
            </a:gs>
            <a:gs pos="100000">
              <a:schemeClr val="accent2">
                <a:hueOff val="5768"/>
                <a:satOff val="1201"/>
                <a:lumOff val="2281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Data Flow Testing</a:t>
          </a:r>
          <a:endParaRPr lang="en-US" sz="2100" kern="1200">
            <a:latin typeface="Comic Sans MS" panose="030F0702030302020204" pitchFamily="66" charset="0"/>
          </a:endParaRPr>
        </a:p>
      </dsp:txBody>
      <dsp:txXfrm>
        <a:off x="7013802" y="1590538"/>
        <a:ext cx="1998981" cy="1170261"/>
      </dsp:txXfrm>
    </dsp:sp>
    <dsp:sp modelId="{3B9BDDC1-8D48-4523-9FDD-AC8286999309}">
      <dsp:nvSpPr>
        <dsp:cNvPr id="0" name=""/>
        <dsp:cNvSpPr/>
      </dsp:nvSpPr>
      <dsp:spPr>
        <a:xfrm>
          <a:off x="6977393" y="3107978"/>
          <a:ext cx="2071799" cy="1243079"/>
        </a:xfrm>
        <a:prstGeom prst="roundRect">
          <a:avLst>
            <a:gd name="adj" fmla="val 10000"/>
          </a:avLst>
        </a:prstGeom>
        <a:gradFill rotWithShape="0">
          <a:gsLst>
            <a:gs pos="0">
              <a:schemeClr val="accent2">
                <a:hueOff val="6592"/>
                <a:satOff val="1373"/>
                <a:lumOff val="26077"/>
                <a:alphaOff val="0"/>
                <a:satMod val="103000"/>
                <a:lumMod val="102000"/>
                <a:tint val="94000"/>
              </a:schemeClr>
            </a:gs>
            <a:gs pos="50000">
              <a:schemeClr val="accent2">
                <a:hueOff val="6592"/>
                <a:satOff val="1373"/>
                <a:lumOff val="26077"/>
                <a:alphaOff val="0"/>
                <a:satMod val="110000"/>
                <a:lumMod val="100000"/>
                <a:shade val="100000"/>
              </a:schemeClr>
            </a:gs>
            <a:gs pos="100000">
              <a:schemeClr val="accent2">
                <a:hueOff val="6592"/>
                <a:satOff val="1373"/>
                <a:lumOff val="2607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IN" sz="2100" b="1" kern="1200">
              <a:latin typeface="Comic Sans MS" panose="030F0702030302020204" pitchFamily="66" charset="0"/>
            </a:rPr>
            <a:t>Path Testing</a:t>
          </a:r>
          <a:endParaRPr lang="en-US" sz="2100" kern="1200">
            <a:latin typeface="Comic Sans MS" panose="030F0702030302020204" pitchFamily="66" charset="0"/>
          </a:endParaRPr>
        </a:p>
      </dsp:txBody>
      <dsp:txXfrm>
        <a:off x="7013802" y="3144387"/>
        <a:ext cx="1998981" cy="117026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8957E96-FCE6-4884-A45F-781D8EB79D3B}">
      <dsp:nvSpPr>
        <dsp:cNvPr id="0" name=""/>
        <dsp:cNvSpPr/>
      </dsp:nvSpPr>
      <dsp:spPr>
        <a:xfrm>
          <a:off x="4108" y="323546"/>
          <a:ext cx="2470500" cy="723937"/>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a:latin typeface="Comic Sans MS" panose="030F0702030302020204" pitchFamily="66" charset="0"/>
            </a:rPr>
            <a:t>Early identification of defects</a:t>
          </a:r>
          <a:endParaRPr lang="en-US" sz="1800" kern="1200">
            <a:latin typeface="Comic Sans MS" panose="030F0702030302020204" pitchFamily="66" charset="0"/>
          </a:endParaRPr>
        </a:p>
      </dsp:txBody>
      <dsp:txXfrm>
        <a:off x="4108" y="323546"/>
        <a:ext cx="2470500" cy="723937"/>
      </dsp:txXfrm>
    </dsp:sp>
    <dsp:sp modelId="{8ECB1C16-C8D3-415F-ABDB-47420F59A09E}">
      <dsp:nvSpPr>
        <dsp:cNvPr id="0" name=""/>
        <dsp:cNvSpPr/>
      </dsp:nvSpPr>
      <dsp:spPr>
        <a:xfrm>
          <a:off x="4108" y="1047484"/>
          <a:ext cx="2470500" cy="282177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omic Sans MS" panose="030F0702030302020204" pitchFamily="66" charset="0"/>
            </a:rPr>
            <a:t>Systematically designed tests can help to uncover critical issues before release.</a:t>
          </a:r>
        </a:p>
      </dsp:txBody>
      <dsp:txXfrm>
        <a:off x="4108" y="1047484"/>
        <a:ext cx="2470500" cy="2821774"/>
      </dsp:txXfrm>
    </dsp:sp>
    <dsp:sp modelId="{76BA0837-753E-48E1-94E9-5B6829EA0C79}">
      <dsp:nvSpPr>
        <dsp:cNvPr id="0" name=""/>
        <dsp:cNvSpPr/>
      </dsp:nvSpPr>
      <dsp:spPr>
        <a:xfrm>
          <a:off x="2820479" y="323546"/>
          <a:ext cx="2470500" cy="723937"/>
        </a:xfrm>
        <a:prstGeom prst="rect">
          <a:avLst/>
        </a:prstGeom>
        <a:solidFill>
          <a:schemeClr val="accent2">
            <a:hueOff val="2197"/>
            <a:satOff val="458"/>
            <a:lumOff val="8692"/>
            <a:alphaOff val="0"/>
          </a:schemeClr>
        </a:solidFill>
        <a:ln w="19050" cap="flat" cmpd="sng" algn="ctr">
          <a:solidFill>
            <a:schemeClr val="accent2">
              <a:hueOff val="2197"/>
              <a:satOff val="458"/>
              <a:lumOff val="869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a:latin typeface="Comic Sans MS" panose="030F0702030302020204" pitchFamily="66" charset="0"/>
            </a:rPr>
            <a:t>Enable automation</a:t>
          </a:r>
          <a:endParaRPr lang="en-US" sz="1800" kern="1200">
            <a:latin typeface="Comic Sans MS" panose="030F0702030302020204" pitchFamily="66" charset="0"/>
          </a:endParaRPr>
        </a:p>
      </dsp:txBody>
      <dsp:txXfrm>
        <a:off x="2820479" y="323546"/>
        <a:ext cx="2470500" cy="723937"/>
      </dsp:txXfrm>
    </dsp:sp>
    <dsp:sp modelId="{EDA4DA4F-9C58-4C0D-9B57-B5DCE04E5E20}">
      <dsp:nvSpPr>
        <dsp:cNvPr id="0" name=""/>
        <dsp:cNvSpPr/>
      </dsp:nvSpPr>
      <dsp:spPr>
        <a:xfrm>
          <a:off x="2820479" y="1047484"/>
          <a:ext cx="2470500" cy="2821774"/>
        </a:xfrm>
        <a:prstGeom prst="rect">
          <a:avLst/>
        </a:prstGeom>
        <a:solidFill>
          <a:schemeClr val="accent2">
            <a:tint val="40000"/>
            <a:alpha val="90000"/>
            <a:hueOff val="-132416"/>
            <a:satOff val="5605"/>
            <a:lumOff val="1727"/>
            <a:alphaOff val="0"/>
          </a:schemeClr>
        </a:solidFill>
        <a:ln w="19050" cap="flat" cmpd="sng" algn="ctr">
          <a:solidFill>
            <a:schemeClr val="accent2">
              <a:tint val="40000"/>
              <a:alpha val="90000"/>
              <a:hueOff val="-132416"/>
              <a:satOff val="5605"/>
              <a:lumOff val="172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omic Sans MS" panose="030F0702030302020204" pitchFamily="66" charset="0"/>
            </a:rPr>
            <a:t>It provides a structured framework for automating test cases, allowing for efficient execution of repetitive tests.</a:t>
          </a:r>
        </a:p>
      </dsp:txBody>
      <dsp:txXfrm>
        <a:off x="2820479" y="1047484"/>
        <a:ext cx="2470500" cy="2821774"/>
      </dsp:txXfrm>
    </dsp:sp>
    <dsp:sp modelId="{9DF0D7FC-631F-40A5-9439-EF9D7FEED3C0}">
      <dsp:nvSpPr>
        <dsp:cNvPr id="0" name=""/>
        <dsp:cNvSpPr/>
      </dsp:nvSpPr>
      <dsp:spPr>
        <a:xfrm>
          <a:off x="5636849" y="323546"/>
          <a:ext cx="2470500" cy="723937"/>
        </a:xfrm>
        <a:prstGeom prst="rect">
          <a:avLst/>
        </a:prstGeom>
        <a:solidFill>
          <a:schemeClr val="accent2">
            <a:hueOff val="4395"/>
            <a:satOff val="915"/>
            <a:lumOff val="17385"/>
            <a:alphaOff val="0"/>
          </a:schemeClr>
        </a:solidFill>
        <a:ln w="19050" cap="flat" cmpd="sng" algn="ctr">
          <a:solidFill>
            <a:schemeClr val="accent2">
              <a:hueOff val="4395"/>
              <a:satOff val="915"/>
              <a:lumOff val="1738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omic Sans MS" panose="030F0702030302020204" pitchFamily="66" charset="0"/>
            </a:rPr>
            <a:t>Identify edge cases</a:t>
          </a:r>
          <a:endParaRPr lang="en-US" sz="1800" kern="1200" dirty="0">
            <a:latin typeface="Comic Sans MS" panose="030F0702030302020204" pitchFamily="66" charset="0"/>
          </a:endParaRPr>
        </a:p>
      </dsp:txBody>
      <dsp:txXfrm>
        <a:off x="5636849" y="323546"/>
        <a:ext cx="2470500" cy="723937"/>
      </dsp:txXfrm>
    </dsp:sp>
    <dsp:sp modelId="{C43DAE3B-E9BC-4EB0-9EDE-5DD32461D3E9}">
      <dsp:nvSpPr>
        <dsp:cNvPr id="0" name=""/>
        <dsp:cNvSpPr/>
      </dsp:nvSpPr>
      <dsp:spPr>
        <a:xfrm>
          <a:off x="5636849" y="1047484"/>
          <a:ext cx="2470500" cy="2821774"/>
        </a:xfrm>
        <a:prstGeom prst="rect">
          <a:avLst/>
        </a:prstGeom>
        <a:solidFill>
          <a:schemeClr val="accent2">
            <a:tint val="40000"/>
            <a:alpha val="90000"/>
            <a:hueOff val="-264832"/>
            <a:satOff val="11211"/>
            <a:lumOff val="3455"/>
            <a:alphaOff val="0"/>
          </a:schemeClr>
        </a:solidFill>
        <a:ln w="19050" cap="flat" cmpd="sng" algn="ctr">
          <a:solidFill>
            <a:schemeClr val="accent2">
              <a:tint val="40000"/>
              <a:alpha val="90000"/>
              <a:hueOff val="-264832"/>
              <a:satOff val="11211"/>
              <a:lumOff val="345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omic Sans MS" panose="030F0702030302020204" pitchFamily="66" charset="0"/>
            </a:rPr>
            <a:t>By using boundary value analysis, you can identify crucial issues at the limits of input values.</a:t>
          </a:r>
        </a:p>
      </dsp:txBody>
      <dsp:txXfrm>
        <a:off x="5636849" y="1047484"/>
        <a:ext cx="2470500" cy="2821774"/>
      </dsp:txXfrm>
    </dsp:sp>
    <dsp:sp modelId="{4178334F-FFBE-4F89-8935-38EC22DE0B1E}">
      <dsp:nvSpPr>
        <dsp:cNvPr id="0" name=""/>
        <dsp:cNvSpPr/>
      </dsp:nvSpPr>
      <dsp:spPr>
        <a:xfrm>
          <a:off x="8453219" y="323546"/>
          <a:ext cx="2470500" cy="723937"/>
        </a:xfrm>
        <a:prstGeom prst="rect">
          <a:avLst/>
        </a:prstGeom>
        <a:solidFill>
          <a:schemeClr val="accent2">
            <a:hueOff val="6592"/>
            <a:satOff val="1373"/>
            <a:lumOff val="26077"/>
            <a:alphaOff val="0"/>
          </a:schemeClr>
        </a:solidFill>
        <a:ln w="19050" cap="flat" cmpd="sng" algn="ctr">
          <a:solidFill>
            <a:schemeClr val="accent2">
              <a:hueOff val="6592"/>
              <a:satOff val="1373"/>
              <a:lumOff val="2607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latin typeface="Comic Sans MS" panose="030F0702030302020204" pitchFamily="66" charset="0"/>
            </a:rPr>
            <a:t>Better collaboration</a:t>
          </a:r>
          <a:endParaRPr lang="en-US" sz="1800" kern="1200" dirty="0">
            <a:latin typeface="Comic Sans MS" panose="030F0702030302020204" pitchFamily="66" charset="0"/>
          </a:endParaRPr>
        </a:p>
      </dsp:txBody>
      <dsp:txXfrm>
        <a:off x="8453219" y="323546"/>
        <a:ext cx="2470500" cy="723937"/>
      </dsp:txXfrm>
    </dsp:sp>
    <dsp:sp modelId="{58DE5D28-F5CF-4FF4-A913-1D98742646D0}">
      <dsp:nvSpPr>
        <dsp:cNvPr id="0" name=""/>
        <dsp:cNvSpPr/>
      </dsp:nvSpPr>
      <dsp:spPr>
        <a:xfrm>
          <a:off x="8453219" y="1047484"/>
          <a:ext cx="2470500" cy="2821774"/>
        </a:xfrm>
        <a:prstGeom prst="rect">
          <a:avLst/>
        </a:prstGeom>
        <a:solidFill>
          <a:schemeClr val="accent2">
            <a:tint val="40000"/>
            <a:alpha val="90000"/>
            <a:hueOff val="-397247"/>
            <a:satOff val="16816"/>
            <a:lumOff val="5182"/>
            <a:alphaOff val="0"/>
          </a:schemeClr>
        </a:solidFill>
        <a:ln w="19050" cap="flat" cmpd="sng" algn="ctr">
          <a:solidFill>
            <a:schemeClr val="accent2">
              <a:tint val="40000"/>
              <a:alpha val="90000"/>
              <a:hueOff val="-397247"/>
              <a:satOff val="16816"/>
              <a:lumOff val="518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latin typeface="Comic Sans MS" panose="030F0702030302020204" pitchFamily="66" charset="0"/>
            </a:rPr>
            <a:t>Clear test documentation based on design techniques helps improve communication between testers, developers, and products.</a:t>
          </a:r>
        </a:p>
      </dsp:txBody>
      <dsp:txXfrm>
        <a:off x="8453219" y="1047484"/>
        <a:ext cx="2470500" cy="2821774"/>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12/12/2025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2024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12/12/2025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2024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2024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C654E610-DB42-4088-BCAC-33270A5A4A3B}" type="datetime1">
              <a:rPr lang="en-US" smtClean="0"/>
              <a:t>12/12/2025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295A92A4-D239-4DAC-83D7-9560A78607E9}" type="datetime1">
              <a:rPr lang="en-US" smtClean="0"/>
              <a:t>12/12/2025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a:t>© 2025–2027 Cognizant | Private</a:t>
            </a:r>
            <a:endParaRPr lang="en-US" dirty="0"/>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7BD0C447-63DF-4D3E-8633-1F74B6350F13}" type="datetime1">
              <a:rPr lang="en-US" smtClean="0"/>
              <a:t>12/12/2025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5804F47-C571-497F-BD65-F5BF142AEBFB}" type="datetime1">
              <a:rPr lang="en-US" smtClean="0"/>
              <a:t>12/12/2025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FC49663A-D29C-4B22-94EC-2FFD1DA1E12C}" type="datetime1">
              <a:rPr lang="en-US" smtClean="0"/>
              <a:t>12/12/2025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D23DD35-F8AD-429C-B3C1-6AFB057088C6}"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2025E2AA-42C1-4AB1-ACA0-4028843E7AE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1F9A45AA-4C9B-4F3D-9B00-955010BFFB10}"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B92954D4-551A-42ED-A500-34A95CD5658A}"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AF7C349D-DFBC-444A-B2F5-B5608581AD28}"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05BEDD96-87AA-4299-8CE3-CAAE9239AB8E}"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5005AE86-1640-4D8B-A4F0-019A930B54B1}"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E03C1F63-A2DD-4DE2-8D77-4EDDD69835E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894E410E-EBAE-44D2-861A-9BA5FD172332}"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F4124EB5-51FD-40CC-8D44-0DC571C5E665}"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C725206-C539-4CD5-9A96-6A6EA4047699}"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609EE139-3B1D-4FC0-A0F3-A113B4CC045D}"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3EAF8B40-B29E-414A-9231-017F753B963C}"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9D2A95BB-6B24-408C-A56B-816E9D0158BB}"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8C4B3C08-E32E-46A6-9940-C674B78126A2}" type="datetime1">
              <a:rPr lang="en-US" smtClean="0"/>
              <a:t>12/12/2025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AA707EB-F149-4F65-A059-3E9202505DFA}"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163F489F-9B53-4FCC-B3C2-252173530A19}" type="datetime1">
              <a:rPr lang="en-US" smtClean="0"/>
              <a:t>12/12/2025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32523293-0015-4865-92C0-63029C67C08B}" type="datetime1">
              <a:rPr lang="en-US" smtClean="0"/>
              <a:t>12/12/2025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D0AD1154-7DA6-4D00-9C05-2C627858BDDF}" type="datetime1">
              <a:rPr lang="en-US" smtClean="0"/>
              <a:t>12/12/2025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CF52D24F-A919-4C36-9BB0-CC56D69F5134}" type="datetime1">
              <a:rPr lang="en-US" smtClean="0"/>
              <a:t>12/12/2025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54255A21-2286-48B2-85B8-09A3AB748CB1}" type="datetime1">
              <a:rPr lang="en-US" smtClean="0"/>
              <a:t>12/12/2025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1F36B69E-D9F9-452B-9074-A7489B939D17}"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0975437E-1DBA-4B9C-9581-0BBB1993339C}" type="datetime1">
              <a:rPr lang="en-US" smtClean="0"/>
              <a:t>12/12/2025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634C7C7-C4EF-4670-B999-297CDE7276C2}" type="datetime1">
              <a:rPr lang="en-US" smtClean="0"/>
              <a:t>12/12/2025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08E9509E-2D00-4425-8617-63AD21C2168D}" type="datetime1">
              <a:rPr lang="en-US" smtClean="0"/>
              <a:t>12/12/2025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B301B72F-569F-4EC1-BC0D-A48112D7E658}" type="datetime1">
              <a:rPr lang="en-US" smtClean="0"/>
              <a:t>12/12/2025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E240D85D-6E93-453E-9D10-D2844A4FB22C}"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3D4BFC8A-E4DD-4119-B3BA-BC9D4E473C99}"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A8FE65DC-9B0C-48A5-898F-3399994D7A14}" type="datetime1">
              <a:rPr lang="en-US" smtClean="0"/>
              <a:t>12/12/2025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4D400A4B-814A-44AC-8B06-B181334875EB}" type="datetime1">
              <a:rPr lang="en-US" smtClean="0"/>
              <a:t>12/12/2025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a:t>© 2025–2027 Cognizant | Private</a:t>
            </a:r>
            <a:endParaRPr lang="en-US" dirty="0"/>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34B751B7-EDD5-4C32-B7E9-CF83F055A7D0}" type="datetime1">
              <a:rPr lang="en-US" smtClean="0"/>
              <a:t>12/12/2025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B8D9EEA2-7C16-4EBF-A4ED-6EE3F89E8D21}" type="datetime1">
              <a:rPr lang="en-US" smtClean="0"/>
              <a:t>12/12/2025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a:t>© 2025–2027 Cognizant | Private</a:t>
            </a:r>
            <a:endParaRPr lang="en-US" dirty="0"/>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1C17549-EEBF-4F3F-AEC3-BD6253AA8F59}" type="datetime1">
              <a:rPr lang="en-US" smtClean="0"/>
              <a:t>12/12/2025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80A36B52-8436-4389-9B2A-8C0F3227369F}" type="datetime1">
              <a:rPr lang="en-US" smtClean="0"/>
              <a:t>12/12/2025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a:t>© 2025–2027 Cognizant | Private</a:t>
            </a:r>
            <a:endParaRPr lang="en-US" dirty="0"/>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8600C33-2456-4AF5-B85D-EE39F485AD31}" type="datetime1">
              <a:rPr lang="en-US" smtClean="0"/>
              <a:t>12/12/2025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757E0E9A-856D-4146-8D92-37E8551F25FC}" type="datetime1">
              <a:rPr lang="en-US" smtClean="0"/>
              <a:t>12/12/2025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C113BBD8-F83C-431F-B9CD-851F5EF17787}" type="datetime1">
              <a:rPr lang="en-US" smtClean="0"/>
              <a:t>12/12/2025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15EE1895-83F9-4535-8AB0-D77A601E1BB9}" type="datetime1">
              <a:rPr lang="en-US" smtClean="0"/>
              <a:t>12/12/2025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B1D548D1-88F1-4583-9328-BC85F87DFD98}" type="datetime1">
              <a:rPr lang="en-US" smtClean="0"/>
              <a:t>12/12/2025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a:t>© 2025–2027 Cognizant | Private</a:t>
            </a:r>
            <a:endParaRPr lang="en-US" dirty="0"/>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2AB97785-BC91-433E-AAFD-12DF553140BB}" type="datetime1">
              <a:rPr lang="en-US" smtClean="0"/>
              <a:t>12/12/2025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a:t>© 2025–2027 Cognizant | Private</a:t>
            </a:r>
            <a:endParaRPr lang="en-US" dirty="0"/>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BB5808C-19DB-4C41-84E0-48A1BD83855E}"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a:t>Click to edit Master title style</a:t>
            </a:r>
            <a:endParaRPr lang="en-US" dirty="0"/>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4FA18C8D-234A-4CF1-A186-3B9D9D2193F7}"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1A524937-147D-4B8D-B911-4B6401599AE1}"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32FDA553-34D9-4BF0-AE12-2F31CF77CB92}" type="datetime1">
              <a:rPr lang="en-US" smtClean="0"/>
              <a:t>12/12/2025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9C8F0F23-A115-4B55-B0DC-1A145A15A985}"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BB37B52D-59B6-4C6B-B2D0-A7DB448212D2}"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57AF3672-9971-4DF1-9084-EED87CB53896}"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96977534-0DA3-4097-9D59-53EA5CBCE385}"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DB5201A6-12F9-468B-B44F-50AEC23C7C5D}"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8E8A5000-CFAF-48AA-A1F5-19ACBA8F9248}"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D9C2A5B5-C493-46C7-A150-ADCF0F3EA550}" type="datetime1">
              <a:rPr lang="en-US" smtClean="0"/>
              <a:t>12/12/2025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243E7BF8-771B-44E1-8077-3B3D238EA0E8}" type="datetime1">
              <a:rPr lang="en-US" smtClean="0"/>
              <a:t>12/12/2025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a:t>© 2025–2027 Cognizant | Private</a:t>
            </a:r>
            <a:endParaRPr lang="en-US" dirty="0"/>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E1B9DF5E-9AD4-4087-B137-32CBE7F264D9}" type="datetime1">
              <a:rPr lang="en-US" smtClean="0"/>
              <a:t>12/12/2025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B3334DE-0309-4316-9524-1C880826860D}" type="datetime1">
              <a:rPr lang="en-US" smtClean="0"/>
              <a:t>12/12/2025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a:t>© 2025–2027 Cognizant | Private</a:t>
            </a:r>
            <a:endParaRPr lang="en-US" dirty="0"/>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D83E5922-6737-4E14-A9A5-0383F4604B00}" type="datetime1">
              <a:rPr lang="en-US" smtClean="0"/>
              <a:t>12/12/2025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a:t>© 2025–2027 Cognizant | Private</a:t>
            </a:r>
            <a:endParaRPr lang="en-US" dirty="0"/>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a:t>© 2025–2027 Cognizant | Private</a:t>
            </a:r>
            <a:endParaRPr lang="en-US" dirty="0"/>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27AD22A3-AE78-4E0B-8A1E-6F5549BCCC30}" type="datetime1">
              <a:rPr lang="en-US" smtClean="0"/>
              <a:t>12/12/2025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4.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a:xfrm>
            <a:off x="594358" y="2930402"/>
            <a:ext cx="5257802" cy="997196"/>
          </a:xfrm>
        </p:spPr>
        <p:txBody>
          <a:bodyPr/>
          <a:lstStyle/>
          <a:p>
            <a:r>
              <a:rPr lang="en-US" dirty="0"/>
              <a:t>Test Design Techniques</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a:xfrm>
            <a:off x="650238" y="4235999"/>
            <a:ext cx="4023360" cy="234231"/>
          </a:xfrm>
        </p:spPr>
        <p:txBody>
          <a:bodyPr/>
          <a:lstStyle/>
          <a:p>
            <a:r>
              <a:rPr lang="en-US" sz="1500" dirty="0"/>
              <a:t>2025</a:t>
            </a:r>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a:t>© 2025–2027 Cognizant | Private</a:t>
            </a:r>
            <a:endParaRPr lang="en-US" dirty="0"/>
          </a:p>
        </p:txBody>
      </p:sp>
      <p:sp>
        <p:nvSpPr>
          <p:cNvPr id="4" name="Text Placeholder 6">
            <a:extLst>
              <a:ext uri="{FF2B5EF4-FFF2-40B4-BE49-F238E27FC236}">
                <a16:creationId xmlns:a16="http://schemas.microsoft.com/office/drawing/2014/main" id="{AF39E553-E671-DA9F-82DC-92E03E58BA6B}"/>
              </a:ext>
            </a:extLst>
          </p:cNvPr>
          <p:cNvSpPr txBox="1">
            <a:spLocks/>
          </p:cNvSpPr>
          <p:nvPr/>
        </p:nvSpPr>
        <p:spPr bwMode="white">
          <a:xfrm>
            <a:off x="650238" y="5484001"/>
            <a:ext cx="4023360" cy="187359"/>
          </a:xfrm>
          <a:prstGeom prst="rect">
            <a:avLst/>
          </a:prstGeom>
        </p:spPr>
        <p:txBody>
          <a:bodyPr vert="horz" lIns="0" tIns="0" rIns="0" bIns="0" rtlCol="0">
            <a:spAutoFit/>
          </a:bodyPr>
          <a:lstStyle>
            <a:lvl1pPr marL="0" indent="0" algn="l" defTabSz="914400" rtl="0" eaLnBrk="1" latinLnBrk="0" hangingPunct="1">
              <a:lnSpc>
                <a:spcPct val="110000"/>
              </a:lnSpc>
              <a:spcBef>
                <a:spcPts val="600"/>
              </a:spcBef>
              <a:spcAft>
                <a:spcPts val="0"/>
              </a:spcAft>
              <a:buClr>
                <a:schemeClr val="tx1"/>
              </a:buClr>
              <a:buFont typeface="Arial" panose="020B0604020202020204" pitchFamily="34" charset="0"/>
              <a:buNone/>
              <a:tabLst/>
              <a:defRPr sz="12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r>
              <a:rPr lang="en-US" dirty="0"/>
              <a:t>Poornima</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4782A-3B83-7D84-84F9-2620BAAFB9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C14782-F669-47D7-79DC-6F61A9EF4CBC}"/>
              </a:ext>
            </a:extLst>
          </p:cNvPr>
          <p:cNvSpPr>
            <a:spLocks noGrp="1"/>
          </p:cNvSpPr>
          <p:nvPr>
            <p:ph type="title"/>
          </p:nvPr>
        </p:nvSpPr>
        <p:spPr>
          <a:xfrm>
            <a:off x="457200" y="436880"/>
            <a:ext cx="11277600" cy="415498"/>
          </a:xfrm>
        </p:spPr>
        <p:txBody>
          <a:bodyPr/>
          <a:lstStyle/>
          <a:p>
            <a:r>
              <a:rPr lang="en-US" sz="3000" dirty="0"/>
              <a:t>What is Test Design Technique?</a:t>
            </a:r>
            <a:endParaRPr lang="en-IN" sz="3000" dirty="0"/>
          </a:p>
        </p:txBody>
      </p:sp>
      <p:sp>
        <p:nvSpPr>
          <p:cNvPr id="4" name="Footer Placeholder 3">
            <a:extLst>
              <a:ext uri="{FF2B5EF4-FFF2-40B4-BE49-F238E27FC236}">
                <a16:creationId xmlns:a16="http://schemas.microsoft.com/office/drawing/2014/main" id="{4144E2D2-64D3-745C-CB95-0F929DE7EC33}"/>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0E77855-7B96-B924-CE4A-CFF3368CE435}"/>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6" name="Content Placeholder 2">
            <a:extLst>
              <a:ext uri="{FF2B5EF4-FFF2-40B4-BE49-F238E27FC236}">
                <a16:creationId xmlns:a16="http://schemas.microsoft.com/office/drawing/2014/main" id="{0CAEEE62-C0F2-977F-EBD7-CC9374FCE106}"/>
              </a:ext>
            </a:extLst>
          </p:cNvPr>
          <p:cNvSpPr>
            <a:spLocks noGrp="1"/>
          </p:cNvSpPr>
          <p:nvPr>
            <p:ph idx="1"/>
          </p:nvPr>
        </p:nvSpPr>
        <p:spPr>
          <a:xfrm>
            <a:off x="1005840" y="1292036"/>
            <a:ext cx="9724031" cy="4062283"/>
          </a:xfrm>
        </p:spPr>
        <p:txBody>
          <a:bodyPr anchor="ctr">
            <a:normAutofit/>
          </a:bodyPr>
          <a:lstStyle/>
          <a:p>
            <a:pPr>
              <a:lnSpc>
                <a:spcPct val="150000"/>
              </a:lnSpc>
            </a:pPr>
            <a:r>
              <a:rPr lang="en-US" sz="1800" dirty="0">
                <a:latin typeface="Comic Sans MS" panose="030F0702030302020204" pitchFamily="66" charset="0"/>
              </a:rPr>
              <a:t>The Test Case Design Technique creates test cases by identifying different input combinations and outputs to evaluate software system functionality.</a:t>
            </a:r>
          </a:p>
          <a:p>
            <a:pPr>
              <a:lnSpc>
                <a:spcPct val="150000"/>
              </a:lnSpc>
            </a:pPr>
            <a:r>
              <a:rPr lang="en-US" sz="1800" dirty="0">
                <a:latin typeface="Comic Sans MS" panose="030F0702030302020204" pitchFamily="66" charset="0"/>
              </a:rPr>
              <a:t>Used for deriving test cases and optimizing test data during SWT.</a:t>
            </a:r>
          </a:p>
          <a:p>
            <a:pPr>
              <a:lnSpc>
                <a:spcPct val="150000"/>
              </a:lnSpc>
            </a:pPr>
            <a:endParaRPr lang="en-US" sz="1800" dirty="0">
              <a:latin typeface="Comic Sans MS" panose="030F0702030302020204" pitchFamily="66" charset="0"/>
            </a:endParaRPr>
          </a:p>
          <a:p>
            <a:pPr>
              <a:lnSpc>
                <a:spcPct val="150000"/>
              </a:lnSpc>
            </a:pPr>
            <a:r>
              <a:rPr lang="en-US" sz="1800" b="1" dirty="0">
                <a:latin typeface="Comic Sans MS" panose="030F0702030302020204" pitchFamily="66" charset="0"/>
              </a:rPr>
              <a:t>Example:</a:t>
            </a:r>
            <a:endParaRPr lang="en-US" sz="1800" dirty="0">
              <a:latin typeface="Comic Sans MS" panose="030F0702030302020204" pitchFamily="66" charset="0"/>
            </a:endParaRPr>
          </a:p>
          <a:p>
            <a:pPr lvl="1">
              <a:lnSpc>
                <a:spcPct val="150000"/>
              </a:lnSpc>
            </a:pPr>
            <a:r>
              <a:rPr lang="en-US" sz="1800" dirty="0">
                <a:latin typeface="Comic Sans MS" panose="030F0702030302020204" pitchFamily="66" charset="0"/>
              </a:rPr>
              <a:t>If you want to test a login feature, you might use Equivalence Partitioning to create test cases with valid usernames and passwords, which is one partition, and invalid ones will be another partition to check how the system reacts in different situations.</a:t>
            </a:r>
          </a:p>
          <a:p>
            <a:pPr>
              <a:lnSpc>
                <a:spcPct val="150000"/>
              </a:lnSpc>
            </a:pPr>
            <a:endParaRPr lang="en-IN" sz="1800" dirty="0">
              <a:latin typeface="Comic Sans MS" panose="030F0702030302020204" pitchFamily="66" charset="0"/>
            </a:endParaRPr>
          </a:p>
        </p:txBody>
      </p:sp>
    </p:spTree>
    <p:extLst>
      <p:ext uri="{BB962C8B-B14F-4D97-AF65-F5344CB8AC3E}">
        <p14:creationId xmlns:p14="http://schemas.microsoft.com/office/powerpoint/2010/main" val="4266299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1443A-DB25-BD42-6D59-CB7F9E8507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9A20A2-DED9-CB2C-EC61-D19BE300C28C}"/>
              </a:ext>
            </a:extLst>
          </p:cNvPr>
          <p:cNvSpPr>
            <a:spLocks noGrp="1"/>
          </p:cNvSpPr>
          <p:nvPr>
            <p:ph type="title"/>
          </p:nvPr>
        </p:nvSpPr>
        <p:spPr>
          <a:xfrm>
            <a:off x="457200" y="436880"/>
            <a:ext cx="11277600" cy="415498"/>
          </a:xfrm>
        </p:spPr>
        <p:txBody>
          <a:bodyPr/>
          <a:lstStyle/>
          <a:p>
            <a:r>
              <a:rPr lang="en-US" sz="3000" dirty="0"/>
              <a:t>Types of Test Design Techniques</a:t>
            </a:r>
            <a:endParaRPr lang="en-IN" sz="3000" dirty="0"/>
          </a:p>
        </p:txBody>
      </p:sp>
      <p:sp>
        <p:nvSpPr>
          <p:cNvPr id="4" name="Footer Placeholder 3">
            <a:extLst>
              <a:ext uri="{FF2B5EF4-FFF2-40B4-BE49-F238E27FC236}">
                <a16:creationId xmlns:a16="http://schemas.microsoft.com/office/drawing/2014/main" id="{AADF1D9B-0F75-6340-EA81-7B7FB7850EE0}"/>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5844D2C-546C-AC11-0F91-F2E7ED9F25A4}"/>
              </a:ext>
            </a:extLst>
          </p:cNvPr>
          <p:cNvSpPr>
            <a:spLocks noGrp="1"/>
          </p:cNvSpPr>
          <p:nvPr>
            <p:ph type="sldNum" sz="quarter" idx="12"/>
          </p:nvPr>
        </p:nvSpPr>
        <p:spPr/>
        <p:txBody>
          <a:bodyPr/>
          <a:lstStyle/>
          <a:p>
            <a:fld id="{38826FC0-333C-E549-9FA3-0EE43DF298A3}" type="slidenum">
              <a:rPr lang="en-US" smtClean="0"/>
              <a:pPr/>
              <a:t>3</a:t>
            </a:fld>
            <a:endParaRPr lang="en-US" dirty="0"/>
          </a:p>
        </p:txBody>
      </p:sp>
      <p:sp>
        <p:nvSpPr>
          <p:cNvPr id="11" name="Content Placeholder 2">
            <a:extLst>
              <a:ext uri="{FF2B5EF4-FFF2-40B4-BE49-F238E27FC236}">
                <a16:creationId xmlns:a16="http://schemas.microsoft.com/office/drawing/2014/main" id="{77639244-5E4D-A36C-7303-7A21484F3065}"/>
              </a:ext>
            </a:extLst>
          </p:cNvPr>
          <p:cNvSpPr>
            <a:spLocks noGrp="1"/>
          </p:cNvSpPr>
          <p:nvPr>
            <p:ph idx="1"/>
          </p:nvPr>
        </p:nvSpPr>
        <p:spPr>
          <a:xfrm>
            <a:off x="1312817" y="1332873"/>
            <a:ext cx="10515600" cy="4439947"/>
          </a:xfrm>
        </p:spPr>
        <p:txBody>
          <a:bodyPr>
            <a:normAutofit fontScale="92500" lnSpcReduction="20000"/>
          </a:bodyPr>
          <a:lstStyle/>
          <a:p>
            <a:r>
              <a:rPr lang="en-IN" sz="1800" dirty="0">
                <a:latin typeface="Comic Sans MS" panose="030F0702030302020204" pitchFamily="66" charset="0"/>
              </a:rPr>
              <a:t>Equivalence Partitioning </a:t>
            </a:r>
          </a:p>
          <a:p>
            <a:r>
              <a:rPr lang="en-IN" sz="1800" dirty="0">
                <a:latin typeface="Comic Sans MS" panose="030F0702030302020204" pitchFamily="66" charset="0"/>
              </a:rPr>
              <a:t>Boundary Value Analysis</a:t>
            </a:r>
          </a:p>
          <a:p>
            <a:r>
              <a:rPr lang="en-US" sz="1800" dirty="0">
                <a:latin typeface="Comic Sans MS" panose="030F0702030302020204" pitchFamily="66" charset="0"/>
              </a:rPr>
              <a:t>Decision Table</a:t>
            </a:r>
          </a:p>
          <a:p>
            <a:r>
              <a:rPr lang="en-US" sz="1800" dirty="0">
                <a:latin typeface="Comic Sans MS" panose="030F0702030302020204" pitchFamily="66" charset="0"/>
              </a:rPr>
              <a:t>State transition testing </a:t>
            </a:r>
          </a:p>
          <a:p>
            <a:r>
              <a:rPr lang="en-US" sz="1800" dirty="0">
                <a:latin typeface="Comic Sans MS" panose="030F0702030302020204" pitchFamily="66" charset="0"/>
              </a:rPr>
              <a:t>Use case testing</a:t>
            </a:r>
          </a:p>
          <a:p>
            <a:endParaRPr lang="en-IN" dirty="0">
              <a:latin typeface="Comic Sans MS" panose="030F0702030302020204" pitchFamily="66" charset="0"/>
            </a:endParaRPr>
          </a:p>
          <a:p>
            <a:pPr marL="228600" lvl="2">
              <a:spcBef>
                <a:spcPts val="1000"/>
              </a:spcBef>
            </a:pPr>
            <a:r>
              <a:rPr lang="en-US" sz="1800" dirty="0">
                <a:latin typeface="Comic Sans MS" panose="030F0702030302020204" pitchFamily="66" charset="0"/>
              </a:rPr>
              <a:t>Error Guessing</a:t>
            </a:r>
          </a:p>
          <a:p>
            <a:pPr marL="228600" lvl="2">
              <a:spcBef>
                <a:spcPts val="1000"/>
              </a:spcBef>
            </a:pPr>
            <a:r>
              <a:rPr lang="en-US" sz="1800" dirty="0">
                <a:latin typeface="Comic Sans MS" panose="030F0702030302020204" pitchFamily="66" charset="0"/>
              </a:rPr>
              <a:t>Exploratory testing</a:t>
            </a:r>
          </a:p>
          <a:p>
            <a:pPr marL="228600" lvl="2">
              <a:spcBef>
                <a:spcPts val="1000"/>
              </a:spcBef>
            </a:pPr>
            <a:endParaRPr lang="en-US" sz="1800" dirty="0">
              <a:latin typeface="Comic Sans MS" panose="030F0702030302020204" pitchFamily="66" charset="0"/>
            </a:endParaRPr>
          </a:p>
          <a:p>
            <a:pPr marL="228600" lvl="2">
              <a:spcBef>
                <a:spcPts val="1000"/>
              </a:spcBef>
            </a:pPr>
            <a:r>
              <a:rPr lang="en-US" sz="1800" dirty="0">
                <a:latin typeface="Comic Sans MS" panose="030F0702030302020204" pitchFamily="66" charset="0"/>
              </a:rPr>
              <a:t>Statement Coverage</a:t>
            </a:r>
          </a:p>
          <a:p>
            <a:pPr marL="228600" lvl="2">
              <a:spcBef>
                <a:spcPts val="1000"/>
              </a:spcBef>
            </a:pPr>
            <a:r>
              <a:rPr lang="en-US" sz="1800" dirty="0">
                <a:latin typeface="Comic Sans MS" panose="030F0702030302020204" pitchFamily="66" charset="0"/>
              </a:rPr>
              <a:t>Path Coverage</a:t>
            </a:r>
          </a:p>
          <a:p>
            <a:pPr marL="228600" lvl="2">
              <a:spcBef>
                <a:spcPts val="1000"/>
              </a:spcBef>
            </a:pPr>
            <a:r>
              <a:rPr lang="en-US" sz="1800" dirty="0">
                <a:latin typeface="Comic Sans MS" panose="030F0702030302020204" pitchFamily="66" charset="0"/>
              </a:rPr>
              <a:t>Branch Coverage</a:t>
            </a:r>
          </a:p>
          <a:p>
            <a:pPr marL="228600" lvl="2">
              <a:spcBef>
                <a:spcPts val="1000"/>
              </a:spcBef>
            </a:pPr>
            <a:r>
              <a:rPr lang="en-US" sz="1800" dirty="0">
                <a:latin typeface="Comic Sans MS" panose="030F0702030302020204" pitchFamily="66" charset="0"/>
              </a:rPr>
              <a:t>Condition coverage</a:t>
            </a:r>
            <a:endParaRPr lang="en-IN" sz="1800" dirty="0">
              <a:latin typeface="Comic Sans MS" panose="030F0702030302020204" pitchFamily="66" charset="0"/>
            </a:endParaRPr>
          </a:p>
        </p:txBody>
      </p:sp>
      <p:sp>
        <p:nvSpPr>
          <p:cNvPr id="12" name="Right Brace 11">
            <a:extLst>
              <a:ext uri="{FF2B5EF4-FFF2-40B4-BE49-F238E27FC236}">
                <a16:creationId xmlns:a16="http://schemas.microsoft.com/office/drawing/2014/main" id="{2894F036-CC2B-5A27-3E33-B6129513CD83}"/>
              </a:ext>
            </a:extLst>
          </p:cNvPr>
          <p:cNvSpPr/>
          <p:nvPr/>
        </p:nvSpPr>
        <p:spPr>
          <a:xfrm>
            <a:off x="3927928" y="1292233"/>
            <a:ext cx="400231" cy="161343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latin typeface="Comic Sans MS" panose="030F0702030302020204" pitchFamily="66" charset="0"/>
            </a:endParaRPr>
          </a:p>
        </p:txBody>
      </p:sp>
      <p:sp>
        <p:nvSpPr>
          <p:cNvPr id="14" name="Rectangle 13">
            <a:extLst>
              <a:ext uri="{FF2B5EF4-FFF2-40B4-BE49-F238E27FC236}">
                <a16:creationId xmlns:a16="http://schemas.microsoft.com/office/drawing/2014/main" id="{69B3D451-6913-467E-8A7B-234A559C1350}"/>
              </a:ext>
            </a:extLst>
          </p:cNvPr>
          <p:cNvSpPr/>
          <p:nvPr/>
        </p:nvSpPr>
        <p:spPr>
          <a:xfrm>
            <a:off x="2203902" y="1581348"/>
            <a:ext cx="7926436" cy="784830"/>
          </a:xfrm>
          <a:prstGeom prst="rect">
            <a:avLst/>
          </a:prstGeom>
          <a:noFill/>
        </p:spPr>
        <p:txBody>
          <a:bodyPr wrap="square" lIns="91440" tIns="45720" rIns="91440" bIns="45720">
            <a:spAutoFit/>
          </a:bodyPr>
          <a:lstStyle/>
          <a:p>
            <a:pPr algn="ctr"/>
            <a:r>
              <a:rPr lang="en-US" sz="45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rPr>
              <a:t>Blackbox</a:t>
            </a:r>
          </a:p>
        </p:txBody>
      </p:sp>
      <p:sp>
        <p:nvSpPr>
          <p:cNvPr id="15" name="Rectangle 14">
            <a:extLst>
              <a:ext uri="{FF2B5EF4-FFF2-40B4-BE49-F238E27FC236}">
                <a16:creationId xmlns:a16="http://schemas.microsoft.com/office/drawing/2014/main" id="{F8B724E5-7BE0-B727-48CD-1959CFB2AD3D}"/>
              </a:ext>
            </a:extLst>
          </p:cNvPr>
          <p:cNvSpPr/>
          <p:nvPr/>
        </p:nvSpPr>
        <p:spPr>
          <a:xfrm>
            <a:off x="3462196" y="3067829"/>
            <a:ext cx="7926436" cy="784830"/>
          </a:xfrm>
          <a:prstGeom prst="rect">
            <a:avLst/>
          </a:prstGeom>
          <a:noFill/>
        </p:spPr>
        <p:txBody>
          <a:bodyPr wrap="square" lIns="91440" tIns="45720" rIns="91440" bIns="45720">
            <a:spAutoFit/>
          </a:bodyPr>
          <a:lstStyle/>
          <a:p>
            <a:pPr algn="ctr"/>
            <a:r>
              <a:rPr lang="en-US" sz="4500" dirty="0">
                <a:ln w="0"/>
                <a:effectLst>
                  <a:outerShdw blurRad="38100" dist="19050" dir="2700000" algn="tl" rotWithShape="0">
                    <a:schemeClr val="dk1">
                      <a:alpha val="40000"/>
                    </a:schemeClr>
                  </a:outerShdw>
                </a:effectLst>
                <a:latin typeface="Comic Sans MS" panose="030F0702030302020204" pitchFamily="66" charset="0"/>
              </a:rPr>
              <a:t>Experienced Based</a:t>
            </a:r>
            <a:endParaRPr lang="en-US" sz="45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endParaRPr>
          </a:p>
        </p:txBody>
      </p:sp>
      <p:sp>
        <p:nvSpPr>
          <p:cNvPr id="16" name="Rectangle 15">
            <a:extLst>
              <a:ext uri="{FF2B5EF4-FFF2-40B4-BE49-F238E27FC236}">
                <a16:creationId xmlns:a16="http://schemas.microsoft.com/office/drawing/2014/main" id="{D1DDA82F-2939-C615-7A0D-D8B6D11B4911}"/>
              </a:ext>
            </a:extLst>
          </p:cNvPr>
          <p:cNvSpPr/>
          <p:nvPr/>
        </p:nvSpPr>
        <p:spPr>
          <a:xfrm>
            <a:off x="3124201" y="4212195"/>
            <a:ext cx="7926436" cy="1477328"/>
          </a:xfrm>
          <a:prstGeom prst="rect">
            <a:avLst/>
          </a:prstGeom>
          <a:noFill/>
        </p:spPr>
        <p:txBody>
          <a:bodyPr wrap="square" lIns="91440" tIns="45720" rIns="91440" bIns="45720">
            <a:spAutoFit/>
          </a:bodyPr>
          <a:lstStyle/>
          <a:p>
            <a:pPr algn="ctr"/>
            <a:r>
              <a:rPr lang="en-US" sz="4500" dirty="0">
                <a:ln w="0"/>
                <a:effectLst>
                  <a:outerShdw blurRad="38100" dist="19050" dir="2700000" algn="tl" rotWithShape="0">
                    <a:schemeClr val="dk1">
                      <a:alpha val="40000"/>
                    </a:schemeClr>
                  </a:outerShdw>
                </a:effectLst>
                <a:latin typeface="Comic Sans MS" panose="030F0702030302020204" pitchFamily="66" charset="0"/>
              </a:rPr>
              <a:t>White box/</a:t>
            </a:r>
          </a:p>
          <a:p>
            <a:pPr algn="ctr"/>
            <a:r>
              <a:rPr lang="en-US" sz="4500" dirty="0">
                <a:ln w="0"/>
                <a:effectLst>
                  <a:outerShdw blurRad="38100" dist="19050" dir="2700000" algn="tl" rotWithShape="0">
                    <a:schemeClr val="dk1">
                      <a:alpha val="40000"/>
                    </a:schemeClr>
                  </a:outerShdw>
                </a:effectLst>
                <a:latin typeface="Comic Sans MS" panose="030F0702030302020204" pitchFamily="66" charset="0"/>
              </a:rPr>
              <a:t>Structure Based</a:t>
            </a:r>
            <a:endParaRPr lang="en-US" sz="4500" b="0" cap="none" spc="0" dirty="0">
              <a:ln w="0"/>
              <a:solidFill>
                <a:schemeClr val="tx1"/>
              </a:solidFill>
              <a:effectLst>
                <a:outerShdw blurRad="38100" dist="19050" dir="2700000" algn="tl" rotWithShape="0">
                  <a:schemeClr val="dk1">
                    <a:alpha val="40000"/>
                  </a:schemeClr>
                </a:outerShdw>
              </a:effectLst>
              <a:latin typeface="Comic Sans MS" panose="030F0702030302020204" pitchFamily="66" charset="0"/>
            </a:endParaRPr>
          </a:p>
        </p:txBody>
      </p:sp>
      <p:sp>
        <p:nvSpPr>
          <p:cNvPr id="17" name="Right Brace 16">
            <a:extLst>
              <a:ext uri="{FF2B5EF4-FFF2-40B4-BE49-F238E27FC236}">
                <a16:creationId xmlns:a16="http://schemas.microsoft.com/office/drawing/2014/main" id="{7867C66C-84BC-727A-32AD-7BC41E84D121}"/>
              </a:ext>
            </a:extLst>
          </p:cNvPr>
          <p:cNvSpPr/>
          <p:nvPr/>
        </p:nvSpPr>
        <p:spPr>
          <a:xfrm>
            <a:off x="3714028" y="4305292"/>
            <a:ext cx="389161" cy="1440000"/>
          </a:xfrm>
          <a:prstGeom prst="rightBrace">
            <a:avLst>
              <a:gd name="adj1" fmla="val 10944"/>
              <a:gd name="adj2" fmla="val 50000"/>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latin typeface="Comic Sans MS" panose="030F0702030302020204" pitchFamily="66" charset="0"/>
            </a:endParaRPr>
          </a:p>
        </p:txBody>
      </p:sp>
      <p:sp>
        <p:nvSpPr>
          <p:cNvPr id="18" name="Right Brace 17">
            <a:extLst>
              <a:ext uri="{FF2B5EF4-FFF2-40B4-BE49-F238E27FC236}">
                <a16:creationId xmlns:a16="http://schemas.microsoft.com/office/drawing/2014/main" id="{42FD75F1-8F5A-990B-0715-176EFE55096E}"/>
              </a:ext>
            </a:extLst>
          </p:cNvPr>
          <p:cNvSpPr/>
          <p:nvPr/>
        </p:nvSpPr>
        <p:spPr>
          <a:xfrm>
            <a:off x="3727812" y="3059386"/>
            <a:ext cx="400231" cy="106951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IN">
              <a:latin typeface="Comic Sans MS" panose="030F0702030302020204" pitchFamily="66" charset="0"/>
            </a:endParaRPr>
          </a:p>
        </p:txBody>
      </p:sp>
    </p:spTree>
    <p:extLst>
      <p:ext uri="{BB962C8B-B14F-4D97-AF65-F5344CB8AC3E}">
        <p14:creationId xmlns:p14="http://schemas.microsoft.com/office/powerpoint/2010/main" val="21854605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32CA9-5C73-CF74-9260-9D6ECBD85E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4F16FB-149F-3FD7-4522-9709B5C8F0CC}"/>
              </a:ext>
            </a:extLst>
          </p:cNvPr>
          <p:cNvSpPr>
            <a:spLocks noGrp="1"/>
          </p:cNvSpPr>
          <p:nvPr>
            <p:ph type="title"/>
          </p:nvPr>
        </p:nvSpPr>
        <p:spPr>
          <a:xfrm>
            <a:off x="457200" y="436880"/>
            <a:ext cx="11277600" cy="415498"/>
          </a:xfrm>
        </p:spPr>
        <p:txBody>
          <a:bodyPr/>
          <a:lstStyle/>
          <a:p>
            <a:r>
              <a:rPr lang="en-US" sz="3000" dirty="0"/>
              <a:t>Top Test Design Techniques in Software Testing</a:t>
            </a:r>
            <a:endParaRPr lang="en-IN" sz="3000" dirty="0"/>
          </a:p>
        </p:txBody>
      </p:sp>
      <p:sp>
        <p:nvSpPr>
          <p:cNvPr id="4" name="Footer Placeholder 3">
            <a:extLst>
              <a:ext uri="{FF2B5EF4-FFF2-40B4-BE49-F238E27FC236}">
                <a16:creationId xmlns:a16="http://schemas.microsoft.com/office/drawing/2014/main" id="{37A35A24-F2E4-72CA-A4FA-F942C52E44AE}"/>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23BC20D-5F09-63B7-73E0-16AEF749EFB3}"/>
              </a:ext>
            </a:extLst>
          </p:cNvPr>
          <p:cNvSpPr>
            <a:spLocks noGrp="1"/>
          </p:cNvSpPr>
          <p:nvPr>
            <p:ph type="sldNum" sz="quarter" idx="12"/>
          </p:nvPr>
        </p:nvSpPr>
        <p:spPr/>
        <p:txBody>
          <a:bodyPr/>
          <a:lstStyle/>
          <a:p>
            <a:fld id="{38826FC0-333C-E549-9FA3-0EE43DF298A3}" type="slidenum">
              <a:rPr lang="en-US" smtClean="0"/>
              <a:pPr/>
              <a:t>4</a:t>
            </a:fld>
            <a:endParaRPr lang="en-US" dirty="0"/>
          </a:p>
        </p:txBody>
      </p:sp>
      <p:graphicFrame>
        <p:nvGraphicFramePr>
          <p:cNvPr id="8" name="Content Placeholder 2">
            <a:extLst>
              <a:ext uri="{FF2B5EF4-FFF2-40B4-BE49-F238E27FC236}">
                <a16:creationId xmlns:a16="http://schemas.microsoft.com/office/drawing/2014/main" id="{B3BBDF85-F5E9-E4D1-A96C-74841E1284B2}"/>
              </a:ext>
            </a:extLst>
          </p:cNvPr>
          <p:cNvGraphicFramePr>
            <a:graphicFrameLocks noGrp="1"/>
          </p:cNvGraphicFramePr>
          <p:nvPr>
            <p:ph idx="1"/>
            <p:extLst>
              <p:ext uri="{D42A27DB-BD31-4B8C-83A1-F6EECF244321}">
                <p14:modId xmlns:p14="http://schemas.microsoft.com/office/powerpoint/2010/main" val="1783657338"/>
              </p:ext>
            </p:extLst>
          </p:nvPr>
        </p:nvGraphicFramePr>
        <p:xfrm>
          <a:off x="822960" y="1450919"/>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87675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9695B-FC44-04D8-C060-B6862EEDEE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FB601-CE32-E545-1FCE-81C4F8AAB0A5}"/>
              </a:ext>
            </a:extLst>
          </p:cNvPr>
          <p:cNvSpPr>
            <a:spLocks noGrp="1"/>
          </p:cNvSpPr>
          <p:nvPr>
            <p:ph type="title"/>
          </p:nvPr>
        </p:nvSpPr>
        <p:spPr>
          <a:xfrm>
            <a:off x="457200" y="436880"/>
            <a:ext cx="11277600" cy="415498"/>
          </a:xfrm>
        </p:spPr>
        <p:txBody>
          <a:bodyPr/>
          <a:lstStyle/>
          <a:p>
            <a:r>
              <a:rPr lang="en-US" sz="3000" dirty="0"/>
              <a:t>Importance of Test Design Techniques in Software Testing</a:t>
            </a:r>
            <a:endParaRPr lang="en-IN" sz="3000" dirty="0"/>
          </a:p>
        </p:txBody>
      </p:sp>
      <p:sp>
        <p:nvSpPr>
          <p:cNvPr id="4" name="Footer Placeholder 3">
            <a:extLst>
              <a:ext uri="{FF2B5EF4-FFF2-40B4-BE49-F238E27FC236}">
                <a16:creationId xmlns:a16="http://schemas.microsoft.com/office/drawing/2014/main" id="{D13252FD-8A3A-0A23-77CA-1D74196C71EB}"/>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2F9DBB82-C0BA-3AB4-E94F-A710BD317D45}"/>
              </a:ext>
            </a:extLst>
          </p:cNvPr>
          <p:cNvSpPr>
            <a:spLocks noGrp="1"/>
          </p:cNvSpPr>
          <p:nvPr>
            <p:ph type="sldNum" sz="quarter" idx="12"/>
          </p:nvPr>
        </p:nvSpPr>
        <p:spPr/>
        <p:txBody>
          <a:bodyPr/>
          <a:lstStyle/>
          <a:p>
            <a:fld id="{38826FC0-333C-E549-9FA3-0EE43DF298A3}" type="slidenum">
              <a:rPr lang="en-US" smtClean="0"/>
              <a:pPr/>
              <a:t>5</a:t>
            </a:fld>
            <a:endParaRPr lang="en-US" dirty="0"/>
          </a:p>
        </p:txBody>
      </p:sp>
      <p:graphicFrame>
        <p:nvGraphicFramePr>
          <p:cNvPr id="7" name="Content Placeholder 2">
            <a:extLst>
              <a:ext uri="{FF2B5EF4-FFF2-40B4-BE49-F238E27FC236}">
                <a16:creationId xmlns:a16="http://schemas.microsoft.com/office/drawing/2014/main" id="{E5619479-39DC-1872-1408-7AD328A695C1}"/>
              </a:ext>
            </a:extLst>
          </p:cNvPr>
          <p:cNvGraphicFramePr>
            <a:graphicFrameLocks noGrp="1"/>
          </p:cNvGraphicFramePr>
          <p:nvPr>
            <p:ph idx="1"/>
            <p:extLst>
              <p:ext uri="{D42A27DB-BD31-4B8C-83A1-F6EECF244321}">
                <p14:modId xmlns:p14="http://schemas.microsoft.com/office/powerpoint/2010/main" val="3293570367"/>
              </p:ext>
            </p:extLst>
          </p:nvPr>
        </p:nvGraphicFramePr>
        <p:xfrm>
          <a:off x="640080" y="1332597"/>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008820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3A2F4-DBF1-A500-A158-6AF92D679A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E90E46-1B6F-DBF6-AD2F-AA13CDBA66C1}"/>
              </a:ext>
            </a:extLst>
          </p:cNvPr>
          <p:cNvSpPr>
            <a:spLocks noGrp="1"/>
          </p:cNvSpPr>
          <p:nvPr>
            <p:ph type="title"/>
          </p:nvPr>
        </p:nvSpPr>
        <p:spPr>
          <a:xfrm>
            <a:off x="457200" y="436880"/>
            <a:ext cx="11277600" cy="415498"/>
          </a:xfrm>
        </p:spPr>
        <p:txBody>
          <a:bodyPr/>
          <a:lstStyle/>
          <a:p>
            <a:r>
              <a:rPr lang="en-US" sz="3000" dirty="0"/>
              <a:t>Equivalence Class Partitioning (ECP)</a:t>
            </a:r>
            <a:endParaRPr lang="en-IN" sz="3000" dirty="0"/>
          </a:p>
        </p:txBody>
      </p:sp>
      <p:sp>
        <p:nvSpPr>
          <p:cNvPr id="4" name="Footer Placeholder 3">
            <a:extLst>
              <a:ext uri="{FF2B5EF4-FFF2-40B4-BE49-F238E27FC236}">
                <a16:creationId xmlns:a16="http://schemas.microsoft.com/office/drawing/2014/main" id="{E020DA69-D418-ECD0-D281-CD5360782CB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D21C286-16FF-0C11-F640-E63A17A07DD3}"/>
              </a:ext>
            </a:extLst>
          </p:cNvPr>
          <p:cNvSpPr>
            <a:spLocks noGrp="1"/>
          </p:cNvSpPr>
          <p:nvPr>
            <p:ph type="sldNum" sz="quarter" idx="12"/>
          </p:nvPr>
        </p:nvSpPr>
        <p:spPr/>
        <p:txBody>
          <a:bodyPr/>
          <a:lstStyle/>
          <a:p>
            <a:fld id="{38826FC0-333C-E549-9FA3-0EE43DF298A3}" type="slidenum">
              <a:rPr lang="en-US" smtClean="0"/>
              <a:pPr/>
              <a:t>6</a:t>
            </a:fld>
            <a:endParaRPr lang="en-US" dirty="0"/>
          </a:p>
        </p:txBody>
      </p:sp>
      <p:sp>
        <p:nvSpPr>
          <p:cNvPr id="8" name="Content Placeholder 2">
            <a:extLst>
              <a:ext uri="{FF2B5EF4-FFF2-40B4-BE49-F238E27FC236}">
                <a16:creationId xmlns:a16="http://schemas.microsoft.com/office/drawing/2014/main" id="{00CE2DA4-F837-CAE7-241D-D3C373E27FF5}"/>
              </a:ext>
            </a:extLst>
          </p:cNvPr>
          <p:cNvSpPr>
            <a:spLocks noGrp="1"/>
          </p:cNvSpPr>
          <p:nvPr>
            <p:ph idx="1"/>
          </p:nvPr>
        </p:nvSpPr>
        <p:spPr>
          <a:xfrm>
            <a:off x="457200" y="944880"/>
            <a:ext cx="11186160" cy="5455919"/>
          </a:xfrm>
          <a:solidFill>
            <a:srgbClr val="F6F6F5"/>
          </a:solidFill>
        </p:spPr>
        <p:txBody>
          <a:bodyPr anchor="ctr">
            <a:noAutofit/>
          </a:bodyPr>
          <a:lstStyle/>
          <a:p>
            <a:r>
              <a:rPr lang="en-US" sz="1700" dirty="0">
                <a:latin typeface="Comic Sans MS" panose="030F0702030302020204" pitchFamily="66" charset="0"/>
              </a:rPr>
              <a:t>Involves dividing input data into partitions or classes, where all the data in each partition is expected to behave similarly</a:t>
            </a:r>
          </a:p>
          <a:p>
            <a:r>
              <a:rPr lang="en-US" sz="1700" dirty="0">
                <a:latin typeface="Comic Sans MS" panose="030F0702030302020204" pitchFamily="66" charset="0"/>
              </a:rPr>
              <a:t>This technique allows you to test one representative value from each partition instead of testing every possible input</a:t>
            </a:r>
          </a:p>
          <a:p>
            <a:r>
              <a:rPr lang="en-IN" sz="1700" b="1" dirty="0">
                <a:latin typeface="Comic Sans MS" panose="030F0702030302020204" pitchFamily="66" charset="0"/>
              </a:rPr>
              <a:t>Example:</a:t>
            </a:r>
          </a:p>
          <a:p>
            <a:pPr marL="914400" lvl="1" indent="-457200">
              <a:buFont typeface="+mj-lt"/>
              <a:buAutoNum type="arabicPeriod"/>
            </a:pPr>
            <a:r>
              <a:rPr lang="en-US" sz="1700" dirty="0">
                <a:latin typeface="Comic Sans MS" panose="030F0702030302020204" pitchFamily="66" charset="0"/>
              </a:rPr>
              <a:t>Imagine testing an input field that accepts age values between 1 and 100. With equivalence partitioning, you could break this range into three partitions:</a:t>
            </a:r>
          </a:p>
          <a:p>
            <a:pPr marL="914400" lvl="1" indent="-457200">
              <a:buFont typeface="+mj-lt"/>
              <a:buAutoNum type="arabicPeriod"/>
            </a:pPr>
            <a:r>
              <a:rPr lang="en-US" sz="1700" dirty="0">
                <a:latin typeface="Comic Sans MS" panose="030F0702030302020204" pitchFamily="66" charset="0"/>
              </a:rPr>
              <a:t>Values below 1 (invalid inputs)</a:t>
            </a:r>
          </a:p>
          <a:p>
            <a:pPr marL="914400" lvl="1" indent="-457200">
              <a:buFont typeface="+mj-lt"/>
              <a:buAutoNum type="arabicPeriod"/>
            </a:pPr>
            <a:r>
              <a:rPr lang="en-US" sz="1700" dirty="0">
                <a:latin typeface="Comic Sans MS" panose="030F0702030302020204" pitchFamily="66" charset="0"/>
              </a:rPr>
              <a:t>Values between 1 and 100 (valid inputs)</a:t>
            </a:r>
          </a:p>
          <a:p>
            <a:pPr marL="914400" lvl="1" indent="-457200">
              <a:buFont typeface="+mj-lt"/>
              <a:buAutoNum type="arabicPeriod"/>
            </a:pPr>
            <a:r>
              <a:rPr lang="en-US" sz="1700" dirty="0">
                <a:latin typeface="Comic Sans MS" panose="030F0702030302020204" pitchFamily="66" charset="0"/>
              </a:rPr>
              <a:t>Values above 100 (invalid inputs)</a:t>
            </a:r>
          </a:p>
          <a:p>
            <a:pPr marL="914400" lvl="1" indent="-457200">
              <a:buFont typeface="+mj-lt"/>
              <a:buAutoNum type="arabicPeriod"/>
            </a:pPr>
            <a:r>
              <a:rPr lang="en-US" sz="1700" dirty="0">
                <a:latin typeface="Comic Sans MS" panose="030F0702030302020204" pitchFamily="66" charset="0"/>
              </a:rPr>
              <a:t>Testing one value from each partition, such as 0, 50, and 101, would ensure coverage of all relevant scenarios without overburdening the testing process.</a:t>
            </a:r>
          </a:p>
          <a:p>
            <a:r>
              <a:rPr lang="en-US" sz="1700" b="1" dirty="0">
                <a:latin typeface="Comic Sans MS" panose="030F0702030302020204" pitchFamily="66" charset="0"/>
              </a:rPr>
              <a:t>Benefits:</a:t>
            </a:r>
            <a:endParaRPr lang="en-US" sz="1700" dirty="0">
              <a:latin typeface="Comic Sans MS" panose="030F0702030302020204" pitchFamily="66" charset="0"/>
            </a:endParaRPr>
          </a:p>
          <a:p>
            <a:pPr marL="971550" lvl="1" indent="-514350">
              <a:buFont typeface="+mj-lt"/>
              <a:buAutoNum type="arabicPeriod"/>
            </a:pPr>
            <a:r>
              <a:rPr lang="en-US" sz="1700" dirty="0">
                <a:latin typeface="Comic Sans MS" panose="030F0702030302020204" pitchFamily="66" charset="0"/>
              </a:rPr>
              <a:t>Reduces the number of test cases by grouping similar inputs.</a:t>
            </a:r>
          </a:p>
          <a:p>
            <a:pPr marL="971550" lvl="1" indent="-514350">
              <a:buFont typeface="+mj-lt"/>
              <a:buAutoNum type="arabicPeriod"/>
            </a:pPr>
            <a:r>
              <a:rPr lang="en-US" sz="1700" dirty="0">
                <a:latin typeface="Comic Sans MS" panose="030F0702030302020204" pitchFamily="66" charset="0"/>
              </a:rPr>
              <a:t>Ensures broad coverage with minimal test duplication.</a:t>
            </a:r>
          </a:p>
          <a:p>
            <a:pPr marL="971550" lvl="1" indent="-514350">
              <a:buFont typeface="+mj-lt"/>
              <a:buAutoNum type="arabicPeriod"/>
            </a:pPr>
            <a:r>
              <a:rPr lang="en-US" sz="1700" dirty="0">
                <a:latin typeface="Comic Sans MS" panose="030F0702030302020204" pitchFamily="66" charset="0"/>
              </a:rPr>
              <a:t>Easy to implement and effective for most input-based systems.</a:t>
            </a:r>
            <a:endParaRPr lang="en-IN" sz="1700" dirty="0">
              <a:latin typeface="Comic Sans MS" panose="030F0702030302020204" pitchFamily="66" charset="0"/>
            </a:endParaRPr>
          </a:p>
        </p:txBody>
      </p:sp>
    </p:spTree>
    <p:extLst>
      <p:ext uri="{BB962C8B-B14F-4D97-AF65-F5344CB8AC3E}">
        <p14:creationId xmlns:p14="http://schemas.microsoft.com/office/powerpoint/2010/main" val="42904001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79BC7-D55E-CB4F-9EC5-522A46DF5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CA740-8AB3-232E-C628-C6A2DB4C29BC}"/>
              </a:ext>
            </a:extLst>
          </p:cNvPr>
          <p:cNvSpPr>
            <a:spLocks noGrp="1"/>
          </p:cNvSpPr>
          <p:nvPr>
            <p:ph type="title"/>
          </p:nvPr>
        </p:nvSpPr>
        <p:spPr>
          <a:xfrm>
            <a:off x="457200" y="436880"/>
            <a:ext cx="11277600" cy="830997"/>
          </a:xfrm>
        </p:spPr>
        <p:txBody>
          <a:bodyPr/>
          <a:lstStyle/>
          <a:p>
            <a:r>
              <a:rPr lang="en-US" sz="3000" dirty="0"/>
              <a:t>Boundary Value Analysis (BVA)</a:t>
            </a:r>
            <a:br>
              <a:rPr lang="en-US" sz="3000" dirty="0"/>
            </a:br>
            <a:endParaRPr lang="en-IN" sz="3000" dirty="0"/>
          </a:p>
        </p:txBody>
      </p:sp>
      <p:sp>
        <p:nvSpPr>
          <p:cNvPr id="4" name="Footer Placeholder 3">
            <a:extLst>
              <a:ext uri="{FF2B5EF4-FFF2-40B4-BE49-F238E27FC236}">
                <a16:creationId xmlns:a16="http://schemas.microsoft.com/office/drawing/2014/main" id="{61B7D168-BD6C-EAA7-0B5E-01DC716D4C34}"/>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FE77D330-BBC0-850A-DB3E-0E274497485F}"/>
              </a:ext>
            </a:extLst>
          </p:cNvPr>
          <p:cNvSpPr>
            <a:spLocks noGrp="1"/>
          </p:cNvSpPr>
          <p:nvPr>
            <p:ph type="sldNum" sz="quarter" idx="12"/>
          </p:nvPr>
        </p:nvSpPr>
        <p:spPr/>
        <p:txBody>
          <a:bodyPr/>
          <a:lstStyle/>
          <a:p>
            <a:fld id="{38826FC0-333C-E549-9FA3-0EE43DF298A3}" type="slidenum">
              <a:rPr lang="en-US" smtClean="0"/>
              <a:pPr/>
              <a:t>7</a:t>
            </a:fld>
            <a:endParaRPr lang="en-US" dirty="0"/>
          </a:p>
        </p:txBody>
      </p:sp>
      <p:sp>
        <p:nvSpPr>
          <p:cNvPr id="8" name="Content Placeholder 2">
            <a:extLst>
              <a:ext uri="{FF2B5EF4-FFF2-40B4-BE49-F238E27FC236}">
                <a16:creationId xmlns:a16="http://schemas.microsoft.com/office/drawing/2014/main" id="{D9A9BCA7-08D0-2BEF-27B7-F1D341032B61}"/>
              </a:ext>
            </a:extLst>
          </p:cNvPr>
          <p:cNvSpPr>
            <a:spLocks noGrp="1"/>
          </p:cNvSpPr>
          <p:nvPr>
            <p:ph idx="1"/>
          </p:nvPr>
        </p:nvSpPr>
        <p:spPr>
          <a:xfrm>
            <a:off x="1158240" y="1148081"/>
            <a:ext cx="10251440" cy="4734559"/>
          </a:xfrm>
          <a:solidFill>
            <a:srgbClr val="F6F6F5"/>
          </a:solidFill>
        </p:spPr>
        <p:txBody>
          <a:bodyPr anchor="ctr">
            <a:noAutofit/>
          </a:bodyPr>
          <a:lstStyle/>
          <a:p>
            <a:r>
              <a:rPr lang="en-US" sz="1700" dirty="0">
                <a:latin typeface="Comic Sans MS" panose="030F0702030302020204" pitchFamily="66" charset="0"/>
              </a:rPr>
              <a:t>Focuses on the "boundaries" of input data. </a:t>
            </a:r>
            <a:r>
              <a:rPr lang="en-US" sz="1800" dirty="0">
                <a:latin typeface="Tw Cen MT" panose="020B0602020104020603" pitchFamily="34" charset="0"/>
              </a:rPr>
              <a:t>Min, max, min-1, min+1, max+1, max-1</a:t>
            </a:r>
            <a:endParaRPr lang="en-US" sz="1700" dirty="0">
              <a:latin typeface="Comic Sans MS" panose="030F0702030302020204" pitchFamily="66" charset="0"/>
            </a:endParaRPr>
          </a:p>
          <a:p>
            <a:r>
              <a:rPr lang="en-US" sz="1700" dirty="0">
                <a:latin typeface="Comic Sans MS" panose="030F0702030302020204" pitchFamily="66" charset="0"/>
              </a:rPr>
              <a:t>Most systems are more likely to fail at the edges of input ranges, so BVA tests these critical points. </a:t>
            </a:r>
          </a:p>
          <a:p>
            <a:r>
              <a:rPr lang="en-US" sz="1700" dirty="0">
                <a:latin typeface="Comic Sans MS" panose="030F0702030302020204" pitchFamily="66" charset="0"/>
              </a:rPr>
              <a:t>When applied in combination with equivalence partitioning, it provides an extensive understanding of system behavior at input boundaries.</a:t>
            </a:r>
          </a:p>
          <a:p>
            <a:r>
              <a:rPr lang="en-US" sz="1700" b="1" dirty="0">
                <a:latin typeface="Comic Sans MS" panose="030F0702030302020204" pitchFamily="66" charset="0"/>
              </a:rPr>
              <a:t>Example:</a:t>
            </a:r>
            <a:endParaRPr lang="en-US" sz="1700" dirty="0">
              <a:latin typeface="Comic Sans MS" panose="030F0702030302020204" pitchFamily="66" charset="0"/>
            </a:endParaRPr>
          </a:p>
          <a:p>
            <a:pPr lvl="1"/>
            <a:r>
              <a:rPr lang="en-US" sz="1700" dirty="0">
                <a:latin typeface="Comic Sans MS" panose="030F0702030302020204" pitchFamily="66" charset="0"/>
              </a:rPr>
              <a:t>Consider a function that accepts values from 1 to 100. BVA would test at the boundaries: 0, 1, 2,99, 100, and 101. This helps to catch errors that occur when transitioning between valid and invalid input values.</a:t>
            </a:r>
          </a:p>
          <a:p>
            <a:r>
              <a:rPr lang="en-US" sz="1700" b="1" dirty="0">
                <a:latin typeface="Comic Sans MS" panose="030F0702030302020204" pitchFamily="66" charset="0"/>
              </a:rPr>
              <a:t>Benefits:</a:t>
            </a:r>
            <a:endParaRPr lang="en-US" sz="1700" dirty="0">
              <a:latin typeface="Comic Sans MS" panose="030F0702030302020204" pitchFamily="66" charset="0"/>
            </a:endParaRPr>
          </a:p>
          <a:p>
            <a:pPr marL="971550" lvl="1" indent="-514350">
              <a:buFont typeface="+mj-lt"/>
              <a:buAutoNum type="arabicPeriod"/>
            </a:pPr>
            <a:r>
              <a:rPr lang="en-US" sz="1700" dirty="0">
                <a:latin typeface="Comic Sans MS" panose="030F0702030302020204" pitchFamily="66" charset="0"/>
              </a:rPr>
              <a:t>Highly effective in catching edge-case bugs.</a:t>
            </a:r>
          </a:p>
          <a:p>
            <a:pPr marL="971550" lvl="1" indent="-514350">
              <a:buFont typeface="+mj-lt"/>
              <a:buAutoNum type="arabicPeriod"/>
            </a:pPr>
            <a:r>
              <a:rPr lang="en-US" sz="1700" dirty="0">
                <a:latin typeface="Comic Sans MS" panose="030F0702030302020204" pitchFamily="66" charset="0"/>
              </a:rPr>
              <a:t>Minimizes test cases while focusing on critical areas.</a:t>
            </a:r>
          </a:p>
          <a:p>
            <a:pPr marL="971550" lvl="1" indent="-514350">
              <a:buFont typeface="+mj-lt"/>
              <a:buAutoNum type="arabicPeriod"/>
            </a:pPr>
            <a:r>
              <a:rPr lang="en-US" sz="1700" dirty="0">
                <a:latin typeface="Comic Sans MS" panose="030F0702030302020204" pitchFamily="66" charset="0"/>
              </a:rPr>
              <a:t>Helps uncover unexpected behaviors at data limits.</a:t>
            </a:r>
          </a:p>
        </p:txBody>
      </p:sp>
    </p:spTree>
    <p:extLst>
      <p:ext uri="{BB962C8B-B14F-4D97-AF65-F5344CB8AC3E}">
        <p14:creationId xmlns:p14="http://schemas.microsoft.com/office/powerpoint/2010/main" val="3324256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CEAC-1D76-88AD-FCA7-445634D50C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66337-5D9B-35E5-A417-D67A40B97F1F}"/>
              </a:ext>
            </a:extLst>
          </p:cNvPr>
          <p:cNvSpPr>
            <a:spLocks noGrp="1"/>
          </p:cNvSpPr>
          <p:nvPr>
            <p:ph type="title"/>
          </p:nvPr>
        </p:nvSpPr>
        <p:spPr>
          <a:xfrm>
            <a:off x="457200" y="436880"/>
            <a:ext cx="11277600" cy="415498"/>
          </a:xfrm>
        </p:spPr>
        <p:txBody>
          <a:bodyPr/>
          <a:lstStyle/>
          <a:p>
            <a:r>
              <a:rPr lang="en-US" sz="3000" dirty="0"/>
              <a:t>Decision Table</a:t>
            </a:r>
            <a:endParaRPr lang="en-IN" sz="3000" dirty="0"/>
          </a:p>
        </p:txBody>
      </p:sp>
      <p:sp>
        <p:nvSpPr>
          <p:cNvPr id="4" name="Footer Placeholder 3">
            <a:extLst>
              <a:ext uri="{FF2B5EF4-FFF2-40B4-BE49-F238E27FC236}">
                <a16:creationId xmlns:a16="http://schemas.microsoft.com/office/drawing/2014/main" id="{89D89B61-9A9D-BB56-21E8-A06DF3D474C1}"/>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D7072447-6BEC-91B0-84BC-293D8ED5ADE9}"/>
              </a:ext>
            </a:extLst>
          </p:cNvPr>
          <p:cNvSpPr>
            <a:spLocks noGrp="1"/>
          </p:cNvSpPr>
          <p:nvPr>
            <p:ph type="sldNum" sz="quarter" idx="12"/>
          </p:nvPr>
        </p:nvSpPr>
        <p:spPr/>
        <p:txBody>
          <a:bodyPr/>
          <a:lstStyle/>
          <a:p>
            <a:fld id="{38826FC0-333C-E549-9FA3-0EE43DF298A3}" type="slidenum">
              <a:rPr lang="en-US" smtClean="0"/>
              <a:pPr/>
              <a:t>8</a:t>
            </a:fld>
            <a:endParaRPr lang="en-US" dirty="0"/>
          </a:p>
        </p:txBody>
      </p:sp>
      <p:sp>
        <p:nvSpPr>
          <p:cNvPr id="8" name="Content Placeholder 2">
            <a:extLst>
              <a:ext uri="{FF2B5EF4-FFF2-40B4-BE49-F238E27FC236}">
                <a16:creationId xmlns:a16="http://schemas.microsoft.com/office/drawing/2014/main" id="{5F87FAC5-ACAB-8999-78D0-0312E929F4CE}"/>
              </a:ext>
            </a:extLst>
          </p:cNvPr>
          <p:cNvSpPr>
            <a:spLocks noGrp="1"/>
          </p:cNvSpPr>
          <p:nvPr>
            <p:ph idx="1"/>
          </p:nvPr>
        </p:nvSpPr>
        <p:spPr>
          <a:xfrm>
            <a:off x="1005840" y="914401"/>
            <a:ext cx="10373360" cy="5506719"/>
          </a:xfrm>
          <a:solidFill>
            <a:srgbClr val="F6F6F5"/>
          </a:solidFill>
        </p:spPr>
        <p:txBody>
          <a:bodyPr anchor="ctr">
            <a:noAutofit/>
          </a:bodyPr>
          <a:lstStyle/>
          <a:p>
            <a:pPr>
              <a:lnSpc>
                <a:spcPct val="150000"/>
              </a:lnSpc>
            </a:pPr>
            <a:r>
              <a:rPr lang="en-US" sz="1700" dirty="0">
                <a:latin typeface="Comic Sans MS" panose="030F0702030302020204" pitchFamily="66" charset="0"/>
              </a:rPr>
              <a:t>This is a structured technique that documents different input combinations and their corresponding system outputs in a tabular format. This method is ideal for testing applications with complex business logic or multiple rules and conditions. The table consists of conditions and actions, where each combination of conditions represents a unique test case.</a:t>
            </a:r>
          </a:p>
          <a:p>
            <a:pPr>
              <a:lnSpc>
                <a:spcPct val="150000"/>
              </a:lnSpc>
            </a:pPr>
            <a:r>
              <a:rPr lang="en-US" sz="1700" b="1" dirty="0">
                <a:latin typeface="Comic Sans MS" panose="030F0702030302020204" pitchFamily="66" charset="0"/>
              </a:rPr>
              <a:t>Example:</a:t>
            </a:r>
          </a:p>
          <a:p>
            <a:pPr>
              <a:lnSpc>
                <a:spcPct val="150000"/>
              </a:lnSpc>
            </a:pPr>
            <a:endParaRPr lang="en-US" sz="1700" dirty="0">
              <a:latin typeface="Comic Sans MS" panose="030F0702030302020204" pitchFamily="66" charset="0"/>
            </a:endParaRPr>
          </a:p>
          <a:p>
            <a:pPr>
              <a:lnSpc>
                <a:spcPct val="150000"/>
              </a:lnSpc>
            </a:pPr>
            <a:endParaRPr lang="en-US" sz="1700" dirty="0">
              <a:latin typeface="Comic Sans MS" panose="030F0702030302020204" pitchFamily="66" charset="0"/>
            </a:endParaRPr>
          </a:p>
          <a:p>
            <a:pPr>
              <a:lnSpc>
                <a:spcPct val="150000"/>
              </a:lnSpc>
            </a:pPr>
            <a:endParaRPr lang="en-US" sz="1700" dirty="0">
              <a:latin typeface="Comic Sans MS" panose="030F0702030302020204" pitchFamily="66" charset="0"/>
            </a:endParaRPr>
          </a:p>
          <a:p>
            <a:pPr>
              <a:lnSpc>
                <a:spcPct val="150000"/>
              </a:lnSpc>
            </a:pPr>
            <a:r>
              <a:rPr lang="en-US" sz="1700" b="1" dirty="0">
                <a:latin typeface="Comic Sans MS" panose="030F0702030302020204" pitchFamily="66" charset="0"/>
              </a:rPr>
              <a:t>Benefits:</a:t>
            </a:r>
          </a:p>
          <a:p>
            <a:pPr lvl="1">
              <a:lnSpc>
                <a:spcPct val="150000"/>
              </a:lnSpc>
            </a:pPr>
            <a:r>
              <a:rPr lang="en-US" sz="1700" dirty="0">
                <a:latin typeface="Comic Sans MS" panose="030F0702030302020204" pitchFamily="66" charset="0"/>
              </a:rPr>
              <a:t>Provides a clear and systematic approach to testing complex logic.</a:t>
            </a:r>
          </a:p>
          <a:p>
            <a:pPr lvl="1">
              <a:lnSpc>
                <a:spcPct val="150000"/>
              </a:lnSpc>
            </a:pPr>
            <a:r>
              <a:rPr lang="en-US" sz="1700" dirty="0">
                <a:latin typeface="Comic Sans MS" panose="030F0702030302020204" pitchFamily="66" charset="0"/>
              </a:rPr>
              <a:t>Ensures all possible combinations of inputs are tested.</a:t>
            </a:r>
          </a:p>
          <a:p>
            <a:pPr lvl="1">
              <a:lnSpc>
                <a:spcPct val="150000"/>
              </a:lnSpc>
            </a:pPr>
            <a:r>
              <a:rPr lang="en-US" sz="1700" dirty="0">
                <a:latin typeface="Comic Sans MS" panose="030F0702030302020204" pitchFamily="66" charset="0"/>
              </a:rPr>
              <a:t>Easy to understand and document, making it a great communication tool for stakeholders.</a:t>
            </a:r>
          </a:p>
        </p:txBody>
      </p:sp>
      <p:pic>
        <p:nvPicPr>
          <p:cNvPr id="3" name="Picture 2">
            <a:extLst>
              <a:ext uri="{FF2B5EF4-FFF2-40B4-BE49-F238E27FC236}">
                <a16:creationId xmlns:a16="http://schemas.microsoft.com/office/drawing/2014/main" id="{8D81ECE6-E005-2230-CF89-ADA5174FE2A2}"/>
              </a:ext>
            </a:extLst>
          </p:cNvPr>
          <p:cNvPicPr>
            <a:picLocks noChangeAspect="1"/>
          </p:cNvPicPr>
          <p:nvPr/>
        </p:nvPicPr>
        <p:blipFill>
          <a:blip r:embed="rId2"/>
          <a:srcRect r="10554"/>
          <a:stretch>
            <a:fillRect/>
          </a:stretch>
        </p:blipFill>
        <p:spPr>
          <a:xfrm>
            <a:off x="3824176" y="2722880"/>
            <a:ext cx="4821984" cy="2092960"/>
          </a:xfrm>
          <a:prstGeom prst="rect">
            <a:avLst/>
          </a:prstGeom>
        </p:spPr>
      </p:pic>
    </p:spTree>
    <p:extLst>
      <p:ext uri="{BB962C8B-B14F-4D97-AF65-F5344CB8AC3E}">
        <p14:creationId xmlns:p14="http://schemas.microsoft.com/office/powerpoint/2010/main" val="12850394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DA250-BD4B-98EF-6A9C-46C6F55A4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AF1AFF-395B-516A-7979-0F1FE3C55333}"/>
              </a:ext>
            </a:extLst>
          </p:cNvPr>
          <p:cNvSpPr>
            <a:spLocks noGrp="1"/>
          </p:cNvSpPr>
          <p:nvPr>
            <p:ph type="title"/>
          </p:nvPr>
        </p:nvSpPr>
        <p:spPr>
          <a:xfrm>
            <a:off x="457200" y="436880"/>
            <a:ext cx="11277600" cy="830997"/>
          </a:xfrm>
        </p:spPr>
        <p:txBody>
          <a:bodyPr/>
          <a:lstStyle/>
          <a:p>
            <a:r>
              <a:rPr lang="en-US" sz="3000" dirty="0"/>
              <a:t>State Transition</a:t>
            </a:r>
            <a:br>
              <a:rPr lang="en-US" sz="3000" dirty="0"/>
            </a:br>
            <a:endParaRPr lang="en-IN" sz="3000" dirty="0"/>
          </a:p>
        </p:txBody>
      </p:sp>
      <p:sp>
        <p:nvSpPr>
          <p:cNvPr id="4" name="Footer Placeholder 3">
            <a:extLst>
              <a:ext uri="{FF2B5EF4-FFF2-40B4-BE49-F238E27FC236}">
                <a16:creationId xmlns:a16="http://schemas.microsoft.com/office/drawing/2014/main" id="{E6686EB4-83B5-FF3A-2CCF-7647EDFCBC8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1292295B-83C9-F912-F6E7-5E61B8950188}"/>
              </a:ext>
            </a:extLst>
          </p:cNvPr>
          <p:cNvSpPr>
            <a:spLocks noGrp="1"/>
          </p:cNvSpPr>
          <p:nvPr>
            <p:ph type="sldNum" sz="quarter" idx="12"/>
          </p:nvPr>
        </p:nvSpPr>
        <p:spPr/>
        <p:txBody>
          <a:bodyPr/>
          <a:lstStyle/>
          <a:p>
            <a:fld id="{38826FC0-333C-E549-9FA3-0EE43DF298A3}" type="slidenum">
              <a:rPr lang="en-US" smtClean="0"/>
              <a:pPr/>
              <a:t>9</a:t>
            </a:fld>
            <a:endParaRPr lang="en-US" dirty="0"/>
          </a:p>
        </p:txBody>
      </p:sp>
      <p:sp>
        <p:nvSpPr>
          <p:cNvPr id="7" name="Content Placeholder 2">
            <a:extLst>
              <a:ext uri="{FF2B5EF4-FFF2-40B4-BE49-F238E27FC236}">
                <a16:creationId xmlns:a16="http://schemas.microsoft.com/office/drawing/2014/main" id="{CE8A22C7-4214-B2E5-9679-5ED0721A471A}"/>
              </a:ext>
            </a:extLst>
          </p:cNvPr>
          <p:cNvSpPr>
            <a:spLocks noGrp="1"/>
          </p:cNvSpPr>
          <p:nvPr>
            <p:ph idx="1"/>
          </p:nvPr>
        </p:nvSpPr>
        <p:spPr>
          <a:xfrm>
            <a:off x="640081" y="944881"/>
            <a:ext cx="10891519" cy="2178950"/>
          </a:xfrm>
          <a:solidFill>
            <a:srgbClr val="F6F6F5"/>
          </a:solidFill>
        </p:spPr>
        <p:txBody>
          <a:bodyPr anchor="ctr">
            <a:noAutofit/>
          </a:bodyPr>
          <a:lstStyle/>
          <a:p>
            <a:pPr>
              <a:lnSpc>
                <a:spcPct val="150000"/>
              </a:lnSpc>
            </a:pPr>
            <a:r>
              <a:rPr lang="en-US" dirty="0">
                <a:latin typeface="Comic Sans MS" panose="030F0702030302020204" pitchFamily="66" charset="0"/>
              </a:rPr>
              <a:t>State Transition Testing is ideal for applications where the system's behavior changes based on its current state. </a:t>
            </a:r>
          </a:p>
          <a:p>
            <a:pPr>
              <a:lnSpc>
                <a:spcPct val="150000"/>
              </a:lnSpc>
            </a:pPr>
            <a:r>
              <a:rPr lang="en-US" dirty="0">
                <a:latin typeface="Comic Sans MS" panose="030F0702030302020204" pitchFamily="66" charset="0"/>
              </a:rPr>
              <a:t>This technique involves designing test cases around state changes and the transitions between states. For example, a user login system could have states like "logged in," "logged out," or "locked out" after multiple failed login attempts.</a:t>
            </a:r>
          </a:p>
        </p:txBody>
      </p:sp>
      <p:sp>
        <p:nvSpPr>
          <p:cNvPr id="10" name="TextBox 9">
            <a:extLst>
              <a:ext uri="{FF2B5EF4-FFF2-40B4-BE49-F238E27FC236}">
                <a16:creationId xmlns:a16="http://schemas.microsoft.com/office/drawing/2014/main" id="{28B78BA1-D80C-9F69-CCC6-AD5FBE14B9C7}"/>
              </a:ext>
            </a:extLst>
          </p:cNvPr>
          <p:cNvSpPr txBox="1"/>
          <p:nvPr/>
        </p:nvSpPr>
        <p:spPr>
          <a:xfrm>
            <a:off x="6248402" y="3348489"/>
            <a:ext cx="5486398" cy="3052310"/>
          </a:xfrm>
          <a:prstGeom prst="rect">
            <a:avLst/>
          </a:prstGeom>
          <a:noFill/>
        </p:spPr>
        <p:txBody>
          <a:bodyPr wrap="square">
            <a:spAutoFit/>
          </a:bodyPr>
          <a:lstStyle/>
          <a:p>
            <a:pPr>
              <a:lnSpc>
                <a:spcPct val="150000"/>
              </a:lnSpc>
            </a:pPr>
            <a:r>
              <a:rPr lang="en-US" b="1" dirty="0">
                <a:latin typeface="Comic Sans MS" panose="030F0702030302020204" pitchFamily="66" charset="0"/>
              </a:rPr>
              <a:t>Benefits:</a:t>
            </a:r>
            <a:endParaRPr lang="en-US" dirty="0">
              <a:latin typeface="Comic Sans MS" panose="030F0702030302020204" pitchFamily="66" charset="0"/>
            </a:endParaRPr>
          </a:p>
          <a:p>
            <a:pPr lvl="1">
              <a:lnSpc>
                <a:spcPct val="150000"/>
              </a:lnSpc>
            </a:pPr>
            <a:r>
              <a:rPr lang="en-US" sz="1600" dirty="0">
                <a:latin typeface="Comic Sans MS" panose="030F0702030302020204" pitchFamily="66" charset="0"/>
              </a:rPr>
              <a:t>Excellent for testing systems with dynamic state changes.</a:t>
            </a:r>
          </a:p>
          <a:p>
            <a:pPr lvl="1">
              <a:lnSpc>
                <a:spcPct val="150000"/>
              </a:lnSpc>
            </a:pPr>
            <a:r>
              <a:rPr lang="en-US" sz="1600" dirty="0">
                <a:latin typeface="Comic Sans MS" panose="030F0702030302020204" pitchFamily="66" charset="0"/>
              </a:rPr>
              <a:t>Ensures that all valid and invalid state transitions are tested.</a:t>
            </a:r>
          </a:p>
          <a:p>
            <a:pPr lvl="1">
              <a:lnSpc>
                <a:spcPct val="150000"/>
              </a:lnSpc>
            </a:pPr>
            <a:r>
              <a:rPr lang="en-US" sz="1600" dirty="0">
                <a:latin typeface="Comic Sans MS" panose="030F0702030302020204" pitchFamily="66" charset="0"/>
              </a:rPr>
              <a:t>Helps identify unexpected or incorrect state transitions.</a:t>
            </a:r>
            <a:br>
              <a:rPr lang="en-US" sz="1600" dirty="0">
                <a:latin typeface="Comic Sans MS" panose="030F0702030302020204" pitchFamily="66" charset="0"/>
              </a:rPr>
            </a:br>
            <a:endParaRPr lang="en-IN" sz="1600" dirty="0">
              <a:latin typeface="Comic Sans MS" panose="030F0702030302020204" pitchFamily="66" charset="0"/>
            </a:endParaRPr>
          </a:p>
        </p:txBody>
      </p:sp>
      <p:sp>
        <p:nvSpPr>
          <p:cNvPr id="12" name="TextBox 11">
            <a:extLst>
              <a:ext uri="{FF2B5EF4-FFF2-40B4-BE49-F238E27FC236}">
                <a16:creationId xmlns:a16="http://schemas.microsoft.com/office/drawing/2014/main" id="{664F0BCC-700B-DDB0-F673-E1422820C0C8}"/>
              </a:ext>
            </a:extLst>
          </p:cNvPr>
          <p:cNvSpPr txBox="1"/>
          <p:nvPr/>
        </p:nvSpPr>
        <p:spPr>
          <a:xfrm>
            <a:off x="457200" y="3107493"/>
            <a:ext cx="5486400" cy="3051605"/>
          </a:xfrm>
          <a:prstGeom prst="rect">
            <a:avLst/>
          </a:prstGeom>
          <a:noFill/>
        </p:spPr>
        <p:txBody>
          <a:bodyPr wrap="square">
            <a:spAutoFit/>
          </a:bodyPr>
          <a:lstStyle/>
          <a:p>
            <a:pPr>
              <a:lnSpc>
                <a:spcPct val="150000"/>
              </a:lnSpc>
            </a:pPr>
            <a:r>
              <a:rPr lang="en-US" b="1" dirty="0">
                <a:latin typeface="Comic Sans MS" panose="030F0702030302020204" pitchFamily="66" charset="0"/>
              </a:rPr>
              <a:t>Example:</a:t>
            </a:r>
            <a:endParaRPr lang="en-US" dirty="0">
              <a:latin typeface="Comic Sans MS" panose="030F0702030302020204" pitchFamily="66" charset="0"/>
            </a:endParaRPr>
          </a:p>
          <a:p>
            <a:pPr marL="205867" lvl="1" indent="0">
              <a:lnSpc>
                <a:spcPct val="150000"/>
              </a:lnSpc>
              <a:buNone/>
            </a:pPr>
            <a:r>
              <a:rPr lang="en-US" sz="1600" u="sng" dirty="0">
                <a:latin typeface="Comic Sans MS" panose="030F0702030302020204" pitchFamily="66" charset="0"/>
              </a:rPr>
              <a:t>Scenario</a:t>
            </a:r>
            <a:r>
              <a:rPr lang="en-US" sz="1600" dirty="0">
                <a:latin typeface="Comic Sans MS" panose="030F0702030302020204" pitchFamily="66" charset="0"/>
              </a:rPr>
              <a:t>: </a:t>
            </a:r>
          </a:p>
          <a:p>
            <a:pPr marL="205867" lvl="1" indent="0">
              <a:lnSpc>
                <a:spcPct val="150000"/>
              </a:lnSpc>
              <a:buNone/>
            </a:pPr>
            <a:r>
              <a:rPr lang="en-US" sz="1600" dirty="0">
                <a:latin typeface="Comic Sans MS" panose="030F0702030302020204" pitchFamily="66" charset="0"/>
              </a:rPr>
              <a:t>Login system </a:t>
            </a:r>
            <a:r>
              <a:rPr lang="en-US" sz="1600" dirty="0">
                <a:latin typeface="Comic Sans MS" panose="030F0702030302020204" pitchFamily="66" charset="0"/>
                <a:sym typeface="Wingdings" panose="05000000000000000000" pitchFamily="2" charset="2"/>
              </a:rPr>
              <a:t> </a:t>
            </a:r>
            <a:r>
              <a:rPr lang="en-US" sz="1600" dirty="0">
                <a:latin typeface="Comic Sans MS" panose="030F0702030302020204" pitchFamily="66" charset="0"/>
              </a:rPr>
              <a:t>3 failed attempts → account locked; Successful login resets counter.</a:t>
            </a:r>
          </a:p>
          <a:p>
            <a:pPr marL="205867" lvl="1" indent="0">
              <a:lnSpc>
                <a:spcPct val="150000"/>
              </a:lnSpc>
              <a:buNone/>
            </a:pPr>
            <a:r>
              <a:rPr lang="en-US" sz="1600" u="sng" dirty="0">
                <a:latin typeface="Comic Sans MS" panose="030F0702030302020204" pitchFamily="66" charset="0"/>
              </a:rPr>
              <a:t>Example transitions</a:t>
            </a:r>
            <a:r>
              <a:rPr lang="en-US" sz="1600" dirty="0">
                <a:latin typeface="Comic Sans MS" panose="030F0702030302020204" pitchFamily="66" charset="0"/>
              </a:rPr>
              <a:t>: </a:t>
            </a:r>
          </a:p>
          <a:p>
            <a:pPr marL="205867" lvl="1" indent="0">
              <a:lnSpc>
                <a:spcPct val="150000"/>
              </a:lnSpc>
              <a:buNone/>
            </a:pPr>
            <a:r>
              <a:rPr lang="en-US" sz="1600" dirty="0">
                <a:latin typeface="Comic Sans MS" panose="030F0702030302020204" pitchFamily="66" charset="0"/>
              </a:rPr>
              <a:t>Start → Fail → Fail → Fail → Locked</a:t>
            </a:r>
          </a:p>
          <a:p>
            <a:pPr marL="205867" lvl="1" indent="0">
              <a:lnSpc>
                <a:spcPct val="150000"/>
              </a:lnSpc>
              <a:buNone/>
            </a:pPr>
            <a:r>
              <a:rPr lang="en-US" sz="1600" dirty="0">
                <a:latin typeface="Comic Sans MS" panose="030F0702030302020204" pitchFamily="66" charset="0"/>
              </a:rPr>
              <a:t>Start → Fail → Success → Reset to Start</a:t>
            </a:r>
          </a:p>
          <a:p>
            <a:pPr marL="205867" lvl="1" indent="0">
              <a:lnSpc>
                <a:spcPct val="150000"/>
              </a:lnSpc>
              <a:buNone/>
            </a:pPr>
            <a:r>
              <a:rPr lang="en-US" sz="1600" dirty="0">
                <a:latin typeface="Comic Sans MS" panose="030F0702030302020204" pitchFamily="66" charset="0"/>
              </a:rPr>
              <a:t>Locked → Wait 30 min → Unlocked</a:t>
            </a:r>
          </a:p>
        </p:txBody>
      </p:sp>
    </p:spTree>
    <p:extLst>
      <p:ext uri="{BB962C8B-B14F-4D97-AF65-F5344CB8AC3E}">
        <p14:creationId xmlns:p14="http://schemas.microsoft.com/office/powerpoint/2010/main" val="14905467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61D0E-0C85-9812-E163-9DC5A6E995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B25E85-9FA7-FAF3-B368-0B597C8543AB}"/>
              </a:ext>
            </a:extLst>
          </p:cNvPr>
          <p:cNvSpPr>
            <a:spLocks noGrp="1"/>
          </p:cNvSpPr>
          <p:nvPr>
            <p:ph type="title"/>
          </p:nvPr>
        </p:nvSpPr>
        <p:spPr>
          <a:xfrm>
            <a:off x="457200" y="436880"/>
            <a:ext cx="11277600" cy="415498"/>
          </a:xfrm>
        </p:spPr>
        <p:txBody>
          <a:bodyPr/>
          <a:lstStyle/>
          <a:p>
            <a:r>
              <a:rPr lang="en-US" sz="3000" dirty="0"/>
              <a:t>Error Guessing</a:t>
            </a:r>
            <a:endParaRPr lang="en-IN" sz="3000" dirty="0"/>
          </a:p>
        </p:txBody>
      </p:sp>
      <p:sp>
        <p:nvSpPr>
          <p:cNvPr id="4" name="Footer Placeholder 3">
            <a:extLst>
              <a:ext uri="{FF2B5EF4-FFF2-40B4-BE49-F238E27FC236}">
                <a16:creationId xmlns:a16="http://schemas.microsoft.com/office/drawing/2014/main" id="{5A7AC641-2742-D271-7C22-73B68DB520EA}"/>
              </a:ext>
            </a:extLst>
          </p:cNvPr>
          <p:cNvSpPr>
            <a:spLocks noGrp="1"/>
          </p:cNvSpPr>
          <p:nvPr>
            <p:ph type="ftr" sz="quarter" idx="11"/>
          </p:nvPr>
        </p:nvSpPr>
        <p:spPr/>
        <p:txBody>
          <a:bodyPr/>
          <a:lstStyle/>
          <a:p>
            <a:r>
              <a:rPr lang="en-US"/>
              <a:t>© 2025–2027 Cognizant | Private</a:t>
            </a:r>
            <a:endParaRPr lang="en-US" dirty="0"/>
          </a:p>
        </p:txBody>
      </p:sp>
      <p:sp>
        <p:nvSpPr>
          <p:cNvPr id="5" name="Slide Number Placeholder 4">
            <a:extLst>
              <a:ext uri="{FF2B5EF4-FFF2-40B4-BE49-F238E27FC236}">
                <a16:creationId xmlns:a16="http://schemas.microsoft.com/office/drawing/2014/main" id="{918FEB8B-10EB-4498-F179-0B209BB5DFEF}"/>
              </a:ext>
            </a:extLst>
          </p:cNvPr>
          <p:cNvSpPr>
            <a:spLocks noGrp="1"/>
          </p:cNvSpPr>
          <p:nvPr>
            <p:ph type="sldNum" sz="quarter" idx="12"/>
          </p:nvPr>
        </p:nvSpPr>
        <p:spPr/>
        <p:txBody>
          <a:bodyPr/>
          <a:lstStyle/>
          <a:p>
            <a:fld id="{38826FC0-333C-E549-9FA3-0EE43DF298A3}" type="slidenum">
              <a:rPr lang="en-US" smtClean="0"/>
              <a:pPr/>
              <a:t>10</a:t>
            </a:fld>
            <a:endParaRPr lang="en-US" dirty="0"/>
          </a:p>
        </p:txBody>
      </p:sp>
      <p:sp>
        <p:nvSpPr>
          <p:cNvPr id="8" name="Content Placeholder 2">
            <a:extLst>
              <a:ext uri="{FF2B5EF4-FFF2-40B4-BE49-F238E27FC236}">
                <a16:creationId xmlns:a16="http://schemas.microsoft.com/office/drawing/2014/main" id="{FBE5CFE0-58BF-D7FD-D3DB-423A9F6DB5DE}"/>
              </a:ext>
            </a:extLst>
          </p:cNvPr>
          <p:cNvSpPr>
            <a:spLocks noGrp="1"/>
          </p:cNvSpPr>
          <p:nvPr>
            <p:ph idx="1"/>
          </p:nvPr>
        </p:nvSpPr>
        <p:spPr>
          <a:xfrm>
            <a:off x="731520" y="960119"/>
            <a:ext cx="10728960" cy="5212080"/>
          </a:xfrm>
          <a:solidFill>
            <a:srgbClr val="F6F6F5"/>
          </a:solidFill>
        </p:spPr>
        <p:txBody>
          <a:bodyPr anchor="ctr">
            <a:noAutofit/>
          </a:bodyPr>
          <a:lstStyle/>
          <a:p>
            <a:pPr>
              <a:lnSpc>
                <a:spcPct val="150000"/>
              </a:lnSpc>
            </a:pPr>
            <a:r>
              <a:rPr lang="en-US" dirty="0">
                <a:latin typeface="Comic Sans MS" panose="030F0702030302020204" pitchFamily="66" charset="0"/>
              </a:rPr>
              <a:t>Error guessing is a technique in which professional testers use their knowledge and experience to figure out where errors are likely to be found. </a:t>
            </a:r>
          </a:p>
          <a:p>
            <a:pPr>
              <a:lnSpc>
                <a:spcPct val="150000"/>
              </a:lnSpc>
            </a:pPr>
            <a:r>
              <a:rPr lang="en-US" dirty="0">
                <a:latin typeface="Comic Sans MS" panose="030F0702030302020204" pitchFamily="66" charset="0"/>
              </a:rPr>
              <a:t>However somewhat less calculated than some of the methods explained above, error guessing can be very useful when utilized by trained testers who are knowledgeable about are familiar with software risks.</a:t>
            </a:r>
          </a:p>
          <a:p>
            <a:pPr>
              <a:lnSpc>
                <a:spcPct val="150000"/>
              </a:lnSpc>
            </a:pPr>
            <a:r>
              <a:rPr lang="en-US" b="1" dirty="0">
                <a:latin typeface="Comic Sans MS" panose="030F0702030302020204" pitchFamily="66" charset="0"/>
              </a:rPr>
              <a:t>Example:</a:t>
            </a:r>
            <a:endParaRPr lang="en-US" dirty="0">
              <a:latin typeface="Comic Sans MS" panose="030F0702030302020204" pitchFamily="66" charset="0"/>
            </a:endParaRPr>
          </a:p>
          <a:p>
            <a:pPr lvl="1">
              <a:lnSpc>
                <a:spcPct val="150000"/>
              </a:lnSpc>
            </a:pPr>
            <a:r>
              <a:rPr lang="en-US" sz="1600" dirty="0">
                <a:latin typeface="Comic Sans MS" panose="030F0702030302020204" pitchFamily="66" charset="0"/>
              </a:rPr>
              <a:t>A tester familiar with common errors in web forms might specifically test for issues like submitting the form with invalid data, missing mandatory fields, or injecting special characters to see how the system handles it.</a:t>
            </a:r>
          </a:p>
          <a:p>
            <a:pPr>
              <a:lnSpc>
                <a:spcPct val="150000"/>
              </a:lnSpc>
            </a:pPr>
            <a:r>
              <a:rPr lang="en-US" b="1" dirty="0">
                <a:latin typeface="Comic Sans MS" panose="030F0702030302020204" pitchFamily="66" charset="0"/>
              </a:rPr>
              <a:t>Benefits:</a:t>
            </a:r>
            <a:endParaRPr lang="en-US" dirty="0">
              <a:latin typeface="Comic Sans MS" panose="030F0702030302020204" pitchFamily="66" charset="0"/>
            </a:endParaRPr>
          </a:p>
          <a:p>
            <a:pPr lvl="1">
              <a:lnSpc>
                <a:spcPct val="150000"/>
              </a:lnSpc>
            </a:pPr>
            <a:r>
              <a:rPr lang="en-US" sz="1600" dirty="0">
                <a:latin typeface="Comic Sans MS" panose="030F0702030302020204" pitchFamily="66" charset="0"/>
              </a:rPr>
              <a:t>Leverages tester expertise to find hidden issues.</a:t>
            </a:r>
          </a:p>
          <a:p>
            <a:pPr lvl="1">
              <a:lnSpc>
                <a:spcPct val="150000"/>
              </a:lnSpc>
            </a:pPr>
            <a:r>
              <a:rPr lang="en-US" sz="1600" dirty="0">
                <a:latin typeface="Comic Sans MS" panose="030F0702030302020204" pitchFamily="66" charset="0"/>
              </a:rPr>
              <a:t>Often uncovers defects that formal methods miss.</a:t>
            </a:r>
          </a:p>
          <a:p>
            <a:pPr lvl="1">
              <a:lnSpc>
                <a:spcPct val="150000"/>
              </a:lnSpc>
            </a:pPr>
            <a:r>
              <a:rPr lang="en-US" sz="1600" dirty="0">
                <a:latin typeface="Comic Sans MS" panose="030F0702030302020204" pitchFamily="66" charset="0"/>
              </a:rPr>
              <a:t>Complements other testing techniques by filling in gaps.</a:t>
            </a:r>
            <a:endParaRPr lang="en-IN" dirty="0">
              <a:latin typeface="Comic Sans MS" panose="030F0702030302020204" pitchFamily="66" charset="0"/>
            </a:endParaRPr>
          </a:p>
        </p:txBody>
      </p:sp>
    </p:spTree>
    <p:extLst>
      <p:ext uri="{BB962C8B-B14F-4D97-AF65-F5344CB8AC3E}">
        <p14:creationId xmlns:p14="http://schemas.microsoft.com/office/powerpoint/2010/main" val="57566236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Presentation5" id="{F5F4F051-22F0-4442-9496-654FF8745D7A}" vid="{AB62C236-C77B-4F69-B63E-3F34518FC0F1}"/>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056E6A9C08B24892CD7916A83F37D3" ma:contentTypeVersion="4" ma:contentTypeDescription="Create a new document." ma:contentTypeScope="" ma:versionID="b391c45433ff8120f110024922065263">
  <xsd:schema xmlns:xsd="http://www.w3.org/2001/XMLSchema" xmlns:xs="http://www.w3.org/2001/XMLSchema" xmlns:p="http://schemas.microsoft.com/office/2006/metadata/properties" xmlns:ns2="85aa0b7b-c2ff-4619-b015-c2745a4ebbba" targetNamespace="http://schemas.microsoft.com/office/2006/metadata/properties" ma:root="true" ma:fieldsID="24df3229156fdbad0d5539e05a71b6a6" ns2:_="">
    <xsd:import namespace="85aa0b7b-c2ff-4619-b015-c2745a4ebb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5aa0b7b-c2ff-4619-b015-c2745a4ebb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8EFB4C7-205D-4E6A-886B-BBFFE9BD0B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5aa0b7b-c2ff-4619-b015-c2745a4ebb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3B7C277-7563-48D9-B200-95B00BA2069F}">
  <ds:schemaRefs>
    <ds:schemaRef ds:uri="http://schemas.microsoft.com/sharepoint/v3/contenttype/forms"/>
  </ds:schemaRefs>
</ds:datastoreItem>
</file>

<file path=customXml/itemProps3.xml><?xml version="1.0" encoding="utf-8"?>
<ds:datastoreItem xmlns:ds="http://schemas.openxmlformats.org/officeDocument/2006/customXml" ds:itemID="{4A4B404F-09F1-40CA-84E2-FD9F4E5EB219}">
  <ds:schemaRefs>
    <ds:schemaRef ds:uri="http://schemas.microsoft.com/office/2006/metadata/properties"/>
    <ds:schemaRef ds:uri="http://schemas.microsoft.com/office/infopath/2007/PartnerControls"/>
    <ds:schemaRef ds:uri="2f5cf1d1-81f3-4f99-b146-10f5cb39d018"/>
    <ds:schemaRef ds:uri="3c35e321-f73a-4dae-ae38-a0459de24735"/>
  </ds:schemaRefs>
</ds:datastoreItem>
</file>

<file path=docProps/app.xml><?xml version="1.0" encoding="utf-8"?>
<Properties xmlns="http://schemas.openxmlformats.org/officeDocument/2006/extended-properties" xmlns:vt="http://schemas.openxmlformats.org/officeDocument/2006/docPropsVTypes">
  <Template>Cog_PPT_potx_Template_2025-2027</Template>
  <TotalTime>22581</TotalTime>
  <Words>983</Words>
  <Application>Microsoft Office PowerPoint</Application>
  <PresentationFormat>Widescreen</PresentationFormat>
  <Paragraphs>125</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Comic Sans MS</vt:lpstr>
      <vt:lpstr>Tw Cen MT</vt:lpstr>
      <vt:lpstr>Cognizant_2024</vt:lpstr>
      <vt:lpstr>Test Design Techniques</vt:lpstr>
      <vt:lpstr>What is Test Design Technique?</vt:lpstr>
      <vt:lpstr>Types of Test Design Techniques</vt:lpstr>
      <vt:lpstr>Top Test Design Techniques in Software Testing</vt:lpstr>
      <vt:lpstr>Importance of Test Design Techniques in Software Testing</vt:lpstr>
      <vt:lpstr>Equivalence Class Partitioning (ECP)</vt:lpstr>
      <vt:lpstr>Boundary Value Analysis (BVA) </vt:lpstr>
      <vt:lpstr>Decision Table</vt:lpstr>
      <vt:lpstr>State Transition </vt:lpstr>
      <vt:lpstr>Error Guessing</vt:lpstr>
    </vt:vector>
  </TitlesOfParts>
  <Manager/>
  <Company>Cognizant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Mohan, Poornima Swarna (Cognizant)</dc:creator>
  <cp:keywords/>
  <dc:description/>
  <cp:lastModifiedBy>Mohan, Poornima Swarna (Cognizant)</cp:lastModifiedBy>
  <cp:revision>10</cp:revision>
  <dcterms:created xsi:type="dcterms:W3CDTF">2025-09-17T08:32:50Z</dcterms:created>
  <dcterms:modified xsi:type="dcterms:W3CDTF">2025-12-12T05:52:00Z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0x01010030056E6A9C08B24892CD7916A83F37D3</vt:lpwstr>
  </property>
  <property fmtid="{D5CDD505-2E9C-101B-9397-08002B2CF9AE}" pid="3" name="MediaServiceImageTags">
    <vt:lpwstr/>
  </property>
  <property fmtid="{D5CDD505-2E9C-101B-9397-08002B2CF9AE}" pid="4" name="Geography">
    <vt:lpwstr/>
  </property>
  <property fmtid="{D5CDD505-2E9C-101B-9397-08002B2CF9AE}" pid="5" name="Business">
    <vt:lpwstr/>
  </property>
  <property fmtid="{D5CDD505-2E9C-101B-9397-08002B2CF9AE}" pid="6" name="Topics">
    <vt:lpwstr/>
  </property>
</Properties>
</file>