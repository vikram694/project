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38"/>
  </p:notesMasterIdLst>
  <p:handoutMasterIdLst>
    <p:handoutMasterId r:id="rId39"/>
  </p:handoutMasterIdLst>
  <p:sldIdLst>
    <p:sldId id="2147479184" r:id="rId5"/>
    <p:sldId id="2147479286" r:id="rId6"/>
    <p:sldId id="2147479287" r:id="rId7"/>
    <p:sldId id="2147479288" r:id="rId8"/>
    <p:sldId id="2147479289" r:id="rId9"/>
    <p:sldId id="2147479290" r:id="rId10"/>
    <p:sldId id="2147479291" r:id="rId11"/>
    <p:sldId id="2147479292" r:id="rId12"/>
    <p:sldId id="2147479293" r:id="rId13"/>
    <p:sldId id="2147479294" r:id="rId14"/>
    <p:sldId id="2147479295" r:id="rId15"/>
    <p:sldId id="2147479296" r:id="rId16"/>
    <p:sldId id="2147479297" r:id="rId17"/>
    <p:sldId id="2147479298" r:id="rId18"/>
    <p:sldId id="2147479300" r:id="rId19"/>
    <p:sldId id="2147479299" r:id="rId20"/>
    <p:sldId id="2147479301" r:id="rId21"/>
    <p:sldId id="2147479302" r:id="rId22"/>
    <p:sldId id="2147479306" r:id="rId23"/>
    <p:sldId id="2147479303" r:id="rId24"/>
    <p:sldId id="2147479304" r:id="rId25"/>
    <p:sldId id="2147479305" r:id="rId26"/>
    <p:sldId id="2147479307" r:id="rId27"/>
    <p:sldId id="2147479308" r:id="rId28"/>
    <p:sldId id="2147479309" r:id="rId29"/>
    <p:sldId id="2147479310" r:id="rId30"/>
    <p:sldId id="2147479312" r:id="rId31"/>
    <p:sldId id="2147479314" r:id="rId32"/>
    <p:sldId id="2147479313" r:id="rId33"/>
    <p:sldId id="2147479311" r:id="rId34"/>
    <p:sldId id="2147479315" r:id="rId35"/>
    <p:sldId id="2147479317" r:id="rId36"/>
    <p:sldId id="2147479316"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CF2"/>
    <a:srgbClr val="CAE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39" autoAdjust="0"/>
  </p:normalViewPr>
  <p:slideViewPr>
    <p:cSldViewPr snapToGrid="0">
      <p:cViewPr varScale="1">
        <p:scale>
          <a:sx n="63" d="100"/>
          <a:sy n="63" d="100"/>
        </p:scale>
        <p:origin x="804" y="56"/>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kar, Gadde (Cognizant)" userId="S::2457378@cognizant.com::a6a98d1a-be6b-4049-b2f0-49495f095499" providerId="AD" clId="Web-{FBD23FED-798D-054B-F2D7-3ABCBB511144}"/>
    <pc:docChg chg="modSld">
      <pc:chgData name="Madhukar, Gadde (Cognizant)" userId="S::2457378@cognizant.com::a6a98d1a-be6b-4049-b2f0-49495f095499" providerId="AD" clId="Web-{FBD23FED-798D-054B-F2D7-3ABCBB511144}" dt="2025-11-21T12:30:54.286" v="3"/>
      <pc:docMkLst>
        <pc:docMk/>
      </pc:docMkLst>
      <pc:sldChg chg="modSp">
        <pc:chgData name="Madhukar, Gadde (Cognizant)" userId="S::2457378@cognizant.com::a6a98d1a-be6b-4049-b2f0-49495f095499" providerId="AD" clId="Web-{FBD23FED-798D-054B-F2D7-3ABCBB511144}" dt="2025-11-21T12:30:54.286" v="3"/>
        <pc:sldMkLst>
          <pc:docMk/>
          <pc:sldMk cId="2299939808" sldId="2147479228"/>
        </pc:sldMkLst>
      </pc:sldChg>
    </pc:docChg>
  </pc:docChgLst>
  <pc:docChgLst>
    <pc:chgData name="Kumar, Uyyala Ashwan (Cognizant)" userId="40129f82-5108-4379-8be0-f163bd02311b" providerId="ADAL" clId="{AB2AE533-1515-4F87-896D-2AC1F04100B1}"/>
    <pc:docChg chg="delSld modSld">
      <pc:chgData name="Kumar, Uyyala Ashwan (Cognizant)" userId="40129f82-5108-4379-8be0-f163bd02311b" providerId="ADAL" clId="{AB2AE533-1515-4F87-896D-2AC1F04100B1}" dt="2025-11-21T05:16:06.699" v="39" actId="20577"/>
      <pc:docMkLst>
        <pc:docMk/>
      </pc:docMkLst>
      <pc:sldChg chg="modSp mod">
        <pc:chgData name="Kumar, Uyyala Ashwan (Cognizant)" userId="40129f82-5108-4379-8be0-f163bd02311b" providerId="ADAL" clId="{AB2AE533-1515-4F87-896D-2AC1F04100B1}" dt="2025-11-21T05:16:06.699" v="39" actId="20577"/>
        <pc:sldMkLst>
          <pc:docMk/>
          <pc:sldMk cId="2752092111" sldId="2147479230"/>
        </pc:sldMkLst>
      </pc:sldChg>
      <pc:sldChg chg="modSp mod">
        <pc:chgData name="Kumar, Uyyala Ashwan (Cognizant)" userId="40129f82-5108-4379-8be0-f163bd02311b" providerId="ADAL" clId="{AB2AE533-1515-4F87-896D-2AC1F04100B1}" dt="2025-11-21T04:07:46.503" v="0" actId="20577"/>
        <pc:sldMkLst>
          <pc:docMk/>
          <pc:sldMk cId="3193240802" sldId="2147479233"/>
        </pc:sldMkLst>
      </pc:sldChg>
      <pc:sldChg chg="del">
        <pc:chgData name="Kumar, Uyyala Ashwan (Cognizant)" userId="40129f82-5108-4379-8be0-f163bd02311b" providerId="ADAL" clId="{AB2AE533-1515-4F87-896D-2AC1F04100B1}" dt="2025-11-21T04:13:20.967" v="1" actId="2696"/>
        <pc:sldMkLst>
          <pc:docMk/>
          <pc:sldMk cId="3077511450" sldId="2147479235"/>
        </pc:sldMkLst>
      </pc:sldChg>
    </pc:docChg>
  </pc:docChgLst>
  <pc:docChgLst>
    <pc:chgData name="Mohan, Poornima Swarna (Cognizant)" userId="36824357-ffbd-40a5-b000-b82d0f7dca89" providerId="ADAL" clId="{BB20CA10-5FC3-4CCD-8518-89B0931CAB48}"/>
    <pc:docChg chg="undo redo custSel addSld delSld modSld sldOrd">
      <pc:chgData name="Mohan, Poornima Swarna (Cognizant)" userId="36824357-ffbd-40a5-b000-b82d0f7dca89" providerId="ADAL" clId="{BB20CA10-5FC3-4CCD-8518-89B0931CAB48}" dt="2025-12-12T05:53:16.359" v="3309" actId="20577"/>
      <pc:docMkLst>
        <pc:docMk/>
      </pc:docMkLst>
      <pc:sldChg chg="addSp delSp modSp add del mod modClrScheme chgLayout">
        <pc:chgData name="Mohan, Poornima Swarna (Cognizant)" userId="36824357-ffbd-40a5-b000-b82d0f7dca89" providerId="ADAL" clId="{BB20CA10-5FC3-4CCD-8518-89B0931CAB48}" dt="2025-12-12T05:53:16.359" v="3309" actId="20577"/>
        <pc:sldMkLst>
          <pc:docMk/>
          <pc:sldMk cId="2713534842" sldId="2147479184"/>
        </pc:sldMkLst>
        <pc:spChg chg="mod ord">
          <ac:chgData name="Mohan, Poornima Swarna (Cognizant)" userId="36824357-ffbd-40a5-b000-b82d0f7dca89" providerId="ADAL" clId="{BB20CA10-5FC3-4CCD-8518-89B0931CAB48}" dt="2025-12-03T13:50:53.538" v="245" actId="700"/>
          <ac:spMkLst>
            <pc:docMk/>
            <pc:sldMk cId="2713534842" sldId="2147479184"/>
            <ac:spMk id="2" creationId="{B50EFE23-3685-4631-7E52-9B16716BE8D2}"/>
          </ac:spMkLst>
        </pc:spChg>
        <pc:spChg chg="mod ord">
          <ac:chgData name="Mohan, Poornima Swarna (Cognizant)" userId="36824357-ffbd-40a5-b000-b82d0f7dca89" providerId="ADAL" clId="{BB20CA10-5FC3-4CCD-8518-89B0931CAB48}" dt="2025-12-03T13:50:53.538" v="245" actId="700"/>
          <ac:spMkLst>
            <pc:docMk/>
            <pc:sldMk cId="2713534842" sldId="2147479184"/>
            <ac:spMk id="3" creationId="{3DB8F2B5-5F1B-4FC5-A9C3-7494EA97D64D}"/>
          </ac:spMkLst>
        </pc:spChg>
        <pc:spChg chg="mod ord">
          <ac:chgData name="Mohan, Poornima Swarna (Cognizant)" userId="36824357-ffbd-40a5-b000-b82d0f7dca89" providerId="ADAL" clId="{BB20CA10-5FC3-4CCD-8518-89B0931CAB48}" dt="2025-12-12T05:53:16.359" v="3309" actId="20577"/>
          <ac:spMkLst>
            <pc:docMk/>
            <pc:sldMk cId="2713534842" sldId="2147479184"/>
            <ac:spMk id="5" creationId="{09D9EB17-9965-3523-3F99-EF5E53642703}"/>
          </ac:spMkLst>
        </pc:spChg>
        <pc:spChg chg="mod ord">
          <ac:chgData name="Mohan, Poornima Swarna (Cognizant)" userId="36824357-ffbd-40a5-b000-b82d0f7dca89" providerId="ADAL" clId="{BB20CA10-5FC3-4CCD-8518-89B0931CAB48}" dt="2025-12-03T13:50:53.538" v="245" actId="700"/>
          <ac:spMkLst>
            <pc:docMk/>
            <pc:sldMk cId="2713534842" sldId="2147479184"/>
            <ac:spMk id="7" creationId="{E8B7C9CE-73D8-B618-3C6A-7BAC4AC03EFE}"/>
          </ac:spMkLst>
        </pc:spChg>
      </pc:sldChg>
      <pc:sldChg chg="addSp delSp modSp del mod chgLayout">
        <pc:chgData name="Mohan, Poornima Swarna (Cognizant)" userId="36824357-ffbd-40a5-b000-b82d0f7dca89" providerId="ADAL" clId="{BB20CA10-5FC3-4CCD-8518-89B0931CAB48}" dt="2025-12-03T14:13:53.745" v="633" actId="2696"/>
        <pc:sldMkLst>
          <pc:docMk/>
          <pc:sldMk cId="1241736782" sldId="2147479217"/>
        </pc:sldMkLst>
      </pc:sldChg>
      <pc:sldChg chg="add del ord">
        <pc:chgData name="Mohan, Poornima Swarna (Cognizant)" userId="36824357-ffbd-40a5-b000-b82d0f7dca89" providerId="ADAL" clId="{BB20CA10-5FC3-4CCD-8518-89B0931CAB48}" dt="2025-12-04T07:06:43.638" v="1815" actId="47"/>
        <pc:sldMkLst>
          <pc:docMk/>
          <pc:sldMk cId="2197772446" sldId="2147479217"/>
        </pc:sldMkLst>
      </pc:sldChg>
      <pc:sldChg chg="addSp delSp modSp add del mod ord">
        <pc:chgData name="Mohan, Poornima Swarna (Cognizant)" userId="36824357-ffbd-40a5-b000-b82d0f7dca89" providerId="ADAL" clId="{BB20CA10-5FC3-4CCD-8518-89B0931CAB48}" dt="2025-12-12T05:52:54.640" v="3297" actId="47"/>
        <pc:sldMkLst>
          <pc:docMk/>
          <pc:sldMk cId="108370426" sldId="2147479218"/>
        </pc:sldMkLst>
      </pc:sldChg>
      <pc:sldChg chg="addSp delSp modSp add del mod">
        <pc:chgData name="Mohan, Poornima Swarna (Cognizant)" userId="36824357-ffbd-40a5-b000-b82d0f7dca89" providerId="ADAL" clId="{BB20CA10-5FC3-4CCD-8518-89B0931CAB48}" dt="2025-12-03T13:53:37.498" v="292" actId="47"/>
        <pc:sldMkLst>
          <pc:docMk/>
          <pc:sldMk cId="3016381150" sldId="2147479219"/>
        </pc:sldMkLst>
      </pc:sldChg>
      <pc:sldChg chg="addSp modSp add del mod">
        <pc:chgData name="Mohan, Poornima Swarna (Cognizant)" userId="36824357-ffbd-40a5-b000-b82d0f7dca89" providerId="ADAL" clId="{BB20CA10-5FC3-4CCD-8518-89B0931CAB48}" dt="2025-12-03T13:50:12.162" v="239" actId="47"/>
        <pc:sldMkLst>
          <pc:docMk/>
          <pc:sldMk cId="396456115" sldId="2147479220"/>
        </pc:sldMkLst>
      </pc:sldChg>
      <pc:sldChg chg="new del">
        <pc:chgData name="Mohan, Poornima Swarna (Cognizant)" userId="36824357-ffbd-40a5-b000-b82d0f7dca89" providerId="ADAL" clId="{BB20CA10-5FC3-4CCD-8518-89B0931CAB48}" dt="2025-12-03T13:51:50.183" v="273" actId="47"/>
        <pc:sldMkLst>
          <pc:docMk/>
          <pc:sldMk cId="1184106299" sldId="2147479220"/>
        </pc:sldMkLst>
      </pc:sldChg>
      <pc:sldChg chg="addSp delSp modSp add del mod">
        <pc:chgData name="Mohan, Poornima Swarna (Cognizant)" userId="36824357-ffbd-40a5-b000-b82d0f7dca89" providerId="ADAL" clId="{BB20CA10-5FC3-4CCD-8518-89B0931CAB48}" dt="2025-12-04T07:06:01.678" v="1810" actId="47"/>
        <pc:sldMkLst>
          <pc:docMk/>
          <pc:sldMk cId="1710713948" sldId="2147479220"/>
        </pc:sldMkLst>
      </pc:sldChg>
      <pc:sldChg chg="del">
        <pc:chgData name="Mohan, Poornima Swarna (Cognizant)" userId="36824357-ffbd-40a5-b000-b82d0f7dca89" providerId="ADAL" clId="{BB20CA10-5FC3-4CCD-8518-89B0931CAB48}" dt="2025-11-26T10:01:50.894" v="18" actId="47"/>
        <pc:sldMkLst>
          <pc:docMk/>
          <pc:sldMk cId="49623600" sldId="2147479221"/>
        </pc:sldMkLst>
      </pc:sldChg>
      <pc:sldChg chg="add del">
        <pc:chgData name="Mohan, Poornima Swarna (Cognizant)" userId="36824357-ffbd-40a5-b000-b82d0f7dca89" providerId="ADAL" clId="{BB20CA10-5FC3-4CCD-8518-89B0931CAB48}" dt="2025-12-12T05:52:54.640" v="3297" actId="47"/>
        <pc:sldMkLst>
          <pc:docMk/>
          <pc:sldMk cId="822646557" sldId="2147479221"/>
        </pc:sldMkLst>
      </pc:sldChg>
      <pc:sldChg chg="add del">
        <pc:chgData name="Mohan, Poornima Swarna (Cognizant)" userId="36824357-ffbd-40a5-b000-b82d0f7dca89" providerId="ADAL" clId="{BB20CA10-5FC3-4CCD-8518-89B0931CAB48}" dt="2025-12-04T07:03:30.679" v="1806" actId="2696"/>
        <pc:sldMkLst>
          <pc:docMk/>
          <pc:sldMk cId="1006632796" sldId="2147479221"/>
        </pc:sldMkLst>
      </pc:sldChg>
      <pc:sldChg chg="addSp modSp new del mod">
        <pc:chgData name="Mohan, Poornima Swarna (Cognizant)" userId="36824357-ffbd-40a5-b000-b82d0f7dca89" providerId="ADAL" clId="{BB20CA10-5FC3-4CCD-8518-89B0931CAB48}" dt="2025-12-03T13:50:12.516" v="240" actId="47"/>
        <pc:sldMkLst>
          <pc:docMk/>
          <pc:sldMk cId="2318779974" sldId="2147479221"/>
        </pc:sldMkLst>
      </pc:sldChg>
      <pc:sldChg chg="addSp delSp modSp add del mod delAnim modAnim">
        <pc:chgData name="Mohan, Poornima Swarna (Cognizant)" userId="36824357-ffbd-40a5-b000-b82d0f7dca89" providerId="ADAL" clId="{BB20CA10-5FC3-4CCD-8518-89B0931CAB48}" dt="2025-12-04T07:01:12.857" v="1801" actId="2696"/>
        <pc:sldMkLst>
          <pc:docMk/>
          <pc:sldMk cId="3719444903" sldId="2147479221"/>
        </pc:sldMkLst>
      </pc:sldChg>
      <pc:sldChg chg="add del">
        <pc:chgData name="Mohan, Poornima Swarna (Cognizant)" userId="36824357-ffbd-40a5-b000-b82d0f7dca89" providerId="ADAL" clId="{BB20CA10-5FC3-4CCD-8518-89B0931CAB48}" dt="2025-12-12T05:52:54.640" v="3297" actId="47"/>
        <pc:sldMkLst>
          <pc:docMk/>
          <pc:sldMk cId="15273004" sldId="2147479222"/>
        </pc:sldMkLst>
      </pc:sldChg>
      <pc:sldChg chg="del">
        <pc:chgData name="Mohan, Poornima Swarna (Cognizant)" userId="36824357-ffbd-40a5-b000-b82d0f7dca89" providerId="ADAL" clId="{BB20CA10-5FC3-4CCD-8518-89B0931CAB48}" dt="2025-11-26T10:01:51.778" v="21" actId="47"/>
        <pc:sldMkLst>
          <pc:docMk/>
          <pc:sldMk cId="511959599" sldId="2147479222"/>
        </pc:sldMkLst>
      </pc:sldChg>
      <pc:sldChg chg="add del">
        <pc:chgData name="Mohan, Poornima Swarna (Cognizant)" userId="36824357-ffbd-40a5-b000-b82d0f7dca89" providerId="ADAL" clId="{BB20CA10-5FC3-4CCD-8518-89B0931CAB48}" dt="2025-12-04T07:03:30.679" v="1806" actId="2696"/>
        <pc:sldMkLst>
          <pc:docMk/>
          <pc:sldMk cId="2054996712" sldId="2147479222"/>
        </pc:sldMkLst>
      </pc:sldChg>
      <pc:sldChg chg="addSp delSp modSp new del mod">
        <pc:chgData name="Mohan, Poornima Swarna (Cognizant)" userId="36824357-ffbd-40a5-b000-b82d0f7dca89" providerId="ADAL" clId="{BB20CA10-5FC3-4CCD-8518-89B0931CAB48}" dt="2025-12-03T13:50:12.925" v="241" actId="47"/>
        <pc:sldMkLst>
          <pc:docMk/>
          <pc:sldMk cId="2672652308" sldId="2147479222"/>
        </pc:sldMkLst>
      </pc:sldChg>
      <pc:sldChg chg="addSp modSp add del mod">
        <pc:chgData name="Mohan, Poornima Swarna (Cognizant)" userId="36824357-ffbd-40a5-b000-b82d0f7dca89" providerId="ADAL" clId="{BB20CA10-5FC3-4CCD-8518-89B0931CAB48}" dt="2025-12-04T07:01:12.857" v="1801" actId="2696"/>
        <pc:sldMkLst>
          <pc:docMk/>
          <pc:sldMk cId="2773194742" sldId="2147479222"/>
        </pc:sldMkLst>
      </pc:sldChg>
      <pc:sldChg chg="del">
        <pc:chgData name="Mohan, Poornima Swarna (Cognizant)" userId="36824357-ffbd-40a5-b000-b82d0f7dca89" providerId="ADAL" clId="{BB20CA10-5FC3-4CCD-8518-89B0931CAB48}" dt="2025-11-26T10:01:52.444" v="24" actId="47"/>
        <pc:sldMkLst>
          <pc:docMk/>
          <pc:sldMk cId="309954286" sldId="2147479223"/>
        </pc:sldMkLst>
      </pc:sldChg>
      <pc:sldChg chg="add del">
        <pc:chgData name="Mohan, Poornima Swarna (Cognizant)" userId="36824357-ffbd-40a5-b000-b82d0f7dca89" providerId="ADAL" clId="{BB20CA10-5FC3-4CCD-8518-89B0931CAB48}" dt="2025-12-12T05:52:54.640" v="3297" actId="47"/>
        <pc:sldMkLst>
          <pc:docMk/>
          <pc:sldMk cId="857746601" sldId="2147479223"/>
        </pc:sldMkLst>
      </pc:sldChg>
      <pc:sldChg chg="addSp modSp add del mod modClrScheme chgLayout">
        <pc:chgData name="Mohan, Poornima Swarna (Cognizant)" userId="36824357-ffbd-40a5-b000-b82d0f7dca89" providerId="ADAL" clId="{BB20CA10-5FC3-4CCD-8518-89B0931CAB48}" dt="2025-12-04T07:01:12.857" v="1801" actId="2696"/>
        <pc:sldMkLst>
          <pc:docMk/>
          <pc:sldMk cId="1028765157" sldId="2147479223"/>
        </pc:sldMkLst>
      </pc:sldChg>
      <pc:sldChg chg="add del">
        <pc:chgData name="Mohan, Poornima Swarna (Cognizant)" userId="36824357-ffbd-40a5-b000-b82d0f7dca89" providerId="ADAL" clId="{BB20CA10-5FC3-4CCD-8518-89B0931CAB48}" dt="2025-12-04T07:03:30.679" v="1806" actId="2696"/>
        <pc:sldMkLst>
          <pc:docMk/>
          <pc:sldMk cId="2492990645" sldId="2147479223"/>
        </pc:sldMkLst>
      </pc:sldChg>
      <pc:sldChg chg="del">
        <pc:chgData name="Mohan, Poornima Swarna (Cognizant)" userId="36824357-ffbd-40a5-b000-b82d0f7dca89" providerId="ADAL" clId="{BB20CA10-5FC3-4CCD-8518-89B0931CAB48}" dt="2025-11-26T10:01:53.079" v="27" actId="47"/>
        <pc:sldMkLst>
          <pc:docMk/>
          <pc:sldMk cId="2231693562" sldId="2147479224"/>
        </pc:sldMkLst>
      </pc:sldChg>
      <pc:sldChg chg="addSp modSp add del mod ord">
        <pc:chgData name="Mohan, Poornima Swarna (Cognizant)" userId="36824357-ffbd-40a5-b000-b82d0f7dca89" providerId="ADAL" clId="{BB20CA10-5FC3-4CCD-8518-89B0931CAB48}" dt="2025-12-12T05:52:54.640" v="3297" actId="47"/>
        <pc:sldMkLst>
          <pc:docMk/>
          <pc:sldMk cId="3505450193" sldId="2147479224"/>
        </pc:sldMkLst>
      </pc:sldChg>
      <pc:sldChg chg="addSp modSp add del mod ord">
        <pc:chgData name="Mohan, Poornima Swarna (Cognizant)" userId="36824357-ffbd-40a5-b000-b82d0f7dca89" providerId="ADAL" clId="{BB20CA10-5FC3-4CCD-8518-89B0931CAB48}" dt="2025-12-12T05:52:54.640" v="3297" actId="47"/>
        <pc:sldMkLst>
          <pc:docMk/>
          <pc:sldMk cId="2530600685" sldId="2147479225"/>
        </pc:sldMkLst>
      </pc:sldChg>
      <pc:sldChg chg="del">
        <pc:chgData name="Mohan, Poornima Swarna (Cognizant)" userId="36824357-ffbd-40a5-b000-b82d0f7dca89" providerId="ADAL" clId="{BB20CA10-5FC3-4CCD-8518-89B0931CAB48}" dt="2025-11-26T10:01:50.278" v="15" actId="47"/>
        <pc:sldMkLst>
          <pc:docMk/>
          <pc:sldMk cId="4151441402" sldId="2147479225"/>
        </pc:sldMkLst>
      </pc:sldChg>
      <pc:sldChg chg="del">
        <pc:chgData name="Mohan, Poornima Swarna (Cognizant)" userId="36824357-ffbd-40a5-b000-b82d0f7dca89" providerId="ADAL" clId="{BB20CA10-5FC3-4CCD-8518-89B0931CAB48}" dt="2025-11-26T10:01:51.092" v="19" actId="47"/>
        <pc:sldMkLst>
          <pc:docMk/>
          <pc:sldMk cId="3243024429" sldId="2147479226"/>
        </pc:sldMkLst>
      </pc:sldChg>
      <pc:sldChg chg="addSp modSp add del mod ord">
        <pc:chgData name="Mohan, Poornima Swarna (Cognizant)" userId="36824357-ffbd-40a5-b000-b82d0f7dca89" providerId="ADAL" clId="{BB20CA10-5FC3-4CCD-8518-89B0931CAB48}" dt="2025-12-12T05:52:54.640" v="3297" actId="47"/>
        <pc:sldMkLst>
          <pc:docMk/>
          <pc:sldMk cId="3598097681" sldId="2147479226"/>
        </pc:sldMkLst>
      </pc:sldChg>
      <pc:sldChg chg="del">
        <pc:chgData name="Mohan, Poornima Swarna (Cognizant)" userId="36824357-ffbd-40a5-b000-b82d0f7dca89" providerId="ADAL" clId="{BB20CA10-5FC3-4CCD-8518-89B0931CAB48}" dt="2025-11-26T10:01:51.316" v="20" actId="47"/>
        <pc:sldMkLst>
          <pc:docMk/>
          <pc:sldMk cId="1582348726" sldId="2147479227"/>
        </pc:sldMkLst>
      </pc:sldChg>
      <pc:sldChg chg="addSp modSp add del mod ord">
        <pc:chgData name="Mohan, Poornima Swarna (Cognizant)" userId="36824357-ffbd-40a5-b000-b82d0f7dca89" providerId="ADAL" clId="{BB20CA10-5FC3-4CCD-8518-89B0931CAB48}" dt="2025-12-12T05:52:54.640" v="3297" actId="47"/>
        <pc:sldMkLst>
          <pc:docMk/>
          <pc:sldMk cId="1794764477" sldId="2147479227"/>
        </pc:sldMkLst>
      </pc:sldChg>
      <pc:sldChg chg="addSp modSp add del mod ord modAnim">
        <pc:chgData name="Mohan, Poornima Swarna (Cognizant)" userId="36824357-ffbd-40a5-b000-b82d0f7dca89" providerId="ADAL" clId="{BB20CA10-5FC3-4CCD-8518-89B0931CAB48}" dt="2025-12-04T07:00:29.423" v="1795" actId="2696"/>
        <pc:sldMkLst>
          <pc:docMk/>
          <pc:sldMk cId="661580742" sldId="2147479228"/>
        </pc:sldMkLst>
      </pc:sldChg>
      <pc:sldChg chg="del">
        <pc:chgData name="Mohan, Poornima Swarna (Cognizant)" userId="36824357-ffbd-40a5-b000-b82d0f7dca89" providerId="ADAL" clId="{BB20CA10-5FC3-4CCD-8518-89B0931CAB48}" dt="2025-11-26T10:01:52.028" v="22" actId="47"/>
        <pc:sldMkLst>
          <pc:docMk/>
          <pc:sldMk cId="2299939808" sldId="2147479228"/>
        </pc:sldMkLst>
      </pc:sldChg>
      <pc:sldChg chg="delSp modSp add del mod ord delAnim">
        <pc:chgData name="Mohan, Poornima Swarna (Cognizant)" userId="36824357-ffbd-40a5-b000-b82d0f7dca89" providerId="ADAL" clId="{BB20CA10-5FC3-4CCD-8518-89B0931CAB48}" dt="2025-12-12T05:52:54.640" v="3297" actId="47"/>
        <pc:sldMkLst>
          <pc:docMk/>
          <pc:sldMk cId="4068056450" sldId="2147479228"/>
        </pc:sldMkLst>
      </pc:sldChg>
      <pc:sldChg chg="del">
        <pc:chgData name="Mohan, Poornima Swarna (Cognizant)" userId="36824357-ffbd-40a5-b000-b82d0f7dca89" providerId="ADAL" clId="{BB20CA10-5FC3-4CCD-8518-89B0931CAB48}" dt="2025-11-26T10:01:52.238" v="23" actId="47"/>
        <pc:sldMkLst>
          <pc:docMk/>
          <pc:sldMk cId="909483989" sldId="2147479229"/>
        </pc:sldMkLst>
      </pc:sldChg>
      <pc:sldChg chg="addSp modSp add del mod ord">
        <pc:chgData name="Mohan, Poornima Swarna (Cognizant)" userId="36824357-ffbd-40a5-b000-b82d0f7dca89" providerId="ADAL" clId="{BB20CA10-5FC3-4CCD-8518-89B0931CAB48}" dt="2025-12-12T05:52:54.640" v="3297" actId="47"/>
        <pc:sldMkLst>
          <pc:docMk/>
          <pc:sldMk cId="1811644543" sldId="2147479229"/>
        </pc:sldMkLst>
      </pc:sldChg>
      <pc:sldChg chg="del">
        <pc:chgData name="Mohan, Poornima Swarna (Cognizant)" userId="36824357-ffbd-40a5-b000-b82d0f7dca89" providerId="ADAL" clId="{BB20CA10-5FC3-4CCD-8518-89B0931CAB48}" dt="2025-11-26T10:01:52.690" v="25" actId="47"/>
        <pc:sldMkLst>
          <pc:docMk/>
          <pc:sldMk cId="2752092111" sldId="2147479230"/>
        </pc:sldMkLst>
      </pc:sldChg>
      <pc:sldChg chg="addSp modSp add del mod ord">
        <pc:chgData name="Mohan, Poornima Swarna (Cognizant)" userId="36824357-ffbd-40a5-b000-b82d0f7dca89" providerId="ADAL" clId="{BB20CA10-5FC3-4CCD-8518-89B0931CAB48}" dt="2025-12-12T05:52:54.640" v="3297" actId="47"/>
        <pc:sldMkLst>
          <pc:docMk/>
          <pc:sldMk cId="3951243342" sldId="2147479230"/>
        </pc:sldMkLst>
      </pc:sldChg>
      <pc:sldChg chg="addSp modSp add del mod ord">
        <pc:chgData name="Mohan, Poornima Swarna (Cognizant)" userId="36824357-ffbd-40a5-b000-b82d0f7dca89" providerId="ADAL" clId="{BB20CA10-5FC3-4CCD-8518-89B0931CAB48}" dt="2025-12-12T05:52:54.640" v="3297" actId="47"/>
        <pc:sldMkLst>
          <pc:docMk/>
          <pc:sldMk cId="1224667876" sldId="2147479231"/>
        </pc:sldMkLst>
      </pc:sldChg>
      <pc:sldChg chg="del">
        <pc:chgData name="Mohan, Poornima Swarna (Cognizant)" userId="36824357-ffbd-40a5-b000-b82d0f7dca89" providerId="ADAL" clId="{BB20CA10-5FC3-4CCD-8518-89B0931CAB48}" dt="2025-11-26T10:01:52.891" v="26" actId="47"/>
        <pc:sldMkLst>
          <pc:docMk/>
          <pc:sldMk cId="1236498675" sldId="2147479231"/>
        </pc:sldMkLst>
      </pc:sldChg>
      <pc:sldChg chg="del">
        <pc:chgData name="Mohan, Poornima Swarna (Cognizant)" userId="36824357-ffbd-40a5-b000-b82d0f7dca89" providerId="ADAL" clId="{BB20CA10-5FC3-4CCD-8518-89B0931CAB48}" dt="2025-11-26T10:01:50.712" v="17" actId="47"/>
        <pc:sldMkLst>
          <pc:docMk/>
          <pc:sldMk cId="1564349709" sldId="2147479232"/>
        </pc:sldMkLst>
      </pc:sldChg>
      <pc:sldChg chg="addSp delSp modSp add del mod">
        <pc:chgData name="Mohan, Poornima Swarna (Cognizant)" userId="36824357-ffbd-40a5-b000-b82d0f7dca89" providerId="ADAL" clId="{BB20CA10-5FC3-4CCD-8518-89B0931CAB48}" dt="2025-12-12T05:52:54.640" v="3297" actId="47"/>
        <pc:sldMkLst>
          <pc:docMk/>
          <pc:sldMk cId="3560901570" sldId="2147479232"/>
        </pc:sldMkLst>
      </pc:sldChg>
      <pc:sldChg chg="addSp modSp add del mod">
        <pc:chgData name="Mohan, Poornima Swarna (Cognizant)" userId="36824357-ffbd-40a5-b000-b82d0f7dca89" providerId="ADAL" clId="{BB20CA10-5FC3-4CCD-8518-89B0931CAB48}" dt="2025-12-12T05:52:54.640" v="3297" actId="47"/>
        <pc:sldMkLst>
          <pc:docMk/>
          <pc:sldMk cId="1328100558" sldId="2147479233"/>
        </pc:sldMkLst>
      </pc:sldChg>
      <pc:sldChg chg="del">
        <pc:chgData name="Mohan, Poornima Swarna (Cognizant)" userId="36824357-ffbd-40a5-b000-b82d0f7dca89" providerId="ADAL" clId="{BB20CA10-5FC3-4CCD-8518-89B0931CAB48}" dt="2025-11-26T10:01:53.316" v="28" actId="47"/>
        <pc:sldMkLst>
          <pc:docMk/>
          <pc:sldMk cId="3193240802" sldId="2147479233"/>
        </pc:sldMkLst>
      </pc:sldChg>
      <pc:sldChg chg="delSp modSp add del mod ord delAnim">
        <pc:chgData name="Mohan, Poornima Swarna (Cognizant)" userId="36824357-ffbd-40a5-b000-b82d0f7dca89" providerId="ADAL" clId="{BB20CA10-5FC3-4CCD-8518-89B0931CAB48}" dt="2025-12-12T05:52:54.640" v="3297" actId="47"/>
        <pc:sldMkLst>
          <pc:docMk/>
          <pc:sldMk cId="1273304355" sldId="2147479234"/>
        </pc:sldMkLst>
      </pc:sldChg>
      <pc:sldChg chg="del">
        <pc:chgData name="Mohan, Poornima Swarna (Cognizant)" userId="36824357-ffbd-40a5-b000-b82d0f7dca89" providerId="ADAL" clId="{BB20CA10-5FC3-4CCD-8518-89B0931CAB48}" dt="2025-11-26T10:01:53.520" v="29" actId="47"/>
        <pc:sldMkLst>
          <pc:docMk/>
          <pc:sldMk cId="4152132576" sldId="2147479234"/>
        </pc:sldMkLst>
      </pc:sldChg>
      <pc:sldChg chg="addSp delSp modSp add del mod">
        <pc:chgData name="Mohan, Poornima Swarna (Cognizant)" userId="36824357-ffbd-40a5-b000-b82d0f7dca89" providerId="ADAL" clId="{BB20CA10-5FC3-4CCD-8518-89B0931CAB48}" dt="2025-12-12T05:52:54.640" v="3297" actId="47"/>
        <pc:sldMkLst>
          <pc:docMk/>
          <pc:sldMk cId="542744593" sldId="2147479235"/>
        </pc:sldMkLst>
      </pc:sldChg>
      <pc:sldChg chg="addSp delSp modSp add del mod">
        <pc:chgData name="Mohan, Poornima Swarna (Cognizant)" userId="36824357-ffbd-40a5-b000-b82d0f7dca89" providerId="ADAL" clId="{BB20CA10-5FC3-4CCD-8518-89B0931CAB48}" dt="2025-12-12T05:52:54.640" v="3297" actId="47"/>
        <pc:sldMkLst>
          <pc:docMk/>
          <pc:sldMk cId="1233895771" sldId="2147479236"/>
        </pc:sldMkLst>
      </pc:sldChg>
      <pc:sldChg chg="del">
        <pc:chgData name="Mohan, Poornima Swarna (Cognizant)" userId="36824357-ffbd-40a5-b000-b82d0f7dca89" providerId="ADAL" clId="{BB20CA10-5FC3-4CCD-8518-89B0931CAB48}" dt="2025-11-26T10:01:50.506" v="16" actId="47"/>
        <pc:sldMkLst>
          <pc:docMk/>
          <pc:sldMk cId="163123993" sldId="2147479237"/>
        </pc:sldMkLst>
      </pc:sldChg>
      <pc:sldChg chg="addSp delSp modSp add del mod">
        <pc:chgData name="Mohan, Poornima Swarna (Cognizant)" userId="36824357-ffbd-40a5-b000-b82d0f7dca89" providerId="ADAL" clId="{BB20CA10-5FC3-4CCD-8518-89B0931CAB48}" dt="2025-12-08T10:20:05.478" v="3177" actId="47"/>
        <pc:sldMkLst>
          <pc:docMk/>
          <pc:sldMk cId="3425199715" sldId="2147479237"/>
        </pc:sldMkLst>
      </pc:sldChg>
      <pc:sldChg chg="addSp delSp modSp add del mod">
        <pc:chgData name="Mohan, Poornima Swarna (Cognizant)" userId="36824357-ffbd-40a5-b000-b82d0f7dca89" providerId="ADAL" clId="{BB20CA10-5FC3-4CCD-8518-89B0931CAB48}" dt="2025-12-12T05:52:54.640" v="3297" actId="47"/>
        <pc:sldMkLst>
          <pc:docMk/>
          <pc:sldMk cId="409592899" sldId="2147479238"/>
        </pc:sldMkLst>
      </pc:sldChg>
      <pc:sldChg chg="addSp modSp add del mod">
        <pc:chgData name="Mohan, Poornima Swarna (Cognizant)" userId="36824357-ffbd-40a5-b000-b82d0f7dca89" providerId="ADAL" clId="{BB20CA10-5FC3-4CCD-8518-89B0931CAB48}" dt="2025-12-12T05:52:54.640" v="3297" actId="47"/>
        <pc:sldMkLst>
          <pc:docMk/>
          <pc:sldMk cId="1349883165" sldId="2147479239"/>
        </pc:sldMkLst>
      </pc:sldChg>
      <pc:sldChg chg="addSp modSp add del mod">
        <pc:chgData name="Mohan, Poornima Swarna (Cognizant)" userId="36824357-ffbd-40a5-b000-b82d0f7dca89" providerId="ADAL" clId="{BB20CA10-5FC3-4CCD-8518-89B0931CAB48}" dt="2025-12-12T05:52:54.640" v="3297" actId="47"/>
        <pc:sldMkLst>
          <pc:docMk/>
          <pc:sldMk cId="2078160874" sldId="2147479240"/>
        </pc:sldMkLst>
      </pc:sldChg>
      <pc:sldChg chg="add del">
        <pc:chgData name="Mohan, Poornima Swarna (Cognizant)" userId="36824357-ffbd-40a5-b000-b82d0f7dca89" providerId="ADAL" clId="{BB20CA10-5FC3-4CCD-8518-89B0931CAB48}" dt="2025-12-03T14:29:01.766" v="867" actId="47"/>
        <pc:sldMkLst>
          <pc:docMk/>
          <pc:sldMk cId="653905389" sldId="2147479241"/>
        </pc:sldMkLst>
      </pc:sldChg>
      <pc:sldChg chg="addSp modSp add del mod">
        <pc:chgData name="Mohan, Poornima Swarna (Cognizant)" userId="36824357-ffbd-40a5-b000-b82d0f7dca89" providerId="ADAL" clId="{BB20CA10-5FC3-4CCD-8518-89B0931CAB48}" dt="2025-12-12T05:52:54.640" v="3297" actId="47"/>
        <pc:sldMkLst>
          <pc:docMk/>
          <pc:sldMk cId="2996616662" sldId="2147479242"/>
        </pc:sldMkLst>
      </pc:sldChg>
      <pc:sldChg chg="addSp modSp add del mod">
        <pc:chgData name="Mohan, Poornima Swarna (Cognizant)" userId="36824357-ffbd-40a5-b000-b82d0f7dca89" providerId="ADAL" clId="{BB20CA10-5FC3-4CCD-8518-89B0931CAB48}" dt="2025-12-12T05:52:54.640" v="3297" actId="47"/>
        <pc:sldMkLst>
          <pc:docMk/>
          <pc:sldMk cId="3257186676" sldId="2147479243"/>
        </pc:sldMkLst>
      </pc:sldChg>
      <pc:sldChg chg="addSp delSp modSp add del mod">
        <pc:chgData name="Mohan, Poornima Swarna (Cognizant)" userId="36824357-ffbd-40a5-b000-b82d0f7dca89" providerId="ADAL" clId="{BB20CA10-5FC3-4CCD-8518-89B0931CAB48}" dt="2025-12-12T05:52:54.640" v="3297" actId="47"/>
        <pc:sldMkLst>
          <pc:docMk/>
          <pc:sldMk cId="2090909133" sldId="2147479244"/>
        </pc:sldMkLst>
      </pc:sldChg>
      <pc:sldChg chg="addSp delSp modSp add del mod">
        <pc:chgData name="Mohan, Poornima Swarna (Cognizant)" userId="36824357-ffbd-40a5-b000-b82d0f7dca89" providerId="ADAL" clId="{BB20CA10-5FC3-4CCD-8518-89B0931CAB48}" dt="2025-12-12T05:52:54.640" v="3297" actId="47"/>
        <pc:sldMkLst>
          <pc:docMk/>
          <pc:sldMk cId="902285957" sldId="2147479245"/>
        </pc:sldMkLst>
      </pc:sldChg>
      <pc:sldChg chg="addSp delSp modSp add del mod">
        <pc:chgData name="Mohan, Poornima Swarna (Cognizant)" userId="36824357-ffbd-40a5-b000-b82d0f7dca89" providerId="ADAL" clId="{BB20CA10-5FC3-4CCD-8518-89B0931CAB48}" dt="2025-12-12T05:52:54.640" v="3297" actId="47"/>
        <pc:sldMkLst>
          <pc:docMk/>
          <pc:sldMk cId="972785745" sldId="2147479246"/>
        </pc:sldMkLst>
      </pc:sldChg>
      <pc:sldChg chg="addSp delSp modSp add del mod">
        <pc:chgData name="Mohan, Poornima Swarna (Cognizant)" userId="36824357-ffbd-40a5-b000-b82d0f7dca89" providerId="ADAL" clId="{BB20CA10-5FC3-4CCD-8518-89B0931CAB48}" dt="2025-12-12T05:52:54.640" v="3297" actId="47"/>
        <pc:sldMkLst>
          <pc:docMk/>
          <pc:sldMk cId="2455613129" sldId="2147479247"/>
        </pc:sldMkLst>
      </pc:sldChg>
      <pc:sldChg chg="addSp delSp modSp add del mod">
        <pc:chgData name="Mohan, Poornima Swarna (Cognizant)" userId="36824357-ffbd-40a5-b000-b82d0f7dca89" providerId="ADAL" clId="{BB20CA10-5FC3-4CCD-8518-89B0931CAB48}" dt="2025-12-12T05:52:54.640" v="3297" actId="47"/>
        <pc:sldMkLst>
          <pc:docMk/>
          <pc:sldMk cId="1564462411" sldId="2147479248"/>
        </pc:sldMkLst>
      </pc:sldChg>
      <pc:sldChg chg="addSp delSp modSp add del mod">
        <pc:chgData name="Mohan, Poornima Swarna (Cognizant)" userId="36824357-ffbd-40a5-b000-b82d0f7dca89" providerId="ADAL" clId="{BB20CA10-5FC3-4CCD-8518-89B0931CAB48}" dt="2025-12-12T05:52:54.640" v="3297" actId="47"/>
        <pc:sldMkLst>
          <pc:docMk/>
          <pc:sldMk cId="2578790216" sldId="2147479249"/>
        </pc:sldMkLst>
      </pc:sldChg>
      <pc:sldChg chg="addSp delSp modSp add del mod">
        <pc:chgData name="Mohan, Poornima Swarna (Cognizant)" userId="36824357-ffbd-40a5-b000-b82d0f7dca89" providerId="ADAL" clId="{BB20CA10-5FC3-4CCD-8518-89B0931CAB48}" dt="2025-12-12T05:52:54.640" v="3297" actId="47"/>
        <pc:sldMkLst>
          <pc:docMk/>
          <pc:sldMk cId="2491432881" sldId="2147479250"/>
        </pc:sldMkLst>
      </pc:sldChg>
      <pc:sldChg chg="addSp delSp modSp add del mod">
        <pc:chgData name="Mohan, Poornima Swarna (Cognizant)" userId="36824357-ffbd-40a5-b000-b82d0f7dca89" providerId="ADAL" clId="{BB20CA10-5FC3-4CCD-8518-89B0931CAB48}" dt="2025-12-12T05:52:54.640" v="3297" actId="47"/>
        <pc:sldMkLst>
          <pc:docMk/>
          <pc:sldMk cId="372538102" sldId="2147479251"/>
        </pc:sldMkLst>
      </pc:sldChg>
      <pc:sldChg chg="addSp delSp modSp add del mod ord">
        <pc:chgData name="Mohan, Poornima Swarna (Cognizant)" userId="36824357-ffbd-40a5-b000-b82d0f7dca89" providerId="ADAL" clId="{BB20CA10-5FC3-4CCD-8518-89B0931CAB48}" dt="2025-12-12T05:52:54.640" v="3297" actId="47"/>
        <pc:sldMkLst>
          <pc:docMk/>
          <pc:sldMk cId="2991309321" sldId="2147479252"/>
        </pc:sldMkLst>
      </pc:sldChg>
      <pc:sldChg chg="addSp delSp modSp add del mod ord">
        <pc:chgData name="Mohan, Poornima Swarna (Cognizant)" userId="36824357-ffbd-40a5-b000-b82d0f7dca89" providerId="ADAL" clId="{BB20CA10-5FC3-4CCD-8518-89B0931CAB48}" dt="2025-12-12T05:52:54.640" v="3297" actId="47"/>
        <pc:sldMkLst>
          <pc:docMk/>
          <pc:sldMk cId="283812127" sldId="2147479253"/>
        </pc:sldMkLst>
      </pc:sldChg>
      <pc:sldChg chg="addSp delSp modSp add del mod">
        <pc:chgData name="Mohan, Poornima Swarna (Cognizant)" userId="36824357-ffbd-40a5-b000-b82d0f7dca89" providerId="ADAL" clId="{BB20CA10-5FC3-4CCD-8518-89B0931CAB48}" dt="2025-12-12T05:52:54.640" v="3297" actId="47"/>
        <pc:sldMkLst>
          <pc:docMk/>
          <pc:sldMk cId="705004240" sldId="2147479254"/>
        </pc:sldMkLst>
      </pc:sldChg>
      <pc:sldChg chg="addSp delSp modSp add del mod">
        <pc:chgData name="Mohan, Poornima Swarna (Cognizant)" userId="36824357-ffbd-40a5-b000-b82d0f7dca89" providerId="ADAL" clId="{BB20CA10-5FC3-4CCD-8518-89B0931CAB48}" dt="2025-12-12T05:52:54.640" v="3297" actId="47"/>
        <pc:sldMkLst>
          <pc:docMk/>
          <pc:sldMk cId="4100810927" sldId="2147479255"/>
        </pc:sldMkLst>
      </pc:sldChg>
      <pc:sldChg chg="addSp delSp modSp add del mod">
        <pc:chgData name="Mohan, Poornima Swarna (Cognizant)" userId="36824357-ffbd-40a5-b000-b82d0f7dca89" providerId="ADAL" clId="{BB20CA10-5FC3-4CCD-8518-89B0931CAB48}" dt="2025-12-12T05:52:54.640" v="3297" actId="47"/>
        <pc:sldMkLst>
          <pc:docMk/>
          <pc:sldMk cId="2395101726" sldId="2147479256"/>
        </pc:sldMkLst>
      </pc:sldChg>
      <pc:sldChg chg="addSp delSp modSp add del mod ord">
        <pc:chgData name="Mohan, Poornima Swarna (Cognizant)" userId="36824357-ffbd-40a5-b000-b82d0f7dca89" providerId="ADAL" clId="{BB20CA10-5FC3-4CCD-8518-89B0931CAB48}" dt="2025-12-04T07:30:24.704" v="2092" actId="47"/>
        <pc:sldMkLst>
          <pc:docMk/>
          <pc:sldMk cId="1718249815" sldId="2147479257"/>
        </pc:sldMkLst>
      </pc:sldChg>
      <pc:sldChg chg="addSp delSp modSp add del mod ord">
        <pc:chgData name="Mohan, Poornima Swarna (Cognizant)" userId="36824357-ffbd-40a5-b000-b82d0f7dca89" providerId="ADAL" clId="{BB20CA10-5FC3-4CCD-8518-89B0931CAB48}" dt="2025-12-12T05:52:54.640" v="3297" actId="47"/>
        <pc:sldMkLst>
          <pc:docMk/>
          <pc:sldMk cId="1273803826" sldId="2147479258"/>
        </pc:sldMkLst>
      </pc:sldChg>
      <pc:sldChg chg="addSp delSp modSp add del mod ord">
        <pc:chgData name="Mohan, Poornima Swarna (Cognizant)" userId="36824357-ffbd-40a5-b000-b82d0f7dca89" providerId="ADAL" clId="{BB20CA10-5FC3-4CCD-8518-89B0931CAB48}" dt="2025-12-12T05:52:54.640" v="3297" actId="47"/>
        <pc:sldMkLst>
          <pc:docMk/>
          <pc:sldMk cId="3263745456" sldId="2147479259"/>
        </pc:sldMkLst>
      </pc:sldChg>
      <pc:sldChg chg="addSp delSp modSp add del mod ord">
        <pc:chgData name="Mohan, Poornima Swarna (Cognizant)" userId="36824357-ffbd-40a5-b000-b82d0f7dca89" providerId="ADAL" clId="{BB20CA10-5FC3-4CCD-8518-89B0931CAB48}" dt="2025-12-12T05:52:54.640" v="3297" actId="47"/>
        <pc:sldMkLst>
          <pc:docMk/>
          <pc:sldMk cId="3151092485" sldId="2147479260"/>
        </pc:sldMkLst>
      </pc:sldChg>
      <pc:sldChg chg="addSp delSp modSp add del mod ord">
        <pc:chgData name="Mohan, Poornima Swarna (Cognizant)" userId="36824357-ffbd-40a5-b000-b82d0f7dca89" providerId="ADAL" clId="{BB20CA10-5FC3-4CCD-8518-89B0931CAB48}" dt="2025-12-12T05:52:54.640" v="3297" actId="47"/>
        <pc:sldMkLst>
          <pc:docMk/>
          <pc:sldMk cId="2106956276" sldId="2147479261"/>
        </pc:sldMkLst>
      </pc:sldChg>
      <pc:sldChg chg="addSp delSp modSp add del mod">
        <pc:chgData name="Mohan, Poornima Swarna (Cognizant)" userId="36824357-ffbd-40a5-b000-b82d0f7dca89" providerId="ADAL" clId="{BB20CA10-5FC3-4CCD-8518-89B0931CAB48}" dt="2025-12-12T05:52:54.640" v="3297" actId="47"/>
        <pc:sldMkLst>
          <pc:docMk/>
          <pc:sldMk cId="61004027" sldId="2147479262"/>
        </pc:sldMkLst>
      </pc:sldChg>
      <pc:sldChg chg="addSp delSp modSp add del mod">
        <pc:chgData name="Mohan, Poornima Swarna (Cognizant)" userId="36824357-ffbd-40a5-b000-b82d0f7dca89" providerId="ADAL" clId="{BB20CA10-5FC3-4CCD-8518-89B0931CAB48}" dt="2025-12-12T05:52:54.640" v="3297" actId="47"/>
        <pc:sldMkLst>
          <pc:docMk/>
          <pc:sldMk cId="1892907952" sldId="2147479263"/>
        </pc:sldMkLst>
      </pc:sldChg>
      <pc:sldChg chg="addSp delSp modSp add del mod">
        <pc:chgData name="Mohan, Poornima Swarna (Cognizant)" userId="36824357-ffbd-40a5-b000-b82d0f7dca89" providerId="ADAL" clId="{BB20CA10-5FC3-4CCD-8518-89B0931CAB48}" dt="2025-12-12T05:52:54.640" v="3297" actId="47"/>
        <pc:sldMkLst>
          <pc:docMk/>
          <pc:sldMk cId="2718146600" sldId="2147479264"/>
        </pc:sldMkLst>
      </pc:sldChg>
      <pc:sldChg chg="modSp add del mod">
        <pc:chgData name="Mohan, Poornima Swarna (Cognizant)" userId="36824357-ffbd-40a5-b000-b82d0f7dca89" providerId="ADAL" clId="{BB20CA10-5FC3-4CCD-8518-89B0931CAB48}" dt="2025-12-12T05:52:54.640" v="3297" actId="47"/>
        <pc:sldMkLst>
          <pc:docMk/>
          <pc:sldMk cId="2233767294" sldId="2147479265"/>
        </pc:sldMkLst>
      </pc:sldChg>
      <pc:sldChg chg="modSp add del mod">
        <pc:chgData name="Mohan, Poornima Swarna (Cognizant)" userId="36824357-ffbd-40a5-b000-b82d0f7dca89" providerId="ADAL" clId="{BB20CA10-5FC3-4CCD-8518-89B0931CAB48}" dt="2025-12-12T05:52:54.640" v="3297" actId="47"/>
        <pc:sldMkLst>
          <pc:docMk/>
          <pc:sldMk cId="286350146" sldId="2147479266"/>
        </pc:sldMkLst>
      </pc:sldChg>
      <pc:sldChg chg="modSp add del mod">
        <pc:chgData name="Mohan, Poornima Swarna (Cognizant)" userId="36824357-ffbd-40a5-b000-b82d0f7dca89" providerId="ADAL" clId="{BB20CA10-5FC3-4CCD-8518-89B0931CAB48}" dt="2025-12-12T05:52:54.640" v="3297" actId="47"/>
        <pc:sldMkLst>
          <pc:docMk/>
          <pc:sldMk cId="2776524913" sldId="2147479267"/>
        </pc:sldMkLst>
      </pc:sldChg>
      <pc:sldChg chg="addSp delSp modSp add del mod">
        <pc:chgData name="Mohan, Poornima Swarna (Cognizant)" userId="36824357-ffbd-40a5-b000-b82d0f7dca89" providerId="ADAL" clId="{BB20CA10-5FC3-4CCD-8518-89B0931CAB48}" dt="2025-12-12T05:52:54.640" v="3297" actId="47"/>
        <pc:sldMkLst>
          <pc:docMk/>
          <pc:sldMk cId="129680648" sldId="2147479268"/>
        </pc:sldMkLst>
      </pc:sldChg>
      <pc:sldChg chg="modSp add del mod">
        <pc:chgData name="Mohan, Poornima Swarna (Cognizant)" userId="36824357-ffbd-40a5-b000-b82d0f7dca89" providerId="ADAL" clId="{BB20CA10-5FC3-4CCD-8518-89B0931CAB48}" dt="2025-12-12T05:52:54.640" v="3297" actId="47"/>
        <pc:sldMkLst>
          <pc:docMk/>
          <pc:sldMk cId="3537933736" sldId="2147479269"/>
        </pc:sldMkLst>
      </pc:sldChg>
      <pc:sldChg chg="modSp add del mod">
        <pc:chgData name="Mohan, Poornima Swarna (Cognizant)" userId="36824357-ffbd-40a5-b000-b82d0f7dca89" providerId="ADAL" clId="{BB20CA10-5FC3-4CCD-8518-89B0931CAB48}" dt="2025-12-12T05:52:54.640" v="3297" actId="47"/>
        <pc:sldMkLst>
          <pc:docMk/>
          <pc:sldMk cId="403503768" sldId="2147479270"/>
        </pc:sldMkLst>
      </pc:sldChg>
      <pc:sldChg chg="addSp delSp modSp add del mod">
        <pc:chgData name="Mohan, Poornima Swarna (Cognizant)" userId="36824357-ffbd-40a5-b000-b82d0f7dca89" providerId="ADAL" clId="{BB20CA10-5FC3-4CCD-8518-89B0931CAB48}" dt="2025-12-12T05:52:54.640" v="3297" actId="47"/>
        <pc:sldMkLst>
          <pc:docMk/>
          <pc:sldMk cId="378926198" sldId="2147479271"/>
        </pc:sldMkLst>
      </pc:sldChg>
      <pc:sldChg chg="addSp delSp modSp add del mod">
        <pc:chgData name="Mohan, Poornima Swarna (Cognizant)" userId="36824357-ffbd-40a5-b000-b82d0f7dca89" providerId="ADAL" clId="{BB20CA10-5FC3-4CCD-8518-89B0931CAB48}" dt="2025-12-12T05:52:54.640" v="3297" actId="47"/>
        <pc:sldMkLst>
          <pc:docMk/>
          <pc:sldMk cId="1225022764" sldId="2147479272"/>
        </pc:sldMkLst>
      </pc:sldChg>
      <pc:sldChg chg="addSp delSp modSp add del mod">
        <pc:chgData name="Mohan, Poornima Swarna (Cognizant)" userId="36824357-ffbd-40a5-b000-b82d0f7dca89" providerId="ADAL" clId="{BB20CA10-5FC3-4CCD-8518-89B0931CAB48}" dt="2025-12-12T05:52:54.640" v="3297" actId="47"/>
        <pc:sldMkLst>
          <pc:docMk/>
          <pc:sldMk cId="2194176565" sldId="2147479273"/>
        </pc:sldMkLst>
      </pc:sldChg>
      <pc:sldChg chg="delSp modSp add del mod delAnim">
        <pc:chgData name="Mohan, Poornima Swarna (Cognizant)" userId="36824357-ffbd-40a5-b000-b82d0f7dca89" providerId="ADAL" clId="{BB20CA10-5FC3-4CCD-8518-89B0931CAB48}" dt="2025-12-12T05:52:54.640" v="3297" actId="47"/>
        <pc:sldMkLst>
          <pc:docMk/>
          <pc:sldMk cId="2226086553" sldId="2147479274"/>
        </pc:sldMkLst>
      </pc:sldChg>
      <pc:sldChg chg="add del ord">
        <pc:chgData name="Mohan, Poornima Swarna (Cognizant)" userId="36824357-ffbd-40a5-b000-b82d0f7dca89" providerId="ADAL" clId="{BB20CA10-5FC3-4CCD-8518-89B0931CAB48}" dt="2025-12-04T07:29:43.860" v="2083" actId="47"/>
        <pc:sldMkLst>
          <pc:docMk/>
          <pc:sldMk cId="2704909289" sldId="2147479275"/>
        </pc:sldMkLst>
      </pc:sldChg>
      <pc:sldChg chg="addSp delSp modSp add del mod ord">
        <pc:chgData name="Mohan, Poornima Swarna (Cognizant)" userId="36824357-ffbd-40a5-b000-b82d0f7dca89" providerId="ADAL" clId="{BB20CA10-5FC3-4CCD-8518-89B0931CAB48}" dt="2025-12-12T05:52:54.640" v="3297" actId="47"/>
        <pc:sldMkLst>
          <pc:docMk/>
          <pc:sldMk cId="426629939" sldId="2147479276"/>
        </pc:sldMkLst>
      </pc:sldChg>
      <pc:sldChg chg="addSp delSp modSp add del mod ord">
        <pc:chgData name="Mohan, Poornima Swarna (Cognizant)" userId="36824357-ffbd-40a5-b000-b82d0f7dca89" providerId="ADAL" clId="{BB20CA10-5FC3-4CCD-8518-89B0931CAB48}" dt="2025-12-12T05:52:54.640" v="3297" actId="47"/>
        <pc:sldMkLst>
          <pc:docMk/>
          <pc:sldMk cId="2185460552" sldId="2147479277"/>
        </pc:sldMkLst>
      </pc:sldChg>
      <pc:sldChg chg="addSp delSp modSp add del mod">
        <pc:chgData name="Mohan, Poornima Swarna (Cognizant)" userId="36824357-ffbd-40a5-b000-b82d0f7dca89" providerId="ADAL" clId="{BB20CA10-5FC3-4CCD-8518-89B0931CAB48}" dt="2025-12-12T05:52:54.640" v="3297" actId="47"/>
        <pc:sldMkLst>
          <pc:docMk/>
          <pc:sldMk cId="2187675841" sldId="2147479278"/>
        </pc:sldMkLst>
      </pc:sldChg>
      <pc:sldChg chg="addSp delSp modSp add del mod">
        <pc:chgData name="Mohan, Poornima Swarna (Cognizant)" userId="36824357-ffbd-40a5-b000-b82d0f7dca89" providerId="ADAL" clId="{BB20CA10-5FC3-4CCD-8518-89B0931CAB48}" dt="2025-12-12T05:52:54.640" v="3297" actId="47"/>
        <pc:sldMkLst>
          <pc:docMk/>
          <pc:sldMk cId="2600882050" sldId="2147479279"/>
        </pc:sldMkLst>
      </pc:sldChg>
      <pc:sldChg chg="addSp delSp modSp add del mod">
        <pc:chgData name="Mohan, Poornima Swarna (Cognizant)" userId="36824357-ffbd-40a5-b000-b82d0f7dca89" providerId="ADAL" clId="{BB20CA10-5FC3-4CCD-8518-89B0931CAB48}" dt="2025-12-12T05:52:54.640" v="3297" actId="47"/>
        <pc:sldMkLst>
          <pc:docMk/>
          <pc:sldMk cId="4290400177" sldId="2147479280"/>
        </pc:sldMkLst>
      </pc:sldChg>
      <pc:sldChg chg="modSp add del mod">
        <pc:chgData name="Mohan, Poornima Swarna (Cognizant)" userId="36824357-ffbd-40a5-b000-b82d0f7dca89" providerId="ADAL" clId="{BB20CA10-5FC3-4CCD-8518-89B0931CAB48}" dt="2025-12-12T05:52:54.640" v="3297" actId="47"/>
        <pc:sldMkLst>
          <pc:docMk/>
          <pc:sldMk cId="3324256976" sldId="2147479281"/>
        </pc:sldMkLst>
      </pc:sldChg>
      <pc:sldChg chg="addSp modSp add del mod">
        <pc:chgData name="Mohan, Poornima Swarna (Cognizant)" userId="36824357-ffbd-40a5-b000-b82d0f7dca89" providerId="ADAL" clId="{BB20CA10-5FC3-4CCD-8518-89B0931CAB48}" dt="2025-12-12T05:52:54.640" v="3297" actId="47"/>
        <pc:sldMkLst>
          <pc:docMk/>
          <pc:sldMk cId="1285039424" sldId="2147479282"/>
        </pc:sldMkLst>
      </pc:sldChg>
      <pc:sldChg chg="addSp delSp modSp add del mod ord">
        <pc:chgData name="Mohan, Poornima Swarna (Cognizant)" userId="36824357-ffbd-40a5-b000-b82d0f7dca89" providerId="ADAL" clId="{BB20CA10-5FC3-4CCD-8518-89B0931CAB48}" dt="2025-12-12T05:52:54.640" v="3297" actId="47"/>
        <pc:sldMkLst>
          <pc:docMk/>
          <pc:sldMk cId="1490546729" sldId="2147479283"/>
        </pc:sldMkLst>
      </pc:sldChg>
      <pc:sldChg chg="addSp delSp modSp add del mod">
        <pc:chgData name="Mohan, Poornima Swarna (Cognizant)" userId="36824357-ffbd-40a5-b000-b82d0f7dca89" providerId="ADAL" clId="{BB20CA10-5FC3-4CCD-8518-89B0931CAB48}" dt="2025-12-12T05:52:54.640" v="3297" actId="47"/>
        <pc:sldMkLst>
          <pc:docMk/>
          <pc:sldMk cId="575662365" sldId="2147479284"/>
        </pc:sldMkLst>
      </pc:sldChg>
      <pc:sldChg chg="modSp add del mod">
        <pc:chgData name="Mohan, Poornima Swarna (Cognizant)" userId="36824357-ffbd-40a5-b000-b82d0f7dca89" providerId="ADAL" clId="{BB20CA10-5FC3-4CCD-8518-89B0931CAB48}" dt="2025-12-12T05:52:54.640" v="3297" actId="47"/>
        <pc:sldMkLst>
          <pc:docMk/>
          <pc:sldMk cId="3361523627" sldId="2147479285"/>
        </pc:sldMkLst>
      </pc:sldChg>
      <pc:sldChg chg="addSp delSp modSp add mod">
        <pc:chgData name="Mohan, Poornima Swarna (Cognizant)" userId="36824357-ffbd-40a5-b000-b82d0f7dca89" providerId="ADAL" clId="{BB20CA10-5FC3-4CCD-8518-89B0931CAB48}" dt="2025-12-04T07:46:02.550" v="2203"/>
        <pc:sldMkLst>
          <pc:docMk/>
          <pc:sldMk cId="430673705" sldId="2147479286"/>
        </pc:sldMkLst>
        <pc:spChg chg="mod">
          <ac:chgData name="Mohan, Poornima Swarna (Cognizant)" userId="36824357-ffbd-40a5-b000-b82d0f7dca89" providerId="ADAL" clId="{BB20CA10-5FC3-4CCD-8518-89B0931CAB48}" dt="2025-12-04T07:45:40.918" v="2201" actId="20577"/>
          <ac:spMkLst>
            <pc:docMk/>
            <pc:sldMk cId="430673705" sldId="2147479286"/>
            <ac:spMk id="2" creationId="{C1F5E1AC-0F5D-D440-435B-3C55B9309818}"/>
          </ac:spMkLst>
        </pc:spChg>
        <pc:graphicFrameChg chg="add mod">
          <ac:chgData name="Mohan, Poornima Swarna (Cognizant)" userId="36824357-ffbd-40a5-b000-b82d0f7dca89" providerId="ADAL" clId="{BB20CA10-5FC3-4CCD-8518-89B0931CAB48}" dt="2025-12-04T07:46:01.457" v="2202" actId="1076"/>
          <ac:graphicFrameMkLst>
            <pc:docMk/>
            <pc:sldMk cId="430673705" sldId="2147479286"/>
            <ac:graphicFrameMk id="7" creationId="{C976BCFA-7E3D-6D50-7995-AA9E45297E7E}"/>
          </ac:graphicFrameMkLst>
        </pc:graphicFrameChg>
      </pc:sldChg>
      <pc:sldChg chg="addSp delSp modSp add mod">
        <pc:chgData name="Mohan, Poornima Swarna (Cognizant)" userId="36824357-ffbd-40a5-b000-b82d0f7dca89" providerId="ADAL" clId="{BB20CA10-5FC3-4CCD-8518-89B0931CAB48}" dt="2025-12-04T07:46:23.118" v="2209" actId="14100"/>
        <pc:sldMkLst>
          <pc:docMk/>
          <pc:sldMk cId="3582794441" sldId="2147479287"/>
        </pc:sldMkLst>
        <pc:picChg chg="add mod">
          <ac:chgData name="Mohan, Poornima Swarna (Cognizant)" userId="36824357-ffbd-40a5-b000-b82d0f7dca89" providerId="ADAL" clId="{BB20CA10-5FC3-4CCD-8518-89B0931CAB48}" dt="2025-12-04T07:46:23.118" v="2209" actId="14100"/>
          <ac:picMkLst>
            <pc:docMk/>
            <pc:sldMk cId="3582794441" sldId="2147479287"/>
            <ac:picMk id="3" creationId="{57AD0219-9010-8597-8756-677A9D3A61A8}"/>
          </ac:picMkLst>
        </pc:picChg>
      </pc:sldChg>
      <pc:sldChg chg="addSp delSp modSp add mod ord">
        <pc:chgData name="Mohan, Poornima Swarna (Cognizant)" userId="36824357-ffbd-40a5-b000-b82d0f7dca89" providerId="ADAL" clId="{BB20CA10-5FC3-4CCD-8518-89B0931CAB48}" dt="2025-12-04T07:47:26.183" v="2225" actId="255"/>
        <pc:sldMkLst>
          <pc:docMk/>
          <pc:sldMk cId="2024162808" sldId="2147479288"/>
        </pc:sldMkLst>
        <pc:spChg chg="mod">
          <ac:chgData name="Mohan, Poornima Swarna (Cognizant)" userId="36824357-ffbd-40a5-b000-b82d0f7dca89" providerId="ADAL" clId="{BB20CA10-5FC3-4CCD-8518-89B0931CAB48}" dt="2025-12-04T07:46:43.882" v="2219"/>
          <ac:spMkLst>
            <pc:docMk/>
            <pc:sldMk cId="2024162808" sldId="2147479288"/>
            <ac:spMk id="2" creationId="{A3C35F25-871F-56A7-F95F-5E5D86D5E116}"/>
          </ac:spMkLst>
        </pc:spChg>
        <pc:spChg chg="add mod">
          <ac:chgData name="Mohan, Poornima Swarna (Cognizant)" userId="36824357-ffbd-40a5-b000-b82d0f7dca89" providerId="ADAL" clId="{BB20CA10-5FC3-4CCD-8518-89B0931CAB48}" dt="2025-12-04T07:47:23.289" v="2224" actId="255"/>
          <ac:spMkLst>
            <pc:docMk/>
            <pc:sldMk cId="2024162808" sldId="2147479288"/>
            <ac:spMk id="12" creationId="{48918922-7DE2-8043-AF01-897BC6867CA1}"/>
          </ac:spMkLst>
        </pc:spChg>
        <pc:spChg chg="add mod">
          <ac:chgData name="Mohan, Poornima Swarna (Cognizant)" userId="36824357-ffbd-40a5-b000-b82d0f7dca89" providerId="ADAL" clId="{BB20CA10-5FC3-4CCD-8518-89B0931CAB48}" dt="2025-12-04T07:47:26.183" v="2225" actId="255"/>
          <ac:spMkLst>
            <pc:docMk/>
            <pc:sldMk cId="2024162808" sldId="2147479288"/>
            <ac:spMk id="13" creationId="{0BB3817A-AD58-56AE-C68A-F70275BFF87D}"/>
          </ac:spMkLst>
        </pc:spChg>
        <pc:spChg chg="add mod">
          <ac:chgData name="Mohan, Poornima Swarna (Cognizant)" userId="36824357-ffbd-40a5-b000-b82d0f7dca89" providerId="ADAL" clId="{BB20CA10-5FC3-4CCD-8518-89B0931CAB48}" dt="2025-12-04T07:47:23.289" v="2224" actId="255"/>
          <ac:spMkLst>
            <pc:docMk/>
            <pc:sldMk cId="2024162808" sldId="2147479288"/>
            <ac:spMk id="14" creationId="{50134A88-BF92-C304-842C-FB843D60F1D3}"/>
          </ac:spMkLst>
        </pc:spChg>
        <pc:spChg chg="add mod">
          <ac:chgData name="Mohan, Poornima Swarna (Cognizant)" userId="36824357-ffbd-40a5-b000-b82d0f7dca89" providerId="ADAL" clId="{BB20CA10-5FC3-4CCD-8518-89B0931CAB48}" dt="2025-12-04T07:47:26.183" v="2225" actId="255"/>
          <ac:spMkLst>
            <pc:docMk/>
            <pc:sldMk cId="2024162808" sldId="2147479288"/>
            <ac:spMk id="15" creationId="{71135A5D-3CD4-AE72-5D4D-EDFEF96486CC}"/>
          </ac:spMkLst>
        </pc:spChg>
        <pc:spChg chg="add mod">
          <ac:chgData name="Mohan, Poornima Swarna (Cognizant)" userId="36824357-ffbd-40a5-b000-b82d0f7dca89" providerId="ADAL" clId="{BB20CA10-5FC3-4CCD-8518-89B0931CAB48}" dt="2025-12-04T07:47:23.289" v="2224" actId="255"/>
          <ac:spMkLst>
            <pc:docMk/>
            <pc:sldMk cId="2024162808" sldId="2147479288"/>
            <ac:spMk id="16" creationId="{FE99EC9B-3B31-F5E3-7374-0E6A2F034B8F}"/>
          </ac:spMkLst>
        </pc:spChg>
        <pc:spChg chg="add mod">
          <ac:chgData name="Mohan, Poornima Swarna (Cognizant)" userId="36824357-ffbd-40a5-b000-b82d0f7dca89" providerId="ADAL" clId="{BB20CA10-5FC3-4CCD-8518-89B0931CAB48}" dt="2025-12-04T07:47:26.183" v="2225" actId="255"/>
          <ac:spMkLst>
            <pc:docMk/>
            <pc:sldMk cId="2024162808" sldId="2147479288"/>
            <ac:spMk id="17" creationId="{CE0B35FA-93B3-8E3D-ADA6-CF5CA3555C4B}"/>
          </ac:spMkLst>
        </pc:spChg>
        <pc:grpChg chg="add mod">
          <ac:chgData name="Mohan, Poornima Swarna (Cognizant)" userId="36824357-ffbd-40a5-b000-b82d0f7dca89" providerId="ADAL" clId="{BB20CA10-5FC3-4CCD-8518-89B0931CAB48}" dt="2025-12-04T07:47:15.463" v="2222"/>
          <ac:grpSpMkLst>
            <pc:docMk/>
            <pc:sldMk cId="2024162808" sldId="2147479288"/>
            <ac:grpSpMk id="9" creationId="{8969B6A5-E841-C3E0-F4ED-DA38916B96A3}"/>
          </ac:grpSpMkLst>
        </pc:grpChg>
        <pc:grpChg chg="add mod">
          <ac:chgData name="Mohan, Poornima Swarna (Cognizant)" userId="36824357-ffbd-40a5-b000-b82d0f7dca89" providerId="ADAL" clId="{BB20CA10-5FC3-4CCD-8518-89B0931CAB48}" dt="2025-12-04T07:47:15.463" v="2222"/>
          <ac:grpSpMkLst>
            <pc:docMk/>
            <pc:sldMk cId="2024162808" sldId="2147479288"/>
            <ac:grpSpMk id="10" creationId="{BC416D3F-F536-ADD9-676A-5BB5CBCF07A8}"/>
          </ac:grpSpMkLst>
        </pc:grpChg>
        <pc:grpChg chg="add mod">
          <ac:chgData name="Mohan, Poornima Swarna (Cognizant)" userId="36824357-ffbd-40a5-b000-b82d0f7dca89" providerId="ADAL" clId="{BB20CA10-5FC3-4CCD-8518-89B0931CAB48}" dt="2025-12-04T07:47:15.463" v="2222"/>
          <ac:grpSpMkLst>
            <pc:docMk/>
            <pc:sldMk cId="2024162808" sldId="2147479288"/>
            <ac:grpSpMk id="11" creationId="{5618A08B-D06B-DB59-F5D1-FA554CF86B86}"/>
          </ac:grpSpMkLst>
        </pc:grpChg>
      </pc:sldChg>
      <pc:sldChg chg="addSp delSp modSp add mod">
        <pc:chgData name="Mohan, Poornima Swarna (Cognizant)" userId="36824357-ffbd-40a5-b000-b82d0f7dca89" providerId="ADAL" clId="{BB20CA10-5FC3-4CCD-8518-89B0931CAB48}" dt="2025-12-10T05:08:11.681" v="3296" actId="20577"/>
        <pc:sldMkLst>
          <pc:docMk/>
          <pc:sldMk cId="125844837" sldId="2147479289"/>
        </pc:sldMkLst>
        <pc:spChg chg="mod">
          <ac:chgData name="Mohan, Poornima Swarna (Cognizant)" userId="36824357-ffbd-40a5-b000-b82d0f7dca89" providerId="ADAL" clId="{BB20CA10-5FC3-4CCD-8518-89B0931CAB48}" dt="2025-12-04T10:41:32.153" v="2250" actId="20577"/>
          <ac:spMkLst>
            <pc:docMk/>
            <pc:sldMk cId="125844837" sldId="2147479289"/>
            <ac:spMk id="2" creationId="{8CAC215E-3B08-90FD-F6B0-5127B71D1549}"/>
          </ac:spMkLst>
        </pc:spChg>
        <pc:graphicFrameChg chg="add mod modGraphic">
          <ac:chgData name="Mohan, Poornima Swarna (Cognizant)" userId="36824357-ffbd-40a5-b000-b82d0f7dca89" providerId="ADAL" clId="{BB20CA10-5FC3-4CCD-8518-89B0931CAB48}" dt="2025-12-10T05:08:11.681" v="3296" actId="20577"/>
          <ac:graphicFrameMkLst>
            <pc:docMk/>
            <pc:sldMk cId="125844837" sldId="2147479289"/>
            <ac:graphicFrameMk id="3" creationId="{791A586F-E158-D4AC-3BEE-2081EAFEBB48}"/>
          </ac:graphicFrameMkLst>
        </pc:graphicFrameChg>
      </pc:sldChg>
      <pc:sldChg chg="addSp delSp modSp add mod">
        <pc:chgData name="Mohan, Poornima Swarna (Cognizant)" userId="36824357-ffbd-40a5-b000-b82d0f7dca89" providerId="ADAL" clId="{BB20CA10-5FC3-4CCD-8518-89B0931CAB48}" dt="2025-12-05T06:11:01.337" v="2292" actId="20577"/>
        <pc:sldMkLst>
          <pc:docMk/>
          <pc:sldMk cId="3269804628" sldId="2147479290"/>
        </pc:sldMkLst>
        <pc:spChg chg="mod">
          <ac:chgData name="Mohan, Poornima Swarna (Cognizant)" userId="36824357-ffbd-40a5-b000-b82d0f7dca89" providerId="ADAL" clId="{BB20CA10-5FC3-4CCD-8518-89B0931CAB48}" dt="2025-12-04T10:44:33.892" v="2276" actId="20577"/>
          <ac:spMkLst>
            <pc:docMk/>
            <pc:sldMk cId="3269804628" sldId="2147479290"/>
            <ac:spMk id="2" creationId="{E83AC136-14F8-7B72-5283-0EB8B1CE4754}"/>
          </ac:spMkLst>
        </pc:spChg>
        <pc:graphicFrameChg chg="add mod modGraphic">
          <ac:chgData name="Mohan, Poornima Swarna (Cognizant)" userId="36824357-ffbd-40a5-b000-b82d0f7dca89" providerId="ADAL" clId="{BB20CA10-5FC3-4CCD-8518-89B0931CAB48}" dt="2025-12-05T06:11:01.337" v="2292" actId="20577"/>
          <ac:graphicFrameMkLst>
            <pc:docMk/>
            <pc:sldMk cId="3269804628" sldId="2147479290"/>
            <ac:graphicFrameMk id="8" creationId="{72A07F3C-F7CE-848A-F95E-9F7334FA1B0F}"/>
          </ac:graphicFrameMkLst>
        </pc:graphicFrameChg>
      </pc:sldChg>
      <pc:sldChg chg="addSp delSp modSp add mod">
        <pc:chgData name="Mohan, Poornima Swarna (Cognizant)" userId="36824357-ffbd-40a5-b000-b82d0f7dca89" providerId="ADAL" clId="{BB20CA10-5FC3-4CCD-8518-89B0931CAB48}" dt="2025-12-05T06:12:10.583" v="2307" actId="207"/>
        <pc:sldMkLst>
          <pc:docMk/>
          <pc:sldMk cId="3668033032" sldId="2147479291"/>
        </pc:sldMkLst>
        <pc:spChg chg="mod">
          <ac:chgData name="Mohan, Poornima Swarna (Cognizant)" userId="36824357-ffbd-40a5-b000-b82d0f7dca89" providerId="ADAL" clId="{BB20CA10-5FC3-4CCD-8518-89B0931CAB48}" dt="2025-12-05T06:11:39.718" v="2304" actId="20577"/>
          <ac:spMkLst>
            <pc:docMk/>
            <pc:sldMk cId="3668033032" sldId="2147479291"/>
            <ac:spMk id="2" creationId="{03CF35CF-2399-053A-E2B4-261D2BD02AE0}"/>
          </ac:spMkLst>
        </pc:spChg>
        <pc:spChg chg="add mod">
          <ac:chgData name="Mohan, Poornima Swarna (Cognizant)" userId="36824357-ffbd-40a5-b000-b82d0f7dca89" providerId="ADAL" clId="{BB20CA10-5FC3-4CCD-8518-89B0931CAB48}" dt="2025-12-05T06:12:10.583" v="2307" actId="207"/>
          <ac:spMkLst>
            <pc:docMk/>
            <pc:sldMk cId="3668033032" sldId="2147479291"/>
            <ac:spMk id="7" creationId="{E90141F5-A845-87D2-2E34-3AFB868EBC52}"/>
          </ac:spMkLst>
        </pc:spChg>
      </pc:sldChg>
      <pc:sldChg chg="addSp delSp modSp add mod">
        <pc:chgData name="Mohan, Poornima Swarna (Cognizant)" userId="36824357-ffbd-40a5-b000-b82d0f7dca89" providerId="ADAL" clId="{BB20CA10-5FC3-4CCD-8518-89B0931CAB48}" dt="2025-12-05T06:17:46.316" v="2383" actId="207"/>
        <pc:sldMkLst>
          <pc:docMk/>
          <pc:sldMk cId="1708866191" sldId="2147479292"/>
        </pc:sldMkLst>
        <pc:spChg chg="mod">
          <ac:chgData name="Mohan, Poornima Swarna (Cognizant)" userId="36824357-ffbd-40a5-b000-b82d0f7dca89" providerId="ADAL" clId="{BB20CA10-5FC3-4CCD-8518-89B0931CAB48}" dt="2025-12-05T06:12:41.269" v="2317" actId="20577"/>
          <ac:spMkLst>
            <pc:docMk/>
            <pc:sldMk cId="1708866191" sldId="2147479292"/>
            <ac:spMk id="2" creationId="{C190953D-6D8D-4CB6-80E5-7A5E5678E883}"/>
          </ac:spMkLst>
        </pc:spChg>
        <pc:graphicFrameChg chg="add mod modGraphic">
          <ac:chgData name="Mohan, Poornima Swarna (Cognizant)" userId="36824357-ffbd-40a5-b000-b82d0f7dca89" providerId="ADAL" clId="{BB20CA10-5FC3-4CCD-8518-89B0931CAB48}" dt="2025-12-05T06:17:46.316" v="2383" actId="207"/>
          <ac:graphicFrameMkLst>
            <pc:docMk/>
            <pc:sldMk cId="1708866191" sldId="2147479292"/>
            <ac:graphicFrameMk id="9" creationId="{0B9BBCE0-5D17-1E2F-7780-E046C9711B61}"/>
          </ac:graphicFrameMkLst>
        </pc:graphicFrameChg>
      </pc:sldChg>
      <pc:sldChg chg="addSp delSp modSp add mod ord">
        <pc:chgData name="Mohan, Poornima Swarna (Cognizant)" userId="36824357-ffbd-40a5-b000-b82d0f7dca89" providerId="ADAL" clId="{BB20CA10-5FC3-4CCD-8518-89B0931CAB48}" dt="2025-12-05T06:33:44.919" v="2423" actId="14100"/>
        <pc:sldMkLst>
          <pc:docMk/>
          <pc:sldMk cId="3438875129" sldId="2147479293"/>
        </pc:sldMkLst>
        <pc:spChg chg="mod">
          <ac:chgData name="Mohan, Poornima Swarna (Cognizant)" userId="36824357-ffbd-40a5-b000-b82d0f7dca89" providerId="ADAL" clId="{BB20CA10-5FC3-4CCD-8518-89B0931CAB48}" dt="2025-12-05T06:16:10.096" v="2356" actId="20577"/>
          <ac:spMkLst>
            <pc:docMk/>
            <pc:sldMk cId="3438875129" sldId="2147479293"/>
            <ac:spMk id="2" creationId="{D92F9966-C4F1-E19E-4C52-C4862AFB3EAE}"/>
          </ac:spMkLst>
        </pc:spChg>
        <pc:spChg chg="add mod">
          <ac:chgData name="Mohan, Poornima Swarna (Cognizant)" userId="36824357-ffbd-40a5-b000-b82d0f7dca89" providerId="ADAL" clId="{BB20CA10-5FC3-4CCD-8518-89B0931CAB48}" dt="2025-12-05T06:33:44.919" v="2423" actId="14100"/>
          <ac:spMkLst>
            <pc:docMk/>
            <pc:sldMk cId="3438875129" sldId="2147479293"/>
            <ac:spMk id="9" creationId="{B5081D96-9E2D-4ADF-34A3-41DC86FDE396}"/>
          </ac:spMkLst>
        </pc:spChg>
        <pc:spChg chg="add mod">
          <ac:chgData name="Mohan, Poornima Swarna (Cognizant)" userId="36824357-ffbd-40a5-b000-b82d0f7dca89" providerId="ADAL" clId="{BB20CA10-5FC3-4CCD-8518-89B0931CAB48}" dt="2025-12-05T06:18:32.664" v="2391" actId="20577"/>
          <ac:spMkLst>
            <pc:docMk/>
            <pc:sldMk cId="3438875129" sldId="2147479293"/>
            <ac:spMk id="10" creationId="{54D456E2-20D4-5E8A-3412-5A9EDD1E7DC9}"/>
          </ac:spMkLst>
        </pc:spChg>
      </pc:sldChg>
      <pc:sldChg chg="addSp delSp modSp add mod ord">
        <pc:chgData name="Mohan, Poornima Swarna (Cognizant)" userId="36824357-ffbd-40a5-b000-b82d0f7dca89" providerId="ADAL" clId="{BB20CA10-5FC3-4CCD-8518-89B0931CAB48}" dt="2025-12-05T06:33:32.112" v="2421" actId="20577"/>
        <pc:sldMkLst>
          <pc:docMk/>
          <pc:sldMk cId="3873153392" sldId="2147479294"/>
        </pc:sldMkLst>
        <pc:spChg chg="mod">
          <ac:chgData name="Mohan, Poornima Swarna (Cognizant)" userId="36824357-ffbd-40a5-b000-b82d0f7dca89" providerId="ADAL" clId="{BB20CA10-5FC3-4CCD-8518-89B0931CAB48}" dt="2025-12-05T06:33:32.112" v="2421" actId="20577"/>
          <ac:spMkLst>
            <pc:docMk/>
            <pc:sldMk cId="3873153392" sldId="2147479294"/>
            <ac:spMk id="2" creationId="{BD932F7C-96E1-0E0F-3DE0-ADCDFDF7E919}"/>
          </ac:spMkLst>
        </pc:spChg>
        <pc:graphicFrameChg chg="add mod">
          <ac:chgData name="Mohan, Poornima Swarna (Cognizant)" userId="36824357-ffbd-40a5-b000-b82d0f7dca89" providerId="ADAL" clId="{BB20CA10-5FC3-4CCD-8518-89B0931CAB48}" dt="2025-12-05T06:33:18.879" v="2404" actId="2711"/>
          <ac:graphicFrameMkLst>
            <pc:docMk/>
            <pc:sldMk cId="3873153392" sldId="2147479294"/>
            <ac:graphicFrameMk id="8" creationId="{A112990C-590B-ECDC-ECF9-1278CACC7F36}"/>
          </ac:graphicFrameMkLst>
        </pc:graphicFrameChg>
      </pc:sldChg>
      <pc:sldChg chg="addSp delSp modSp add mod">
        <pc:chgData name="Mohan, Poornima Swarna (Cognizant)" userId="36824357-ffbd-40a5-b000-b82d0f7dca89" providerId="ADAL" clId="{BB20CA10-5FC3-4CCD-8518-89B0931CAB48}" dt="2025-12-08T07:19:45.862" v="2775" actId="20577"/>
        <pc:sldMkLst>
          <pc:docMk/>
          <pc:sldMk cId="2740565967" sldId="2147479295"/>
        </pc:sldMkLst>
        <pc:spChg chg="mod">
          <ac:chgData name="Mohan, Poornima Swarna (Cognizant)" userId="36824357-ffbd-40a5-b000-b82d0f7dca89" providerId="ADAL" clId="{BB20CA10-5FC3-4CCD-8518-89B0931CAB48}" dt="2025-12-08T06:40:23.421" v="2425"/>
          <ac:spMkLst>
            <pc:docMk/>
            <pc:sldMk cId="2740565967" sldId="2147479295"/>
            <ac:spMk id="2" creationId="{9AE0D662-ED1D-57C1-E1B4-82E34FCEEA5E}"/>
          </ac:spMkLst>
        </pc:spChg>
        <pc:graphicFrameChg chg="add mod modGraphic">
          <ac:chgData name="Mohan, Poornima Swarna (Cognizant)" userId="36824357-ffbd-40a5-b000-b82d0f7dca89" providerId="ADAL" clId="{BB20CA10-5FC3-4CCD-8518-89B0931CAB48}" dt="2025-12-08T07:19:45.862" v="2775" actId="20577"/>
          <ac:graphicFrameMkLst>
            <pc:docMk/>
            <pc:sldMk cId="2740565967" sldId="2147479295"/>
            <ac:graphicFrameMk id="9" creationId="{19A82677-0D2A-483F-2FAB-4E65FAB99DA1}"/>
          </ac:graphicFrameMkLst>
        </pc:graphicFrameChg>
      </pc:sldChg>
      <pc:sldChg chg="addSp delSp modSp new mod">
        <pc:chgData name="Mohan, Poornima Swarna (Cognizant)" userId="36824357-ffbd-40a5-b000-b82d0f7dca89" providerId="ADAL" clId="{BB20CA10-5FC3-4CCD-8518-89B0931CAB48}" dt="2025-12-08T06:44:23.412" v="2455" actId="6549"/>
        <pc:sldMkLst>
          <pc:docMk/>
          <pc:sldMk cId="739233294" sldId="2147479296"/>
        </pc:sldMkLst>
        <pc:spChg chg="mod">
          <ac:chgData name="Mohan, Poornima Swarna (Cognizant)" userId="36824357-ffbd-40a5-b000-b82d0f7dca89" providerId="ADAL" clId="{BB20CA10-5FC3-4CCD-8518-89B0931CAB48}" dt="2025-12-08T06:44:10.520" v="2452" actId="20577"/>
          <ac:spMkLst>
            <pc:docMk/>
            <pc:sldMk cId="739233294" sldId="2147479296"/>
            <ac:spMk id="2" creationId="{F60CB761-F919-4347-357C-434D6905DB92}"/>
          </ac:spMkLst>
        </pc:spChg>
        <pc:spChg chg="add mod">
          <ac:chgData name="Mohan, Poornima Swarna (Cognizant)" userId="36824357-ffbd-40a5-b000-b82d0f7dca89" providerId="ADAL" clId="{BB20CA10-5FC3-4CCD-8518-89B0931CAB48}" dt="2025-12-08T06:44:23.412" v="2455" actId="6549"/>
          <ac:spMkLst>
            <pc:docMk/>
            <pc:sldMk cId="739233294" sldId="2147479296"/>
            <ac:spMk id="6" creationId="{89F67194-B5B7-D865-6D3A-88F828B5E408}"/>
          </ac:spMkLst>
        </pc:spChg>
      </pc:sldChg>
      <pc:sldChg chg="addSp delSp modSp add mod">
        <pc:chgData name="Mohan, Poornima Swarna (Cognizant)" userId="36824357-ffbd-40a5-b000-b82d0f7dca89" providerId="ADAL" clId="{BB20CA10-5FC3-4CCD-8518-89B0931CAB48}" dt="2025-12-08T06:46:17.836" v="2502" actId="20577"/>
        <pc:sldMkLst>
          <pc:docMk/>
          <pc:sldMk cId="3206764885" sldId="2147479297"/>
        </pc:sldMkLst>
        <pc:spChg chg="mod">
          <ac:chgData name="Mohan, Poornima Swarna (Cognizant)" userId="36824357-ffbd-40a5-b000-b82d0f7dca89" providerId="ADAL" clId="{BB20CA10-5FC3-4CCD-8518-89B0931CAB48}" dt="2025-12-08T06:46:17.836" v="2502" actId="20577"/>
          <ac:spMkLst>
            <pc:docMk/>
            <pc:sldMk cId="3206764885" sldId="2147479297"/>
            <ac:spMk id="2" creationId="{0CA37623-F9A8-E29C-F022-53B9EDF70243}"/>
          </ac:spMkLst>
        </pc:spChg>
        <pc:picChg chg="add mod">
          <ac:chgData name="Mohan, Poornima Swarna (Cognizant)" userId="36824357-ffbd-40a5-b000-b82d0f7dca89" providerId="ADAL" clId="{BB20CA10-5FC3-4CCD-8518-89B0931CAB48}" dt="2025-12-08T06:46:01.693" v="2464" actId="14100"/>
          <ac:picMkLst>
            <pc:docMk/>
            <pc:sldMk cId="3206764885" sldId="2147479297"/>
            <ac:picMk id="8" creationId="{6BB0080D-189A-9911-1F8B-75EE015EB7E1}"/>
          </ac:picMkLst>
        </pc:picChg>
      </pc:sldChg>
      <pc:sldChg chg="addSp delSp modSp add mod">
        <pc:chgData name="Mohan, Poornima Swarna (Cognizant)" userId="36824357-ffbd-40a5-b000-b82d0f7dca89" providerId="ADAL" clId="{BB20CA10-5FC3-4CCD-8518-89B0931CAB48}" dt="2025-12-08T06:46:41.889" v="2524" actId="20577"/>
        <pc:sldMkLst>
          <pc:docMk/>
          <pc:sldMk cId="1828737" sldId="2147479298"/>
        </pc:sldMkLst>
        <pc:spChg chg="mod">
          <ac:chgData name="Mohan, Poornima Swarna (Cognizant)" userId="36824357-ffbd-40a5-b000-b82d0f7dca89" providerId="ADAL" clId="{BB20CA10-5FC3-4CCD-8518-89B0931CAB48}" dt="2025-12-08T06:46:41.889" v="2524" actId="20577"/>
          <ac:spMkLst>
            <pc:docMk/>
            <pc:sldMk cId="1828737" sldId="2147479298"/>
            <ac:spMk id="2" creationId="{82E3FC31-CA3C-6B36-DC0A-8CCB427AEBA4}"/>
          </ac:spMkLst>
        </pc:spChg>
        <pc:picChg chg="add mod">
          <ac:chgData name="Mohan, Poornima Swarna (Cognizant)" userId="36824357-ffbd-40a5-b000-b82d0f7dca89" providerId="ADAL" clId="{BB20CA10-5FC3-4CCD-8518-89B0931CAB48}" dt="2025-12-08T06:46:32.729" v="2505" actId="1076"/>
          <ac:picMkLst>
            <pc:docMk/>
            <pc:sldMk cId="1828737" sldId="2147479298"/>
            <ac:picMk id="8" creationId="{E3EA2A17-8CF6-4B15-E141-EEABCA307873}"/>
          </ac:picMkLst>
        </pc:picChg>
      </pc:sldChg>
      <pc:sldChg chg="addSp delSp modSp new mod ord">
        <pc:chgData name="Mohan, Poornima Swarna (Cognizant)" userId="36824357-ffbd-40a5-b000-b82d0f7dca89" providerId="ADAL" clId="{BB20CA10-5FC3-4CCD-8518-89B0931CAB48}" dt="2025-12-08T07:03:00.402" v="2585" actId="255"/>
        <pc:sldMkLst>
          <pc:docMk/>
          <pc:sldMk cId="4171793148" sldId="2147479299"/>
        </pc:sldMkLst>
        <pc:spChg chg="mod">
          <ac:chgData name="Mohan, Poornima Swarna (Cognizant)" userId="36824357-ffbd-40a5-b000-b82d0f7dca89" providerId="ADAL" clId="{BB20CA10-5FC3-4CCD-8518-89B0931CAB48}" dt="2025-12-08T06:54:32.066" v="2565" actId="6549"/>
          <ac:spMkLst>
            <pc:docMk/>
            <pc:sldMk cId="4171793148" sldId="2147479299"/>
            <ac:spMk id="2" creationId="{0AB98867-87A8-457B-3FEB-9CA8773D6807}"/>
          </ac:spMkLst>
        </pc:spChg>
        <pc:graphicFrameChg chg="add mod">
          <ac:chgData name="Mohan, Poornima Swarna (Cognizant)" userId="36824357-ffbd-40a5-b000-b82d0f7dca89" providerId="ADAL" clId="{BB20CA10-5FC3-4CCD-8518-89B0931CAB48}" dt="2025-12-08T07:03:00.402" v="2585" actId="255"/>
          <ac:graphicFrameMkLst>
            <pc:docMk/>
            <pc:sldMk cId="4171793148" sldId="2147479299"/>
            <ac:graphicFrameMk id="7" creationId="{65EAD113-2335-BE2E-F86A-3373D2550532}"/>
          </ac:graphicFrameMkLst>
        </pc:graphicFrameChg>
      </pc:sldChg>
      <pc:sldChg chg="addSp delSp modSp add mod">
        <pc:chgData name="Mohan, Poornima Swarna (Cognizant)" userId="36824357-ffbd-40a5-b000-b82d0f7dca89" providerId="ADAL" clId="{BB20CA10-5FC3-4CCD-8518-89B0931CAB48}" dt="2025-12-08T06:53:30.656" v="2562" actId="14100"/>
        <pc:sldMkLst>
          <pc:docMk/>
          <pc:sldMk cId="801075277" sldId="2147479300"/>
        </pc:sldMkLst>
        <pc:spChg chg="mod">
          <ac:chgData name="Mohan, Poornima Swarna (Cognizant)" userId="36824357-ffbd-40a5-b000-b82d0f7dca89" providerId="ADAL" clId="{BB20CA10-5FC3-4CCD-8518-89B0931CAB48}" dt="2025-12-08T06:53:00.166" v="2555" actId="20577"/>
          <ac:spMkLst>
            <pc:docMk/>
            <pc:sldMk cId="801075277" sldId="2147479300"/>
            <ac:spMk id="2" creationId="{C590E8AC-BFCD-D064-07BA-322E302A1F35}"/>
          </ac:spMkLst>
        </pc:spChg>
        <pc:graphicFrameChg chg="add mod modGraphic">
          <ac:chgData name="Mohan, Poornima Swarna (Cognizant)" userId="36824357-ffbd-40a5-b000-b82d0f7dca89" providerId="ADAL" clId="{BB20CA10-5FC3-4CCD-8518-89B0931CAB48}" dt="2025-12-08T06:53:30.656" v="2562" actId="14100"/>
          <ac:graphicFrameMkLst>
            <pc:docMk/>
            <pc:sldMk cId="801075277" sldId="2147479300"/>
            <ac:graphicFrameMk id="3" creationId="{235C83DE-E6FC-1A3D-FB36-54FFD4C4F3CE}"/>
          </ac:graphicFrameMkLst>
        </pc:graphicFrameChg>
      </pc:sldChg>
      <pc:sldChg chg="addSp delSp modSp add mod">
        <pc:chgData name="Mohan, Poornima Swarna (Cognizant)" userId="36824357-ffbd-40a5-b000-b82d0f7dca89" providerId="ADAL" clId="{BB20CA10-5FC3-4CCD-8518-89B0931CAB48}" dt="2025-12-08T07:06:34.892" v="2627" actId="207"/>
        <pc:sldMkLst>
          <pc:docMk/>
          <pc:sldMk cId="1655714509" sldId="2147479301"/>
        </pc:sldMkLst>
        <pc:spChg chg="mod">
          <ac:chgData name="Mohan, Poornima Swarna (Cognizant)" userId="36824357-ffbd-40a5-b000-b82d0f7dca89" providerId="ADAL" clId="{BB20CA10-5FC3-4CCD-8518-89B0931CAB48}" dt="2025-12-08T07:03:31.517" v="2604" actId="20577"/>
          <ac:spMkLst>
            <pc:docMk/>
            <pc:sldMk cId="1655714509" sldId="2147479301"/>
            <ac:spMk id="2" creationId="{02E8B6F1-FB58-AA34-7AFC-9D427226F8DC}"/>
          </ac:spMkLst>
        </pc:spChg>
        <pc:graphicFrameChg chg="add mod">
          <ac:chgData name="Mohan, Poornima Swarna (Cognizant)" userId="36824357-ffbd-40a5-b000-b82d0f7dca89" providerId="ADAL" clId="{BB20CA10-5FC3-4CCD-8518-89B0931CAB48}" dt="2025-12-08T07:06:34.892" v="2627" actId="207"/>
          <ac:graphicFrameMkLst>
            <pc:docMk/>
            <pc:sldMk cId="1655714509" sldId="2147479301"/>
            <ac:graphicFrameMk id="3" creationId="{241FFEE8-CF1B-CD7E-7314-948BBE188A11}"/>
          </ac:graphicFrameMkLst>
        </pc:graphicFrameChg>
      </pc:sldChg>
      <pc:sldChg chg="addSp delSp modSp add mod ord">
        <pc:chgData name="Mohan, Poornima Swarna (Cognizant)" userId="36824357-ffbd-40a5-b000-b82d0f7dca89" providerId="ADAL" clId="{BB20CA10-5FC3-4CCD-8518-89B0931CAB48}" dt="2025-12-08T07:07:51.127" v="2685"/>
        <pc:sldMkLst>
          <pc:docMk/>
          <pc:sldMk cId="3001949925" sldId="2147479302"/>
        </pc:sldMkLst>
        <pc:spChg chg="mod">
          <ac:chgData name="Mohan, Poornima Swarna (Cognizant)" userId="36824357-ffbd-40a5-b000-b82d0f7dca89" providerId="ADAL" clId="{BB20CA10-5FC3-4CCD-8518-89B0931CAB48}" dt="2025-12-08T07:03:37.834" v="2605" actId="6549"/>
          <ac:spMkLst>
            <pc:docMk/>
            <pc:sldMk cId="3001949925" sldId="2147479302"/>
            <ac:spMk id="2" creationId="{77D2D85A-75BD-8D1E-96D4-64332237C943}"/>
          </ac:spMkLst>
        </pc:spChg>
        <pc:graphicFrameChg chg="add mod">
          <ac:chgData name="Mohan, Poornima Swarna (Cognizant)" userId="36824357-ffbd-40a5-b000-b82d0f7dca89" providerId="ADAL" clId="{BB20CA10-5FC3-4CCD-8518-89B0931CAB48}" dt="2025-12-08T07:06:02.378" v="2623" actId="207"/>
          <ac:graphicFrameMkLst>
            <pc:docMk/>
            <pc:sldMk cId="3001949925" sldId="2147479302"/>
            <ac:graphicFrameMk id="9" creationId="{648CEB80-7E37-A0AB-66F1-35375A7CC714}"/>
          </ac:graphicFrameMkLst>
        </pc:graphicFrameChg>
      </pc:sldChg>
      <pc:sldChg chg="add del">
        <pc:chgData name="Mohan, Poornima Swarna (Cognizant)" userId="36824357-ffbd-40a5-b000-b82d0f7dca89" providerId="ADAL" clId="{BB20CA10-5FC3-4CCD-8518-89B0931CAB48}" dt="2025-12-08T06:54:42.652" v="2570"/>
        <pc:sldMkLst>
          <pc:docMk/>
          <pc:sldMk cId="380808694" sldId="2147479303"/>
        </pc:sldMkLst>
      </pc:sldChg>
      <pc:sldChg chg="addSp delSp modSp new mod ord">
        <pc:chgData name="Mohan, Poornima Swarna (Cognizant)" userId="36824357-ffbd-40a5-b000-b82d0f7dca89" providerId="ADAL" clId="{BB20CA10-5FC3-4CCD-8518-89B0931CAB48}" dt="2025-12-08T07:13:29.597" v="2726" actId="1076"/>
        <pc:sldMkLst>
          <pc:docMk/>
          <pc:sldMk cId="4013683809" sldId="2147479303"/>
        </pc:sldMkLst>
        <pc:spChg chg="mod">
          <ac:chgData name="Mohan, Poornima Swarna (Cognizant)" userId="36824357-ffbd-40a5-b000-b82d0f7dca89" providerId="ADAL" clId="{BB20CA10-5FC3-4CCD-8518-89B0931CAB48}" dt="2025-12-08T07:07:22.764" v="2651" actId="20577"/>
          <ac:spMkLst>
            <pc:docMk/>
            <pc:sldMk cId="4013683809" sldId="2147479303"/>
            <ac:spMk id="2" creationId="{63912942-8EDF-B87C-6EAD-FFC97E853841}"/>
          </ac:spMkLst>
        </pc:spChg>
        <pc:spChg chg="add mod">
          <ac:chgData name="Mohan, Poornima Swarna (Cognizant)" userId="36824357-ffbd-40a5-b000-b82d0f7dca89" providerId="ADAL" clId="{BB20CA10-5FC3-4CCD-8518-89B0931CAB48}" dt="2025-12-08T07:13:29.597" v="2726" actId="1076"/>
          <ac:spMkLst>
            <pc:docMk/>
            <pc:sldMk cId="4013683809" sldId="2147479303"/>
            <ac:spMk id="6" creationId="{2F75A129-F784-A51A-3DC8-9795FAC8BB84}"/>
          </ac:spMkLst>
        </pc:spChg>
      </pc:sldChg>
      <pc:sldChg chg="addSp delSp modSp new mod">
        <pc:chgData name="Mohan, Poornima Swarna (Cognizant)" userId="36824357-ffbd-40a5-b000-b82d0f7dca89" providerId="ADAL" clId="{BB20CA10-5FC3-4CCD-8518-89B0931CAB48}" dt="2025-12-08T07:08:29.316" v="2696" actId="5793"/>
        <pc:sldMkLst>
          <pc:docMk/>
          <pc:sldMk cId="2112454083" sldId="2147479304"/>
        </pc:sldMkLst>
        <pc:spChg chg="mod">
          <ac:chgData name="Mohan, Poornima Swarna (Cognizant)" userId="36824357-ffbd-40a5-b000-b82d0f7dca89" providerId="ADAL" clId="{BB20CA10-5FC3-4CCD-8518-89B0931CAB48}" dt="2025-12-08T07:07:42.252" v="2681" actId="20577"/>
          <ac:spMkLst>
            <pc:docMk/>
            <pc:sldMk cId="2112454083" sldId="2147479304"/>
            <ac:spMk id="2" creationId="{9202AB28-F75D-7652-628D-76C7770018DA}"/>
          </ac:spMkLst>
        </pc:spChg>
        <pc:spChg chg="add mod">
          <ac:chgData name="Mohan, Poornima Swarna (Cognizant)" userId="36824357-ffbd-40a5-b000-b82d0f7dca89" providerId="ADAL" clId="{BB20CA10-5FC3-4CCD-8518-89B0931CAB48}" dt="2025-12-08T07:08:29.316" v="2696" actId="5793"/>
          <ac:spMkLst>
            <pc:docMk/>
            <pc:sldMk cId="2112454083" sldId="2147479304"/>
            <ac:spMk id="6" creationId="{669533C3-56AF-DF93-D9A0-B3EE4460819A}"/>
          </ac:spMkLst>
        </pc:spChg>
      </pc:sldChg>
      <pc:sldChg chg="addSp delSp modSp new mod">
        <pc:chgData name="Mohan, Poornima Swarna (Cognizant)" userId="36824357-ffbd-40a5-b000-b82d0f7dca89" providerId="ADAL" clId="{BB20CA10-5FC3-4CCD-8518-89B0931CAB48}" dt="2025-12-08T07:13:51.756" v="2736" actId="20577"/>
        <pc:sldMkLst>
          <pc:docMk/>
          <pc:sldMk cId="705822494" sldId="2147479305"/>
        </pc:sldMkLst>
        <pc:spChg chg="mod">
          <ac:chgData name="Mohan, Poornima Swarna (Cognizant)" userId="36824357-ffbd-40a5-b000-b82d0f7dca89" providerId="ADAL" clId="{BB20CA10-5FC3-4CCD-8518-89B0931CAB48}" dt="2025-12-08T07:13:51.756" v="2736" actId="20577"/>
          <ac:spMkLst>
            <pc:docMk/>
            <pc:sldMk cId="705822494" sldId="2147479305"/>
            <ac:spMk id="2" creationId="{E51AC60A-C272-A612-4549-CE2D56CBCEA0}"/>
          </ac:spMkLst>
        </pc:spChg>
        <pc:spChg chg="add mod">
          <ac:chgData name="Mohan, Poornima Swarna (Cognizant)" userId="36824357-ffbd-40a5-b000-b82d0f7dca89" providerId="ADAL" clId="{BB20CA10-5FC3-4CCD-8518-89B0931CAB48}" dt="2025-12-08T07:12:14.928" v="2721" actId="1076"/>
          <ac:spMkLst>
            <pc:docMk/>
            <pc:sldMk cId="705822494" sldId="2147479305"/>
            <ac:spMk id="6" creationId="{780BBE8E-E071-D956-941F-0D96BAB929E8}"/>
          </ac:spMkLst>
        </pc:spChg>
        <pc:spChg chg="add mod">
          <ac:chgData name="Mohan, Poornima Swarna (Cognizant)" userId="36824357-ffbd-40a5-b000-b82d0f7dca89" providerId="ADAL" clId="{BB20CA10-5FC3-4CCD-8518-89B0931CAB48}" dt="2025-12-08T07:12:23.621" v="2723" actId="1076"/>
          <ac:spMkLst>
            <pc:docMk/>
            <pc:sldMk cId="705822494" sldId="2147479305"/>
            <ac:spMk id="7" creationId="{3C12A345-9027-3913-1F5D-F08E1F487D6E}"/>
          </ac:spMkLst>
        </pc:spChg>
      </pc:sldChg>
      <pc:sldChg chg="addSp delSp modSp add mod">
        <pc:chgData name="Mohan, Poornima Swarna (Cognizant)" userId="36824357-ffbd-40a5-b000-b82d0f7dca89" providerId="ADAL" clId="{BB20CA10-5FC3-4CCD-8518-89B0931CAB48}" dt="2025-12-08T07:14:28.301" v="2741" actId="12"/>
        <pc:sldMkLst>
          <pc:docMk/>
          <pc:sldMk cId="3674838476" sldId="2147479306"/>
        </pc:sldMkLst>
        <pc:spChg chg="add mod">
          <ac:chgData name="Mohan, Poornima Swarna (Cognizant)" userId="36824357-ffbd-40a5-b000-b82d0f7dca89" providerId="ADAL" clId="{BB20CA10-5FC3-4CCD-8518-89B0931CAB48}" dt="2025-12-08T07:14:28.301" v="2741" actId="12"/>
          <ac:spMkLst>
            <pc:docMk/>
            <pc:sldMk cId="3674838476" sldId="2147479306"/>
            <ac:spMk id="3" creationId="{CD9558A2-E6FE-CA01-63CE-B9E9902A075F}"/>
          </ac:spMkLst>
        </pc:spChg>
        <pc:picChg chg="add mod">
          <ac:chgData name="Mohan, Poornima Swarna (Cognizant)" userId="36824357-ffbd-40a5-b000-b82d0f7dca89" providerId="ADAL" clId="{BB20CA10-5FC3-4CCD-8518-89B0931CAB48}" dt="2025-12-08T07:14:22.568" v="2740" actId="1076"/>
          <ac:picMkLst>
            <pc:docMk/>
            <pc:sldMk cId="3674838476" sldId="2147479306"/>
            <ac:picMk id="6" creationId="{65931409-BDB3-8BE7-CB9A-70E455F9E593}"/>
          </ac:picMkLst>
        </pc:picChg>
      </pc:sldChg>
      <pc:sldChg chg="addSp delSp modSp new mod">
        <pc:chgData name="Mohan, Poornima Swarna (Cognizant)" userId="36824357-ffbd-40a5-b000-b82d0f7dca89" providerId="ADAL" clId="{BB20CA10-5FC3-4CCD-8518-89B0931CAB48}" dt="2025-12-08T07:16:17.484" v="2769" actId="12"/>
        <pc:sldMkLst>
          <pc:docMk/>
          <pc:sldMk cId="3552013233" sldId="2147479307"/>
        </pc:sldMkLst>
        <pc:spChg chg="mod">
          <ac:chgData name="Mohan, Poornima Swarna (Cognizant)" userId="36824357-ffbd-40a5-b000-b82d0f7dca89" providerId="ADAL" clId="{BB20CA10-5FC3-4CCD-8518-89B0931CAB48}" dt="2025-12-08T07:14:55.670" v="2747" actId="20577"/>
          <ac:spMkLst>
            <pc:docMk/>
            <pc:sldMk cId="3552013233" sldId="2147479307"/>
            <ac:spMk id="2" creationId="{658A2D07-B831-E703-6E9E-314F9E3BD8E1}"/>
          </ac:spMkLst>
        </pc:spChg>
        <pc:spChg chg="add mod">
          <ac:chgData name="Mohan, Poornima Swarna (Cognizant)" userId="36824357-ffbd-40a5-b000-b82d0f7dca89" providerId="ADAL" clId="{BB20CA10-5FC3-4CCD-8518-89B0931CAB48}" dt="2025-12-08T07:16:17.484" v="2769" actId="12"/>
          <ac:spMkLst>
            <pc:docMk/>
            <pc:sldMk cId="3552013233" sldId="2147479307"/>
            <ac:spMk id="6" creationId="{42B60103-5B2B-6069-8298-E2F72AF0CEF0}"/>
          </ac:spMkLst>
        </pc:spChg>
        <pc:graphicFrameChg chg="add mod modGraphic">
          <ac:chgData name="Mohan, Poornima Swarna (Cognizant)" userId="36824357-ffbd-40a5-b000-b82d0f7dca89" providerId="ADAL" clId="{BB20CA10-5FC3-4CCD-8518-89B0931CAB48}" dt="2025-12-08T07:16:05.960" v="2765" actId="14734"/>
          <ac:graphicFrameMkLst>
            <pc:docMk/>
            <pc:sldMk cId="3552013233" sldId="2147479307"/>
            <ac:graphicFrameMk id="7" creationId="{F3C60BD3-93E6-5EB7-3AB6-5492D8010AF7}"/>
          </ac:graphicFrameMkLst>
        </pc:graphicFrameChg>
      </pc:sldChg>
      <pc:sldChg chg="addSp delSp modSp new mod">
        <pc:chgData name="Mohan, Poornima Swarna (Cognizant)" userId="36824357-ffbd-40a5-b000-b82d0f7dca89" providerId="ADAL" clId="{BB20CA10-5FC3-4CCD-8518-89B0931CAB48}" dt="2025-12-08T07:21:03.879" v="2800"/>
        <pc:sldMkLst>
          <pc:docMk/>
          <pc:sldMk cId="912941730" sldId="2147479308"/>
        </pc:sldMkLst>
        <pc:spChg chg="mod">
          <ac:chgData name="Mohan, Poornima Swarna (Cognizant)" userId="36824357-ffbd-40a5-b000-b82d0f7dca89" providerId="ADAL" clId="{BB20CA10-5FC3-4CCD-8518-89B0931CAB48}" dt="2025-12-08T07:20:51.640" v="2795" actId="20577"/>
          <ac:spMkLst>
            <pc:docMk/>
            <pc:sldMk cId="912941730" sldId="2147479308"/>
            <ac:spMk id="2" creationId="{EE583D4F-4E0B-1254-61FB-A70C4AF1D52E}"/>
          </ac:spMkLst>
        </pc:spChg>
        <pc:graphicFrameChg chg="add mod">
          <ac:chgData name="Mohan, Poornima Swarna (Cognizant)" userId="36824357-ffbd-40a5-b000-b82d0f7dca89" providerId="ADAL" clId="{BB20CA10-5FC3-4CCD-8518-89B0931CAB48}" dt="2025-12-08T07:20:59.762" v="2799" actId="2711"/>
          <ac:graphicFrameMkLst>
            <pc:docMk/>
            <pc:sldMk cId="912941730" sldId="2147479308"/>
            <ac:graphicFrameMk id="6" creationId="{915C5A86-65A9-D69F-70BF-E3233E2EFA72}"/>
          </ac:graphicFrameMkLst>
        </pc:graphicFrameChg>
      </pc:sldChg>
      <pc:sldChg chg="addSp delSp modSp add mod">
        <pc:chgData name="Mohan, Poornima Swarna (Cognizant)" userId="36824357-ffbd-40a5-b000-b82d0f7dca89" providerId="ADAL" clId="{BB20CA10-5FC3-4CCD-8518-89B0931CAB48}" dt="2025-12-08T07:24:15.750" v="2881" actId="20577"/>
        <pc:sldMkLst>
          <pc:docMk/>
          <pc:sldMk cId="2768717187" sldId="2147479309"/>
        </pc:sldMkLst>
        <pc:spChg chg="mod">
          <ac:chgData name="Mohan, Poornima Swarna (Cognizant)" userId="36824357-ffbd-40a5-b000-b82d0f7dca89" providerId="ADAL" clId="{BB20CA10-5FC3-4CCD-8518-89B0931CAB48}" dt="2025-12-08T07:24:15.750" v="2881" actId="20577"/>
          <ac:spMkLst>
            <pc:docMk/>
            <pc:sldMk cId="2768717187" sldId="2147479309"/>
            <ac:spMk id="2" creationId="{29D6F026-A4E8-AA34-41C0-7DB852C25795}"/>
          </ac:spMkLst>
        </pc:spChg>
        <pc:graphicFrameChg chg="add mod modGraphic">
          <ac:chgData name="Mohan, Poornima Swarna (Cognizant)" userId="36824357-ffbd-40a5-b000-b82d0f7dca89" providerId="ADAL" clId="{BB20CA10-5FC3-4CCD-8518-89B0931CAB48}" dt="2025-12-08T07:21:57.003" v="2831" actId="20577"/>
          <ac:graphicFrameMkLst>
            <pc:docMk/>
            <pc:sldMk cId="2768717187" sldId="2147479309"/>
            <ac:graphicFrameMk id="3" creationId="{D24BA1F3-9F83-DA05-BDAC-8DAA22912CC8}"/>
          </ac:graphicFrameMkLst>
        </pc:graphicFrameChg>
      </pc:sldChg>
      <pc:sldChg chg="addSp delSp modSp new mod">
        <pc:chgData name="Mohan, Poornima Swarna (Cognizant)" userId="36824357-ffbd-40a5-b000-b82d0f7dca89" providerId="ADAL" clId="{BB20CA10-5FC3-4CCD-8518-89B0931CAB48}" dt="2025-12-08T07:24:04.516" v="2872" actId="20577"/>
        <pc:sldMkLst>
          <pc:docMk/>
          <pc:sldMk cId="3559029323" sldId="2147479310"/>
        </pc:sldMkLst>
        <pc:spChg chg="mod">
          <ac:chgData name="Mohan, Poornima Swarna (Cognizant)" userId="36824357-ffbd-40a5-b000-b82d0f7dca89" providerId="ADAL" clId="{BB20CA10-5FC3-4CCD-8518-89B0931CAB48}" dt="2025-12-08T07:24:04.516" v="2872" actId="20577"/>
          <ac:spMkLst>
            <pc:docMk/>
            <pc:sldMk cId="3559029323" sldId="2147479310"/>
            <ac:spMk id="2" creationId="{5C59688A-FC00-60E0-2495-6FFB01ABF575}"/>
          </ac:spMkLst>
        </pc:spChg>
        <pc:graphicFrameChg chg="add mod">
          <ac:chgData name="Mohan, Poornima Swarna (Cognizant)" userId="36824357-ffbd-40a5-b000-b82d0f7dca89" providerId="ADAL" clId="{BB20CA10-5FC3-4CCD-8518-89B0931CAB48}" dt="2025-12-08T07:23:52.596" v="2836" actId="2711"/>
          <ac:graphicFrameMkLst>
            <pc:docMk/>
            <pc:sldMk cId="3559029323" sldId="2147479310"/>
            <ac:graphicFrameMk id="6" creationId="{FAE5B823-70FE-CCE1-8A42-45747EAE8843}"/>
          </ac:graphicFrameMkLst>
        </pc:graphicFrameChg>
      </pc:sldChg>
      <pc:sldChg chg="addSp delSp modSp add mod">
        <pc:chgData name="Mohan, Poornima Swarna (Cognizant)" userId="36824357-ffbd-40a5-b000-b82d0f7dca89" providerId="ADAL" clId="{BB20CA10-5FC3-4CCD-8518-89B0931CAB48}" dt="2025-12-08T07:34:29.469" v="2999" actId="14100"/>
        <pc:sldMkLst>
          <pc:docMk/>
          <pc:sldMk cId="2708984478" sldId="2147479311"/>
        </pc:sldMkLst>
        <pc:spChg chg="mod">
          <ac:chgData name="Mohan, Poornima Swarna (Cognizant)" userId="36824357-ffbd-40a5-b000-b82d0f7dca89" providerId="ADAL" clId="{BB20CA10-5FC3-4CCD-8518-89B0931CAB48}" dt="2025-12-08T07:24:25.498" v="2898" actId="20577"/>
          <ac:spMkLst>
            <pc:docMk/>
            <pc:sldMk cId="2708984478" sldId="2147479311"/>
            <ac:spMk id="2" creationId="{7481DDBC-8979-EE00-73CC-567DE5CE9922}"/>
          </ac:spMkLst>
        </pc:spChg>
        <pc:spChg chg="add mod">
          <ac:chgData name="Mohan, Poornima Swarna (Cognizant)" userId="36824357-ffbd-40a5-b000-b82d0f7dca89" providerId="ADAL" clId="{BB20CA10-5FC3-4CCD-8518-89B0931CAB48}" dt="2025-12-08T07:34:29.469" v="2999" actId="14100"/>
          <ac:spMkLst>
            <pc:docMk/>
            <pc:sldMk cId="2708984478" sldId="2147479311"/>
            <ac:spMk id="8" creationId="{2EA5FD38-7B9F-B910-2915-E64814986EA9}"/>
          </ac:spMkLst>
        </pc:spChg>
        <pc:picChg chg="add mod">
          <ac:chgData name="Mohan, Poornima Swarna (Cognizant)" userId="36824357-ffbd-40a5-b000-b82d0f7dca89" providerId="ADAL" clId="{BB20CA10-5FC3-4CCD-8518-89B0931CAB48}" dt="2025-12-08T07:34:26.679" v="2998" actId="14100"/>
          <ac:picMkLst>
            <pc:docMk/>
            <pc:sldMk cId="2708984478" sldId="2147479311"/>
            <ac:picMk id="3" creationId="{F1562A50-4C45-D764-D0B5-A42639C47362}"/>
          </ac:picMkLst>
        </pc:picChg>
      </pc:sldChg>
      <pc:sldChg chg="addSp delSp modSp add mod ord">
        <pc:chgData name="Mohan, Poornima Swarna (Cognizant)" userId="36824357-ffbd-40a5-b000-b82d0f7dca89" providerId="ADAL" clId="{BB20CA10-5FC3-4CCD-8518-89B0931CAB48}" dt="2025-12-08T07:25:24.355" v="2920" actId="2711"/>
        <pc:sldMkLst>
          <pc:docMk/>
          <pc:sldMk cId="2900702125" sldId="2147479312"/>
        </pc:sldMkLst>
        <pc:spChg chg="mod">
          <ac:chgData name="Mohan, Poornima Swarna (Cognizant)" userId="36824357-ffbd-40a5-b000-b82d0f7dca89" providerId="ADAL" clId="{BB20CA10-5FC3-4CCD-8518-89B0931CAB48}" dt="2025-12-08T07:24:50.074" v="2917" actId="20577"/>
          <ac:spMkLst>
            <pc:docMk/>
            <pc:sldMk cId="2900702125" sldId="2147479312"/>
            <ac:spMk id="2" creationId="{E70360FB-F1D9-9DC8-FC8B-44A13CE711AF}"/>
          </ac:spMkLst>
        </pc:spChg>
        <pc:graphicFrameChg chg="add mod">
          <ac:chgData name="Mohan, Poornima Swarna (Cognizant)" userId="36824357-ffbd-40a5-b000-b82d0f7dca89" providerId="ADAL" clId="{BB20CA10-5FC3-4CCD-8518-89B0931CAB48}" dt="2025-12-08T07:25:24.355" v="2920" actId="2711"/>
          <ac:graphicFrameMkLst>
            <pc:docMk/>
            <pc:sldMk cId="2900702125" sldId="2147479312"/>
            <ac:graphicFrameMk id="3" creationId="{6611978C-3C9E-451A-7A5B-298C5042EA7C}"/>
          </ac:graphicFrameMkLst>
        </pc:graphicFrameChg>
      </pc:sldChg>
      <pc:sldChg chg="addSp delSp modSp add mod">
        <pc:chgData name="Mohan, Poornima Swarna (Cognizant)" userId="36824357-ffbd-40a5-b000-b82d0f7dca89" providerId="ADAL" clId="{BB20CA10-5FC3-4CCD-8518-89B0931CAB48}" dt="2025-12-08T07:27:50.481" v="2957" actId="20577"/>
        <pc:sldMkLst>
          <pc:docMk/>
          <pc:sldMk cId="3146682377" sldId="2147479313"/>
        </pc:sldMkLst>
        <pc:spChg chg="mod">
          <ac:chgData name="Mohan, Poornima Swarna (Cognizant)" userId="36824357-ffbd-40a5-b000-b82d0f7dca89" providerId="ADAL" clId="{BB20CA10-5FC3-4CCD-8518-89B0931CAB48}" dt="2025-12-08T07:27:05.484" v="2947" actId="20577"/>
          <ac:spMkLst>
            <pc:docMk/>
            <pc:sldMk cId="3146682377" sldId="2147479313"/>
            <ac:spMk id="2" creationId="{E9BE8578-E5C7-7987-F3A3-3310FC6E7BD4}"/>
          </ac:spMkLst>
        </pc:spChg>
        <pc:spChg chg="add mod">
          <ac:chgData name="Mohan, Poornima Swarna (Cognizant)" userId="36824357-ffbd-40a5-b000-b82d0f7dca89" providerId="ADAL" clId="{BB20CA10-5FC3-4CCD-8518-89B0931CAB48}" dt="2025-12-08T07:27:50.481" v="2957" actId="20577"/>
          <ac:spMkLst>
            <pc:docMk/>
            <pc:sldMk cId="3146682377" sldId="2147479313"/>
            <ac:spMk id="7" creationId="{B8952493-8745-36D0-BE9F-B265C54240F0}"/>
          </ac:spMkLst>
        </pc:spChg>
        <pc:graphicFrameChg chg="add mod">
          <ac:chgData name="Mohan, Poornima Swarna (Cognizant)" userId="36824357-ffbd-40a5-b000-b82d0f7dca89" providerId="ADAL" clId="{BB20CA10-5FC3-4CCD-8518-89B0931CAB48}" dt="2025-12-08T07:27:26.821" v="2952" actId="2711"/>
          <ac:graphicFrameMkLst>
            <pc:docMk/>
            <pc:sldMk cId="3146682377" sldId="2147479313"/>
            <ac:graphicFrameMk id="8" creationId="{60F716B7-E325-38D1-3D3B-3F6EA0BF0A73}"/>
          </ac:graphicFrameMkLst>
        </pc:graphicFrameChg>
      </pc:sldChg>
      <pc:sldChg chg="addSp delSp modSp add mod ord">
        <pc:chgData name="Mohan, Poornima Swarna (Cognizant)" userId="36824357-ffbd-40a5-b000-b82d0f7dca89" providerId="ADAL" clId="{BB20CA10-5FC3-4CCD-8518-89B0931CAB48}" dt="2025-12-08T07:30:46.550" v="2985"/>
        <pc:sldMkLst>
          <pc:docMk/>
          <pc:sldMk cId="1256980492" sldId="2147479314"/>
        </pc:sldMkLst>
        <pc:spChg chg="mod">
          <ac:chgData name="Mohan, Poornima Swarna (Cognizant)" userId="36824357-ffbd-40a5-b000-b82d0f7dca89" providerId="ADAL" clId="{BB20CA10-5FC3-4CCD-8518-89B0931CAB48}" dt="2025-12-08T07:28:24.144" v="2966" actId="20577"/>
          <ac:spMkLst>
            <pc:docMk/>
            <pc:sldMk cId="1256980492" sldId="2147479314"/>
            <ac:spMk id="2" creationId="{DB6057C4-6C2E-DD34-7266-4C2E8F196F65}"/>
          </ac:spMkLst>
        </pc:spChg>
        <pc:spChg chg="mod">
          <ac:chgData name="Mohan, Poornima Swarna (Cognizant)" userId="36824357-ffbd-40a5-b000-b82d0f7dca89" providerId="ADAL" clId="{BB20CA10-5FC3-4CCD-8518-89B0931CAB48}" dt="2025-12-08T07:28:58.993" v="2976" actId="20577"/>
          <ac:spMkLst>
            <pc:docMk/>
            <pc:sldMk cId="1256980492" sldId="2147479314"/>
            <ac:spMk id="7" creationId="{9591B105-32E3-2E5C-3018-D5354FBB79EA}"/>
          </ac:spMkLst>
        </pc:spChg>
        <pc:graphicFrameChg chg="add mod modGraphic">
          <ac:chgData name="Mohan, Poornima Swarna (Cognizant)" userId="36824357-ffbd-40a5-b000-b82d0f7dca89" providerId="ADAL" clId="{BB20CA10-5FC3-4CCD-8518-89B0931CAB48}" dt="2025-12-08T07:30:46.550" v="2985"/>
          <ac:graphicFrameMkLst>
            <pc:docMk/>
            <pc:sldMk cId="1256980492" sldId="2147479314"/>
            <ac:graphicFrameMk id="9" creationId="{427EDF0C-D565-60E0-9003-DC7295A2BAFE}"/>
          </ac:graphicFrameMkLst>
        </pc:graphicFrameChg>
      </pc:sldChg>
      <pc:sldChg chg="addSp delSp modSp add mod ord">
        <pc:chgData name="Mohan, Poornima Swarna (Cognizant)" userId="36824357-ffbd-40a5-b000-b82d0f7dca89" providerId="ADAL" clId="{BB20CA10-5FC3-4CCD-8518-89B0931CAB48}" dt="2025-12-08T07:39:28.774" v="3048" actId="2711"/>
        <pc:sldMkLst>
          <pc:docMk/>
          <pc:sldMk cId="1115818222" sldId="2147479315"/>
        </pc:sldMkLst>
        <pc:spChg chg="mod">
          <ac:chgData name="Mohan, Poornima Swarna (Cognizant)" userId="36824357-ffbd-40a5-b000-b82d0f7dca89" providerId="ADAL" clId="{BB20CA10-5FC3-4CCD-8518-89B0931CAB48}" dt="2025-12-08T07:39:22.200" v="3046" actId="20577"/>
          <ac:spMkLst>
            <pc:docMk/>
            <pc:sldMk cId="1115818222" sldId="2147479315"/>
            <ac:spMk id="2" creationId="{B58D2B5F-3980-55CF-E6D1-2C1CDAA15BE2}"/>
          </ac:spMkLst>
        </pc:spChg>
        <pc:spChg chg="add mod">
          <ac:chgData name="Mohan, Poornima Swarna (Cognizant)" userId="36824357-ffbd-40a5-b000-b82d0f7dca89" providerId="ADAL" clId="{BB20CA10-5FC3-4CCD-8518-89B0931CAB48}" dt="2025-12-08T07:39:28.774" v="3048" actId="2711"/>
          <ac:spMkLst>
            <pc:docMk/>
            <pc:sldMk cId="1115818222" sldId="2147479315"/>
            <ac:spMk id="10" creationId="{4210D3AB-62B2-3AE8-5204-3BBF75B61752}"/>
          </ac:spMkLst>
        </pc:spChg>
      </pc:sldChg>
      <pc:sldChg chg="add ord">
        <pc:chgData name="Mohan, Poornima Swarna (Cognizant)" userId="36824357-ffbd-40a5-b000-b82d0f7dca89" providerId="ADAL" clId="{BB20CA10-5FC3-4CCD-8518-89B0931CAB48}" dt="2025-12-08T07:39:08.374" v="3026"/>
        <pc:sldMkLst>
          <pc:docMk/>
          <pc:sldMk cId="3356060665" sldId="2147479316"/>
        </pc:sldMkLst>
      </pc:sldChg>
      <pc:sldChg chg="addSp delSp modSp add mod">
        <pc:chgData name="Mohan, Poornima Swarna (Cognizant)" userId="36824357-ffbd-40a5-b000-b82d0f7dca89" providerId="ADAL" clId="{BB20CA10-5FC3-4CCD-8518-89B0931CAB48}" dt="2025-12-08T07:40:03.851" v="3055" actId="255"/>
        <pc:sldMkLst>
          <pc:docMk/>
          <pc:sldMk cId="123595404" sldId="2147479317"/>
        </pc:sldMkLst>
        <pc:spChg chg="add mod">
          <ac:chgData name="Mohan, Poornima Swarna (Cognizant)" userId="36824357-ffbd-40a5-b000-b82d0f7dca89" providerId="ADAL" clId="{BB20CA10-5FC3-4CCD-8518-89B0931CAB48}" dt="2025-12-08T07:40:03.851" v="3055" actId="255"/>
          <ac:spMkLst>
            <pc:docMk/>
            <pc:sldMk cId="123595404" sldId="2147479317"/>
            <ac:spMk id="3" creationId="{0D98385A-5953-5106-9B61-E851F503AA05}"/>
          </ac:spMkLst>
        </pc:spChg>
      </pc:sldChg>
      <pc:sldChg chg="add del">
        <pc:chgData name="Mohan, Poornima Swarna (Cognizant)" userId="36824357-ffbd-40a5-b000-b82d0f7dca89" providerId="ADAL" clId="{BB20CA10-5FC3-4CCD-8518-89B0931CAB48}" dt="2025-12-08T07:37:54.634" v="3024"/>
        <pc:sldMkLst>
          <pc:docMk/>
          <pc:sldMk cId="3026426464" sldId="2147479317"/>
        </pc:sldMkLst>
      </pc:sldChg>
      <pc:sldChg chg="add del">
        <pc:chgData name="Mohan, Poornima Swarna (Cognizant)" userId="36824357-ffbd-40a5-b000-b82d0f7dca89" providerId="ADAL" clId="{BB20CA10-5FC3-4CCD-8518-89B0931CAB48}" dt="2025-12-08T07:39:51.852" v="3052"/>
        <pc:sldMkLst>
          <pc:docMk/>
          <pc:sldMk cId="757051899" sldId="2147479318"/>
        </pc:sldMkLst>
      </pc:sldChg>
      <pc:sldChg chg="addSp delSp modSp new del mod">
        <pc:chgData name="Mohan, Poornima Swarna (Cognizant)" userId="36824357-ffbd-40a5-b000-b82d0f7dca89" providerId="ADAL" clId="{BB20CA10-5FC3-4CCD-8518-89B0931CAB48}" dt="2025-12-12T05:52:54.640" v="3297" actId="47"/>
        <pc:sldMkLst>
          <pc:docMk/>
          <pc:sldMk cId="4097692823" sldId="2147479318"/>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5.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ata6.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ata8.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ata11.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hyperlink" Target="https://www.geeksforgeeks.org/software-engineering/software-development-life-cycle-sdlc/" TargetMode="External"/><Relationship Id="rId1" Type="http://schemas.openxmlformats.org/officeDocument/2006/relationships/hyperlink" Target="https://www.geeksforgeeks.org/software-testing/software-testing-basics/" TargetMode="External"/><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diagrams/_rels/data1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svg"/><Relationship Id="rId1" Type="http://schemas.openxmlformats.org/officeDocument/2006/relationships/image" Target="../media/image54.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diagrams/_rels/data1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svg"/><Relationship Id="rId1" Type="http://schemas.openxmlformats.org/officeDocument/2006/relationships/image" Target="../media/image61.png"/><Relationship Id="rId4" Type="http://schemas.openxmlformats.org/officeDocument/2006/relationships/image" Target="../media/image6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rawing6.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rawing8.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rawing11.xml.rels><?xml version="1.0" encoding="UTF-8" standalone="yes"?>
<Relationships xmlns="http://schemas.openxmlformats.org/package/2006/relationships"><Relationship Id="rId8" Type="http://schemas.openxmlformats.org/officeDocument/2006/relationships/hyperlink" Target="https://www.geeksforgeeks.org/software-engineering/software-development-life-cycle-sdlc/" TargetMode="External"/><Relationship Id="rId3" Type="http://schemas.openxmlformats.org/officeDocument/2006/relationships/hyperlink" Target="https://www.geeksforgeeks.org/software-testing/software-testing-basics/" TargetMode="External"/><Relationship Id="rId7" Type="http://schemas.openxmlformats.org/officeDocument/2006/relationships/image" Target="../media/image55.sv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4.png"/><Relationship Id="rId5" Type="http://schemas.openxmlformats.org/officeDocument/2006/relationships/image" Target="../media/image53.svg"/><Relationship Id="rId4" Type="http://schemas.openxmlformats.org/officeDocument/2006/relationships/image" Target="../media/image52.png"/></Relationships>
</file>

<file path=ppt/diagrams/_rels/drawing1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svg"/><Relationship Id="rId1" Type="http://schemas.openxmlformats.org/officeDocument/2006/relationships/image" Target="../media/image54.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svg"/><Relationship Id="rId1" Type="http://schemas.openxmlformats.org/officeDocument/2006/relationships/image" Target="../media/image61.png"/><Relationship Id="rId4" Type="http://schemas.openxmlformats.org/officeDocument/2006/relationships/image" Target="../media/image6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9AB3D3-2AD1-489F-ACB0-B098E7417C1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FCCACDB-F9D1-484D-A1F6-2ED4BAE2A3CF}">
      <dgm:prSet/>
      <dgm:spPr/>
      <dgm:t>
        <a:bodyPr/>
        <a:lstStyle/>
        <a:p>
          <a:pPr>
            <a:lnSpc>
              <a:spcPct val="100000"/>
            </a:lnSpc>
          </a:pPr>
          <a:r>
            <a:rPr lang="en-US" dirty="0">
              <a:latin typeface="Comic Sans MS" panose="030F0702030302020204" pitchFamily="66" charset="0"/>
            </a:rPr>
            <a:t>The </a:t>
          </a:r>
          <a:r>
            <a:rPr lang="en-US" b="1" dirty="0">
              <a:latin typeface="Comic Sans MS" panose="030F0702030302020204" pitchFamily="66" charset="0"/>
            </a:rPr>
            <a:t>Software Testing Life Cycle (STLC)</a:t>
          </a:r>
          <a:r>
            <a:rPr lang="en-US" dirty="0">
              <a:latin typeface="Comic Sans MS" panose="030F0702030302020204" pitchFamily="66" charset="0"/>
            </a:rPr>
            <a:t> is a process that verifies whether the Software Quality meets the expectations or not.</a:t>
          </a:r>
        </a:p>
      </dgm:t>
    </dgm:pt>
    <dgm:pt modelId="{2B842B16-8510-400E-9FFC-9F5E22D23143}" type="parTrans" cxnId="{3442A73C-1664-4515-A820-8711E807D9F9}">
      <dgm:prSet/>
      <dgm:spPr/>
      <dgm:t>
        <a:bodyPr/>
        <a:lstStyle/>
        <a:p>
          <a:endParaRPr lang="en-US">
            <a:latin typeface="Comic Sans MS" panose="030F0702030302020204" pitchFamily="66" charset="0"/>
          </a:endParaRPr>
        </a:p>
      </dgm:t>
    </dgm:pt>
    <dgm:pt modelId="{025F716F-DC7F-45C0-AD1A-DFA07743AC51}" type="sibTrans" cxnId="{3442A73C-1664-4515-A820-8711E807D9F9}">
      <dgm:prSet/>
      <dgm:spPr/>
      <dgm:t>
        <a:bodyPr/>
        <a:lstStyle/>
        <a:p>
          <a:endParaRPr lang="en-US">
            <a:latin typeface="Comic Sans MS" panose="030F0702030302020204" pitchFamily="66" charset="0"/>
          </a:endParaRPr>
        </a:p>
      </dgm:t>
    </dgm:pt>
    <dgm:pt modelId="{B6E53890-3B82-492C-AB3F-AB4EB5A6EB85}">
      <dgm:prSet/>
      <dgm:spPr/>
      <dgm:t>
        <a:bodyPr/>
        <a:lstStyle/>
        <a:p>
          <a:pPr>
            <a:lnSpc>
              <a:spcPct val="100000"/>
            </a:lnSpc>
          </a:pPr>
          <a:r>
            <a:rPr lang="en-US">
              <a:latin typeface="Comic Sans MS" panose="030F0702030302020204" pitchFamily="66" charset="0"/>
            </a:rPr>
            <a:t>STLC is a sequence of Phases which are followed by the software testers as a part of software testing process.</a:t>
          </a:r>
        </a:p>
      </dgm:t>
    </dgm:pt>
    <dgm:pt modelId="{26237AD3-CE24-497A-97FE-864A498FCFE0}" type="parTrans" cxnId="{05B20986-6DB2-49F9-9BDC-343759507164}">
      <dgm:prSet/>
      <dgm:spPr/>
      <dgm:t>
        <a:bodyPr/>
        <a:lstStyle/>
        <a:p>
          <a:endParaRPr lang="en-US">
            <a:latin typeface="Comic Sans MS" panose="030F0702030302020204" pitchFamily="66" charset="0"/>
          </a:endParaRPr>
        </a:p>
      </dgm:t>
    </dgm:pt>
    <dgm:pt modelId="{FC7A432C-DC66-42FA-A1ED-35E12E8325AA}" type="sibTrans" cxnId="{05B20986-6DB2-49F9-9BDC-343759507164}">
      <dgm:prSet/>
      <dgm:spPr/>
      <dgm:t>
        <a:bodyPr/>
        <a:lstStyle/>
        <a:p>
          <a:endParaRPr lang="en-US">
            <a:latin typeface="Comic Sans MS" panose="030F0702030302020204" pitchFamily="66" charset="0"/>
          </a:endParaRPr>
        </a:p>
      </dgm:t>
    </dgm:pt>
    <dgm:pt modelId="{AE727335-B872-4281-A00F-666702EF13EB}">
      <dgm:prSet/>
      <dgm:spPr/>
      <dgm:t>
        <a:bodyPr/>
        <a:lstStyle/>
        <a:p>
          <a:pPr>
            <a:lnSpc>
              <a:spcPct val="100000"/>
            </a:lnSpc>
          </a:pPr>
          <a:r>
            <a:rPr lang="en-US">
              <a:latin typeface="Comic Sans MS" panose="030F0702030302020204" pitchFamily="66" charset="0"/>
            </a:rPr>
            <a:t>STLC is part of SDLC.</a:t>
          </a:r>
        </a:p>
      </dgm:t>
    </dgm:pt>
    <dgm:pt modelId="{C93F2D5F-979D-4E5A-BD66-E3C9517A644B}" type="parTrans" cxnId="{C35D88A5-690F-4AE1-ABC7-FE73BE7FD4D5}">
      <dgm:prSet/>
      <dgm:spPr/>
      <dgm:t>
        <a:bodyPr/>
        <a:lstStyle/>
        <a:p>
          <a:endParaRPr lang="en-US">
            <a:latin typeface="Comic Sans MS" panose="030F0702030302020204" pitchFamily="66" charset="0"/>
          </a:endParaRPr>
        </a:p>
      </dgm:t>
    </dgm:pt>
    <dgm:pt modelId="{1EEBB7B0-7C8A-4734-972E-05A772758F61}" type="sibTrans" cxnId="{C35D88A5-690F-4AE1-ABC7-FE73BE7FD4D5}">
      <dgm:prSet/>
      <dgm:spPr/>
      <dgm:t>
        <a:bodyPr/>
        <a:lstStyle/>
        <a:p>
          <a:endParaRPr lang="en-US">
            <a:latin typeface="Comic Sans MS" panose="030F0702030302020204" pitchFamily="66" charset="0"/>
          </a:endParaRPr>
        </a:p>
      </dgm:t>
    </dgm:pt>
    <dgm:pt modelId="{D6A207C9-1149-4AD4-A10F-C1BAC1B6CAEA}" type="pres">
      <dgm:prSet presAssocID="{DA9AB3D3-2AD1-489F-ACB0-B098E7417C18}" presName="root" presStyleCnt="0">
        <dgm:presLayoutVars>
          <dgm:dir/>
          <dgm:resizeHandles val="exact"/>
        </dgm:presLayoutVars>
      </dgm:prSet>
      <dgm:spPr/>
    </dgm:pt>
    <dgm:pt modelId="{34E9AD57-A5D3-4C9A-98B8-A1E14FED668E}" type="pres">
      <dgm:prSet presAssocID="{5FCCACDB-F9D1-484D-A1F6-2ED4BAE2A3CF}" presName="compNode" presStyleCnt="0"/>
      <dgm:spPr/>
    </dgm:pt>
    <dgm:pt modelId="{7ED10E4F-1CC2-49E4-8436-26DDB1D8D9A4}" type="pres">
      <dgm:prSet presAssocID="{5FCCACDB-F9D1-484D-A1F6-2ED4BAE2A3CF}" presName="bgRect" presStyleLbl="bgShp" presStyleIdx="0" presStyleCnt="3"/>
      <dgm:spPr/>
    </dgm:pt>
    <dgm:pt modelId="{FE8C5D2A-F31C-4BC3-A097-A886AD1B85A8}" type="pres">
      <dgm:prSet presAssocID="{5FCCACDB-F9D1-484D-A1F6-2ED4BAE2A3C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9C6A20A0-DB46-4DB8-8B18-9A11B0F709CC}" type="pres">
      <dgm:prSet presAssocID="{5FCCACDB-F9D1-484D-A1F6-2ED4BAE2A3CF}" presName="spaceRect" presStyleCnt="0"/>
      <dgm:spPr/>
    </dgm:pt>
    <dgm:pt modelId="{992C73E0-54A8-456A-B7A1-8BA9E04AD47A}" type="pres">
      <dgm:prSet presAssocID="{5FCCACDB-F9D1-484D-A1F6-2ED4BAE2A3CF}" presName="parTx" presStyleLbl="revTx" presStyleIdx="0" presStyleCnt="3">
        <dgm:presLayoutVars>
          <dgm:chMax val="0"/>
          <dgm:chPref val="0"/>
        </dgm:presLayoutVars>
      </dgm:prSet>
      <dgm:spPr/>
    </dgm:pt>
    <dgm:pt modelId="{1DD5419B-96C6-42FB-8306-3C14B261104F}" type="pres">
      <dgm:prSet presAssocID="{025F716F-DC7F-45C0-AD1A-DFA07743AC51}" presName="sibTrans" presStyleCnt="0"/>
      <dgm:spPr/>
    </dgm:pt>
    <dgm:pt modelId="{AC271BEB-8F99-4BD0-9C4A-6CB3BB462079}" type="pres">
      <dgm:prSet presAssocID="{B6E53890-3B82-492C-AB3F-AB4EB5A6EB85}" presName="compNode" presStyleCnt="0"/>
      <dgm:spPr/>
    </dgm:pt>
    <dgm:pt modelId="{4F1FAE9C-DD7F-4B34-9F48-E0585C22B3BE}" type="pres">
      <dgm:prSet presAssocID="{B6E53890-3B82-492C-AB3F-AB4EB5A6EB85}" presName="bgRect" presStyleLbl="bgShp" presStyleIdx="1" presStyleCnt="3"/>
      <dgm:spPr/>
    </dgm:pt>
    <dgm:pt modelId="{414C227D-A04E-417C-BA3F-43827B97E7FB}" type="pres">
      <dgm:prSet presAssocID="{B6E53890-3B82-492C-AB3F-AB4EB5A6EB8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est tubes"/>
        </a:ext>
      </dgm:extLst>
    </dgm:pt>
    <dgm:pt modelId="{1EAC4243-EBEB-4961-93CD-5B234D7CAEA8}" type="pres">
      <dgm:prSet presAssocID="{B6E53890-3B82-492C-AB3F-AB4EB5A6EB85}" presName="spaceRect" presStyleCnt="0"/>
      <dgm:spPr/>
    </dgm:pt>
    <dgm:pt modelId="{9CB62574-2798-40BE-B174-847D0B0B949B}" type="pres">
      <dgm:prSet presAssocID="{B6E53890-3B82-492C-AB3F-AB4EB5A6EB85}" presName="parTx" presStyleLbl="revTx" presStyleIdx="1" presStyleCnt="3">
        <dgm:presLayoutVars>
          <dgm:chMax val="0"/>
          <dgm:chPref val="0"/>
        </dgm:presLayoutVars>
      </dgm:prSet>
      <dgm:spPr/>
    </dgm:pt>
    <dgm:pt modelId="{8C942022-EB75-40B2-9104-80FCDE9A8AD8}" type="pres">
      <dgm:prSet presAssocID="{FC7A432C-DC66-42FA-A1ED-35E12E8325AA}" presName="sibTrans" presStyleCnt="0"/>
      <dgm:spPr/>
    </dgm:pt>
    <dgm:pt modelId="{69087760-1892-451D-8DCC-829FBB00AB07}" type="pres">
      <dgm:prSet presAssocID="{AE727335-B872-4281-A00F-666702EF13EB}" presName="compNode" presStyleCnt="0"/>
      <dgm:spPr/>
    </dgm:pt>
    <dgm:pt modelId="{2EFD1120-4886-4A89-ABE5-0D3AF41B3666}" type="pres">
      <dgm:prSet presAssocID="{AE727335-B872-4281-A00F-666702EF13EB}" presName="bgRect" presStyleLbl="bgShp" presStyleIdx="2" presStyleCnt="3"/>
      <dgm:spPr/>
    </dgm:pt>
    <dgm:pt modelId="{190E4CAE-5228-490B-A22A-B4AF62838CD5}" type="pres">
      <dgm:prSet presAssocID="{AE727335-B872-4281-A00F-666702EF13E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adioactive Sign"/>
        </a:ext>
      </dgm:extLst>
    </dgm:pt>
    <dgm:pt modelId="{35C2A27F-04F7-4812-9178-ED0E49E664F6}" type="pres">
      <dgm:prSet presAssocID="{AE727335-B872-4281-A00F-666702EF13EB}" presName="spaceRect" presStyleCnt="0"/>
      <dgm:spPr/>
    </dgm:pt>
    <dgm:pt modelId="{F924DAD5-3E38-4596-880F-07F27CB543C7}" type="pres">
      <dgm:prSet presAssocID="{AE727335-B872-4281-A00F-666702EF13EB}" presName="parTx" presStyleLbl="revTx" presStyleIdx="2" presStyleCnt="3">
        <dgm:presLayoutVars>
          <dgm:chMax val="0"/>
          <dgm:chPref val="0"/>
        </dgm:presLayoutVars>
      </dgm:prSet>
      <dgm:spPr/>
    </dgm:pt>
  </dgm:ptLst>
  <dgm:cxnLst>
    <dgm:cxn modelId="{3442A73C-1664-4515-A820-8711E807D9F9}" srcId="{DA9AB3D3-2AD1-489F-ACB0-B098E7417C18}" destId="{5FCCACDB-F9D1-484D-A1F6-2ED4BAE2A3CF}" srcOrd="0" destOrd="0" parTransId="{2B842B16-8510-400E-9FFC-9F5E22D23143}" sibTransId="{025F716F-DC7F-45C0-AD1A-DFA07743AC51}"/>
    <dgm:cxn modelId="{D59D4574-4E8E-45F1-A984-057C86913F4F}" type="presOf" srcId="{5FCCACDB-F9D1-484D-A1F6-2ED4BAE2A3CF}" destId="{992C73E0-54A8-456A-B7A1-8BA9E04AD47A}" srcOrd="0" destOrd="0" presId="urn:microsoft.com/office/officeart/2018/2/layout/IconVerticalSolidList"/>
    <dgm:cxn modelId="{05B20986-6DB2-49F9-9BDC-343759507164}" srcId="{DA9AB3D3-2AD1-489F-ACB0-B098E7417C18}" destId="{B6E53890-3B82-492C-AB3F-AB4EB5A6EB85}" srcOrd="1" destOrd="0" parTransId="{26237AD3-CE24-497A-97FE-864A498FCFE0}" sibTransId="{FC7A432C-DC66-42FA-A1ED-35E12E8325AA}"/>
    <dgm:cxn modelId="{C35D88A5-690F-4AE1-ABC7-FE73BE7FD4D5}" srcId="{DA9AB3D3-2AD1-489F-ACB0-B098E7417C18}" destId="{AE727335-B872-4281-A00F-666702EF13EB}" srcOrd="2" destOrd="0" parTransId="{C93F2D5F-979D-4E5A-BD66-E3C9517A644B}" sibTransId="{1EEBB7B0-7C8A-4734-972E-05A772758F61}"/>
    <dgm:cxn modelId="{421E4AAC-1EF7-4B50-85D3-2536BE5C5E1F}" type="presOf" srcId="{DA9AB3D3-2AD1-489F-ACB0-B098E7417C18}" destId="{D6A207C9-1149-4AD4-A10F-C1BAC1B6CAEA}" srcOrd="0" destOrd="0" presId="urn:microsoft.com/office/officeart/2018/2/layout/IconVerticalSolidList"/>
    <dgm:cxn modelId="{02BFDFEF-0284-452A-ACF5-932E903CB0EB}" type="presOf" srcId="{B6E53890-3B82-492C-AB3F-AB4EB5A6EB85}" destId="{9CB62574-2798-40BE-B174-847D0B0B949B}" srcOrd="0" destOrd="0" presId="urn:microsoft.com/office/officeart/2018/2/layout/IconVerticalSolidList"/>
    <dgm:cxn modelId="{90FE9CF6-6C92-4053-8BFF-98AA82C3BFD5}" type="presOf" srcId="{AE727335-B872-4281-A00F-666702EF13EB}" destId="{F924DAD5-3E38-4596-880F-07F27CB543C7}" srcOrd="0" destOrd="0" presId="urn:microsoft.com/office/officeart/2018/2/layout/IconVerticalSolidList"/>
    <dgm:cxn modelId="{718C6965-D5B1-41B2-9712-83456963BFCA}" type="presParOf" srcId="{D6A207C9-1149-4AD4-A10F-C1BAC1B6CAEA}" destId="{34E9AD57-A5D3-4C9A-98B8-A1E14FED668E}" srcOrd="0" destOrd="0" presId="urn:microsoft.com/office/officeart/2018/2/layout/IconVerticalSolidList"/>
    <dgm:cxn modelId="{40B9F554-A434-4D08-B26B-475A9468E3B4}" type="presParOf" srcId="{34E9AD57-A5D3-4C9A-98B8-A1E14FED668E}" destId="{7ED10E4F-1CC2-49E4-8436-26DDB1D8D9A4}" srcOrd="0" destOrd="0" presId="urn:microsoft.com/office/officeart/2018/2/layout/IconVerticalSolidList"/>
    <dgm:cxn modelId="{D7C283E6-3315-49B9-BE16-7BB4643BE4E8}" type="presParOf" srcId="{34E9AD57-A5D3-4C9A-98B8-A1E14FED668E}" destId="{FE8C5D2A-F31C-4BC3-A097-A886AD1B85A8}" srcOrd="1" destOrd="0" presId="urn:microsoft.com/office/officeart/2018/2/layout/IconVerticalSolidList"/>
    <dgm:cxn modelId="{B7D621FC-FB38-4194-8101-0783625EFED1}" type="presParOf" srcId="{34E9AD57-A5D3-4C9A-98B8-A1E14FED668E}" destId="{9C6A20A0-DB46-4DB8-8B18-9A11B0F709CC}" srcOrd="2" destOrd="0" presId="urn:microsoft.com/office/officeart/2018/2/layout/IconVerticalSolidList"/>
    <dgm:cxn modelId="{857E51F9-B580-4962-85BD-BB487988353E}" type="presParOf" srcId="{34E9AD57-A5D3-4C9A-98B8-A1E14FED668E}" destId="{992C73E0-54A8-456A-B7A1-8BA9E04AD47A}" srcOrd="3" destOrd="0" presId="urn:microsoft.com/office/officeart/2018/2/layout/IconVerticalSolidList"/>
    <dgm:cxn modelId="{BD626DE3-6197-4E5B-BE4F-848F93A3EC91}" type="presParOf" srcId="{D6A207C9-1149-4AD4-A10F-C1BAC1B6CAEA}" destId="{1DD5419B-96C6-42FB-8306-3C14B261104F}" srcOrd="1" destOrd="0" presId="urn:microsoft.com/office/officeart/2018/2/layout/IconVerticalSolidList"/>
    <dgm:cxn modelId="{40B97FE1-A7BD-41D5-8C98-4C3A67EA7641}" type="presParOf" srcId="{D6A207C9-1149-4AD4-A10F-C1BAC1B6CAEA}" destId="{AC271BEB-8F99-4BD0-9C4A-6CB3BB462079}" srcOrd="2" destOrd="0" presId="urn:microsoft.com/office/officeart/2018/2/layout/IconVerticalSolidList"/>
    <dgm:cxn modelId="{B809C266-FF1C-4FC9-A25C-44BC337897EA}" type="presParOf" srcId="{AC271BEB-8F99-4BD0-9C4A-6CB3BB462079}" destId="{4F1FAE9C-DD7F-4B34-9F48-E0585C22B3BE}" srcOrd="0" destOrd="0" presId="urn:microsoft.com/office/officeart/2018/2/layout/IconVerticalSolidList"/>
    <dgm:cxn modelId="{BA14EE50-F13D-4F0A-837C-A8AA2EB92F23}" type="presParOf" srcId="{AC271BEB-8F99-4BD0-9C4A-6CB3BB462079}" destId="{414C227D-A04E-417C-BA3F-43827B97E7FB}" srcOrd="1" destOrd="0" presId="urn:microsoft.com/office/officeart/2018/2/layout/IconVerticalSolidList"/>
    <dgm:cxn modelId="{585138D6-4A65-47A0-B4F9-BA0E07A50B21}" type="presParOf" srcId="{AC271BEB-8F99-4BD0-9C4A-6CB3BB462079}" destId="{1EAC4243-EBEB-4961-93CD-5B234D7CAEA8}" srcOrd="2" destOrd="0" presId="urn:microsoft.com/office/officeart/2018/2/layout/IconVerticalSolidList"/>
    <dgm:cxn modelId="{91E765D5-970D-48C1-AE2A-48099FA88D6A}" type="presParOf" srcId="{AC271BEB-8F99-4BD0-9C4A-6CB3BB462079}" destId="{9CB62574-2798-40BE-B174-847D0B0B949B}" srcOrd="3" destOrd="0" presId="urn:microsoft.com/office/officeart/2018/2/layout/IconVerticalSolidList"/>
    <dgm:cxn modelId="{9DCA07BF-D70E-4675-80FD-396B664687A7}" type="presParOf" srcId="{D6A207C9-1149-4AD4-A10F-C1BAC1B6CAEA}" destId="{8C942022-EB75-40B2-9104-80FCDE9A8AD8}" srcOrd="3" destOrd="0" presId="urn:microsoft.com/office/officeart/2018/2/layout/IconVerticalSolidList"/>
    <dgm:cxn modelId="{6FCB1B29-9F37-456D-9AA7-310CF9704792}" type="presParOf" srcId="{D6A207C9-1149-4AD4-A10F-C1BAC1B6CAEA}" destId="{69087760-1892-451D-8DCC-829FBB00AB07}" srcOrd="4" destOrd="0" presId="urn:microsoft.com/office/officeart/2018/2/layout/IconVerticalSolidList"/>
    <dgm:cxn modelId="{C1B891F6-2364-4F5D-9923-29D393F2EEE2}" type="presParOf" srcId="{69087760-1892-451D-8DCC-829FBB00AB07}" destId="{2EFD1120-4886-4A89-ABE5-0D3AF41B3666}" srcOrd="0" destOrd="0" presId="urn:microsoft.com/office/officeart/2018/2/layout/IconVerticalSolidList"/>
    <dgm:cxn modelId="{789D3AE8-C0B7-4980-B331-A6C4AA1A960F}" type="presParOf" srcId="{69087760-1892-451D-8DCC-829FBB00AB07}" destId="{190E4CAE-5228-490B-A22A-B4AF62838CD5}" srcOrd="1" destOrd="0" presId="urn:microsoft.com/office/officeart/2018/2/layout/IconVerticalSolidList"/>
    <dgm:cxn modelId="{D97797BD-A4CA-466B-826F-3070E8D05FB1}" type="presParOf" srcId="{69087760-1892-451D-8DCC-829FBB00AB07}" destId="{35C2A27F-04F7-4812-9178-ED0E49E664F6}" srcOrd="2" destOrd="0" presId="urn:microsoft.com/office/officeart/2018/2/layout/IconVerticalSolidList"/>
    <dgm:cxn modelId="{18721A9B-9F9E-41E3-98B9-900065B47B19}" type="presParOf" srcId="{69087760-1892-451D-8DCC-829FBB00AB07}" destId="{F924DAD5-3E38-4596-880F-07F27CB543C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FA1314-4FEC-431E-B1BA-828546DDA22E}"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2A0B6EB6-4005-4172-84C1-0837839A1A17}">
      <dgm:prSet/>
      <dgm:spPr/>
      <dgm:t>
        <a:bodyPr/>
        <a:lstStyle/>
        <a:p>
          <a:r>
            <a:rPr lang="en-US" dirty="0">
              <a:latin typeface="Comic Sans MS" panose="030F0702030302020204" pitchFamily="66" charset="0"/>
            </a:rPr>
            <a:t>Testing team goes through the requirements document from a testing point of view and derives the testable requirements.</a:t>
          </a:r>
        </a:p>
      </dgm:t>
    </dgm:pt>
    <dgm:pt modelId="{1D618027-9536-431B-95E8-33492FC78174}" type="parTrans" cxnId="{4E7DA14F-3663-4CFC-AF9D-6596032E63C4}">
      <dgm:prSet/>
      <dgm:spPr/>
      <dgm:t>
        <a:bodyPr/>
        <a:lstStyle/>
        <a:p>
          <a:endParaRPr lang="en-US">
            <a:latin typeface="Comic Sans MS" panose="030F0702030302020204" pitchFamily="66" charset="0"/>
          </a:endParaRPr>
        </a:p>
      </dgm:t>
    </dgm:pt>
    <dgm:pt modelId="{2E68E1B0-EF80-422D-8B65-4AD82A766AAA}" type="sibTrans" cxnId="{4E7DA14F-3663-4CFC-AF9D-6596032E63C4}">
      <dgm:prSet/>
      <dgm:spPr/>
      <dgm:t>
        <a:bodyPr/>
        <a:lstStyle/>
        <a:p>
          <a:endParaRPr lang="en-US">
            <a:latin typeface="Comic Sans MS" panose="030F0702030302020204" pitchFamily="66" charset="0"/>
          </a:endParaRPr>
        </a:p>
      </dgm:t>
    </dgm:pt>
    <dgm:pt modelId="{E92CA6B2-182F-4992-AEC0-3CD821E8F6CF}">
      <dgm:prSet/>
      <dgm:spPr/>
      <dgm:t>
        <a:bodyPr/>
        <a:lstStyle/>
        <a:p>
          <a:r>
            <a:rPr lang="en-US" b="1" dirty="0">
              <a:latin typeface="Comic Sans MS" panose="030F0702030302020204" pitchFamily="66" charset="0"/>
            </a:rPr>
            <a:t>Entry Criteria</a:t>
          </a:r>
          <a:endParaRPr lang="en-US" dirty="0">
            <a:latin typeface="Comic Sans MS" panose="030F0702030302020204" pitchFamily="66" charset="0"/>
          </a:endParaRPr>
        </a:p>
      </dgm:t>
    </dgm:pt>
    <dgm:pt modelId="{EC9052CC-4E4F-4E8B-A0A3-176075CAF377}" type="parTrans" cxnId="{B72A2BCC-12D9-498D-BB7C-1B9814D00476}">
      <dgm:prSet/>
      <dgm:spPr/>
      <dgm:t>
        <a:bodyPr/>
        <a:lstStyle/>
        <a:p>
          <a:endParaRPr lang="en-US">
            <a:latin typeface="Comic Sans MS" panose="030F0702030302020204" pitchFamily="66" charset="0"/>
          </a:endParaRPr>
        </a:p>
      </dgm:t>
    </dgm:pt>
    <dgm:pt modelId="{D79B6564-12CA-48C7-8B9C-202C942CF7D1}" type="sibTrans" cxnId="{B72A2BCC-12D9-498D-BB7C-1B9814D00476}">
      <dgm:prSet/>
      <dgm:spPr/>
      <dgm:t>
        <a:bodyPr/>
        <a:lstStyle/>
        <a:p>
          <a:endParaRPr lang="en-US">
            <a:latin typeface="Comic Sans MS" panose="030F0702030302020204" pitchFamily="66" charset="0"/>
          </a:endParaRPr>
        </a:p>
      </dgm:t>
    </dgm:pt>
    <dgm:pt modelId="{1F0D0CBD-22EB-4F08-A74C-5F95B018A949}">
      <dgm:prSet/>
      <dgm:spPr/>
      <dgm:t>
        <a:bodyPr/>
        <a:lstStyle/>
        <a:p>
          <a:r>
            <a:rPr lang="en-US" dirty="0">
              <a:latin typeface="Comic Sans MS" panose="030F0702030302020204" pitchFamily="66" charset="0"/>
            </a:rPr>
            <a:t>Once the Testing Team receives the Requirements Documents</a:t>
          </a:r>
        </a:p>
      </dgm:t>
    </dgm:pt>
    <dgm:pt modelId="{24DB34D1-13F3-41F5-A58F-22DF3ADFA205}" type="parTrans" cxnId="{68F2BD5C-F4EC-42B6-BB20-6BE0CCED7991}">
      <dgm:prSet/>
      <dgm:spPr/>
      <dgm:t>
        <a:bodyPr/>
        <a:lstStyle/>
        <a:p>
          <a:endParaRPr lang="en-US">
            <a:latin typeface="Comic Sans MS" panose="030F0702030302020204" pitchFamily="66" charset="0"/>
          </a:endParaRPr>
        </a:p>
      </dgm:t>
    </dgm:pt>
    <dgm:pt modelId="{277CCBDC-60FF-4839-9BCA-422733425E35}" type="sibTrans" cxnId="{68F2BD5C-F4EC-42B6-BB20-6BE0CCED7991}">
      <dgm:prSet/>
      <dgm:spPr/>
      <dgm:t>
        <a:bodyPr/>
        <a:lstStyle/>
        <a:p>
          <a:endParaRPr lang="en-US">
            <a:latin typeface="Comic Sans MS" panose="030F0702030302020204" pitchFamily="66" charset="0"/>
          </a:endParaRPr>
        </a:p>
      </dgm:t>
    </dgm:pt>
    <dgm:pt modelId="{4537FB3A-0FAB-4BCD-8D0E-DB993CB150E3}">
      <dgm:prSet/>
      <dgm:spPr/>
      <dgm:t>
        <a:bodyPr/>
        <a:lstStyle/>
        <a:p>
          <a:r>
            <a:rPr lang="en-US" b="1">
              <a:latin typeface="Comic Sans MS" panose="030F0702030302020204" pitchFamily="66" charset="0"/>
            </a:rPr>
            <a:t>Activities Performed</a:t>
          </a:r>
          <a:endParaRPr lang="en-US">
            <a:latin typeface="Comic Sans MS" panose="030F0702030302020204" pitchFamily="66" charset="0"/>
          </a:endParaRPr>
        </a:p>
      </dgm:t>
    </dgm:pt>
    <dgm:pt modelId="{9CCD9817-5E34-4861-9FD8-4658FF4EAD4C}" type="parTrans" cxnId="{E4516384-C310-428B-8C76-8D38302A15DF}">
      <dgm:prSet/>
      <dgm:spPr/>
      <dgm:t>
        <a:bodyPr/>
        <a:lstStyle/>
        <a:p>
          <a:endParaRPr lang="en-US">
            <a:latin typeface="Comic Sans MS" panose="030F0702030302020204" pitchFamily="66" charset="0"/>
          </a:endParaRPr>
        </a:p>
      </dgm:t>
    </dgm:pt>
    <dgm:pt modelId="{B09D3813-B4F6-4EE6-B152-1AB3687600B8}" type="sibTrans" cxnId="{E4516384-C310-428B-8C76-8D38302A15DF}">
      <dgm:prSet/>
      <dgm:spPr/>
      <dgm:t>
        <a:bodyPr/>
        <a:lstStyle/>
        <a:p>
          <a:endParaRPr lang="en-US">
            <a:latin typeface="Comic Sans MS" panose="030F0702030302020204" pitchFamily="66" charset="0"/>
          </a:endParaRPr>
        </a:p>
      </dgm:t>
    </dgm:pt>
    <dgm:pt modelId="{F0D43402-25F3-43CC-8035-3F26023C1BF7}">
      <dgm:prSet/>
      <dgm:spPr/>
      <dgm:t>
        <a:bodyPr/>
        <a:lstStyle/>
        <a:p>
          <a:r>
            <a:rPr lang="en-US" dirty="0">
              <a:latin typeface="Comic Sans MS" panose="030F0702030302020204" pitchFamily="66" charset="0"/>
            </a:rPr>
            <a:t>Read the BRS</a:t>
          </a:r>
        </a:p>
      </dgm:t>
    </dgm:pt>
    <dgm:pt modelId="{8454B46F-0A33-4F7E-A351-CA7467E6BEB1}" type="parTrans" cxnId="{20951D71-8B7F-4CB3-AB4B-DB18E8E2E6DF}">
      <dgm:prSet/>
      <dgm:spPr/>
      <dgm:t>
        <a:bodyPr/>
        <a:lstStyle/>
        <a:p>
          <a:endParaRPr lang="en-US">
            <a:latin typeface="Comic Sans MS" panose="030F0702030302020204" pitchFamily="66" charset="0"/>
          </a:endParaRPr>
        </a:p>
      </dgm:t>
    </dgm:pt>
    <dgm:pt modelId="{0ACF6010-6240-4943-8530-191FAF72381E}" type="sibTrans" cxnId="{20951D71-8B7F-4CB3-AB4B-DB18E8E2E6DF}">
      <dgm:prSet/>
      <dgm:spPr/>
      <dgm:t>
        <a:bodyPr/>
        <a:lstStyle/>
        <a:p>
          <a:endParaRPr lang="en-US">
            <a:latin typeface="Comic Sans MS" panose="030F0702030302020204" pitchFamily="66" charset="0"/>
          </a:endParaRPr>
        </a:p>
      </dgm:t>
    </dgm:pt>
    <dgm:pt modelId="{A1878472-193A-4B9F-B290-89A4BF01A9E0}">
      <dgm:prSet/>
      <dgm:spPr/>
      <dgm:t>
        <a:bodyPr/>
        <a:lstStyle/>
        <a:p>
          <a:r>
            <a:rPr lang="en-US" dirty="0">
              <a:latin typeface="Comic Sans MS" panose="030F0702030302020204" pitchFamily="66" charset="0"/>
            </a:rPr>
            <a:t>Doubt/clarifications with the BA</a:t>
          </a:r>
        </a:p>
      </dgm:t>
    </dgm:pt>
    <dgm:pt modelId="{2C39BC5C-C068-4B07-A0B1-B0703759062F}" type="parTrans" cxnId="{E2C53E54-B920-4792-8A7F-8478C1286D81}">
      <dgm:prSet/>
      <dgm:spPr/>
      <dgm:t>
        <a:bodyPr/>
        <a:lstStyle/>
        <a:p>
          <a:endParaRPr lang="en-US">
            <a:latin typeface="Comic Sans MS" panose="030F0702030302020204" pitchFamily="66" charset="0"/>
          </a:endParaRPr>
        </a:p>
      </dgm:t>
    </dgm:pt>
    <dgm:pt modelId="{68B4D063-856A-401A-B93C-BF3F32FF46BD}" type="sibTrans" cxnId="{E2C53E54-B920-4792-8A7F-8478C1286D81}">
      <dgm:prSet/>
      <dgm:spPr/>
      <dgm:t>
        <a:bodyPr/>
        <a:lstStyle/>
        <a:p>
          <a:endParaRPr lang="en-US">
            <a:latin typeface="Comic Sans MS" panose="030F0702030302020204" pitchFamily="66" charset="0"/>
          </a:endParaRPr>
        </a:p>
      </dgm:t>
    </dgm:pt>
    <dgm:pt modelId="{36B15BED-65B9-4D38-B564-7A43EDEBF2D7}">
      <dgm:prSet/>
      <dgm:spPr/>
      <dgm:t>
        <a:bodyPr/>
        <a:lstStyle/>
        <a:p>
          <a:r>
            <a:rPr lang="en-US" dirty="0">
              <a:latin typeface="Comic Sans MS" panose="030F0702030302020204" pitchFamily="66" charset="0"/>
            </a:rPr>
            <a:t>Derive testable Requirements</a:t>
          </a:r>
        </a:p>
      </dgm:t>
    </dgm:pt>
    <dgm:pt modelId="{C878C1E2-2D5C-428B-8A88-704FC75D48F0}" type="parTrans" cxnId="{FF6D3880-2AB4-4CE8-B983-5F83B7BCC2DC}">
      <dgm:prSet/>
      <dgm:spPr/>
      <dgm:t>
        <a:bodyPr/>
        <a:lstStyle/>
        <a:p>
          <a:endParaRPr lang="en-US">
            <a:latin typeface="Comic Sans MS" panose="030F0702030302020204" pitchFamily="66" charset="0"/>
          </a:endParaRPr>
        </a:p>
      </dgm:t>
    </dgm:pt>
    <dgm:pt modelId="{1272B282-2A73-4AD4-8AB8-7A8CCFE1EAA4}" type="sibTrans" cxnId="{FF6D3880-2AB4-4CE8-B983-5F83B7BCC2DC}">
      <dgm:prSet/>
      <dgm:spPr/>
      <dgm:t>
        <a:bodyPr/>
        <a:lstStyle/>
        <a:p>
          <a:endParaRPr lang="en-US">
            <a:latin typeface="Comic Sans MS" panose="030F0702030302020204" pitchFamily="66" charset="0"/>
          </a:endParaRPr>
        </a:p>
      </dgm:t>
    </dgm:pt>
    <dgm:pt modelId="{4CF9F23D-BE2D-4C67-9F24-F5CB9FF72072}">
      <dgm:prSet/>
      <dgm:spPr/>
      <dgm:t>
        <a:bodyPr/>
        <a:lstStyle/>
        <a:p>
          <a:r>
            <a:rPr lang="en-US" b="1">
              <a:latin typeface="Comic Sans MS" panose="030F0702030302020204" pitchFamily="66" charset="0"/>
            </a:rPr>
            <a:t>Exit Criteria</a:t>
          </a:r>
          <a:endParaRPr lang="en-US">
            <a:latin typeface="Comic Sans MS" panose="030F0702030302020204" pitchFamily="66" charset="0"/>
          </a:endParaRPr>
        </a:p>
      </dgm:t>
    </dgm:pt>
    <dgm:pt modelId="{A9A4BAA7-FD00-4008-B7CC-90CC2FAF1892}" type="parTrans" cxnId="{00D590F0-6B0C-47DC-8960-7F91CB54C2BF}">
      <dgm:prSet/>
      <dgm:spPr/>
      <dgm:t>
        <a:bodyPr/>
        <a:lstStyle/>
        <a:p>
          <a:endParaRPr lang="en-US">
            <a:latin typeface="Comic Sans MS" panose="030F0702030302020204" pitchFamily="66" charset="0"/>
          </a:endParaRPr>
        </a:p>
      </dgm:t>
    </dgm:pt>
    <dgm:pt modelId="{BB46353F-BBCB-4AE4-A157-56F335DD4FD2}" type="sibTrans" cxnId="{00D590F0-6B0C-47DC-8960-7F91CB54C2BF}">
      <dgm:prSet/>
      <dgm:spPr/>
      <dgm:t>
        <a:bodyPr/>
        <a:lstStyle/>
        <a:p>
          <a:endParaRPr lang="en-US">
            <a:latin typeface="Comic Sans MS" panose="030F0702030302020204" pitchFamily="66" charset="0"/>
          </a:endParaRPr>
        </a:p>
      </dgm:t>
    </dgm:pt>
    <dgm:pt modelId="{FFDAD47E-3F52-469A-9087-6A94D8834ED8}">
      <dgm:prSet/>
      <dgm:spPr/>
      <dgm:t>
        <a:bodyPr/>
        <a:lstStyle/>
        <a:p>
          <a:r>
            <a:rPr lang="en-US" dirty="0">
              <a:latin typeface="Comic Sans MS" panose="030F0702030302020204" pitchFamily="66" charset="0"/>
            </a:rPr>
            <a:t>List of Requirements that can be testable by Testing Team are understood (can track them in a document)</a:t>
          </a:r>
        </a:p>
      </dgm:t>
    </dgm:pt>
    <dgm:pt modelId="{6AD4245B-B96D-49BD-9D03-8F180D38B42A}" type="parTrans" cxnId="{CA72863A-1F90-4246-986D-32613808F8D3}">
      <dgm:prSet/>
      <dgm:spPr/>
      <dgm:t>
        <a:bodyPr/>
        <a:lstStyle/>
        <a:p>
          <a:endParaRPr lang="en-US">
            <a:latin typeface="Comic Sans MS" panose="030F0702030302020204" pitchFamily="66" charset="0"/>
          </a:endParaRPr>
        </a:p>
      </dgm:t>
    </dgm:pt>
    <dgm:pt modelId="{9360DEE9-8DD0-4648-8917-3BE807F18105}" type="sibTrans" cxnId="{CA72863A-1F90-4246-986D-32613808F8D3}">
      <dgm:prSet/>
      <dgm:spPr/>
      <dgm:t>
        <a:bodyPr/>
        <a:lstStyle/>
        <a:p>
          <a:endParaRPr lang="en-US">
            <a:latin typeface="Comic Sans MS" panose="030F0702030302020204" pitchFamily="66" charset="0"/>
          </a:endParaRPr>
        </a:p>
      </dgm:t>
    </dgm:pt>
    <dgm:pt modelId="{F58C065A-791B-4F21-85A7-928CF6F6FB8A}" type="pres">
      <dgm:prSet presAssocID="{B5FA1314-4FEC-431E-B1BA-828546DDA22E}" presName="Name0" presStyleCnt="0">
        <dgm:presLayoutVars>
          <dgm:dir/>
          <dgm:animLvl val="lvl"/>
          <dgm:resizeHandles val="exact"/>
        </dgm:presLayoutVars>
      </dgm:prSet>
      <dgm:spPr/>
    </dgm:pt>
    <dgm:pt modelId="{D520537D-84F1-44F6-BA80-8F42961DF27A}" type="pres">
      <dgm:prSet presAssocID="{2A0B6EB6-4005-4172-84C1-0837839A1A17}" presName="linNode" presStyleCnt="0"/>
      <dgm:spPr/>
    </dgm:pt>
    <dgm:pt modelId="{CCA32738-4482-461F-AACC-3A316B634AC0}" type="pres">
      <dgm:prSet presAssocID="{2A0B6EB6-4005-4172-84C1-0837839A1A17}" presName="parentText" presStyleLbl="node1" presStyleIdx="0" presStyleCnt="4" custScaleX="277778" custScaleY="81379">
        <dgm:presLayoutVars>
          <dgm:chMax val="1"/>
          <dgm:bulletEnabled val="1"/>
        </dgm:presLayoutVars>
      </dgm:prSet>
      <dgm:spPr/>
    </dgm:pt>
    <dgm:pt modelId="{7479A919-86EF-48EA-97C6-6537BC00A2F1}" type="pres">
      <dgm:prSet presAssocID="{2E68E1B0-EF80-422D-8B65-4AD82A766AAA}" presName="sp" presStyleCnt="0"/>
      <dgm:spPr/>
    </dgm:pt>
    <dgm:pt modelId="{38DC4CE4-69CF-4FD1-AD35-8721341FD160}" type="pres">
      <dgm:prSet presAssocID="{E92CA6B2-182F-4992-AEC0-3CD821E8F6CF}" presName="linNode" presStyleCnt="0"/>
      <dgm:spPr/>
    </dgm:pt>
    <dgm:pt modelId="{41E5A091-24B8-4D14-AA92-172FC37B4F0C}" type="pres">
      <dgm:prSet presAssocID="{E92CA6B2-182F-4992-AEC0-3CD821E8F6CF}" presName="parentText" presStyleLbl="node1" presStyleIdx="1" presStyleCnt="4">
        <dgm:presLayoutVars>
          <dgm:chMax val="1"/>
          <dgm:bulletEnabled val="1"/>
        </dgm:presLayoutVars>
      </dgm:prSet>
      <dgm:spPr/>
    </dgm:pt>
    <dgm:pt modelId="{16751285-E854-454C-91E4-73EEB182284D}" type="pres">
      <dgm:prSet presAssocID="{E92CA6B2-182F-4992-AEC0-3CD821E8F6CF}" presName="descendantText" presStyleLbl="alignAccFollowNode1" presStyleIdx="0" presStyleCnt="3">
        <dgm:presLayoutVars>
          <dgm:bulletEnabled val="1"/>
        </dgm:presLayoutVars>
      </dgm:prSet>
      <dgm:spPr/>
    </dgm:pt>
    <dgm:pt modelId="{C68A9BB5-B8F9-45EF-A27F-2075C05178C5}" type="pres">
      <dgm:prSet presAssocID="{D79B6564-12CA-48C7-8B9C-202C942CF7D1}" presName="sp" presStyleCnt="0"/>
      <dgm:spPr/>
    </dgm:pt>
    <dgm:pt modelId="{94A2CF5D-BCA2-486A-BA9D-9102FDBAC92E}" type="pres">
      <dgm:prSet presAssocID="{4537FB3A-0FAB-4BCD-8D0E-DB993CB150E3}" presName="linNode" presStyleCnt="0"/>
      <dgm:spPr/>
    </dgm:pt>
    <dgm:pt modelId="{F459C99D-0321-4E3A-9BF9-D62F73651951}" type="pres">
      <dgm:prSet presAssocID="{4537FB3A-0FAB-4BCD-8D0E-DB993CB150E3}" presName="parentText" presStyleLbl="node1" presStyleIdx="2" presStyleCnt="4">
        <dgm:presLayoutVars>
          <dgm:chMax val="1"/>
          <dgm:bulletEnabled val="1"/>
        </dgm:presLayoutVars>
      </dgm:prSet>
      <dgm:spPr/>
    </dgm:pt>
    <dgm:pt modelId="{77612017-C198-4AD7-A58B-70676D6241DF}" type="pres">
      <dgm:prSet presAssocID="{4537FB3A-0FAB-4BCD-8D0E-DB993CB150E3}" presName="descendantText" presStyleLbl="alignAccFollowNode1" presStyleIdx="1" presStyleCnt="3">
        <dgm:presLayoutVars>
          <dgm:bulletEnabled val="1"/>
        </dgm:presLayoutVars>
      </dgm:prSet>
      <dgm:spPr/>
    </dgm:pt>
    <dgm:pt modelId="{115EF000-3F2E-4F71-AF4A-77AABF86718B}" type="pres">
      <dgm:prSet presAssocID="{B09D3813-B4F6-4EE6-B152-1AB3687600B8}" presName="sp" presStyleCnt="0"/>
      <dgm:spPr/>
    </dgm:pt>
    <dgm:pt modelId="{46B04111-C7FE-443C-A2E1-C66089872200}" type="pres">
      <dgm:prSet presAssocID="{4CF9F23D-BE2D-4C67-9F24-F5CB9FF72072}" presName="linNode" presStyleCnt="0"/>
      <dgm:spPr/>
    </dgm:pt>
    <dgm:pt modelId="{F638B99D-034F-4343-B494-5CC107FAE97E}" type="pres">
      <dgm:prSet presAssocID="{4CF9F23D-BE2D-4C67-9F24-F5CB9FF72072}" presName="parentText" presStyleLbl="node1" presStyleIdx="3" presStyleCnt="4">
        <dgm:presLayoutVars>
          <dgm:chMax val="1"/>
          <dgm:bulletEnabled val="1"/>
        </dgm:presLayoutVars>
      </dgm:prSet>
      <dgm:spPr/>
    </dgm:pt>
    <dgm:pt modelId="{243D5A1B-09CF-4589-80CA-33B4F0BDCF92}" type="pres">
      <dgm:prSet presAssocID="{4CF9F23D-BE2D-4C67-9F24-F5CB9FF72072}" presName="descendantText" presStyleLbl="alignAccFollowNode1" presStyleIdx="2" presStyleCnt="3">
        <dgm:presLayoutVars>
          <dgm:bulletEnabled val="1"/>
        </dgm:presLayoutVars>
      </dgm:prSet>
      <dgm:spPr/>
    </dgm:pt>
  </dgm:ptLst>
  <dgm:cxnLst>
    <dgm:cxn modelId="{0420A204-5ACB-42F2-B8ED-F9EBA9C67324}" type="presOf" srcId="{B5FA1314-4FEC-431E-B1BA-828546DDA22E}" destId="{F58C065A-791B-4F21-85A7-928CF6F6FB8A}" srcOrd="0" destOrd="0" presId="urn:microsoft.com/office/officeart/2005/8/layout/vList5"/>
    <dgm:cxn modelId="{32637C1E-4E35-4D92-8ADD-D92197202C16}" type="presOf" srcId="{A1878472-193A-4B9F-B290-89A4BF01A9E0}" destId="{77612017-C198-4AD7-A58B-70676D6241DF}" srcOrd="0" destOrd="1" presId="urn:microsoft.com/office/officeart/2005/8/layout/vList5"/>
    <dgm:cxn modelId="{C06B9838-FF81-412A-BEB5-913706B05292}" type="presOf" srcId="{4537FB3A-0FAB-4BCD-8D0E-DB993CB150E3}" destId="{F459C99D-0321-4E3A-9BF9-D62F73651951}" srcOrd="0" destOrd="0" presId="urn:microsoft.com/office/officeart/2005/8/layout/vList5"/>
    <dgm:cxn modelId="{CA72863A-1F90-4246-986D-32613808F8D3}" srcId="{4CF9F23D-BE2D-4C67-9F24-F5CB9FF72072}" destId="{FFDAD47E-3F52-469A-9087-6A94D8834ED8}" srcOrd="0" destOrd="0" parTransId="{6AD4245B-B96D-49BD-9D03-8F180D38B42A}" sibTransId="{9360DEE9-8DD0-4648-8917-3BE807F18105}"/>
    <dgm:cxn modelId="{68F2BD5C-F4EC-42B6-BB20-6BE0CCED7991}" srcId="{E92CA6B2-182F-4992-AEC0-3CD821E8F6CF}" destId="{1F0D0CBD-22EB-4F08-A74C-5F95B018A949}" srcOrd="0" destOrd="0" parTransId="{24DB34D1-13F3-41F5-A58F-22DF3ADFA205}" sibTransId="{277CCBDC-60FF-4839-9BCA-422733425E35}"/>
    <dgm:cxn modelId="{3B431E67-C10D-408D-89D2-E0A5EA9CEABE}" type="presOf" srcId="{FFDAD47E-3F52-469A-9087-6A94D8834ED8}" destId="{243D5A1B-09CF-4589-80CA-33B4F0BDCF92}" srcOrd="0" destOrd="0" presId="urn:microsoft.com/office/officeart/2005/8/layout/vList5"/>
    <dgm:cxn modelId="{4E7DA14F-3663-4CFC-AF9D-6596032E63C4}" srcId="{B5FA1314-4FEC-431E-B1BA-828546DDA22E}" destId="{2A0B6EB6-4005-4172-84C1-0837839A1A17}" srcOrd="0" destOrd="0" parTransId="{1D618027-9536-431B-95E8-33492FC78174}" sibTransId="{2E68E1B0-EF80-422D-8B65-4AD82A766AAA}"/>
    <dgm:cxn modelId="{20951D71-8B7F-4CB3-AB4B-DB18E8E2E6DF}" srcId="{4537FB3A-0FAB-4BCD-8D0E-DB993CB150E3}" destId="{F0D43402-25F3-43CC-8035-3F26023C1BF7}" srcOrd="0" destOrd="0" parTransId="{8454B46F-0A33-4F7E-A351-CA7467E6BEB1}" sibTransId="{0ACF6010-6240-4943-8530-191FAF72381E}"/>
    <dgm:cxn modelId="{E2C53E54-B920-4792-8A7F-8478C1286D81}" srcId="{4537FB3A-0FAB-4BCD-8D0E-DB993CB150E3}" destId="{A1878472-193A-4B9F-B290-89A4BF01A9E0}" srcOrd="1" destOrd="0" parTransId="{2C39BC5C-C068-4B07-A0B1-B0703759062F}" sibTransId="{68B4D063-856A-401A-B93C-BF3F32FF46BD}"/>
    <dgm:cxn modelId="{FF6D3880-2AB4-4CE8-B983-5F83B7BCC2DC}" srcId="{4537FB3A-0FAB-4BCD-8D0E-DB993CB150E3}" destId="{36B15BED-65B9-4D38-B564-7A43EDEBF2D7}" srcOrd="2" destOrd="0" parTransId="{C878C1E2-2D5C-428B-8A88-704FC75D48F0}" sibTransId="{1272B282-2A73-4AD4-8AB8-7A8CCFE1EAA4}"/>
    <dgm:cxn modelId="{4E7A7180-7817-42AD-9054-7A3B7996223D}" type="presOf" srcId="{4CF9F23D-BE2D-4C67-9F24-F5CB9FF72072}" destId="{F638B99D-034F-4343-B494-5CC107FAE97E}" srcOrd="0" destOrd="0" presId="urn:microsoft.com/office/officeart/2005/8/layout/vList5"/>
    <dgm:cxn modelId="{8DD3DF80-2F8E-4E93-AAF3-EC08D76CC37D}" type="presOf" srcId="{F0D43402-25F3-43CC-8035-3F26023C1BF7}" destId="{77612017-C198-4AD7-A58B-70676D6241DF}" srcOrd="0" destOrd="0" presId="urn:microsoft.com/office/officeart/2005/8/layout/vList5"/>
    <dgm:cxn modelId="{E4516384-C310-428B-8C76-8D38302A15DF}" srcId="{B5FA1314-4FEC-431E-B1BA-828546DDA22E}" destId="{4537FB3A-0FAB-4BCD-8D0E-DB993CB150E3}" srcOrd="2" destOrd="0" parTransId="{9CCD9817-5E34-4861-9FD8-4658FF4EAD4C}" sibTransId="{B09D3813-B4F6-4EE6-B152-1AB3687600B8}"/>
    <dgm:cxn modelId="{CBFC7AAC-1FA2-478E-9EE1-AD1FA720668A}" type="presOf" srcId="{36B15BED-65B9-4D38-B564-7A43EDEBF2D7}" destId="{77612017-C198-4AD7-A58B-70676D6241DF}" srcOrd="0" destOrd="2" presId="urn:microsoft.com/office/officeart/2005/8/layout/vList5"/>
    <dgm:cxn modelId="{B72A2BCC-12D9-498D-BB7C-1B9814D00476}" srcId="{B5FA1314-4FEC-431E-B1BA-828546DDA22E}" destId="{E92CA6B2-182F-4992-AEC0-3CD821E8F6CF}" srcOrd="1" destOrd="0" parTransId="{EC9052CC-4E4F-4E8B-A0A3-176075CAF377}" sibTransId="{D79B6564-12CA-48C7-8B9C-202C942CF7D1}"/>
    <dgm:cxn modelId="{667D75D2-C6CD-4E6F-9928-F8C5D899B8E1}" type="presOf" srcId="{1F0D0CBD-22EB-4F08-A74C-5F95B018A949}" destId="{16751285-E854-454C-91E4-73EEB182284D}" srcOrd="0" destOrd="0" presId="urn:microsoft.com/office/officeart/2005/8/layout/vList5"/>
    <dgm:cxn modelId="{4B83E7E1-91D3-4B57-9973-130E2D989211}" type="presOf" srcId="{E92CA6B2-182F-4992-AEC0-3CD821E8F6CF}" destId="{41E5A091-24B8-4D14-AA92-172FC37B4F0C}" srcOrd="0" destOrd="0" presId="urn:microsoft.com/office/officeart/2005/8/layout/vList5"/>
    <dgm:cxn modelId="{B17E23E5-7616-47B5-AD2D-51233DEDDB81}" type="presOf" srcId="{2A0B6EB6-4005-4172-84C1-0837839A1A17}" destId="{CCA32738-4482-461F-AACC-3A316B634AC0}" srcOrd="0" destOrd="0" presId="urn:microsoft.com/office/officeart/2005/8/layout/vList5"/>
    <dgm:cxn modelId="{00D590F0-6B0C-47DC-8960-7F91CB54C2BF}" srcId="{B5FA1314-4FEC-431E-B1BA-828546DDA22E}" destId="{4CF9F23D-BE2D-4C67-9F24-F5CB9FF72072}" srcOrd="3" destOrd="0" parTransId="{A9A4BAA7-FD00-4008-B7CC-90CC2FAF1892}" sibTransId="{BB46353F-BBCB-4AE4-A157-56F335DD4FD2}"/>
    <dgm:cxn modelId="{089CA3AE-4925-4107-94CE-CBF74FB69B39}" type="presParOf" srcId="{F58C065A-791B-4F21-85A7-928CF6F6FB8A}" destId="{D520537D-84F1-44F6-BA80-8F42961DF27A}" srcOrd="0" destOrd="0" presId="urn:microsoft.com/office/officeart/2005/8/layout/vList5"/>
    <dgm:cxn modelId="{CC4C85D8-48B4-4BB0-9F40-12CA0A150075}" type="presParOf" srcId="{D520537D-84F1-44F6-BA80-8F42961DF27A}" destId="{CCA32738-4482-461F-AACC-3A316B634AC0}" srcOrd="0" destOrd="0" presId="urn:microsoft.com/office/officeart/2005/8/layout/vList5"/>
    <dgm:cxn modelId="{5AEC2E98-7EF6-4DF5-8910-A74DACC770A6}" type="presParOf" srcId="{F58C065A-791B-4F21-85A7-928CF6F6FB8A}" destId="{7479A919-86EF-48EA-97C6-6537BC00A2F1}" srcOrd="1" destOrd="0" presId="urn:microsoft.com/office/officeart/2005/8/layout/vList5"/>
    <dgm:cxn modelId="{0169DE64-CFA9-484D-91F9-EAB63B1069E3}" type="presParOf" srcId="{F58C065A-791B-4F21-85A7-928CF6F6FB8A}" destId="{38DC4CE4-69CF-4FD1-AD35-8721341FD160}" srcOrd="2" destOrd="0" presId="urn:microsoft.com/office/officeart/2005/8/layout/vList5"/>
    <dgm:cxn modelId="{C252F21B-8B19-45E8-911C-C70649B937B2}" type="presParOf" srcId="{38DC4CE4-69CF-4FD1-AD35-8721341FD160}" destId="{41E5A091-24B8-4D14-AA92-172FC37B4F0C}" srcOrd="0" destOrd="0" presId="urn:microsoft.com/office/officeart/2005/8/layout/vList5"/>
    <dgm:cxn modelId="{DE50EFF1-005A-4357-B22B-9C189DE73501}" type="presParOf" srcId="{38DC4CE4-69CF-4FD1-AD35-8721341FD160}" destId="{16751285-E854-454C-91E4-73EEB182284D}" srcOrd="1" destOrd="0" presId="urn:microsoft.com/office/officeart/2005/8/layout/vList5"/>
    <dgm:cxn modelId="{E589E4F7-4F5E-4FB7-8A36-F455FAA1C0B4}" type="presParOf" srcId="{F58C065A-791B-4F21-85A7-928CF6F6FB8A}" destId="{C68A9BB5-B8F9-45EF-A27F-2075C05178C5}" srcOrd="3" destOrd="0" presId="urn:microsoft.com/office/officeart/2005/8/layout/vList5"/>
    <dgm:cxn modelId="{45B214D4-E921-443F-B2F6-425A09E057CB}" type="presParOf" srcId="{F58C065A-791B-4F21-85A7-928CF6F6FB8A}" destId="{94A2CF5D-BCA2-486A-BA9D-9102FDBAC92E}" srcOrd="4" destOrd="0" presId="urn:microsoft.com/office/officeart/2005/8/layout/vList5"/>
    <dgm:cxn modelId="{67F2A943-9977-49AB-B7DA-4FF55141355A}" type="presParOf" srcId="{94A2CF5D-BCA2-486A-BA9D-9102FDBAC92E}" destId="{F459C99D-0321-4E3A-9BF9-D62F73651951}" srcOrd="0" destOrd="0" presId="urn:microsoft.com/office/officeart/2005/8/layout/vList5"/>
    <dgm:cxn modelId="{7A1B4460-371D-41DA-AD99-9814AD857A13}" type="presParOf" srcId="{94A2CF5D-BCA2-486A-BA9D-9102FDBAC92E}" destId="{77612017-C198-4AD7-A58B-70676D6241DF}" srcOrd="1" destOrd="0" presId="urn:microsoft.com/office/officeart/2005/8/layout/vList5"/>
    <dgm:cxn modelId="{53A3E157-440F-49C6-87AD-2613211B9FCB}" type="presParOf" srcId="{F58C065A-791B-4F21-85A7-928CF6F6FB8A}" destId="{115EF000-3F2E-4F71-AF4A-77AABF86718B}" srcOrd="5" destOrd="0" presId="urn:microsoft.com/office/officeart/2005/8/layout/vList5"/>
    <dgm:cxn modelId="{B6C42C54-1F8A-43A3-9BCC-6AC6E7DF7C4B}" type="presParOf" srcId="{F58C065A-791B-4F21-85A7-928CF6F6FB8A}" destId="{46B04111-C7FE-443C-A2E1-C66089872200}" srcOrd="6" destOrd="0" presId="urn:microsoft.com/office/officeart/2005/8/layout/vList5"/>
    <dgm:cxn modelId="{A49CFE1B-EA19-4A8B-8856-24226B5EE087}" type="presParOf" srcId="{46B04111-C7FE-443C-A2E1-C66089872200}" destId="{F638B99D-034F-4343-B494-5CC107FAE97E}" srcOrd="0" destOrd="0" presId="urn:microsoft.com/office/officeart/2005/8/layout/vList5"/>
    <dgm:cxn modelId="{D394799D-2015-45AF-A221-DC7C2570805F}" type="presParOf" srcId="{46B04111-C7FE-443C-A2E1-C66089872200}" destId="{243D5A1B-09CF-4589-80CA-33B4F0BDCF9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4B0A73F-DA75-46EF-89C5-C0E1998EB0D6}"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758A8351-912A-4EB1-9E4D-24B8903D5A1D}">
      <dgm:prSet/>
      <dgm:spPr/>
      <dgm:t>
        <a:bodyPr/>
        <a:lstStyle/>
        <a:p>
          <a:r>
            <a:rPr lang="en-US" b="1">
              <a:latin typeface="Comic Sans MS" panose="030F0702030302020204" pitchFamily="66" charset="0"/>
            </a:rPr>
            <a:t>Entry Criteria</a:t>
          </a:r>
          <a:endParaRPr lang="en-US">
            <a:latin typeface="Comic Sans MS" panose="030F0702030302020204" pitchFamily="66" charset="0"/>
          </a:endParaRPr>
        </a:p>
      </dgm:t>
    </dgm:pt>
    <dgm:pt modelId="{BD0B4019-8110-4551-AD14-F8E7F1CCAFEC}" type="parTrans" cxnId="{A46DA218-B8DE-4A52-8F26-81BD78182677}">
      <dgm:prSet/>
      <dgm:spPr/>
      <dgm:t>
        <a:bodyPr/>
        <a:lstStyle/>
        <a:p>
          <a:endParaRPr lang="en-US">
            <a:latin typeface="Comic Sans MS" panose="030F0702030302020204" pitchFamily="66" charset="0"/>
          </a:endParaRPr>
        </a:p>
      </dgm:t>
    </dgm:pt>
    <dgm:pt modelId="{F303B934-08C7-455C-AD69-BA2E201F77CC}" type="sibTrans" cxnId="{A46DA218-B8DE-4A52-8F26-81BD78182677}">
      <dgm:prSet/>
      <dgm:spPr/>
      <dgm:t>
        <a:bodyPr/>
        <a:lstStyle/>
        <a:p>
          <a:endParaRPr lang="en-US">
            <a:latin typeface="Comic Sans MS" panose="030F0702030302020204" pitchFamily="66" charset="0"/>
          </a:endParaRPr>
        </a:p>
      </dgm:t>
    </dgm:pt>
    <dgm:pt modelId="{4FE45D31-C0A6-453F-9F06-DD6EC5D89EDE}">
      <dgm:prSet/>
      <dgm:spPr/>
      <dgm:t>
        <a:bodyPr/>
        <a:lstStyle/>
        <a:p>
          <a:r>
            <a:rPr lang="en-US">
              <a:latin typeface="Comic Sans MS" panose="030F0702030302020204" pitchFamily="66" charset="0"/>
            </a:rPr>
            <a:t>Testable Requirements derived from different Requirement documents</a:t>
          </a:r>
        </a:p>
      </dgm:t>
    </dgm:pt>
    <dgm:pt modelId="{90874B5B-0B4A-4E12-9691-F9F9D17EDFBC}" type="parTrans" cxnId="{CBA6C3CE-3ADA-42A9-BD94-A551D1708EFC}">
      <dgm:prSet/>
      <dgm:spPr/>
      <dgm:t>
        <a:bodyPr/>
        <a:lstStyle/>
        <a:p>
          <a:endParaRPr lang="en-US">
            <a:latin typeface="Comic Sans MS" panose="030F0702030302020204" pitchFamily="66" charset="0"/>
          </a:endParaRPr>
        </a:p>
      </dgm:t>
    </dgm:pt>
    <dgm:pt modelId="{88BF3BE8-515D-43FA-96F9-AA850CF53ECF}" type="sibTrans" cxnId="{CBA6C3CE-3ADA-42A9-BD94-A551D1708EFC}">
      <dgm:prSet/>
      <dgm:spPr/>
      <dgm:t>
        <a:bodyPr/>
        <a:lstStyle/>
        <a:p>
          <a:endParaRPr lang="en-US">
            <a:latin typeface="Comic Sans MS" panose="030F0702030302020204" pitchFamily="66" charset="0"/>
          </a:endParaRPr>
        </a:p>
      </dgm:t>
    </dgm:pt>
    <dgm:pt modelId="{78DED0E6-A4FE-414F-A9E2-2213C221318F}">
      <dgm:prSet/>
      <dgm:spPr/>
      <dgm:t>
        <a:bodyPr/>
        <a:lstStyle/>
        <a:p>
          <a:r>
            <a:rPr lang="en-US" b="1">
              <a:latin typeface="Comic Sans MS" panose="030F0702030302020204" pitchFamily="66" charset="0"/>
            </a:rPr>
            <a:t>Activities Performed </a:t>
          </a:r>
          <a:endParaRPr lang="en-US">
            <a:latin typeface="Comic Sans MS" panose="030F0702030302020204" pitchFamily="66" charset="0"/>
          </a:endParaRPr>
        </a:p>
      </dgm:t>
    </dgm:pt>
    <dgm:pt modelId="{0A6159B0-E20A-46AC-B0D9-CE6EBB7DA9B7}" type="parTrans" cxnId="{871237A0-DB37-45D2-BB61-D44520B3D122}">
      <dgm:prSet/>
      <dgm:spPr/>
      <dgm:t>
        <a:bodyPr/>
        <a:lstStyle/>
        <a:p>
          <a:endParaRPr lang="en-US">
            <a:latin typeface="Comic Sans MS" panose="030F0702030302020204" pitchFamily="66" charset="0"/>
          </a:endParaRPr>
        </a:p>
      </dgm:t>
    </dgm:pt>
    <dgm:pt modelId="{75DF9962-4FCF-4042-B236-0B98909B2946}" type="sibTrans" cxnId="{871237A0-DB37-45D2-BB61-D44520B3D122}">
      <dgm:prSet/>
      <dgm:spPr/>
      <dgm:t>
        <a:bodyPr/>
        <a:lstStyle/>
        <a:p>
          <a:endParaRPr lang="en-US">
            <a:latin typeface="Comic Sans MS" panose="030F0702030302020204" pitchFamily="66" charset="0"/>
          </a:endParaRPr>
        </a:p>
      </dgm:t>
    </dgm:pt>
    <dgm:pt modelId="{24EFD733-16A8-4678-8F8D-69939347AE96}">
      <dgm:prSet/>
      <dgm:spPr/>
      <dgm:t>
        <a:bodyPr/>
        <a:lstStyle/>
        <a:p>
          <a:r>
            <a:rPr lang="en-US" dirty="0">
              <a:latin typeface="Comic Sans MS" panose="030F0702030302020204" pitchFamily="66" charset="0"/>
            </a:rPr>
            <a:t>Create test Plan document</a:t>
          </a:r>
        </a:p>
      </dgm:t>
    </dgm:pt>
    <dgm:pt modelId="{F2AF995F-2E83-45EF-B2B0-2AAE1DA582E4}" type="parTrans" cxnId="{38F64FB9-9C8A-47DE-BE08-70E44D60E522}">
      <dgm:prSet/>
      <dgm:spPr/>
      <dgm:t>
        <a:bodyPr/>
        <a:lstStyle/>
        <a:p>
          <a:endParaRPr lang="en-US">
            <a:latin typeface="Comic Sans MS" panose="030F0702030302020204" pitchFamily="66" charset="0"/>
          </a:endParaRPr>
        </a:p>
      </dgm:t>
    </dgm:pt>
    <dgm:pt modelId="{1097AD7F-46D3-490F-9597-CE5E1FD9833A}" type="sibTrans" cxnId="{38F64FB9-9C8A-47DE-BE08-70E44D60E522}">
      <dgm:prSet/>
      <dgm:spPr/>
      <dgm:t>
        <a:bodyPr/>
        <a:lstStyle/>
        <a:p>
          <a:endParaRPr lang="en-US">
            <a:latin typeface="Comic Sans MS" panose="030F0702030302020204" pitchFamily="66" charset="0"/>
          </a:endParaRPr>
        </a:p>
      </dgm:t>
    </dgm:pt>
    <dgm:pt modelId="{E2981637-9DB8-4A5F-9F2F-A9D6CC4BC655}">
      <dgm:prSet/>
      <dgm:spPr/>
      <dgm:t>
        <a:bodyPr/>
        <a:lstStyle/>
        <a:p>
          <a:r>
            <a:rPr lang="en-US" dirty="0">
              <a:latin typeface="Comic Sans MS" panose="030F0702030302020204" pitchFamily="66" charset="0"/>
            </a:rPr>
            <a:t>Overview</a:t>
          </a:r>
        </a:p>
      </dgm:t>
    </dgm:pt>
    <dgm:pt modelId="{BA917ECA-C299-4BE8-B956-A22900A410C2}" type="parTrans" cxnId="{AA1135AF-50EE-426A-A6B0-BE3E22499860}">
      <dgm:prSet/>
      <dgm:spPr/>
      <dgm:t>
        <a:bodyPr/>
        <a:lstStyle/>
        <a:p>
          <a:endParaRPr lang="en-US">
            <a:latin typeface="Comic Sans MS" panose="030F0702030302020204" pitchFamily="66" charset="0"/>
          </a:endParaRPr>
        </a:p>
      </dgm:t>
    </dgm:pt>
    <dgm:pt modelId="{80002EA4-112E-4E19-8D0F-43A7C2E5DC3A}" type="sibTrans" cxnId="{AA1135AF-50EE-426A-A6B0-BE3E22499860}">
      <dgm:prSet/>
      <dgm:spPr/>
      <dgm:t>
        <a:bodyPr/>
        <a:lstStyle/>
        <a:p>
          <a:endParaRPr lang="en-US">
            <a:latin typeface="Comic Sans MS" panose="030F0702030302020204" pitchFamily="66" charset="0"/>
          </a:endParaRPr>
        </a:p>
      </dgm:t>
    </dgm:pt>
    <dgm:pt modelId="{491D9307-EF1E-403E-B193-B235DFE3A7D2}">
      <dgm:prSet/>
      <dgm:spPr/>
      <dgm:t>
        <a:bodyPr/>
        <a:lstStyle/>
        <a:p>
          <a:r>
            <a:rPr lang="en-US" dirty="0">
              <a:latin typeface="Comic Sans MS" panose="030F0702030302020204" pitchFamily="66" charset="0"/>
            </a:rPr>
            <a:t>Scope</a:t>
          </a:r>
        </a:p>
      </dgm:t>
    </dgm:pt>
    <dgm:pt modelId="{AD99B4A2-49E4-4865-A480-393B6232C762}" type="parTrans" cxnId="{418DDD0A-956C-4A5E-8979-434B6FDA4DC5}">
      <dgm:prSet/>
      <dgm:spPr/>
      <dgm:t>
        <a:bodyPr/>
        <a:lstStyle/>
        <a:p>
          <a:endParaRPr lang="en-US">
            <a:latin typeface="Comic Sans MS" panose="030F0702030302020204" pitchFamily="66" charset="0"/>
          </a:endParaRPr>
        </a:p>
      </dgm:t>
    </dgm:pt>
    <dgm:pt modelId="{8BB0CCE7-2859-49BA-A439-5466B091B1F8}" type="sibTrans" cxnId="{418DDD0A-956C-4A5E-8979-434B6FDA4DC5}">
      <dgm:prSet/>
      <dgm:spPr/>
      <dgm:t>
        <a:bodyPr/>
        <a:lstStyle/>
        <a:p>
          <a:endParaRPr lang="en-US">
            <a:latin typeface="Comic Sans MS" panose="030F0702030302020204" pitchFamily="66" charset="0"/>
          </a:endParaRPr>
        </a:p>
      </dgm:t>
    </dgm:pt>
    <dgm:pt modelId="{BC1DF459-5275-4BA3-BE2C-54CEAF26211D}">
      <dgm:prSet/>
      <dgm:spPr/>
      <dgm:t>
        <a:bodyPr/>
        <a:lstStyle/>
        <a:p>
          <a:r>
            <a:rPr lang="en-US">
              <a:latin typeface="Comic Sans MS" panose="030F0702030302020204" pitchFamily="66" charset="0"/>
            </a:rPr>
            <a:t>Timeline</a:t>
          </a:r>
        </a:p>
      </dgm:t>
    </dgm:pt>
    <dgm:pt modelId="{7C21B6D4-AFAD-4EF4-92E3-55CDFDABFB27}" type="parTrans" cxnId="{3C8C5DBB-D1BA-4CB9-AE65-2C3E8D70C22E}">
      <dgm:prSet/>
      <dgm:spPr/>
      <dgm:t>
        <a:bodyPr/>
        <a:lstStyle/>
        <a:p>
          <a:endParaRPr lang="en-US">
            <a:latin typeface="Comic Sans MS" panose="030F0702030302020204" pitchFamily="66" charset="0"/>
          </a:endParaRPr>
        </a:p>
      </dgm:t>
    </dgm:pt>
    <dgm:pt modelId="{E2BBF54D-E418-47FF-B6B9-7F9A89122E2E}" type="sibTrans" cxnId="{3C8C5DBB-D1BA-4CB9-AE65-2C3E8D70C22E}">
      <dgm:prSet/>
      <dgm:spPr/>
      <dgm:t>
        <a:bodyPr/>
        <a:lstStyle/>
        <a:p>
          <a:endParaRPr lang="en-US">
            <a:latin typeface="Comic Sans MS" panose="030F0702030302020204" pitchFamily="66" charset="0"/>
          </a:endParaRPr>
        </a:p>
      </dgm:t>
    </dgm:pt>
    <dgm:pt modelId="{835D1499-D8C9-4775-9220-C455DB98A2B0}">
      <dgm:prSet/>
      <dgm:spPr/>
      <dgm:t>
        <a:bodyPr/>
        <a:lstStyle/>
        <a:p>
          <a:r>
            <a:rPr lang="en-US" dirty="0">
              <a:latin typeface="Comic Sans MS" panose="030F0702030302020204" pitchFamily="66" charset="0"/>
            </a:rPr>
            <a:t>Resources</a:t>
          </a:r>
        </a:p>
      </dgm:t>
    </dgm:pt>
    <dgm:pt modelId="{A7784F72-279A-4BDC-86D6-CFE4FD22CFB2}" type="parTrans" cxnId="{BCB27E76-E10B-4D82-BC96-3724D2B68203}">
      <dgm:prSet/>
      <dgm:spPr/>
      <dgm:t>
        <a:bodyPr/>
        <a:lstStyle/>
        <a:p>
          <a:endParaRPr lang="en-US">
            <a:latin typeface="Comic Sans MS" panose="030F0702030302020204" pitchFamily="66" charset="0"/>
          </a:endParaRPr>
        </a:p>
      </dgm:t>
    </dgm:pt>
    <dgm:pt modelId="{FD3AC7F6-31FF-4F41-B5B9-495F382F5845}" type="sibTrans" cxnId="{BCB27E76-E10B-4D82-BC96-3724D2B68203}">
      <dgm:prSet/>
      <dgm:spPr/>
      <dgm:t>
        <a:bodyPr/>
        <a:lstStyle/>
        <a:p>
          <a:endParaRPr lang="en-US">
            <a:latin typeface="Comic Sans MS" panose="030F0702030302020204" pitchFamily="66" charset="0"/>
          </a:endParaRPr>
        </a:p>
      </dgm:t>
    </dgm:pt>
    <dgm:pt modelId="{2F65AF9C-1F13-496E-93B2-7FFC03B22C83}">
      <dgm:prSet/>
      <dgm:spPr/>
      <dgm:t>
        <a:bodyPr/>
        <a:lstStyle/>
        <a:p>
          <a:r>
            <a:rPr lang="en-US" dirty="0">
              <a:latin typeface="Comic Sans MS" panose="030F0702030302020204" pitchFamily="66" charset="0"/>
            </a:rPr>
            <a:t>Test Environment</a:t>
          </a:r>
        </a:p>
      </dgm:t>
    </dgm:pt>
    <dgm:pt modelId="{C7755B08-83E5-48B0-BF64-3619E9A8F5BE}" type="parTrans" cxnId="{C4478455-1CB7-4FD3-B6B7-A049226058D4}">
      <dgm:prSet/>
      <dgm:spPr/>
      <dgm:t>
        <a:bodyPr/>
        <a:lstStyle/>
        <a:p>
          <a:endParaRPr lang="en-US">
            <a:latin typeface="Comic Sans MS" panose="030F0702030302020204" pitchFamily="66" charset="0"/>
          </a:endParaRPr>
        </a:p>
      </dgm:t>
    </dgm:pt>
    <dgm:pt modelId="{B0DFC006-D3D5-4F8A-8DD7-A5EB3648A691}" type="sibTrans" cxnId="{C4478455-1CB7-4FD3-B6B7-A049226058D4}">
      <dgm:prSet/>
      <dgm:spPr/>
      <dgm:t>
        <a:bodyPr/>
        <a:lstStyle/>
        <a:p>
          <a:endParaRPr lang="en-US">
            <a:latin typeface="Comic Sans MS" panose="030F0702030302020204" pitchFamily="66" charset="0"/>
          </a:endParaRPr>
        </a:p>
      </dgm:t>
    </dgm:pt>
    <dgm:pt modelId="{CCC5E524-E6AB-4342-90C9-D752FFB60CCB}">
      <dgm:prSet/>
      <dgm:spPr/>
      <dgm:t>
        <a:bodyPr/>
        <a:lstStyle/>
        <a:p>
          <a:r>
            <a:rPr lang="en-US" dirty="0">
              <a:latin typeface="Comic Sans MS" panose="030F0702030302020204" pitchFamily="66" charset="0"/>
            </a:rPr>
            <a:t>Test Strategy</a:t>
          </a:r>
        </a:p>
      </dgm:t>
    </dgm:pt>
    <dgm:pt modelId="{4D6A2367-120E-4D73-94F6-43057E81245A}" type="parTrans" cxnId="{598DCE42-C378-405F-A955-68D81391D43E}">
      <dgm:prSet/>
      <dgm:spPr/>
      <dgm:t>
        <a:bodyPr/>
        <a:lstStyle/>
        <a:p>
          <a:endParaRPr lang="en-US">
            <a:latin typeface="Comic Sans MS" panose="030F0702030302020204" pitchFamily="66" charset="0"/>
          </a:endParaRPr>
        </a:p>
      </dgm:t>
    </dgm:pt>
    <dgm:pt modelId="{441CC8E0-B541-460F-9A4A-2B030EA8A2CE}" type="sibTrans" cxnId="{598DCE42-C378-405F-A955-68D81391D43E}">
      <dgm:prSet/>
      <dgm:spPr/>
      <dgm:t>
        <a:bodyPr/>
        <a:lstStyle/>
        <a:p>
          <a:endParaRPr lang="en-US">
            <a:latin typeface="Comic Sans MS" panose="030F0702030302020204" pitchFamily="66" charset="0"/>
          </a:endParaRPr>
        </a:p>
      </dgm:t>
    </dgm:pt>
    <dgm:pt modelId="{BD3016EF-7BA1-4E43-AE27-8CD5707FAC0D}">
      <dgm:prSet/>
      <dgm:spPr/>
      <dgm:t>
        <a:bodyPr/>
        <a:lstStyle/>
        <a:p>
          <a:r>
            <a:rPr lang="en-US" dirty="0">
              <a:latin typeface="Comic Sans MS" panose="030F0702030302020204" pitchFamily="66" charset="0"/>
            </a:rPr>
            <a:t>Deliverables</a:t>
          </a:r>
          <a:r>
            <a:rPr lang="en-US" dirty="0">
              <a:solidFill>
                <a:schemeClr val="tx1">
                  <a:lumMod val="75000"/>
                </a:schemeClr>
              </a:solidFill>
              <a:latin typeface="Tw Cen MT" panose="020B0602020104020603" pitchFamily="34" charset="0"/>
            </a:rPr>
            <a:t>– </a:t>
          </a:r>
          <a:r>
            <a:rPr lang="en-US" dirty="0">
              <a:solidFill>
                <a:schemeClr val="tx1">
                  <a:lumMod val="75000"/>
                </a:schemeClr>
              </a:solidFill>
              <a:latin typeface="Comic Sans MS" panose="030F0702030302020204" pitchFamily="66" charset="0"/>
            </a:rPr>
            <a:t>Test cases, reports, defect logs</a:t>
          </a:r>
          <a:endParaRPr lang="en-US" dirty="0">
            <a:latin typeface="Comic Sans MS" panose="030F0702030302020204" pitchFamily="66" charset="0"/>
          </a:endParaRPr>
        </a:p>
      </dgm:t>
    </dgm:pt>
    <dgm:pt modelId="{AB11A308-36E3-47D3-B330-6F8E4F1FB24B}" type="parTrans" cxnId="{A7782C6C-9BA3-4973-94ED-CE6E3C1392C7}">
      <dgm:prSet/>
      <dgm:spPr/>
      <dgm:t>
        <a:bodyPr/>
        <a:lstStyle/>
        <a:p>
          <a:endParaRPr lang="en-US">
            <a:latin typeface="Comic Sans MS" panose="030F0702030302020204" pitchFamily="66" charset="0"/>
          </a:endParaRPr>
        </a:p>
      </dgm:t>
    </dgm:pt>
    <dgm:pt modelId="{9D1F1446-A6E6-4114-AF52-AEEDB012317B}" type="sibTrans" cxnId="{A7782C6C-9BA3-4973-94ED-CE6E3C1392C7}">
      <dgm:prSet/>
      <dgm:spPr/>
      <dgm:t>
        <a:bodyPr/>
        <a:lstStyle/>
        <a:p>
          <a:endParaRPr lang="en-US">
            <a:latin typeface="Comic Sans MS" panose="030F0702030302020204" pitchFamily="66" charset="0"/>
          </a:endParaRPr>
        </a:p>
      </dgm:t>
    </dgm:pt>
    <dgm:pt modelId="{494926A6-4478-400D-BCF0-5408375E2839}">
      <dgm:prSet/>
      <dgm:spPr/>
      <dgm:t>
        <a:bodyPr/>
        <a:lstStyle/>
        <a:p>
          <a:r>
            <a:rPr lang="en-US" dirty="0">
              <a:latin typeface="Comic Sans MS" panose="030F0702030302020204" pitchFamily="66" charset="0"/>
            </a:rPr>
            <a:t>Review of Test Plan and Sign-off by Client</a:t>
          </a:r>
        </a:p>
      </dgm:t>
    </dgm:pt>
    <dgm:pt modelId="{333D944E-255B-4693-9593-8790825E233D}" type="parTrans" cxnId="{1AD6F5FF-89B8-4116-8CB8-68A3B6F87BAE}">
      <dgm:prSet/>
      <dgm:spPr/>
      <dgm:t>
        <a:bodyPr/>
        <a:lstStyle/>
        <a:p>
          <a:endParaRPr lang="en-US">
            <a:latin typeface="Comic Sans MS" panose="030F0702030302020204" pitchFamily="66" charset="0"/>
          </a:endParaRPr>
        </a:p>
      </dgm:t>
    </dgm:pt>
    <dgm:pt modelId="{DBE5AC77-9A73-4314-A8AF-27B285FD3EF9}" type="sibTrans" cxnId="{1AD6F5FF-89B8-4116-8CB8-68A3B6F87BAE}">
      <dgm:prSet/>
      <dgm:spPr/>
      <dgm:t>
        <a:bodyPr/>
        <a:lstStyle/>
        <a:p>
          <a:endParaRPr lang="en-US">
            <a:latin typeface="Comic Sans MS" panose="030F0702030302020204" pitchFamily="66" charset="0"/>
          </a:endParaRPr>
        </a:p>
      </dgm:t>
    </dgm:pt>
    <dgm:pt modelId="{DE83F3B1-3545-44BB-8337-2735E9E967E4}">
      <dgm:prSet/>
      <dgm:spPr/>
      <dgm:t>
        <a:bodyPr/>
        <a:lstStyle/>
        <a:p>
          <a:r>
            <a:rPr lang="en-US" dirty="0">
              <a:latin typeface="Comic Sans MS" panose="030F0702030302020204" pitchFamily="66" charset="0"/>
            </a:rPr>
            <a:t>View Test Plan document</a:t>
          </a:r>
        </a:p>
      </dgm:t>
    </dgm:pt>
    <dgm:pt modelId="{6B532C15-B0F0-4A18-96A5-8A4264B178D9}" type="parTrans" cxnId="{AF5025B8-5659-467C-89D6-63E8E341C418}">
      <dgm:prSet/>
      <dgm:spPr/>
      <dgm:t>
        <a:bodyPr/>
        <a:lstStyle/>
        <a:p>
          <a:endParaRPr lang="en-US">
            <a:latin typeface="Comic Sans MS" panose="030F0702030302020204" pitchFamily="66" charset="0"/>
          </a:endParaRPr>
        </a:p>
      </dgm:t>
    </dgm:pt>
    <dgm:pt modelId="{55580541-B5C5-4EA4-A51B-F753F2040A66}" type="sibTrans" cxnId="{AF5025B8-5659-467C-89D6-63E8E341C418}">
      <dgm:prSet/>
      <dgm:spPr/>
      <dgm:t>
        <a:bodyPr/>
        <a:lstStyle/>
        <a:p>
          <a:endParaRPr lang="en-US">
            <a:latin typeface="Comic Sans MS" panose="030F0702030302020204" pitchFamily="66" charset="0"/>
          </a:endParaRPr>
        </a:p>
      </dgm:t>
    </dgm:pt>
    <dgm:pt modelId="{7D540233-BD62-4410-8A79-9831C56A160B}">
      <dgm:prSet/>
      <dgm:spPr/>
      <dgm:t>
        <a:bodyPr/>
        <a:lstStyle/>
        <a:p>
          <a:r>
            <a:rPr lang="en-US" b="1">
              <a:latin typeface="Comic Sans MS" panose="030F0702030302020204" pitchFamily="66" charset="0"/>
            </a:rPr>
            <a:t>Exit Criteria</a:t>
          </a:r>
          <a:endParaRPr lang="en-US">
            <a:latin typeface="Comic Sans MS" panose="030F0702030302020204" pitchFamily="66" charset="0"/>
          </a:endParaRPr>
        </a:p>
      </dgm:t>
    </dgm:pt>
    <dgm:pt modelId="{B1D8738D-4DF0-4A89-A0D0-A20DD47D5987}" type="parTrans" cxnId="{603B3A03-CB01-472A-90F8-F10618D6F6EF}">
      <dgm:prSet/>
      <dgm:spPr/>
      <dgm:t>
        <a:bodyPr/>
        <a:lstStyle/>
        <a:p>
          <a:endParaRPr lang="en-US">
            <a:latin typeface="Comic Sans MS" panose="030F0702030302020204" pitchFamily="66" charset="0"/>
          </a:endParaRPr>
        </a:p>
      </dgm:t>
    </dgm:pt>
    <dgm:pt modelId="{58126760-35C4-4647-A5D5-C92CBAE691DD}" type="sibTrans" cxnId="{603B3A03-CB01-472A-90F8-F10618D6F6EF}">
      <dgm:prSet/>
      <dgm:spPr/>
      <dgm:t>
        <a:bodyPr/>
        <a:lstStyle/>
        <a:p>
          <a:endParaRPr lang="en-US">
            <a:latin typeface="Comic Sans MS" panose="030F0702030302020204" pitchFamily="66" charset="0"/>
          </a:endParaRPr>
        </a:p>
      </dgm:t>
    </dgm:pt>
    <dgm:pt modelId="{CCD5AA26-60E0-4E41-AE30-DB1627F22D93}">
      <dgm:prSet/>
      <dgm:spPr/>
      <dgm:t>
        <a:bodyPr/>
        <a:lstStyle/>
        <a:p>
          <a:r>
            <a:rPr lang="en-US">
              <a:latin typeface="Comic Sans MS" panose="030F0702030302020204" pitchFamily="66" charset="0"/>
            </a:rPr>
            <a:t>Test Plan document is reviewed and signed-off by the Client</a:t>
          </a:r>
        </a:p>
      </dgm:t>
    </dgm:pt>
    <dgm:pt modelId="{4236EA40-8A26-4FF4-80F5-3D9A7B03F585}" type="parTrans" cxnId="{72D7453E-A7A1-48F8-B8A7-A6069674B1A3}">
      <dgm:prSet/>
      <dgm:spPr/>
      <dgm:t>
        <a:bodyPr/>
        <a:lstStyle/>
        <a:p>
          <a:endParaRPr lang="en-US">
            <a:latin typeface="Comic Sans MS" panose="030F0702030302020204" pitchFamily="66" charset="0"/>
          </a:endParaRPr>
        </a:p>
      </dgm:t>
    </dgm:pt>
    <dgm:pt modelId="{22F76EC6-218B-41E7-9EBB-2E9BDE9CE5F5}" type="sibTrans" cxnId="{72D7453E-A7A1-48F8-B8A7-A6069674B1A3}">
      <dgm:prSet/>
      <dgm:spPr/>
      <dgm:t>
        <a:bodyPr/>
        <a:lstStyle/>
        <a:p>
          <a:endParaRPr lang="en-US">
            <a:latin typeface="Comic Sans MS" panose="030F0702030302020204" pitchFamily="66" charset="0"/>
          </a:endParaRPr>
        </a:p>
      </dgm:t>
    </dgm:pt>
    <dgm:pt modelId="{658E9220-6EB7-4187-B8D4-0D5233CA9E84}" type="pres">
      <dgm:prSet presAssocID="{24B0A73F-DA75-46EF-89C5-C0E1998EB0D6}" presName="linear" presStyleCnt="0">
        <dgm:presLayoutVars>
          <dgm:dir/>
          <dgm:animLvl val="lvl"/>
          <dgm:resizeHandles val="exact"/>
        </dgm:presLayoutVars>
      </dgm:prSet>
      <dgm:spPr/>
    </dgm:pt>
    <dgm:pt modelId="{1CBA33D9-F683-4877-81C5-2B5DF6037B7B}" type="pres">
      <dgm:prSet presAssocID="{758A8351-912A-4EB1-9E4D-24B8903D5A1D}" presName="parentLin" presStyleCnt="0"/>
      <dgm:spPr/>
    </dgm:pt>
    <dgm:pt modelId="{5E9B7D09-853B-4E59-8233-43A8777C3655}" type="pres">
      <dgm:prSet presAssocID="{758A8351-912A-4EB1-9E4D-24B8903D5A1D}" presName="parentLeftMargin" presStyleLbl="node1" presStyleIdx="0" presStyleCnt="3"/>
      <dgm:spPr/>
    </dgm:pt>
    <dgm:pt modelId="{58783B53-580E-4F5A-A624-B4F32574AA46}" type="pres">
      <dgm:prSet presAssocID="{758A8351-912A-4EB1-9E4D-24B8903D5A1D}" presName="parentText" presStyleLbl="node1" presStyleIdx="0" presStyleCnt="3">
        <dgm:presLayoutVars>
          <dgm:chMax val="0"/>
          <dgm:bulletEnabled val="1"/>
        </dgm:presLayoutVars>
      </dgm:prSet>
      <dgm:spPr/>
    </dgm:pt>
    <dgm:pt modelId="{CDB1B8A2-5FF2-44BF-890B-3F16AB56985B}" type="pres">
      <dgm:prSet presAssocID="{758A8351-912A-4EB1-9E4D-24B8903D5A1D}" presName="negativeSpace" presStyleCnt="0"/>
      <dgm:spPr/>
    </dgm:pt>
    <dgm:pt modelId="{0D3DAD03-57CA-4653-9125-76A698A9905B}" type="pres">
      <dgm:prSet presAssocID="{758A8351-912A-4EB1-9E4D-24B8903D5A1D}" presName="childText" presStyleLbl="conFgAcc1" presStyleIdx="0" presStyleCnt="3">
        <dgm:presLayoutVars>
          <dgm:bulletEnabled val="1"/>
        </dgm:presLayoutVars>
      </dgm:prSet>
      <dgm:spPr/>
    </dgm:pt>
    <dgm:pt modelId="{2A45F304-8186-4F89-8F8D-C4B063006A74}" type="pres">
      <dgm:prSet presAssocID="{F303B934-08C7-455C-AD69-BA2E201F77CC}" presName="spaceBetweenRectangles" presStyleCnt="0"/>
      <dgm:spPr/>
    </dgm:pt>
    <dgm:pt modelId="{56D9D67B-F2BB-463F-A664-FAF685AED73A}" type="pres">
      <dgm:prSet presAssocID="{78DED0E6-A4FE-414F-A9E2-2213C221318F}" presName="parentLin" presStyleCnt="0"/>
      <dgm:spPr/>
    </dgm:pt>
    <dgm:pt modelId="{3B5159FF-1040-48F7-ADD2-7C3D7F57D9D4}" type="pres">
      <dgm:prSet presAssocID="{78DED0E6-A4FE-414F-A9E2-2213C221318F}" presName="parentLeftMargin" presStyleLbl="node1" presStyleIdx="0" presStyleCnt="3"/>
      <dgm:spPr/>
    </dgm:pt>
    <dgm:pt modelId="{773ADEAA-5A08-435B-B8B8-88D1DCB7E493}" type="pres">
      <dgm:prSet presAssocID="{78DED0E6-A4FE-414F-A9E2-2213C221318F}" presName="parentText" presStyleLbl="node1" presStyleIdx="1" presStyleCnt="3">
        <dgm:presLayoutVars>
          <dgm:chMax val="0"/>
          <dgm:bulletEnabled val="1"/>
        </dgm:presLayoutVars>
      </dgm:prSet>
      <dgm:spPr/>
    </dgm:pt>
    <dgm:pt modelId="{B5810AAC-C1B6-4EF3-BBBF-71FD3C06E2BD}" type="pres">
      <dgm:prSet presAssocID="{78DED0E6-A4FE-414F-A9E2-2213C221318F}" presName="negativeSpace" presStyleCnt="0"/>
      <dgm:spPr/>
    </dgm:pt>
    <dgm:pt modelId="{8CF65317-B49C-4329-9668-EA920C0C6C3C}" type="pres">
      <dgm:prSet presAssocID="{78DED0E6-A4FE-414F-A9E2-2213C221318F}" presName="childText" presStyleLbl="conFgAcc1" presStyleIdx="1" presStyleCnt="3">
        <dgm:presLayoutVars>
          <dgm:bulletEnabled val="1"/>
        </dgm:presLayoutVars>
      </dgm:prSet>
      <dgm:spPr/>
    </dgm:pt>
    <dgm:pt modelId="{CD25A829-1345-4BCC-B437-590405188C74}" type="pres">
      <dgm:prSet presAssocID="{75DF9962-4FCF-4042-B236-0B98909B2946}" presName="spaceBetweenRectangles" presStyleCnt="0"/>
      <dgm:spPr/>
    </dgm:pt>
    <dgm:pt modelId="{124A0169-0983-42D6-88C3-9997A40B8E42}" type="pres">
      <dgm:prSet presAssocID="{7D540233-BD62-4410-8A79-9831C56A160B}" presName="parentLin" presStyleCnt="0"/>
      <dgm:spPr/>
    </dgm:pt>
    <dgm:pt modelId="{F49EE93C-E230-4187-9FCB-FAE83DC0314A}" type="pres">
      <dgm:prSet presAssocID="{7D540233-BD62-4410-8A79-9831C56A160B}" presName="parentLeftMargin" presStyleLbl="node1" presStyleIdx="1" presStyleCnt="3"/>
      <dgm:spPr/>
    </dgm:pt>
    <dgm:pt modelId="{F66C37D8-8172-4023-8970-5E18280CBAD0}" type="pres">
      <dgm:prSet presAssocID="{7D540233-BD62-4410-8A79-9831C56A160B}" presName="parentText" presStyleLbl="node1" presStyleIdx="2" presStyleCnt="3">
        <dgm:presLayoutVars>
          <dgm:chMax val="0"/>
          <dgm:bulletEnabled val="1"/>
        </dgm:presLayoutVars>
      </dgm:prSet>
      <dgm:spPr/>
    </dgm:pt>
    <dgm:pt modelId="{4A7A298F-2CD3-4F3C-AD83-46C65167456F}" type="pres">
      <dgm:prSet presAssocID="{7D540233-BD62-4410-8A79-9831C56A160B}" presName="negativeSpace" presStyleCnt="0"/>
      <dgm:spPr/>
    </dgm:pt>
    <dgm:pt modelId="{F5A3FEF6-F228-4E08-960A-801AB0D27A7B}" type="pres">
      <dgm:prSet presAssocID="{7D540233-BD62-4410-8A79-9831C56A160B}" presName="childText" presStyleLbl="conFgAcc1" presStyleIdx="2" presStyleCnt="3">
        <dgm:presLayoutVars>
          <dgm:bulletEnabled val="1"/>
        </dgm:presLayoutVars>
      </dgm:prSet>
      <dgm:spPr/>
    </dgm:pt>
  </dgm:ptLst>
  <dgm:cxnLst>
    <dgm:cxn modelId="{603B3A03-CB01-472A-90F8-F10618D6F6EF}" srcId="{24B0A73F-DA75-46EF-89C5-C0E1998EB0D6}" destId="{7D540233-BD62-4410-8A79-9831C56A160B}" srcOrd="2" destOrd="0" parTransId="{B1D8738D-4DF0-4A89-A0D0-A20DD47D5987}" sibTransId="{58126760-35C4-4647-A5D5-C92CBAE691DD}"/>
    <dgm:cxn modelId="{418DDD0A-956C-4A5E-8979-434B6FDA4DC5}" srcId="{24EFD733-16A8-4678-8F8D-69939347AE96}" destId="{491D9307-EF1E-403E-B193-B235DFE3A7D2}" srcOrd="1" destOrd="0" parTransId="{AD99B4A2-49E4-4865-A480-393B6232C762}" sibTransId="{8BB0CCE7-2859-49BA-A439-5466B091B1F8}"/>
    <dgm:cxn modelId="{A46DA218-B8DE-4A52-8F26-81BD78182677}" srcId="{24B0A73F-DA75-46EF-89C5-C0E1998EB0D6}" destId="{758A8351-912A-4EB1-9E4D-24B8903D5A1D}" srcOrd="0" destOrd="0" parTransId="{BD0B4019-8110-4551-AD14-F8E7F1CCAFEC}" sibTransId="{F303B934-08C7-455C-AD69-BA2E201F77CC}"/>
    <dgm:cxn modelId="{0C5E0B2B-CDB1-4C94-853D-CF794EBD925B}" type="presOf" srcId="{78DED0E6-A4FE-414F-A9E2-2213C221318F}" destId="{773ADEAA-5A08-435B-B8B8-88D1DCB7E493}" srcOrd="1" destOrd="0" presId="urn:microsoft.com/office/officeart/2005/8/layout/list1"/>
    <dgm:cxn modelId="{26D3072E-71CB-4DB3-814B-02A0711B1700}" type="presOf" srcId="{BD3016EF-7BA1-4E43-AE27-8CD5707FAC0D}" destId="{8CF65317-B49C-4329-9668-EA920C0C6C3C}" srcOrd="0" destOrd="7" presId="urn:microsoft.com/office/officeart/2005/8/layout/list1"/>
    <dgm:cxn modelId="{72D7453E-A7A1-48F8-B8A7-A6069674B1A3}" srcId="{7D540233-BD62-4410-8A79-9831C56A160B}" destId="{CCD5AA26-60E0-4E41-AE30-DB1627F22D93}" srcOrd="0" destOrd="0" parTransId="{4236EA40-8A26-4FF4-80F5-3D9A7B03F585}" sibTransId="{22F76EC6-218B-41E7-9EBB-2E9BDE9CE5F5}"/>
    <dgm:cxn modelId="{13732A60-836C-4E11-8632-22D369DC9567}" type="presOf" srcId="{E2981637-9DB8-4A5F-9F2F-A9D6CC4BC655}" destId="{8CF65317-B49C-4329-9668-EA920C0C6C3C}" srcOrd="0" destOrd="1" presId="urn:microsoft.com/office/officeart/2005/8/layout/list1"/>
    <dgm:cxn modelId="{AAA37160-EFC7-48DE-B35A-599977924579}" type="presOf" srcId="{835D1499-D8C9-4775-9220-C455DB98A2B0}" destId="{8CF65317-B49C-4329-9668-EA920C0C6C3C}" srcOrd="0" destOrd="4" presId="urn:microsoft.com/office/officeart/2005/8/layout/list1"/>
    <dgm:cxn modelId="{E76BBC60-347D-4C82-A38E-1045142ABE25}" type="presOf" srcId="{24B0A73F-DA75-46EF-89C5-C0E1998EB0D6}" destId="{658E9220-6EB7-4187-B8D4-0D5233CA9E84}" srcOrd="0" destOrd="0" presId="urn:microsoft.com/office/officeart/2005/8/layout/list1"/>
    <dgm:cxn modelId="{598DCE42-C378-405F-A955-68D81391D43E}" srcId="{24EFD733-16A8-4678-8F8D-69939347AE96}" destId="{CCC5E524-E6AB-4342-90C9-D752FFB60CCB}" srcOrd="5" destOrd="0" parTransId="{4D6A2367-120E-4D73-94F6-43057E81245A}" sibTransId="{441CC8E0-B541-460F-9A4A-2B030EA8A2CE}"/>
    <dgm:cxn modelId="{A7782C6C-9BA3-4973-94ED-CE6E3C1392C7}" srcId="{24EFD733-16A8-4678-8F8D-69939347AE96}" destId="{BD3016EF-7BA1-4E43-AE27-8CD5707FAC0D}" srcOrd="6" destOrd="0" parTransId="{AB11A308-36E3-47D3-B330-6F8E4F1FB24B}" sibTransId="{9D1F1446-A6E6-4114-AF52-AEEDB012317B}"/>
    <dgm:cxn modelId="{C4478455-1CB7-4FD3-B6B7-A049226058D4}" srcId="{24EFD733-16A8-4678-8F8D-69939347AE96}" destId="{2F65AF9C-1F13-496E-93B2-7FFC03B22C83}" srcOrd="4" destOrd="0" parTransId="{C7755B08-83E5-48B0-BF64-3619E9A8F5BE}" sibTransId="{B0DFC006-D3D5-4F8A-8DD7-A5EB3648A691}"/>
    <dgm:cxn modelId="{BCB27E76-E10B-4D82-BC96-3724D2B68203}" srcId="{24EFD733-16A8-4678-8F8D-69939347AE96}" destId="{835D1499-D8C9-4775-9220-C455DB98A2B0}" srcOrd="3" destOrd="0" parTransId="{A7784F72-279A-4BDC-86D6-CFE4FD22CFB2}" sibTransId="{FD3AC7F6-31FF-4F41-B5B9-495F382F5845}"/>
    <dgm:cxn modelId="{9A42ED59-41E3-4E47-974D-DABC759DED7D}" type="presOf" srcId="{24EFD733-16A8-4678-8F8D-69939347AE96}" destId="{8CF65317-B49C-4329-9668-EA920C0C6C3C}" srcOrd="0" destOrd="0" presId="urn:microsoft.com/office/officeart/2005/8/layout/list1"/>
    <dgm:cxn modelId="{C6CD938D-789D-4D47-A179-45E3361E62E3}" type="presOf" srcId="{758A8351-912A-4EB1-9E4D-24B8903D5A1D}" destId="{5E9B7D09-853B-4E59-8233-43A8777C3655}" srcOrd="0" destOrd="0" presId="urn:microsoft.com/office/officeart/2005/8/layout/list1"/>
    <dgm:cxn modelId="{32890D9A-E140-420E-9A81-0379B1DB3B4B}" type="presOf" srcId="{78DED0E6-A4FE-414F-A9E2-2213C221318F}" destId="{3B5159FF-1040-48F7-ADD2-7C3D7F57D9D4}" srcOrd="0" destOrd="0" presId="urn:microsoft.com/office/officeart/2005/8/layout/list1"/>
    <dgm:cxn modelId="{51C15B9B-0EF7-4128-8DB3-47B85B41589F}" type="presOf" srcId="{BC1DF459-5275-4BA3-BE2C-54CEAF26211D}" destId="{8CF65317-B49C-4329-9668-EA920C0C6C3C}" srcOrd="0" destOrd="3" presId="urn:microsoft.com/office/officeart/2005/8/layout/list1"/>
    <dgm:cxn modelId="{871237A0-DB37-45D2-BB61-D44520B3D122}" srcId="{24B0A73F-DA75-46EF-89C5-C0E1998EB0D6}" destId="{78DED0E6-A4FE-414F-A9E2-2213C221318F}" srcOrd="1" destOrd="0" parTransId="{0A6159B0-E20A-46AC-B0D9-CE6EBB7DA9B7}" sibTransId="{75DF9962-4FCF-4042-B236-0B98909B2946}"/>
    <dgm:cxn modelId="{AA1135AF-50EE-426A-A6B0-BE3E22499860}" srcId="{24EFD733-16A8-4678-8F8D-69939347AE96}" destId="{E2981637-9DB8-4A5F-9F2F-A9D6CC4BC655}" srcOrd="0" destOrd="0" parTransId="{BA917ECA-C299-4BE8-B956-A22900A410C2}" sibTransId="{80002EA4-112E-4E19-8D0F-43A7C2E5DC3A}"/>
    <dgm:cxn modelId="{AF5025B8-5659-467C-89D6-63E8E341C418}" srcId="{78DED0E6-A4FE-414F-A9E2-2213C221318F}" destId="{DE83F3B1-3545-44BB-8337-2735E9E967E4}" srcOrd="2" destOrd="0" parTransId="{6B532C15-B0F0-4A18-96A5-8A4264B178D9}" sibTransId="{55580541-B5C5-4EA4-A51B-F753F2040A66}"/>
    <dgm:cxn modelId="{03A6A5B8-FAF6-4B8E-99E0-C04F393AEB86}" type="presOf" srcId="{4FE45D31-C0A6-453F-9F06-DD6EC5D89EDE}" destId="{0D3DAD03-57CA-4653-9125-76A698A9905B}" srcOrd="0" destOrd="0" presId="urn:microsoft.com/office/officeart/2005/8/layout/list1"/>
    <dgm:cxn modelId="{38F64FB9-9C8A-47DE-BE08-70E44D60E522}" srcId="{78DED0E6-A4FE-414F-A9E2-2213C221318F}" destId="{24EFD733-16A8-4678-8F8D-69939347AE96}" srcOrd="0" destOrd="0" parTransId="{F2AF995F-2E83-45EF-B2B0-2AAE1DA582E4}" sibTransId="{1097AD7F-46D3-490F-9597-CE5E1FD9833A}"/>
    <dgm:cxn modelId="{3C8C5DBB-D1BA-4CB9-AE65-2C3E8D70C22E}" srcId="{24EFD733-16A8-4678-8F8D-69939347AE96}" destId="{BC1DF459-5275-4BA3-BE2C-54CEAF26211D}" srcOrd="2" destOrd="0" parTransId="{7C21B6D4-AFAD-4EF4-92E3-55CDFDABFB27}" sibTransId="{E2BBF54D-E418-47FF-B6B9-7F9A89122E2E}"/>
    <dgm:cxn modelId="{F751A0BE-0CF4-457C-8398-29F733931D2D}" type="presOf" srcId="{DE83F3B1-3545-44BB-8337-2735E9E967E4}" destId="{8CF65317-B49C-4329-9668-EA920C0C6C3C}" srcOrd="0" destOrd="9" presId="urn:microsoft.com/office/officeart/2005/8/layout/list1"/>
    <dgm:cxn modelId="{363874C8-5F74-49B9-BB71-EF5FF0EA2481}" type="presOf" srcId="{CCD5AA26-60E0-4E41-AE30-DB1627F22D93}" destId="{F5A3FEF6-F228-4E08-960A-801AB0D27A7B}" srcOrd="0" destOrd="0" presId="urn:microsoft.com/office/officeart/2005/8/layout/list1"/>
    <dgm:cxn modelId="{CBA6C3CE-3ADA-42A9-BD94-A551D1708EFC}" srcId="{758A8351-912A-4EB1-9E4D-24B8903D5A1D}" destId="{4FE45D31-C0A6-453F-9F06-DD6EC5D89EDE}" srcOrd="0" destOrd="0" parTransId="{90874B5B-0B4A-4E12-9691-F9F9D17EDFBC}" sibTransId="{88BF3BE8-515D-43FA-96F9-AA850CF53ECF}"/>
    <dgm:cxn modelId="{C95BEDD0-DA7A-44CF-9562-10109EF11B9E}" type="presOf" srcId="{7D540233-BD62-4410-8A79-9831C56A160B}" destId="{F66C37D8-8172-4023-8970-5E18280CBAD0}" srcOrd="1" destOrd="0" presId="urn:microsoft.com/office/officeart/2005/8/layout/list1"/>
    <dgm:cxn modelId="{748C39D9-B970-499E-8314-80AE0C9CFF1D}" type="presOf" srcId="{758A8351-912A-4EB1-9E4D-24B8903D5A1D}" destId="{58783B53-580E-4F5A-A624-B4F32574AA46}" srcOrd="1" destOrd="0" presId="urn:microsoft.com/office/officeart/2005/8/layout/list1"/>
    <dgm:cxn modelId="{EFD6BFE4-3FF0-42BA-B039-4A4F3769158B}" type="presOf" srcId="{7D540233-BD62-4410-8A79-9831C56A160B}" destId="{F49EE93C-E230-4187-9FCB-FAE83DC0314A}" srcOrd="0" destOrd="0" presId="urn:microsoft.com/office/officeart/2005/8/layout/list1"/>
    <dgm:cxn modelId="{3DBF6FF5-A788-47BA-B87C-539A1CD38438}" type="presOf" srcId="{2F65AF9C-1F13-496E-93B2-7FFC03B22C83}" destId="{8CF65317-B49C-4329-9668-EA920C0C6C3C}" srcOrd="0" destOrd="5" presId="urn:microsoft.com/office/officeart/2005/8/layout/list1"/>
    <dgm:cxn modelId="{5B5777F7-BD06-414E-A6BB-B13EC02A7446}" type="presOf" srcId="{494926A6-4478-400D-BCF0-5408375E2839}" destId="{8CF65317-B49C-4329-9668-EA920C0C6C3C}" srcOrd="0" destOrd="8" presId="urn:microsoft.com/office/officeart/2005/8/layout/list1"/>
    <dgm:cxn modelId="{8B61B7F8-C1EA-4226-8A8E-BB8FE4E48582}" type="presOf" srcId="{491D9307-EF1E-403E-B193-B235DFE3A7D2}" destId="{8CF65317-B49C-4329-9668-EA920C0C6C3C}" srcOrd="0" destOrd="2" presId="urn:microsoft.com/office/officeart/2005/8/layout/list1"/>
    <dgm:cxn modelId="{B1460FFC-8E3E-4995-820B-9336C3067630}" type="presOf" srcId="{CCC5E524-E6AB-4342-90C9-D752FFB60CCB}" destId="{8CF65317-B49C-4329-9668-EA920C0C6C3C}" srcOrd="0" destOrd="6" presId="urn:microsoft.com/office/officeart/2005/8/layout/list1"/>
    <dgm:cxn modelId="{1AD6F5FF-89B8-4116-8CB8-68A3B6F87BAE}" srcId="{78DED0E6-A4FE-414F-A9E2-2213C221318F}" destId="{494926A6-4478-400D-BCF0-5408375E2839}" srcOrd="1" destOrd="0" parTransId="{333D944E-255B-4693-9593-8790825E233D}" sibTransId="{DBE5AC77-9A73-4314-A8AF-27B285FD3EF9}"/>
    <dgm:cxn modelId="{085F5CC8-7363-47AA-8737-E0E1FCA1A06A}" type="presParOf" srcId="{658E9220-6EB7-4187-B8D4-0D5233CA9E84}" destId="{1CBA33D9-F683-4877-81C5-2B5DF6037B7B}" srcOrd="0" destOrd="0" presId="urn:microsoft.com/office/officeart/2005/8/layout/list1"/>
    <dgm:cxn modelId="{D6A14ACF-0EED-4984-AF7D-A243321D9114}" type="presParOf" srcId="{1CBA33D9-F683-4877-81C5-2B5DF6037B7B}" destId="{5E9B7D09-853B-4E59-8233-43A8777C3655}" srcOrd="0" destOrd="0" presId="urn:microsoft.com/office/officeart/2005/8/layout/list1"/>
    <dgm:cxn modelId="{50165902-7644-48B9-AEBF-3CBCD539C48F}" type="presParOf" srcId="{1CBA33D9-F683-4877-81C5-2B5DF6037B7B}" destId="{58783B53-580E-4F5A-A624-B4F32574AA46}" srcOrd="1" destOrd="0" presId="urn:microsoft.com/office/officeart/2005/8/layout/list1"/>
    <dgm:cxn modelId="{050FC980-1318-49E3-A0F7-7B4EF1521A7D}" type="presParOf" srcId="{658E9220-6EB7-4187-B8D4-0D5233CA9E84}" destId="{CDB1B8A2-5FF2-44BF-890B-3F16AB56985B}" srcOrd="1" destOrd="0" presId="urn:microsoft.com/office/officeart/2005/8/layout/list1"/>
    <dgm:cxn modelId="{AFF6EF25-5597-4410-ACD8-6B8BBE7BCECA}" type="presParOf" srcId="{658E9220-6EB7-4187-B8D4-0D5233CA9E84}" destId="{0D3DAD03-57CA-4653-9125-76A698A9905B}" srcOrd="2" destOrd="0" presId="urn:microsoft.com/office/officeart/2005/8/layout/list1"/>
    <dgm:cxn modelId="{CEC5077A-9126-48EB-B88E-242EE7060296}" type="presParOf" srcId="{658E9220-6EB7-4187-B8D4-0D5233CA9E84}" destId="{2A45F304-8186-4F89-8F8D-C4B063006A74}" srcOrd="3" destOrd="0" presId="urn:microsoft.com/office/officeart/2005/8/layout/list1"/>
    <dgm:cxn modelId="{D36FDD66-3E90-4FC9-BC21-905B5567D8AC}" type="presParOf" srcId="{658E9220-6EB7-4187-B8D4-0D5233CA9E84}" destId="{56D9D67B-F2BB-463F-A664-FAF685AED73A}" srcOrd="4" destOrd="0" presId="urn:microsoft.com/office/officeart/2005/8/layout/list1"/>
    <dgm:cxn modelId="{81DBB26C-0AAA-4613-B4B9-4B453496F385}" type="presParOf" srcId="{56D9D67B-F2BB-463F-A664-FAF685AED73A}" destId="{3B5159FF-1040-48F7-ADD2-7C3D7F57D9D4}" srcOrd="0" destOrd="0" presId="urn:microsoft.com/office/officeart/2005/8/layout/list1"/>
    <dgm:cxn modelId="{23264AF8-4E14-4C41-ACE2-4CAA88AD0268}" type="presParOf" srcId="{56D9D67B-F2BB-463F-A664-FAF685AED73A}" destId="{773ADEAA-5A08-435B-B8B8-88D1DCB7E493}" srcOrd="1" destOrd="0" presId="urn:microsoft.com/office/officeart/2005/8/layout/list1"/>
    <dgm:cxn modelId="{9485E91D-6A97-448C-BE0A-ABE553430E0E}" type="presParOf" srcId="{658E9220-6EB7-4187-B8D4-0D5233CA9E84}" destId="{B5810AAC-C1B6-4EF3-BBBF-71FD3C06E2BD}" srcOrd="5" destOrd="0" presId="urn:microsoft.com/office/officeart/2005/8/layout/list1"/>
    <dgm:cxn modelId="{24070082-33B3-4E81-80DE-DAA1E12D4FCC}" type="presParOf" srcId="{658E9220-6EB7-4187-B8D4-0D5233CA9E84}" destId="{8CF65317-B49C-4329-9668-EA920C0C6C3C}" srcOrd="6" destOrd="0" presId="urn:microsoft.com/office/officeart/2005/8/layout/list1"/>
    <dgm:cxn modelId="{71F8E91C-5E8F-4952-AF1E-81E7CA4C8A89}" type="presParOf" srcId="{658E9220-6EB7-4187-B8D4-0D5233CA9E84}" destId="{CD25A829-1345-4BCC-B437-590405188C74}" srcOrd="7" destOrd="0" presId="urn:microsoft.com/office/officeart/2005/8/layout/list1"/>
    <dgm:cxn modelId="{2B63854B-5AF8-4133-B1C3-8D42C445B922}" type="presParOf" srcId="{658E9220-6EB7-4187-B8D4-0D5233CA9E84}" destId="{124A0169-0983-42D6-88C3-9997A40B8E42}" srcOrd="8" destOrd="0" presId="urn:microsoft.com/office/officeart/2005/8/layout/list1"/>
    <dgm:cxn modelId="{550AAE80-EE76-48DC-A4F1-2946557F2B82}" type="presParOf" srcId="{124A0169-0983-42D6-88C3-9997A40B8E42}" destId="{F49EE93C-E230-4187-9FCB-FAE83DC0314A}" srcOrd="0" destOrd="0" presId="urn:microsoft.com/office/officeart/2005/8/layout/list1"/>
    <dgm:cxn modelId="{7B59139B-2A75-407B-90ED-61859072068A}" type="presParOf" srcId="{124A0169-0983-42D6-88C3-9997A40B8E42}" destId="{F66C37D8-8172-4023-8970-5E18280CBAD0}" srcOrd="1" destOrd="0" presId="urn:microsoft.com/office/officeart/2005/8/layout/list1"/>
    <dgm:cxn modelId="{664BD18B-D0BD-4056-A767-C59E9B93EB8B}" type="presParOf" srcId="{658E9220-6EB7-4187-B8D4-0D5233CA9E84}" destId="{4A7A298F-2CD3-4F3C-AD83-46C65167456F}" srcOrd="9" destOrd="0" presId="urn:microsoft.com/office/officeart/2005/8/layout/list1"/>
    <dgm:cxn modelId="{CC2E9E30-6A89-4D83-A002-FCB6B12FBCBD}" type="presParOf" srcId="{658E9220-6EB7-4187-B8D4-0D5233CA9E84}" destId="{F5A3FEF6-F228-4E08-960A-801AB0D27A7B}"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2227EAB-4365-4DA8-82AD-C832DA78F41D}" type="doc">
      <dgm:prSet loTypeId="urn:microsoft.com/office/officeart/2005/8/layout/vList5" loCatId="list" qsTypeId="urn:microsoft.com/office/officeart/2005/8/quickstyle/simple4" qsCatId="simple" csTypeId="urn:microsoft.com/office/officeart/2005/8/colors/accent0_3" csCatId="mainScheme" phldr="1"/>
      <dgm:spPr/>
      <dgm:t>
        <a:bodyPr/>
        <a:lstStyle/>
        <a:p>
          <a:endParaRPr lang="en-US"/>
        </a:p>
      </dgm:t>
    </dgm:pt>
    <dgm:pt modelId="{B40EFE33-8E98-4C12-A1AD-CA2817E56E28}">
      <dgm:prSet custT="1"/>
      <dgm:spPr/>
      <dgm:t>
        <a:bodyPr/>
        <a:lstStyle/>
        <a:p>
          <a:r>
            <a:rPr lang="en-US" sz="2500" b="1" dirty="0">
              <a:latin typeface="Comic Sans MS" panose="030F0702030302020204" pitchFamily="66" charset="0"/>
            </a:rPr>
            <a:t>Entry Criteria</a:t>
          </a:r>
          <a:endParaRPr lang="en-US" sz="2500" dirty="0">
            <a:latin typeface="Comic Sans MS" panose="030F0702030302020204" pitchFamily="66" charset="0"/>
          </a:endParaRPr>
        </a:p>
      </dgm:t>
    </dgm:pt>
    <dgm:pt modelId="{206F6DCC-8E20-4FF4-B0B3-1BC12D8B731F}" type="parTrans" cxnId="{0EA560D2-81B0-4EB6-B951-4C86E4427823}">
      <dgm:prSet/>
      <dgm:spPr/>
      <dgm:t>
        <a:bodyPr/>
        <a:lstStyle/>
        <a:p>
          <a:endParaRPr lang="en-US">
            <a:latin typeface="Comic Sans MS" panose="030F0702030302020204" pitchFamily="66" charset="0"/>
          </a:endParaRPr>
        </a:p>
      </dgm:t>
    </dgm:pt>
    <dgm:pt modelId="{F9B83AA9-37F3-45D0-96D8-A36F4D8205BF}" type="sibTrans" cxnId="{0EA560D2-81B0-4EB6-B951-4C86E4427823}">
      <dgm:prSet/>
      <dgm:spPr/>
      <dgm:t>
        <a:bodyPr/>
        <a:lstStyle/>
        <a:p>
          <a:endParaRPr lang="en-US">
            <a:latin typeface="Comic Sans MS" panose="030F0702030302020204" pitchFamily="66" charset="0"/>
          </a:endParaRPr>
        </a:p>
      </dgm:t>
    </dgm:pt>
    <dgm:pt modelId="{045DB3DB-D269-48B0-97FF-4603FCC152DD}">
      <dgm:prSet custT="1"/>
      <dgm:spPr>
        <a:solidFill>
          <a:srgbClr val="F6F6F5">
            <a:alpha val="90000"/>
          </a:srgbClr>
        </a:solidFill>
      </dgm:spPr>
      <dgm:t>
        <a:bodyPr/>
        <a:lstStyle/>
        <a:p>
          <a:r>
            <a:rPr lang="en-US" sz="1400" dirty="0">
              <a:latin typeface="Comic Sans MS" panose="030F0702030302020204" pitchFamily="66" charset="0"/>
            </a:rPr>
            <a:t>Reviewed and signed of Test Scenarios and Test Cases</a:t>
          </a:r>
        </a:p>
      </dgm:t>
    </dgm:pt>
    <dgm:pt modelId="{77C0AF70-8BE9-4042-9DB9-44F03CCCB453}" type="parTrans" cxnId="{3C3BE595-C0C1-4C7D-B292-38B1B87FDF51}">
      <dgm:prSet/>
      <dgm:spPr/>
      <dgm:t>
        <a:bodyPr/>
        <a:lstStyle/>
        <a:p>
          <a:endParaRPr lang="en-US">
            <a:latin typeface="Comic Sans MS" panose="030F0702030302020204" pitchFamily="66" charset="0"/>
          </a:endParaRPr>
        </a:p>
      </dgm:t>
    </dgm:pt>
    <dgm:pt modelId="{C971E5BE-0197-4D83-9D8E-CCD9036AD37D}" type="sibTrans" cxnId="{3C3BE595-C0C1-4C7D-B292-38B1B87FDF51}">
      <dgm:prSet/>
      <dgm:spPr/>
      <dgm:t>
        <a:bodyPr/>
        <a:lstStyle/>
        <a:p>
          <a:endParaRPr lang="en-US">
            <a:latin typeface="Comic Sans MS" panose="030F0702030302020204" pitchFamily="66" charset="0"/>
          </a:endParaRPr>
        </a:p>
      </dgm:t>
    </dgm:pt>
    <dgm:pt modelId="{B10195C5-81C8-4AD1-9E27-C1256E1500B7}">
      <dgm:prSet custT="1"/>
      <dgm:spPr/>
      <dgm:t>
        <a:bodyPr/>
        <a:lstStyle/>
        <a:p>
          <a:r>
            <a:rPr lang="en-US" sz="2500" b="1" dirty="0">
              <a:latin typeface="Comic Sans MS" panose="030F0702030302020204" pitchFamily="66" charset="0"/>
            </a:rPr>
            <a:t>Activities Performed </a:t>
          </a:r>
          <a:endParaRPr lang="en-US" sz="2500" dirty="0">
            <a:latin typeface="Comic Sans MS" panose="030F0702030302020204" pitchFamily="66" charset="0"/>
          </a:endParaRPr>
        </a:p>
      </dgm:t>
    </dgm:pt>
    <dgm:pt modelId="{A13639C1-913A-4A25-A173-A4552124B46F}" type="parTrans" cxnId="{9F385C28-6942-48E7-9153-8DF2035B32F2}">
      <dgm:prSet/>
      <dgm:spPr/>
      <dgm:t>
        <a:bodyPr/>
        <a:lstStyle/>
        <a:p>
          <a:endParaRPr lang="en-US">
            <a:latin typeface="Comic Sans MS" panose="030F0702030302020204" pitchFamily="66" charset="0"/>
          </a:endParaRPr>
        </a:p>
      </dgm:t>
    </dgm:pt>
    <dgm:pt modelId="{598A1C97-99E1-46BA-9E66-515E389A08F7}" type="sibTrans" cxnId="{9F385C28-6942-48E7-9153-8DF2035B32F2}">
      <dgm:prSet/>
      <dgm:spPr/>
      <dgm:t>
        <a:bodyPr/>
        <a:lstStyle/>
        <a:p>
          <a:endParaRPr lang="en-US">
            <a:latin typeface="Comic Sans MS" panose="030F0702030302020204" pitchFamily="66" charset="0"/>
          </a:endParaRPr>
        </a:p>
      </dgm:t>
    </dgm:pt>
    <dgm:pt modelId="{25C90FA0-CD59-4F0E-93C2-669019D56517}">
      <dgm:prSet custT="1"/>
      <dgm:spPr>
        <a:solidFill>
          <a:srgbClr val="F6F6F5">
            <a:alpha val="90000"/>
          </a:srgbClr>
        </a:solidFill>
      </dgm:spPr>
      <dgm:t>
        <a:bodyPr/>
        <a:lstStyle/>
        <a:p>
          <a:r>
            <a:rPr lang="en-US" sz="1400" dirty="0">
              <a:latin typeface="Comic Sans MS" panose="030F0702030302020204" pitchFamily="66" charset="0"/>
            </a:rPr>
            <a:t>Perform execution using Test cases on all supported environment (test execution document)</a:t>
          </a:r>
        </a:p>
      </dgm:t>
    </dgm:pt>
    <dgm:pt modelId="{6270AF6D-2765-4BEC-A727-9170631C9C54}" type="parTrans" cxnId="{4461AF79-D2A9-4302-9AD4-E7A9AB4D9692}">
      <dgm:prSet/>
      <dgm:spPr/>
      <dgm:t>
        <a:bodyPr/>
        <a:lstStyle/>
        <a:p>
          <a:endParaRPr lang="en-US">
            <a:latin typeface="Comic Sans MS" panose="030F0702030302020204" pitchFamily="66" charset="0"/>
          </a:endParaRPr>
        </a:p>
      </dgm:t>
    </dgm:pt>
    <dgm:pt modelId="{9E688958-A92A-4EAF-A4E5-7704EBF51A21}" type="sibTrans" cxnId="{4461AF79-D2A9-4302-9AD4-E7A9AB4D9692}">
      <dgm:prSet/>
      <dgm:spPr/>
      <dgm:t>
        <a:bodyPr/>
        <a:lstStyle/>
        <a:p>
          <a:endParaRPr lang="en-US">
            <a:latin typeface="Comic Sans MS" panose="030F0702030302020204" pitchFamily="66" charset="0"/>
          </a:endParaRPr>
        </a:p>
      </dgm:t>
    </dgm:pt>
    <dgm:pt modelId="{95476BF3-05EC-475B-A1F0-73AC96889757}">
      <dgm:prSet custT="1"/>
      <dgm:spPr>
        <a:solidFill>
          <a:srgbClr val="F6F6F5">
            <a:alpha val="90000"/>
          </a:srgbClr>
        </a:solidFill>
      </dgm:spPr>
      <dgm:t>
        <a:bodyPr/>
        <a:lstStyle/>
        <a:p>
          <a:r>
            <a:rPr lang="en-US" sz="1400" dirty="0">
              <a:latin typeface="Comic Sans MS" panose="030F0702030302020204" pitchFamily="66" charset="0"/>
            </a:rPr>
            <a:t>Doing different types of Testing</a:t>
          </a:r>
        </a:p>
      </dgm:t>
    </dgm:pt>
    <dgm:pt modelId="{8EDD572C-70E7-4FF6-92CF-423D9904FD11}" type="parTrans" cxnId="{EC84BE5F-B8EF-43D4-A61B-07410F008C1C}">
      <dgm:prSet/>
      <dgm:spPr/>
      <dgm:t>
        <a:bodyPr/>
        <a:lstStyle/>
        <a:p>
          <a:endParaRPr lang="en-US">
            <a:latin typeface="Comic Sans MS" panose="030F0702030302020204" pitchFamily="66" charset="0"/>
          </a:endParaRPr>
        </a:p>
      </dgm:t>
    </dgm:pt>
    <dgm:pt modelId="{F2530C78-3F44-446A-BC8E-512B16437D2B}" type="sibTrans" cxnId="{EC84BE5F-B8EF-43D4-A61B-07410F008C1C}">
      <dgm:prSet/>
      <dgm:spPr/>
      <dgm:t>
        <a:bodyPr/>
        <a:lstStyle/>
        <a:p>
          <a:endParaRPr lang="en-US">
            <a:latin typeface="Comic Sans MS" panose="030F0702030302020204" pitchFamily="66" charset="0"/>
          </a:endParaRPr>
        </a:p>
      </dgm:t>
    </dgm:pt>
    <dgm:pt modelId="{5CB35227-01F2-47CA-BFF0-6FEF547A3BBB}">
      <dgm:prSet custT="1"/>
      <dgm:spPr>
        <a:solidFill>
          <a:srgbClr val="F6F6F5">
            <a:alpha val="90000"/>
          </a:srgbClr>
        </a:solidFill>
      </dgm:spPr>
      <dgm:t>
        <a:bodyPr/>
        <a:lstStyle/>
        <a:p>
          <a:r>
            <a:rPr lang="en-US" sz="1400" dirty="0">
              <a:latin typeface="Comic Sans MS" panose="030F0702030302020204" pitchFamily="66" charset="0"/>
            </a:rPr>
            <a:t>Updating test cases with test results</a:t>
          </a:r>
        </a:p>
      </dgm:t>
    </dgm:pt>
    <dgm:pt modelId="{6C42E173-B905-49EE-B91B-8255333DAF46}" type="parTrans" cxnId="{779D3F70-5C52-42E5-91AB-15C8DDF5D73B}">
      <dgm:prSet/>
      <dgm:spPr/>
      <dgm:t>
        <a:bodyPr/>
        <a:lstStyle/>
        <a:p>
          <a:endParaRPr lang="en-US">
            <a:latin typeface="Comic Sans MS" panose="030F0702030302020204" pitchFamily="66" charset="0"/>
          </a:endParaRPr>
        </a:p>
      </dgm:t>
    </dgm:pt>
    <dgm:pt modelId="{5D2FFC94-0200-486D-9D35-C9FC805458E8}" type="sibTrans" cxnId="{779D3F70-5C52-42E5-91AB-15C8DDF5D73B}">
      <dgm:prSet/>
      <dgm:spPr/>
      <dgm:t>
        <a:bodyPr/>
        <a:lstStyle/>
        <a:p>
          <a:endParaRPr lang="en-US">
            <a:latin typeface="Comic Sans MS" panose="030F0702030302020204" pitchFamily="66" charset="0"/>
          </a:endParaRPr>
        </a:p>
      </dgm:t>
    </dgm:pt>
    <dgm:pt modelId="{A3681BB0-F33D-4B9B-8895-D2DB8DE7A457}">
      <dgm:prSet custT="1"/>
      <dgm:spPr>
        <a:solidFill>
          <a:srgbClr val="F6F6F5">
            <a:alpha val="90000"/>
          </a:srgbClr>
        </a:solidFill>
      </dgm:spPr>
      <dgm:t>
        <a:bodyPr/>
        <a:lstStyle/>
        <a:p>
          <a:r>
            <a:rPr lang="en-US" sz="1400" dirty="0">
              <a:latin typeface="Comic Sans MS" panose="030F0702030302020204" pitchFamily="66" charset="0"/>
            </a:rPr>
            <a:t>Finding , Reporting Defects and track the report</a:t>
          </a:r>
        </a:p>
      </dgm:t>
    </dgm:pt>
    <dgm:pt modelId="{B3E162A7-3340-41F9-A283-E96E395A7F5F}" type="parTrans" cxnId="{9EF5AC05-3E73-4DA2-A6DA-0A31830FD9F2}">
      <dgm:prSet/>
      <dgm:spPr/>
      <dgm:t>
        <a:bodyPr/>
        <a:lstStyle/>
        <a:p>
          <a:endParaRPr lang="en-US">
            <a:latin typeface="Comic Sans MS" panose="030F0702030302020204" pitchFamily="66" charset="0"/>
          </a:endParaRPr>
        </a:p>
      </dgm:t>
    </dgm:pt>
    <dgm:pt modelId="{3114D5A3-3106-4A83-BD74-250E0664B968}" type="sibTrans" cxnId="{9EF5AC05-3E73-4DA2-A6DA-0A31830FD9F2}">
      <dgm:prSet/>
      <dgm:spPr/>
      <dgm:t>
        <a:bodyPr/>
        <a:lstStyle/>
        <a:p>
          <a:endParaRPr lang="en-US">
            <a:latin typeface="Comic Sans MS" panose="030F0702030302020204" pitchFamily="66" charset="0"/>
          </a:endParaRPr>
        </a:p>
      </dgm:t>
    </dgm:pt>
    <dgm:pt modelId="{B0CCEEC6-92FD-4581-BEFD-DDB5B9A26962}">
      <dgm:prSet custT="1"/>
      <dgm:spPr>
        <a:solidFill>
          <a:srgbClr val="F6F6F5">
            <a:alpha val="90000"/>
          </a:srgbClr>
        </a:solidFill>
      </dgm:spPr>
      <dgm:t>
        <a:bodyPr/>
        <a:lstStyle/>
        <a:p>
          <a:r>
            <a:rPr lang="en-US" sz="1400" dirty="0">
              <a:latin typeface="Comic Sans MS" panose="030F0702030302020204" pitchFamily="66" charset="0"/>
            </a:rPr>
            <a:t>Retesting </a:t>
          </a:r>
        </a:p>
      </dgm:t>
    </dgm:pt>
    <dgm:pt modelId="{6B4B528B-D596-487A-8622-27C6CB669080}" type="parTrans" cxnId="{14203ED6-1EA7-44E4-9247-33FF69D13B01}">
      <dgm:prSet/>
      <dgm:spPr/>
      <dgm:t>
        <a:bodyPr/>
        <a:lstStyle/>
        <a:p>
          <a:endParaRPr lang="en-US">
            <a:latin typeface="Comic Sans MS" panose="030F0702030302020204" pitchFamily="66" charset="0"/>
          </a:endParaRPr>
        </a:p>
      </dgm:t>
    </dgm:pt>
    <dgm:pt modelId="{2BA29803-5AAA-42D1-AB0D-C33EB594A995}" type="sibTrans" cxnId="{14203ED6-1EA7-44E4-9247-33FF69D13B01}">
      <dgm:prSet/>
      <dgm:spPr/>
      <dgm:t>
        <a:bodyPr/>
        <a:lstStyle/>
        <a:p>
          <a:endParaRPr lang="en-US">
            <a:latin typeface="Comic Sans MS" panose="030F0702030302020204" pitchFamily="66" charset="0"/>
          </a:endParaRPr>
        </a:p>
      </dgm:t>
    </dgm:pt>
    <dgm:pt modelId="{BBB345CF-13BB-45D9-9939-4B86CCCD9E91}">
      <dgm:prSet custT="1"/>
      <dgm:spPr>
        <a:solidFill>
          <a:srgbClr val="F6F6F5">
            <a:alpha val="90000"/>
          </a:srgbClr>
        </a:solidFill>
      </dgm:spPr>
      <dgm:t>
        <a:bodyPr/>
        <a:lstStyle/>
        <a:p>
          <a:r>
            <a:rPr lang="en-US" sz="1400" dirty="0">
              <a:latin typeface="Comic Sans MS" panose="030F0702030302020204" pitchFamily="66" charset="0"/>
            </a:rPr>
            <a:t>Preparing different Test Reports / Defect Reports</a:t>
          </a:r>
        </a:p>
      </dgm:t>
    </dgm:pt>
    <dgm:pt modelId="{C2B488CC-2679-49D1-9913-7B0510904227}" type="parTrans" cxnId="{6F468AF3-A775-4969-AE44-E2D92DC88B85}">
      <dgm:prSet/>
      <dgm:spPr/>
      <dgm:t>
        <a:bodyPr/>
        <a:lstStyle/>
        <a:p>
          <a:endParaRPr lang="en-US">
            <a:latin typeface="Comic Sans MS" panose="030F0702030302020204" pitchFamily="66" charset="0"/>
          </a:endParaRPr>
        </a:p>
      </dgm:t>
    </dgm:pt>
    <dgm:pt modelId="{590BC50F-A7C3-4039-9654-6CCD831A042F}" type="sibTrans" cxnId="{6F468AF3-A775-4969-AE44-E2D92DC88B85}">
      <dgm:prSet/>
      <dgm:spPr/>
      <dgm:t>
        <a:bodyPr/>
        <a:lstStyle/>
        <a:p>
          <a:endParaRPr lang="en-US">
            <a:latin typeface="Comic Sans MS" panose="030F0702030302020204" pitchFamily="66" charset="0"/>
          </a:endParaRPr>
        </a:p>
      </dgm:t>
    </dgm:pt>
    <dgm:pt modelId="{95CF8F85-2114-4941-9943-D14729F7E17F}">
      <dgm:prSet custT="1"/>
      <dgm:spPr>
        <a:solidFill>
          <a:srgbClr val="F6F6F5">
            <a:alpha val="90000"/>
          </a:srgbClr>
        </a:solidFill>
      </dgm:spPr>
      <dgm:t>
        <a:bodyPr/>
        <a:lstStyle/>
        <a:p>
          <a:r>
            <a:rPr lang="en-US" sz="1400" dirty="0">
              <a:latin typeface="Comic Sans MS" panose="030F0702030302020204" pitchFamily="66" charset="0"/>
            </a:rPr>
            <a:t>Sending daily, weekly and other status/reports to the Client</a:t>
          </a:r>
        </a:p>
      </dgm:t>
    </dgm:pt>
    <dgm:pt modelId="{A4A090F4-9BDF-44C3-BA80-0CA4AB42820A}" type="parTrans" cxnId="{968B12E0-CC21-4ECC-A15E-5111B99AB888}">
      <dgm:prSet/>
      <dgm:spPr/>
      <dgm:t>
        <a:bodyPr/>
        <a:lstStyle/>
        <a:p>
          <a:endParaRPr lang="en-US">
            <a:latin typeface="Comic Sans MS" panose="030F0702030302020204" pitchFamily="66" charset="0"/>
          </a:endParaRPr>
        </a:p>
      </dgm:t>
    </dgm:pt>
    <dgm:pt modelId="{EDC8A854-2346-43A2-BA3D-67663AF195DF}" type="sibTrans" cxnId="{968B12E0-CC21-4ECC-A15E-5111B99AB888}">
      <dgm:prSet/>
      <dgm:spPr/>
      <dgm:t>
        <a:bodyPr/>
        <a:lstStyle/>
        <a:p>
          <a:endParaRPr lang="en-US">
            <a:latin typeface="Comic Sans MS" panose="030F0702030302020204" pitchFamily="66" charset="0"/>
          </a:endParaRPr>
        </a:p>
      </dgm:t>
    </dgm:pt>
    <dgm:pt modelId="{DD9A4640-770D-421A-9580-26EBAE533CD0}">
      <dgm:prSet custT="1"/>
      <dgm:spPr/>
      <dgm:t>
        <a:bodyPr/>
        <a:lstStyle/>
        <a:p>
          <a:r>
            <a:rPr lang="en-US" sz="2500" b="1" dirty="0">
              <a:latin typeface="Comic Sans MS" panose="030F0702030302020204" pitchFamily="66" charset="0"/>
            </a:rPr>
            <a:t>Exit Criteria</a:t>
          </a:r>
          <a:endParaRPr lang="en-US" sz="2500" dirty="0">
            <a:latin typeface="Comic Sans MS" panose="030F0702030302020204" pitchFamily="66" charset="0"/>
          </a:endParaRPr>
        </a:p>
      </dgm:t>
    </dgm:pt>
    <dgm:pt modelId="{5137A3E2-21DF-4E62-A35A-7758E73BC33F}" type="parTrans" cxnId="{F4367973-939B-4C95-9CE8-758FDC52EE6E}">
      <dgm:prSet/>
      <dgm:spPr/>
      <dgm:t>
        <a:bodyPr/>
        <a:lstStyle/>
        <a:p>
          <a:endParaRPr lang="en-US">
            <a:latin typeface="Comic Sans MS" panose="030F0702030302020204" pitchFamily="66" charset="0"/>
          </a:endParaRPr>
        </a:p>
      </dgm:t>
    </dgm:pt>
    <dgm:pt modelId="{A2AFD421-F404-4C04-A809-6007B4DE1B25}" type="sibTrans" cxnId="{F4367973-939B-4C95-9CE8-758FDC52EE6E}">
      <dgm:prSet/>
      <dgm:spPr/>
      <dgm:t>
        <a:bodyPr/>
        <a:lstStyle/>
        <a:p>
          <a:endParaRPr lang="en-US">
            <a:latin typeface="Comic Sans MS" panose="030F0702030302020204" pitchFamily="66" charset="0"/>
          </a:endParaRPr>
        </a:p>
      </dgm:t>
    </dgm:pt>
    <dgm:pt modelId="{8C0E4473-AB35-4F80-9DBB-4855E04E762A}">
      <dgm:prSet custT="1"/>
      <dgm:spPr>
        <a:solidFill>
          <a:srgbClr val="F6F6F5">
            <a:alpha val="90000"/>
          </a:srgbClr>
        </a:solidFill>
      </dgm:spPr>
      <dgm:t>
        <a:bodyPr/>
        <a:lstStyle/>
        <a:p>
          <a:r>
            <a:rPr lang="en-US" sz="1400" dirty="0">
              <a:latin typeface="Comic Sans MS" panose="030F0702030302020204" pitchFamily="66" charset="0"/>
            </a:rPr>
            <a:t>Defect Reports, Test Cases with Execution Results Test Status and Reports</a:t>
          </a:r>
        </a:p>
      </dgm:t>
    </dgm:pt>
    <dgm:pt modelId="{F5CAF6D4-3F13-45C8-8505-F72ED035F3F0}" type="parTrans" cxnId="{EAC4CE07-423D-4460-8430-6010E137659A}">
      <dgm:prSet/>
      <dgm:spPr/>
      <dgm:t>
        <a:bodyPr/>
        <a:lstStyle/>
        <a:p>
          <a:endParaRPr lang="en-US">
            <a:latin typeface="Comic Sans MS" panose="030F0702030302020204" pitchFamily="66" charset="0"/>
          </a:endParaRPr>
        </a:p>
      </dgm:t>
    </dgm:pt>
    <dgm:pt modelId="{36370970-E30C-42BB-A4C6-E495AC1E2BAB}" type="sibTrans" cxnId="{EAC4CE07-423D-4460-8430-6010E137659A}">
      <dgm:prSet/>
      <dgm:spPr/>
      <dgm:t>
        <a:bodyPr/>
        <a:lstStyle/>
        <a:p>
          <a:endParaRPr lang="en-US">
            <a:latin typeface="Comic Sans MS" panose="030F0702030302020204" pitchFamily="66" charset="0"/>
          </a:endParaRPr>
        </a:p>
      </dgm:t>
    </dgm:pt>
    <dgm:pt modelId="{0DECD1F3-79C9-4306-AC37-89010B92231E}" type="pres">
      <dgm:prSet presAssocID="{12227EAB-4365-4DA8-82AD-C832DA78F41D}" presName="Name0" presStyleCnt="0">
        <dgm:presLayoutVars>
          <dgm:dir/>
          <dgm:animLvl val="lvl"/>
          <dgm:resizeHandles val="exact"/>
        </dgm:presLayoutVars>
      </dgm:prSet>
      <dgm:spPr/>
    </dgm:pt>
    <dgm:pt modelId="{E329B385-2702-433C-9BC9-AE1A404BBD29}" type="pres">
      <dgm:prSet presAssocID="{B40EFE33-8E98-4C12-A1AD-CA2817E56E28}" presName="linNode" presStyleCnt="0"/>
      <dgm:spPr/>
    </dgm:pt>
    <dgm:pt modelId="{D574299B-407D-42FE-9BE6-30EB37CAFC75}" type="pres">
      <dgm:prSet presAssocID="{B40EFE33-8E98-4C12-A1AD-CA2817E56E28}" presName="parentText" presStyleLbl="node1" presStyleIdx="0" presStyleCnt="3" custScaleY="41346">
        <dgm:presLayoutVars>
          <dgm:chMax val="1"/>
          <dgm:bulletEnabled val="1"/>
        </dgm:presLayoutVars>
      </dgm:prSet>
      <dgm:spPr/>
    </dgm:pt>
    <dgm:pt modelId="{55AFA1C2-D5E4-40D0-A69B-1F4A322940BB}" type="pres">
      <dgm:prSet presAssocID="{B40EFE33-8E98-4C12-A1AD-CA2817E56E28}" presName="descendantText" presStyleLbl="alignAccFollowNode1" presStyleIdx="0" presStyleCnt="3" custScaleY="46027">
        <dgm:presLayoutVars>
          <dgm:bulletEnabled val="1"/>
        </dgm:presLayoutVars>
      </dgm:prSet>
      <dgm:spPr/>
    </dgm:pt>
    <dgm:pt modelId="{675A79FD-20B3-44D2-8E10-B6A3185475B7}" type="pres">
      <dgm:prSet presAssocID="{F9B83AA9-37F3-45D0-96D8-A36F4D8205BF}" presName="sp" presStyleCnt="0"/>
      <dgm:spPr/>
    </dgm:pt>
    <dgm:pt modelId="{03FB1C35-3D36-49CD-9042-DEDDB12B9602}" type="pres">
      <dgm:prSet presAssocID="{B10195C5-81C8-4AD1-9E27-C1256E1500B7}" presName="linNode" presStyleCnt="0"/>
      <dgm:spPr/>
    </dgm:pt>
    <dgm:pt modelId="{36397803-5DD5-47AD-B7AA-074D15A9DCB5}" type="pres">
      <dgm:prSet presAssocID="{B10195C5-81C8-4AD1-9E27-C1256E1500B7}" presName="parentText" presStyleLbl="node1" presStyleIdx="1" presStyleCnt="3">
        <dgm:presLayoutVars>
          <dgm:chMax val="1"/>
          <dgm:bulletEnabled val="1"/>
        </dgm:presLayoutVars>
      </dgm:prSet>
      <dgm:spPr/>
    </dgm:pt>
    <dgm:pt modelId="{D10CF41B-662A-467B-98F2-C6814D22BF65}" type="pres">
      <dgm:prSet presAssocID="{B10195C5-81C8-4AD1-9E27-C1256E1500B7}" presName="descendantText" presStyleLbl="alignAccFollowNode1" presStyleIdx="1" presStyleCnt="3" custScaleY="114801">
        <dgm:presLayoutVars>
          <dgm:bulletEnabled val="1"/>
        </dgm:presLayoutVars>
      </dgm:prSet>
      <dgm:spPr/>
    </dgm:pt>
    <dgm:pt modelId="{81AC4A2E-DC88-4913-9EDE-017528BD7CA5}" type="pres">
      <dgm:prSet presAssocID="{598A1C97-99E1-46BA-9E66-515E389A08F7}" presName="sp" presStyleCnt="0"/>
      <dgm:spPr/>
    </dgm:pt>
    <dgm:pt modelId="{8CAE8C86-FF11-499D-8627-36A7BBBFBBF1}" type="pres">
      <dgm:prSet presAssocID="{DD9A4640-770D-421A-9580-26EBAE533CD0}" presName="linNode" presStyleCnt="0"/>
      <dgm:spPr/>
    </dgm:pt>
    <dgm:pt modelId="{226534A4-06DA-4528-96DF-CB1CEF584404}" type="pres">
      <dgm:prSet presAssocID="{DD9A4640-770D-421A-9580-26EBAE533CD0}" presName="parentText" presStyleLbl="node1" presStyleIdx="2" presStyleCnt="3" custScaleY="52562">
        <dgm:presLayoutVars>
          <dgm:chMax val="1"/>
          <dgm:bulletEnabled val="1"/>
        </dgm:presLayoutVars>
      </dgm:prSet>
      <dgm:spPr/>
    </dgm:pt>
    <dgm:pt modelId="{00098BFF-40AD-40A6-83D2-205544679633}" type="pres">
      <dgm:prSet presAssocID="{DD9A4640-770D-421A-9580-26EBAE533CD0}" presName="descendantText" presStyleLbl="alignAccFollowNode1" presStyleIdx="2" presStyleCnt="3" custScaleY="67479" custLinFactNeighborX="0" custLinFactNeighborY="233">
        <dgm:presLayoutVars>
          <dgm:bulletEnabled val="1"/>
        </dgm:presLayoutVars>
      </dgm:prSet>
      <dgm:spPr/>
    </dgm:pt>
  </dgm:ptLst>
  <dgm:cxnLst>
    <dgm:cxn modelId="{9EF5AC05-3E73-4DA2-A6DA-0A31830FD9F2}" srcId="{B10195C5-81C8-4AD1-9E27-C1256E1500B7}" destId="{A3681BB0-F33D-4B9B-8895-D2DB8DE7A457}" srcOrd="3" destOrd="0" parTransId="{B3E162A7-3340-41F9-A283-E96E395A7F5F}" sibTransId="{3114D5A3-3106-4A83-BD74-250E0664B968}"/>
    <dgm:cxn modelId="{EAC4CE07-423D-4460-8430-6010E137659A}" srcId="{DD9A4640-770D-421A-9580-26EBAE533CD0}" destId="{8C0E4473-AB35-4F80-9DBB-4855E04E762A}" srcOrd="0" destOrd="0" parTransId="{F5CAF6D4-3F13-45C8-8505-F72ED035F3F0}" sibTransId="{36370970-E30C-42BB-A4C6-E495AC1E2BAB}"/>
    <dgm:cxn modelId="{D4630A28-6119-4BD4-AFAF-5D9C4D76AD12}" type="presOf" srcId="{5CB35227-01F2-47CA-BFF0-6FEF547A3BBB}" destId="{D10CF41B-662A-467B-98F2-C6814D22BF65}" srcOrd="0" destOrd="2" presId="urn:microsoft.com/office/officeart/2005/8/layout/vList5"/>
    <dgm:cxn modelId="{9F385C28-6942-48E7-9153-8DF2035B32F2}" srcId="{12227EAB-4365-4DA8-82AD-C832DA78F41D}" destId="{B10195C5-81C8-4AD1-9E27-C1256E1500B7}" srcOrd="1" destOrd="0" parTransId="{A13639C1-913A-4A25-A173-A4552124B46F}" sibTransId="{598A1C97-99E1-46BA-9E66-515E389A08F7}"/>
    <dgm:cxn modelId="{AD4E702D-E638-4BE1-B0E4-954E2C078BD5}" type="presOf" srcId="{B0CCEEC6-92FD-4581-BEFD-DDB5B9A26962}" destId="{D10CF41B-662A-467B-98F2-C6814D22BF65}" srcOrd="0" destOrd="4" presId="urn:microsoft.com/office/officeart/2005/8/layout/vList5"/>
    <dgm:cxn modelId="{DE32EC3C-E8F8-4398-93E9-32F50BBBE618}" type="presOf" srcId="{95CF8F85-2114-4941-9943-D14729F7E17F}" destId="{D10CF41B-662A-467B-98F2-C6814D22BF65}" srcOrd="0" destOrd="6" presId="urn:microsoft.com/office/officeart/2005/8/layout/vList5"/>
    <dgm:cxn modelId="{8CDB263E-5165-44B8-9E8A-D21A8CD64F40}" type="presOf" srcId="{DD9A4640-770D-421A-9580-26EBAE533CD0}" destId="{226534A4-06DA-4528-96DF-CB1CEF584404}" srcOrd="0" destOrd="0" presId="urn:microsoft.com/office/officeart/2005/8/layout/vList5"/>
    <dgm:cxn modelId="{EC84BE5F-B8EF-43D4-A61B-07410F008C1C}" srcId="{B10195C5-81C8-4AD1-9E27-C1256E1500B7}" destId="{95476BF3-05EC-475B-A1F0-73AC96889757}" srcOrd="1" destOrd="0" parTransId="{8EDD572C-70E7-4FF6-92CF-423D9904FD11}" sibTransId="{F2530C78-3F44-446A-BC8E-512B16437D2B}"/>
    <dgm:cxn modelId="{D59B2E49-DDF1-499D-A99B-9A9A8B2FB88C}" type="presOf" srcId="{25C90FA0-CD59-4F0E-93C2-669019D56517}" destId="{D10CF41B-662A-467B-98F2-C6814D22BF65}" srcOrd="0" destOrd="0" presId="urn:microsoft.com/office/officeart/2005/8/layout/vList5"/>
    <dgm:cxn modelId="{C00E5969-7570-4DB7-ABA6-FA6E32624A53}" type="presOf" srcId="{8C0E4473-AB35-4F80-9DBB-4855E04E762A}" destId="{00098BFF-40AD-40A6-83D2-205544679633}" srcOrd="0" destOrd="0" presId="urn:microsoft.com/office/officeart/2005/8/layout/vList5"/>
    <dgm:cxn modelId="{779D3F70-5C52-42E5-91AB-15C8DDF5D73B}" srcId="{B10195C5-81C8-4AD1-9E27-C1256E1500B7}" destId="{5CB35227-01F2-47CA-BFF0-6FEF547A3BBB}" srcOrd="2" destOrd="0" parTransId="{6C42E173-B905-49EE-B91B-8255333DAF46}" sibTransId="{5D2FFC94-0200-486D-9D35-C9FC805458E8}"/>
    <dgm:cxn modelId="{F4367973-939B-4C95-9CE8-758FDC52EE6E}" srcId="{12227EAB-4365-4DA8-82AD-C832DA78F41D}" destId="{DD9A4640-770D-421A-9580-26EBAE533CD0}" srcOrd="2" destOrd="0" parTransId="{5137A3E2-21DF-4E62-A35A-7758E73BC33F}" sibTransId="{A2AFD421-F404-4C04-A809-6007B4DE1B25}"/>
    <dgm:cxn modelId="{0E223555-0021-4223-9324-7B87C9ED416A}" type="presOf" srcId="{95476BF3-05EC-475B-A1F0-73AC96889757}" destId="{D10CF41B-662A-467B-98F2-C6814D22BF65}" srcOrd="0" destOrd="1" presId="urn:microsoft.com/office/officeart/2005/8/layout/vList5"/>
    <dgm:cxn modelId="{4461AF79-D2A9-4302-9AD4-E7A9AB4D9692}" srcId="{B10195C5-81C8-4AD1-9E27-C1256E1500B7}" destId="{25C90FA0-CD59-4F0E-93C2-669019D56517}" srcOrd="0" destOrd="0" parTransId="{6270AF6D-2765-4BEC-A727-9170631C9C54}" sibTransId="{9E688958-A92A-4EAF-A4E5-7704EBF51A21}"/>
    <dgm:cxn modelId="{36A1085A-18DD-42BC-8D2D-ADDD050051EC}" type="presOf" srcId="{B40EFE33-8E98-4C12-A1AD-CA2817E56E28}" destId="{D574299B-407D-42FE-9BE6-30EB37CAFC75}" srcOrd="0" destOrd="0" presId="urn:microsoft.com/office/officeart/2005/8/layout/vList5"/>
    <dgm:cxn modelId="{D08EF78F-40BE-45B7-8F9D-0269AD7434C4}" type="presOf" srcId="{12227EAB-4365-4DA8-82AD-C832DA78F41D}" destId="{0DECD1F3-79C9-4306-AC37-89010B92231E}" srcOrd="0" destOrd="0" presId="urn:microsoft.com/office/officeart/2005/8/layout/vList5"/>
    <dgm:cxn modelId="{DD5C8D95-3A31-42A8-A9D2-88C5D70CD52F}" type="presOf" srcId="{BBB345CF-13BB-45D9-9939-4B86CCCD9E91}" destId="{D10CF41B-662A-467B-98F2-C6814D22BF65}" srcOrd="0" destOrd="5" presId="urn:microsoft.com/office/officeart/2005/8/layout/vList5"/>
    <dgm:cxn modelId="{3C3BE595-C0C1-4C7D-B292-38B1B87FDF51}" srcId="{B40EFE33-8E98-4C12-A1AD-CA2817E56E28}" destId="{045DB3DB-D269-48B0-97FF-4603FCC152DD}" srcOrd="0" destOrd="0" parTransId="{77C0AF70-8BE9-4042-9DB9-44F03CCCB453}" sibTransId="{C971E5BE-0197-4D83-9D8E-CCD9036AD37D}"/>
    <dgm:cxn modelId="{876530BF-0422-4695-8AB4-BE06B830FEAB}" type="presOf" srcId="{045DB3DB-D269-48B0-97FF-4603FCC152DD}" destId="{55AFA1C2-D5E4-40D0-A69B-1F4A322940BB}" srcOrd="0" destOrd="0" presId="urn:microsoft.com/office/officeart/2005/8/layout/vList5"/>
    <dgm:cxn modelId="{0EA560D2-81B0-4EB6-B951-4C86E4427823}" srcId="{12227EAB-4365-4DA8-82AD-C832DA78F41D}" destId="{B40EFE33-8E98-4C12-A1AD-CA2817E56E28}" srcOrd="0" destOrd="0" parTransId="{206F6DCC-8E20-4FF4-B0B3-1BC12D8B731F}" sibTransId="{F9B83AA9-37F3-45D0-96D8-A36F4D8205BF}"/>
    <dgm:cxn modelId="{14203ED6-1EA7-44E4-9247-33FF69D13B01}" srcId="{B10195C5-81C8-4AD1-9E27-C1256E1500B7}" destId="{B0CCEEC6-92FD-4581-BEFD-DDB5B9A26962}" srcOrd="4" destOrd="0" parTransId="{6B4B528B-D596-487A-8622-27C6CB669080}" sibTransId="{2BA29803-5AAA-42D1-AB0D-C33EB594A995}"/>
    <dgm:cxn modelId="{DEFD23DD-905C-484A-B94A-CD04CBA8846F}" type="presOf" srcId="{B10195C5-81C8-4AD1-9E27-C1256E1500B7}" destId="{36397803-5DD5-47AD-B7AA-074D15A9DCB5}" srcOrd="0" destOrd="0" presId="urn:microsoft.com/office/officeart/2005/8/layout/vList5"/>
    <dgm:cxn modelId="{968B12E0-CC21-4ECC-A15E-5111B99AB888}" srcId="{B10195C5-81C8-4AD1-9E27-C1256E1500B7}" destId="{95CF8F85-2114-4941-9943-D14729F7E17F}" srcOrd="6" destOrd="0" parTransId="{A4A090F4-9BDF-44C3-BA80-0CA4AB42820A}" sibTransId="{EDC8A854-2346-43A2-BA3D-67663AF195DF}"/>
    <dgm:cxn modelId="{6F468AF3-A775-4969-AE44-E2D92DC88B85}" srcId="{B10195C5-81C8-4AD1-9E27-C1256E1500B7}" destId="{BBB345CF-13BB-45D9-9939-4B86CCCD9E91}" srcOrd="5" destOrd="0" parTransId="{C2B488CC-2679-49D1-9913-7B0510904227}" sibTransId="{590BC50F-A7C3-4039-9654-6CCD831A042F}"/>
    <dgm:cxn modelId="{21D74AF4-91D1-4D43-8FE8-9A4B8A712AB6}" type="presOf" srcId="{A3681BB0-F33D-4B9B-8895-D2DB8DE7A457}" destId="{D10CF41B-662A-467B-98F2-C6814D22BF65}" srcOrd="0" destOrd="3" presId="urn:microsoft.com/office/officeart/2005/8/layout/vList5"/>
    <dgm:cxn modelId="{9940CE40-B4E1-46C1-8656-4D4AC084D3C5}" type="presParOf" srcId="{0DECD1F3-79C9-4306-AC37-89010B92231E}" destId="{E329B385-2702-433C-9BC9-AE1A404BBD29}" srcOrd="0" destOrd="0" presId="urn:microsoft.com/office/officeart/2005/8/layout/vList5"/>
    <dgm:cxn modelId="{6FA3FE49-FB8C-4E88-A2BF-5BD94EC99F89}" type="presParOf" srcId="{E329B385-2702-433C-9BC9-AE1A404BBD29}" destId="{D574299B-407D-42FE-9BE6-30EB37CAFC75}" srcOrd="0" destOrd="0" presId="urn:microsoft.com/office/officeart/2005/8/layout/vList5"/>
    <dgm:cxn modelId="{4ACC0AC2-1028-40F3-A0A7-FC4CD29FA5A8}" type="presParOf" srcId="{E329B385-2702-433C-9BC9-AE1A404BBD29}" destId="{55AFA1C2-D5E4-40D0-A69B-1F4A322940BB}" srcOrd="1" destOrd="0" presId="urn:microsoft.com/office/officeart/2005/8/layout/vList5"/>
    <dgm:cxn modelId="{D49134CB-6715-48A7-B483-B64A2FC4554B}" type="presParOf" srcId="{0DECD1F3-79C9-4306-AC37-89010B92231E}" destId="{675A79FD-20B3-44D2-8E10-B6A3185475B7}" srcOrd="1" destOrd="0" presId="urn:microsoft.com/office/officeart/2005/8/layout/vList5"/>
    <dgm:cxn modelId="{F16D798E-7717-4AF8-8F28-E73CAA77A3A1}" type="presParOf" srcId="{0DECD1F3-79C9-4306-AC37-89010B92231E}" destId="{03FB1C35-3D36-49CD-9042-DEDDB12B9602}" srcOrd="2" destOrd="0" presId="urn:microsoft.com/office/officeart/2005/8/layout/vList5"/>
    <dgm:cxn modelId="{8501DE51-6527-4AA3-B116-F38E1757A618}" type="presParOf" srcId="{03FB1C35-3D36-49CD-9042-DEDDB12B9602}" destId="{36397803-5DD5-47AD-B7AA-074D15A9DCB5}" srcOrd="0" destOrd="0" presId="urn:microsoft.com/office/officeart/2005/8/layout/vList5"/>
    <dgm:cxn modelId="{9F05E0A5-8FD4-4C78-8C48-E55857FCFDB5}" type="presParOf" srcId="{03FB1C35-3D36-49CD-9042-DEDDB12B9602}" destId="{D10CF41B-662A-467B-98F2-C6814D22BF65}" srcOrd="1" destOrd="0" presId="urn:microsoft.com/office/officeart/2005/8/layout/vList5"/>
    <dgm:cxn modelId="{3CAA5194-6BA6-470E-86D8-D449BE47E679}" type="presParOf" srcId="{0DECD1F3-79C9-4306-AC37-89010B92231E}" destId="{81AC4A2E-DC88-4913-9EDE-017528BD7CA5}" srcOrd="3" destOrd="0" presId="urn:microsoft.com/office/officeart/2005/8/layout/vList5"/>
    <dgm:cxn modelId="{4C9D7460-25AA-4BEF-B061-D22ED90F9F51}" type="presParOf" srcId="{0DECD1F3-79C9-4306-AC37-89010B92231E}" destId="{8CAE8C86-FF11-499D-8627-36A7BBBFBBF1}" srcOrd="4" destOrd="0" presId="urn:microsoft.com/office/officeart/2005/8/layout/vList5"/>
    <dgm:cxn modelId="{17F08685-6D1D-47E6-B15A-D06AE17D016A}" type="presParOf" srcId="{8CAE8C86-FF11-499D-8627-36A7BBBFBBF1}" destId="{226534A4-06DA-4528-96DF-CB1CEF584404}" srcOrd="0" destOrd="0" presId="urn:microsoft.com/office/officeart/2005/8/layout/vList5"/>
    <dgm:cxn modelId="{18CD5598-9D2F-48DD-B463-B9F44B2B7CE1}" type="presParOf" srcId="{8CAE8C86-FF11-499D-8627-36A7BBBFBBF1}" destId="{00098BFF-40AD-40A6-83D2-20554467963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6124E9E-B30A-4232-90AD-3E74AB22C88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EC3B908-2FE6-488A-AECC-BE9BC5749923}">
      <dgm:prSet/>
      <dgm:spPr/>
      <dgm:t>
        <a:bodyPr/>
        <a:lstStyle/>
        <a:p>
          <a:r>
            <a:rPr lang="en-US">
              <a:latin typeface="Comic Sans MS" panose="030F0702030302020204" pitchFamily="66" charset="0"/>
            </a:rPr>
            <a:t>The test environment is the hardware and software set up for the testing teams to run test cases.</a:t>
          </a:r>
        </a:p>
      </dgm:t>
    </dgm:pt>
    <dgm:pt modelId="{F7532FB8-737E-40C0-96A7-1B38049BC155}" type="parTrans" cxnId="{41B2F757-1252-4883-9E99-9E8F3B67FC20}">
      <dgm:prSet/>
      <dgm:spPr/>
      <dgm:t>
        <a:bodyPr/>
        <a:lstStyle/>
        <a:p>
          <a:endParaRPr lang="en-US">
            <a:latin typeface="Comic Sans MS" panose="030F0702030302020204" pitchFamily="66" charset="0"/>
          </a:endParaRPr>
        </a:p>
      </dgm:t>
    </dgm:pt>
    <dgm:pt modelId="{0D64C03F-9AC7-4173-93C8-5ECE199BEE9C}" type="sibTrans" cxnId="{41B2F757-1252-4883-9E99-9E8F3B67FC20}">
      <dgm:prSet/>
      <dgm:spPr/>
      <dgm:t>
        <a:bodyPr/>
        <a:lstStyle/>
        <a:p>
          <a:endParaRPr lang="en-US">
            <a:latin typeface="Comic Sans MS" panose="030F0702030302020204" pitchFamily="66" charset="0"/>
          </a:endParaRPr>
        </a:p>
      </dgm:t>
    </dgm:pt>
    <dgm:pt modelId="{F4407C5B-C1AD-444E-B2A2-0B52DE9E4FAD}">
      <dgm:prSet/>
      <dgm:spPr/>
      <dgm:t>
        <a:bodyPr/>
        <a:lstStyle/>
        <a:p>
          <a:r>
            <a:rPr lang="en-US" dirty="0">
              <a:latin typeface="Comic Sans MS" panose="030F0702030302020204" pitchFamily="66" charset="0"/>
            </a:rPr>
            <a:t>This test environment setup varies from product to product and its configuration completely depends on the application under test requirement.</a:t>
          </a:r>
          <a:r>
            <a:rPr lang="en-US" b="1" dirty="0">
              <a:latin typeface="Comic Sans MS" panose="030F0702030302020204" pitchFamily="66" charset="0"/>
            </a:rPr>
            <a:t> </a:t>
          </a:r>
          <a:endParaRPr lang="en-US" dirty="0">
            <a:latin typeface="Comic Sans MS" panose="030F0702030302020204" pitchFamily="66" charset="0"/>
          </a:endParaRPr>
        </a:p>
      </dgm:t>
    </dgm:pt>
    <dgm:pt modelId="{7829C710-8453-4723-A8DF-81C574F66F4F}" type="parTrans" cxnId="{F02F74AE-8D95-43D4-A5D8-CFF4930F4B7A}">
      <dgm:prSet/>
      <dgm:spPr/>
      <dgm:t>
        <a:bodyPr/>
        <a:lstStyle/>
        <a:p>
          <a:endParaRPr lang="en-US">
            <a:latin typeface="Comic Sans MS" panose="030F0702030302020204" pitchFamily="66" charset="0"/>
          </a:endParaRPr>
        </a:p>
      </dgm:t>
    </dgm:pt>
    <dgm:pt modelId="{5E7C0303-E8D6-4C2A-A590-5E416D1DA6E4}" type="sibTrans" cxnId="{F02F74AE-8D95-43D4-A5D8-CFF4930F4B7A}">
      <dgm:prSet/>
      <dgm:spPr/>
      <dgm:t>
        <a:bodyPr/>
        <a:lstStyle/>
        <a:p>
          <a:endParaRPr lang="en-US">
            <a:latin typeface="Comic Sans MS" panose="030F0702030302020204" pitchFamily="66" charset="0"/>
          </a:endParaRPr>
        </a:p>
      </dgm:t>
    </dgm:pt>
    <dgm:pt modelId="{7A5E1507-8B23-4C21-9DE5-EB0DBF827376}">
      <dgm:prSet/>
      <dgm:spPr/>
      <dgm:t>
        <a:bodyPr/>
        <a:lstStyle/>
        <a:p>
          <a:r>
            <a:rPr lang="en-US" b="1">
              <a:latin typeface="Comic Sans MS" panose="030F0702030302020204" pitchFamily="66" charset="0"/>
            </a:rPr>
            <a:t>Test Bed</a:t>
          </a:r>
          <a:r>
            <a:rPr lang="en-US">
              <a:latin typeface="Comic Sans MS" panose="030F0702030302020204" pitchFamily="66" charset="0"/>
            </a:rPr>
            <a:t> is very similar to Test Environment with a small difference. The test bed is also a type of test environment that consists of test data to verify the functionalities of the software applications.</a:t>
          </a:r>
        </a:p>
      </dgm:t>
    </dgm:pt>
    <dgm:pt modelId="{B465DD96-B603-403A-88A1-FE7F5EB82824}" type="parTrans" cxnId="{2A3843B0-3E63-450A-94CE-F6AF1A35E4E4}">
      <dgm:prSet/>
      <dgm:spPr/>
      <dgm:t>
        <a:bodyPr/>
        <a:lstStyle/>
        <a:p>
          <a:endParaRPr lang="en-US">
            <a:latin typeface="Comic Sans MS" panose="030F0702030302020204" pitchFamily="66" charset="0"/>
          </a:endParaRPr>
        </a:p>
      </dgm:t>
    </dgm:pt>
    <dgm:pt modelId="{0978AA97-71C1-4B19-9EB7-7694925B0DD8}" type="sibTrans" cxnId="{2A3843B0-3E63-450A-94CE-F6AF1A35E4E4}">
      <dgm:prSet/>
      <dgm:spPr/>
      <dgm:t>
        <a:bodyPr/>
        <a:lstStyle/>
        <a:p>
          <a:endParaRPr lang="en-US">
            <a:latin typeface="Comic Sans MS" panose="030F0702030302020204" pitchFamily="66" charset="0"/>
          </a:endParaRPr>
        </a:p>
      </dgm:t>
    </dgm:pt>
    <dgm:pt modelId="{C3B35C70-D169-4A6C-B209-98CC8D74354A}">
      <dgm:prSet/>
      <dgm:spPr/>
      <dgm:t>
        <a:bodyPr/>
        <a:lstStyle/>
        <a:p>
          <a:r>
            <a:rPr lang="en-IN" b="1">
              <a:latin typeface="Comic Sans MS" panose="030F0702030302020204" pitchFamily="66" charset="0"/>
            </a:rPr>
            <a:t>Types of Test Environment:</a:t>
          </a:r>
          <a:r>
            <a:rPr lang="en-IN">
              <a:latin typeface="Comic Sans MS" panose="030F0702030302020204" pitchFamily="66" charset="0"/>
            </a:rPr>
            <a:t>DEV, ST, SIT, UAT , Pre-prod and prod</a:t>
          </a:r>
          <a:endParaRPr lang="en-US">
            <a:latin typeface="Comic Sans MS" panose="030F0702030302020204" pitchFamily="66" charset="0"/>
          </a:endParaRPr>
        </a:p>
      </dgm:t>
    </dgm:pt>
    <dgm:pt modelId="{5EE6BBA8-655B-46EB-86E8-705F8AF5369A}" type="parTrans" cxnId="{698D8231-E44F-4A18-8EC6-D2B7E774C4CD}">
      <dgm:prSet/>
      <dgm:spPr/>
      <dgm:t>
        <a:bodyPr/>
        <a:lstStyle/>
        <a:p>
          <a:endParaRPr lang="en-US">
            <a:latin typeface="Comic Sans MS" panose="030F0702030302020204" pitchFamily="66" charset="0"/>
          </a:endParaRPr>
        </a:p>
      </dgm:t>
    </dgm:pt>
    <dgm:pt modelId="{CA526B22-1A5F-4139-967E-7CEFFD0B6F64}" type="sibTrans" cxnId="{698D8231-E44F-4A18-8EC6-D2B7E774C4CD}">
      <dgm:prSet/>
      <dgm:spPr/>
      <dgm:t>
        <a:bodyPr/>
        <a:lstStyle/>
        <a:p>
          <a:endParaRPr lang="en-US">
            <a:latin typeface="Comic Sans MS" panose="030F0702030302020204" pitchFamily="66" charset="0"/>
          </a:endParaRPr>
        </a:p>
      </dgm:t>
    </dgm:pt>
    <dgm:pt modelId="{A72FFABF-D830-440C-8A25-88E768F3B6E3}" type="pres">
      <dgm:prSet presAssocID="{86124E9E-B30A-4232-90AD-3E74AB22C886}" presName="root" presStyleCnt="0">
        <dgm:presLayoutVars>
          <dgm:dir/>
          <dgm:resizeHandles val="exact"/>
        </dgm:presLayoutVars>
      </dgm:prSet>
      <dgm:spPr/>
    </dgm:pt>
    <dgm:pt modelId="{295ADF26-B266-4C2D-9488-84430FD3B56B}" type="pres">
      <dgm:prSet presAssocID="{9EC3B908-2FE6-488A-AECC-BE9BC5749923}" presName="compNode" presStyleCnt="0"/>
      <dgm:spPr/>
    </dgm:pt>
    <dgm:pt modelId="{90053468-9B54-4E98-8D57-618598EFDE8F}" type="pres">
      <dgm:prSet presAssocID="{9EC3B908-2FE6-488A-AECC-BE9BC5749923}" presName="bgRect" presStyleLbl="bgShp" presStyleIdx="0" presStyleCnt="4" custLinFactNeighborY="-1251"/>
      <dgm:spPr/>
    </dgm:pt>
    <dgm:pt modelId="{93CF2204-D02F-4365-A2B1-2041BC7EB600}" type="pres">
      <dgm:prSet presAssocID="{9EC3B908-2FE6-488A-AECC-BE9BC574992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1A333A14-1373-472A-8666-74E91FE93779}" type="pres">
      <dgm:prSet presAssocID="{9EC3B908-2FE6-488A-AECC-BE9BC5749923}" presName="spaceRect" presStyleCnt="0"/>
      <dgm:spPr/>
    </dgm:pt>
    <dgm:pt modelId="{62953E9A-39CE-45AC-8DFC-0D970F8A836A}" type="pres">
      <dgm:prSet presAssocID="{9EC3B908-2FE6-488A-AECC-BE9BC5749923}" presName="parTx" presStyleLbl="revTx" presStyleIdx="0" presStyleCnt="4">
        <dgm:presLayoutVars>
          <dgm:chMax val="0"/>
          <dgm:chPref val="0"/>
        </dgm:presLayoutVars>
      </dgm:prSet>
      <dgm:spPr/>
    </dgm:pt>
    <dgm:pt modelId="{7246206E-C329-49A8-B48E-9A33B936CFF5}" type="pres">
      <dgm:prSet presAssocID="{0D64C03F-9AC7-4173-93C8-5ECE199BEE9C}" presName="sibTrans" presStyleCnt="0"/>
      <dgm:spPr/>
    </dgm:pt>
    <dgm:pt modelId="{74B87D3C-2735-4EB0-806D-8655A977436E}" type="pres">
      <dgm:prSet presAssocID="{F4407C5B-C1AD-444E-B2A2-0B52DE9E4FAD}" presName="compNode" presStyleCnt="0"/>
      <dgm:spPr/>
    </dgm:pt>
    <dgm:pt modelId="{67DC9A16-F254-46BF-9311-6887F9CF4B7B}" type="pres">
      <dgm:prSet presAssocID="{F4407C5B-C1AD-444E-B2A2-0B52DE9E4FAD}" presName="bgRect" presStyleLbl="bgShp" presStyleIdx="1" presStyleCnt="4"/>
      <dgm:spPr/>
    </dgm:pt>
    <dgm:pt modelId="{0018829A-AEAA-462A-9A3D-47BB7FBD8D05}" type="pres">
      <dgm:prSet presAssocID="{F4407C5B-C1AD-444E-B2A2-0B52DE9E4FA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A50E2F02-E080-4E60-94D8-1CC4A1074A54}" type="pres">
      <dgm:prSet presAssocID="{F4407C5B-C1AD-444E-B2A2-0B52DE9E4FAD}" presName="spaceRect" presStyleCnt="0"/>
      <dgm:spPr/>
    </dgm:pt>
    <dgm:pt modelId="{AA4063AE-AC37-43A3-8307-104F1360F8E8}" type="pres">
      <dgm:prSet presAssocID="{F4407C5B-C1AD-444E-B2A2-0B52DE9E4FAD}" presName="parTx" presStyleLbl="revTx" presStyleIdx="1" presStyleCnt="4">
        <dgm:presLayoutVars>
          <dgm:chMax val="0"/>
          <dgm:chPref val="0"/>
        </dgm:presLayoutVars>
      </dgm:prSet>
      <dgm:spPr/>
    </dgm:pt>
    <dgm:pt modelId="{D408CF74-3534-426F-9AD6-ECB1500322FA}" type="pres">
      <dgm:prSet presAssocID="{5E7C0303-E8D6-4C2A-A590-5E416D1DA6E4}" presName="sibTrans" presStyleCnt="0"/>
      <dgm:spPr/>
    </dgm:pt>
    <dgm:pt modelId="{52E7A983-4BE3-4B28-90C4-96A6D1A7DE75}" type="pres">
      <dgm:prSet presAssocID="{7A5E1507-8B23-4C21-9DE5-EB0DBF827376}" presName="compNode" presStyleCnt="0"/>
      <dgm:spPr/>
    </dgm:pt>
    <dgm:pt modelId="{2FDBB10E-0478-42C6-A142-C4FCA7902C10}" type="pres">
      <dgm:prSet presAssocID="{7A5E1507-8B23-4C21-9DE5-EB0DBF827376}" presName="bgRect" presStyleLbl="bgShp" presStyleIdx="2" presStyleCnt="4"/>
      <dgm:spPr/>
    </dgm:pt>
    <dgm:pt modelId="{60E155CE-D425-48A4-81CA-350F4E82F555}" type="pres">
      <dgm:prSet presAssocID="{7A5E1507-8B23-4C21-9DE5-EB0DBF82737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st tubes"/>
        </a:ext>
      </dgm:extLst>
    </dgm:pt>
    <dgm:pt modelId="{836C788E-4835-4069-9059-F61A0CEBC470}" type="pres">
      <dgm:prSet presAssocID="{7A5E1507-8B23-4C21-9DE5-EB0DBF827376}" presName="spaceRect" presStyleCnt="0"/>
      <dgm:spPr/>
    </dgm:pt>
    <dgm:pt modelId="{A77AA6C3-9C8D-494F-85C8-7EF898FE7ECA}" type="pres">
      <dgm:prSet presAssocID="{7A5E1507-8B23-4C21-9DE5-EB0DBF827376}" presName="parTx" presStyleLbl="revTx" presStyleIdx="2" presStyleCnt="4">
        <dgm:presLayoutVars>
          <dgm:chMax val="0"/>
          <dgm:chPref val="0"/>
        </dgm:presLayoutVars>
      </dgm:prSet>
      <dgm:spPr/>
    </dgm:pt>
    <dgm:pt modelId="{1F4E7712-6C1F-417C-91F8-763711CF8724}" type="pres">
      <dgm:prSet presAssocID="{0978AA97-71C1-4B19-9EB7-7694925B0DD8}" presName="sibTrans" presStyleCnt="0"/>
      <dgm:spPr/>
    </dgm:pt>
    <dgm:pt modelId="{6D4BF6F2-82A5-48D5-9EF1-7C89529EE1C4}" type="pres">
      <dgm:prSet presAssocID="{C3B35C70-D169-4A6C-B209-98CC8D74354A}" presName="compNode" presStyleCnt="0"/>
      <dgm:spPr/>
    </dgm:pt>
    <dgm:pt modelId="{7E3A408A-D519-4298-8035-77F0EAB72F18}" type="pres">
      <dgm:prSet presAssocID="{C3B35C70-D169-4A6C-B209-98CC8D74354A}" presName="bgRect" presStyleLbl="bgShp" presStyleIdx="3" presStyleCnt="4"/>
      <dgm:spPr/>
    </dgm:pt>
    <dgm:pt modelId="{A744B794-2E0F-40F5-A784-3055B5E56D5A}" type="pres">
      <dgm:prSet presAssocID="{C3B35C70-D169-4A6C-B209-98CC8D74354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un"/>
        </a:ext>
      </dgm:extLst>
    </dgm:pt>
    <dgm:pt modelId="{EF81B5F3-51D4-4B89-9CE6-54B9995CB518}" type="pres">
      <dgm:prSet presAssocID="{C3B35C70-D169-4A6C-B209-98CC8D74354A}" presName="spaceRect" presStyleCnt="0"/>
      <dgm:spPr/>
    </dgm:pt>
    <dgm:pt modelId="{111E7DD3-D3B8-4182-A392-F9670704BF72}" type="pres">
      <dgm:prSet presAssocID="{C3B35C70-D169-4A6C-B209-98CC8D74354A}" presName="parTx" presStyleLbl="revTx" presStyleIdx="3" presStyleCnt="4">
        <dgm:presLayoutVars>
          <dgm:chMax val="0"/>
          <dgm:chPref val="0"/>
        </dgm:presLayoutVars>
      </dgm:prSet>
      <dgm:spPr/>
    </dgm:pt>
  </dgm:ptLst>
  <dgm:cxnLst>
    <dgm:cxn modelId="{698D8231-E44F-4A18-8EC6-D2B7E774C4CD}" srcId="{86124E9E-B30A-4232-90AD-3E74AB22C886}" destId="{C3B35C70-D169-4A6C-B209-98CC8D74354A}" srcOrd="3" destOrd="0" parTransId="{5EE6BBA8-655B-46EB-86E8-705F8AF5369A}" sibTransId="{CA526B22-1A5F-4139-967E-7CEFFD0B6F64}"/>
    <dgm:cxn modelId="{47EC8160-6A45-416A-B2BC-C54D5525A906}" type="presOf" srcId="{7A5E1507-8B23-4C21-9DE5-EB0DBF827376}" destId="{A77AA6C3-9C8D-494F-85C8-7EF898FE7ECA}" srcOrd="0" destOrd="0" presId="urn:microsoft.com/office/officeart/2018/2/layout/IconVerticalSolidList"/>
    <dgm:cxn modelId="{80AB7D6C-2CE0-4D77-BC90-534DA6BD797C}" type="presOf" srcId="{F4407C5B-C1AD-444E-B2A2-0B52DE9E4FAD}" destId="{AA4063AE-AC37-43A3-8307-104F1360F8E8}" srcOrd="0" destOrd="0" presId="urn:microsoft.com/office/officeart/2018/2/layout/IconVerticalSolidList"/>
    <dgm:cxn modelId="{41B2F757-1252-4883-9E99-9E8F3B67FC20}" srcId="{86124E9E-B30A-4232-90AD-3E74AB22C886}" destId="{9EC3B908-2FE6-488A-AECC-BE9BC5749923}" srcOrd="0" destOrd="0" parTransId="{F7532FB8-737E-40C0-96A7-1B38049BC155}" sibTransId="{0D64C03F-9AC7-4173-93C8-5ECE199BEE9C}"/>
    <dgm:cxn modelId="{8C967F7D-1A61-4A72-9022-09410089BBF0}" type="presOf" srcId="{86124E9E-B30A-4232-90AD-3E74AB22C886}" destId="{A72FFABF-D830-440C-8A25-88E768F3B6E3}" srcOrd="0" destOrd="0" presId="urn:microsoft.com/office/officeart/2018/2/layout/IconVerticalSolidList"/>
    <dgm:cxn modelId="{2322968D-0909-49C9-BFFD-A5D02EBE62F1}" type="presOf" srcId="{9EC3B908-2FE6-488A-AECC-BE9BC5749923}" destId="{62953E9A-39CE-45AC-8DFC-0D970F8A836A}" srcOrd="0" destOrd="0" presId="urn:microsoft.com/office/officeart/2018/2/layout/IconVerticalSolidList"/>
    <dgm:cxn modelId="{F02F74AE-8D95-43D4-A5D8-CFF4930F4B7A}" srcId="{86124E9E-B30A-4232-90AD-3E74AB22C886}" destId="{F4407C5B-C1AD-444E-B2A2-0B52DE9E4FAD}" srcOrd="1" destOrd="0" parTransId="{7829C710-8453-4723-A8DF-81C574F66F4F}" sibTransId="{5E7C0303-E8D6-4C2A-A590-5E416D1DA6E4}"/>
    <dgm:cxn modelId="{2A3843B0-3E63-450A-94CE-F6AF1A35E4E4}" srcId="{86124E9E-B30A-4232-90AD-3E74AB22C886}" destId="{7A5E1507-8B23-4C21-9DE5-EB0DBF827376}" srcOrd="2" destOrd="0" parTransId="{B465DD96-B603-403A-88A1-FE7F5EB82824}" sibTransId="{0978AA97-71C1-4B19-9EB7-7694925B0DD8}"/>
    <dgm:cxn modelId="{1C4A9DB2-04D3-4152-924E-560C05533730}" type="presOf" srcId="{C3B35C70-D169-4A6C-B209-98CC8D74354A}" destId="{111E7DD3-D3B8-4182-A392-F9670704BF72}" srcOrd="0" destOrd="0" presId="urn:microsoft.com/office/officeart/2018/2/layout/IconVerticalSolidList"/>
    <dgm:cxn modelId="{E06065F6-0553-4ED0-9025-4BDE24DCD39B}" type="presParOf" srcId="{A72FFABF-D830-440C-8A25-88E768F3B6E3}" destId="{295ADF26-B266-4C2D-9488-84430FD3B56B}" srcOrd="0" destOrd="0" presId="urn:microsoft.com/office/officeart/2018/2/layout/IconVerticalSolidList"/>
    <dgm:cxn modelId="{E8076157-7043-4EC1-AD7F-AAFBCF108D60}" type="presParOf" srcId="{295ADF26-B266-4C2D-9488-84430FD3B56B}" destId="{90053468-9B54-4E98-8D57-618598EFDE8F}" srcOrd="0" destOrd="0" presId="urn:microsoft.com/office/officeart/2018/2/layout/IconVerticalSolidList"/>
    <dgm:cxn modelId="{374AEC95-A311-44BD-A869-54E37256DB71}" type="presParOf" srcId="{295ADF26-B266-4C2D-9488-84430FD3B56B}" destId="{93CF2204-D02F-4365-A2B1-2041BC7EB600}" srcOrd="1" destOrd="0" presId="urn:microsoft.com/office/officeart/2018/2/layout/IconVerticalSolidList"/>
    <dgm:cxn modelId="{F2A8CDE6-0BE0-48CC-88B5-7A8E3A63F214}" type="presParOf" srcId="{295ADF26-B266-4C2D-9488-84430FD3B56B}" destId="{1A333A14-1373-472A-8666-74E91FE93779}" srcOrd="2" destOrd="0" presId="urn:microsoft.com/office/officeart/2018/2/layout/IconVerticalSolidList"/>
    <dgm:cxn modelId="{54E8071D-65D3-455D-9C1F-088F243AA580}" type="presParOf" srcId="{295ADF26-B266-4C2D-9488-84430FD3B56B}" destId="{62953E9A-39CE-45AC-8DFC-0D970F8A836A}" srcOrd="3" destOrd="0" presId="urn:microsoft.com/office/officeart/2018/2/layout/IconVerticalSolidList"/>
    <dgm:cxn modelId="{0DD2EAD0-E4EB-4638-9C42-E934E239C44B}" type="presParOf" srcId="{A72FFABF-D830-440C-8A25-88E768F3B6E3}" destId="{7246206E-C329-49A8-B48E-9A33B936CFF5}" srcOrd="1" destOrd="0" presId="urn:microsoft.com/office/officeart/2018/2/layout/IconVerticalSolidList"/>
    <dgm:cxn modelId="{99CCDF54-2227-42F4-AC73-3B064DAA2483}" type="presParOf" srcId="{A72FFABF-D830-440C-8A25-88E768F3B6E3}" destId="{74B87D3C-2735-4EB0-806D-8655A977436E}" srcOrd="2" destOrd="0" presId="urn:microsoft.com/office/officeart/2018/2/layout/IconVerticalSolidList"/>
    <dgm:cxn modelId="{A5B916A5-8FFD-4EF1-9A13-8B062D44E42B}" type="presParOf" srcId="{74B87D3C-2735-4EB0-806D-8655A977436E}" destId="{67DC9A16-F254-46BF-9311-6887F9CF4B7B}" srcOrd="0" destOrd="0" presId="urn:microsoft.com/office/officeart/2018/2/layout/IconVerticalSolidList"/>
    <dgm:cxn modelId="{70761667-62A8-4614-98F9-741C4A036C11}" type="presParOf" srcId="{74B87D3C-2735-4EB0-806D-8655A977436E}" destId="{0018829A-AEAA-462A-9A3D-47BB7FBD8D05}" srcOrd="1" destOrd="0" presId="urn:microsoft.com/office/officeart/2018/2/layout/IconVerticalSolidList"/>
    <dgm:cxn modelId="{BA633023-6927-4D5F-82FB-A7921E62894D}" type="presParOf" srcId="{74B87D3C-2735-4EB0-806D-8655A977436E}" destId="{A50E2F02-E080-4E60-94D8-1CC4A1074A54}" srcOrd="2" destOrd="0" presId="urn:microsoft.com/office/officeart/2018/2/layout/IconVerticalSolidList"/>
    <dgm:cxn modelId="{21BF4800-A8B8-4F3C-89E5-56045A520042}" type="presParOf" srcId="{74B87D3C-2735-4EB0-806D-8655A977436E}" destId="{AA4063AE-AC37-43A3-8307-104F1360F8E8}" srcOrd="3" destOrd="0" presId="urn:microsoft.com/office/officeart/2018/2/layout/IconVerticalSolidList"/>
    <dgm:cxn modelId="{5714B7C3-7105-44D8-B4FD-4C9D97AAFDEE}" type="presParOf" srcId="{A72FFABF-D830-440C-8A25-88E768F3B6E3}" destId="{D408CF74-3534-426F-9AD6-ECB1500322FA}" srcOrd="3" destOrd="0" presId="urn:microsoft.com/office/officeart/2018/2/layout/IconVerticalSolidList"/>
    <dgm:cxn modelId="{9DC633D4-0163-410E-A0D3-FE98B8AFCDA0}" type="presParOf" srcId="{A72FFABF-D830-440C-8A25-88E768F3B6E3}" destId="{52E7A983-4BE3-4B28-90C4-96A6D1A7DE75}" srcOrd="4" destOrd="0" presId="urn:microsoft.com/office/officeart/2018/2/layout/IconVerticalSolidList"/>
    <dgm:cxn modelId="{F8AA3D3A-CA06-4996-8E8F-081254F55EF4}" type="presParOf" srcId="{52E7A983-4BE3-4B28-90C4-96A6D1A7DE75}" destId="{2FDBB10E-0478-42C6-A142-C4FCA7902C10}" srcOrd="0" destOrd="0" presId="urn:microsoft.com/office/officeart/2018/2/layout/IconVerticalSolidList"/>
    <dgm:cxn modelId="{CE579B07-1128-412F-8EEC-6B9040A5D0D7}" type="presParOf" srcId="{52E7A983-4BE3-4B28-90C4-96A6D1A7DE75}" destId="{60E155CE-D425-48A4-81CA-350F4E82F555}" srcOrd="1" destOrd="0" presId="urn:microsoft.com/office/officeart/2018/2/layout/IconVerticalSolidList"/>
    <dgm:cxn modelId="{AE739431-0149-4492-B569-86FC94707449}" type="presParOf" srcId="{52E7A983-4BE3-4B28-90C4-96A6D1A7DE75}" destId="{836C788E-4835-4069-9059-F61A0CEBC470}" srcOrd="2" destOrd="0" presId="urn:microsoft.com/office/officeart/2018/2/layout/IconVerticalSolidList"/>
    <dgm:cxn modelId="{4B7E463F-FBEC-42DC-BE8C-E7F51663A057}" type="presParOf" srcId="{52E7A983-4BE3-4B28-90C4-96A6D1A7DE75}" destId="{A77AA6C3-9C8D-494F-85C8-7EF898FE7ECA}" srcOrd="3" destOrd="0" presId="urn:microsoft.com/office/officeart/2018/2/layout/IconVerticalSolidList"/>
    <dgm:cxn modelId="{A7770747-0F2C-41E7-BD0F-FF5BEBAE0914}" type="presParOf" srcId="{A72FFABF-D830-440C-8A25-88E768F3B6E3}" destId="{1F4E7712-6C1F-417C-91F8-763711CF8724}" srcOrd="5" destOrd="0" presId="urn:microsoft.com/office/officeart/2018/2/layout/IconVerticalSolidList"/>
    <dgm:cxn modelId="{4988C002-537D-432E-9613-53BCAD706539}" type="presParOf" srcId="{A72FFABF-D830-440C-8A25-88E768F3B6E3}" destId="{6D4BF6F2-82A5-48D5-9EF1-7C89529EE1C4}" srcOrd="6" destOrd="0" presId="urn:microsoft.com/office/officeart/2018/2/layout/IconVerticalSolidList"/>
    <dgm:cxn modelId="{17E961AE-1740-4FE4-9371-C32D5CA286F0}" type="presParOf" srcId="{6D4BF6F2-82A5-48D5-9EF1-7C89529EE1C4}" destId="{7E3A408A-D519-4298-8035-77F0EAB72F18}" srcOrd="0" destOrd="0" presId="urn:microsoft.com/office/officeart/2018/2/layout/IconVerticalSolidList"/>
    <dgm:cxn modelId="{5A439DB7-BEFB-4147-8D36-79228F75C144}" type="presParOf" srcId="{6D4BF6F2-82A5-48D5-9EF1-7C89529EE1C4}" destId="{A744B794-2E0F-40F5-A784-3055B5E56D5A}" srcOrd="1" destOrd="0" presId="urn:microsoft.com/office/officeart/2018/2/layout/IconVerticalSolidList"/>
    <dgm:cxn modelId="{85E966C7-E4E0-4053-9034-6B3D511EAA20}" type="presParOf" srcId="{6D4BF6F2-82A5-48D5-9EF1-7C89529EE1C4}" destId="{EF81B5F3-51D4-4B89-9CE6-54B9995CB518}" srcOrd="2" destOrd="0" presId="urn:microsoft.com/office/officeart/2018/2/layout/IconVerticalSolidList"/>
    <dgm:cxn modelId="{C2147BE1-4D06-49A3-A99C-7ADBC99A380D}" type="presParOf" srcId="{6D4BF6F2-82A5-48D5-9EF1-7C89529EE1C4}" destId="{111E7DD3-D3B8-4182-A392-F9670704BF7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C128DD5-B8A4-425F-8CF2-1FA81AE3CE4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7929FD5-D568-4D71-A17E-F375063B5229}">
      <dgm:prSet/>
      <dgm:spPr/>
      <dgm:t>
        <a:bodyPr/>
        <a:lstStyle/>
        <a:p>
          <a:r>
            <a:rPr lang="en-IN" dirty="0">
              <a:latin typeface="Comic Sans MS" panose="030F0702030302020204" pitchFamily="66" charset="0"/>
            </a:rPr>
            <a:t>Identify bugs</a:t>
          </a:r>
          <a:endParaRPr lang="en-US" dirty="0">
            <a:latin typeface="Comic Sans MS" panose="030F0702030302020204" pitchFamily="66" charset="0"/>
          </a:endParaRPr>
        </a:p>
      </dgm:t>
    </dgm:pt>
    <dgm:pt modelId="{C0DA1B1E-514D-450D-B5EB-3A37930BA214}" type="parTrans" cxnId="{DB54198F-F7DC-429F-8666-4A784D7F4C12}">
      <dgm:prSet/>
      <dgm:spPr/>
      <dgm:t>
        <a:bodyPr/>
        <a:lstStyle/>
        <a:p>
          <a:endParaRPr lang="en-US"/>
        </a:p>
      </dgm:t>
    </dgm:pt>
    <dgm:pt modelId="{9A97EABB-8E08-45B9-855B-CDBDD0645283}" type="sibTrans" cxnId="{DB54198F-F7DC-429F-8666-4A784D7F4C12}">
      <dgm:prSet/>
      <dgm:spPr/>
      <dgm:t>
        <a:bodyPr/>
        <a:lstStyle/>
        <a:p>
          <a:endParaRPr lang="en-US"/>
        </a:p>
      </dgm:t>
    </dgm:pt>
    <dgm:pt modelId="{8556FF0B-A1D5-4C8A-9D86-AA3F654E9A98}">
      <dgm:prSet/>
      <dgm:spPr/>
      <dgm:t>
        <a:bodyPr/>
        <a:lstStyle/>
        <a:p>
          <a:r>
            <a:rPr lang="en-IN" dirty="0">
              <a:latin typeface="Comic Sans MS" panose="030F0702030302020204" pitchFamily="66" charset="0"/>
            </a:rPr>
            <a:t>Provide a standardized environment</a:t>
          </a:r>
          <a:endParaRPr lang="en-US" dirty="0">
            <a:latin typeface="Comic Sans MS" panose="030F0702030302020204" pitchFamily="66" charset="0"/>
          </a:endParaRPr>
        </a:p>
      </dgm:t>
    </dgm:pt>
    <dgm:pt modelId="{9B84DDDD-A3B9-4D3F-9315-371ECE17D3B2}" type="parTrans" cxnId="{30E5EEAC-C73D-40F0-B440-D1245771B967}">
      <dgm:prSet/>
      <dgm:spPr/>
      <dgm:t>
        <a:bodyPr/>
        <a:lstStyle/>
        <a:p>
          <a:endParaRPr lang="en-US"/>
        </a:p>
      </dgm:t>
    </dgm:pt>
    <dgm:pt modelId="{0EF26CB7-0157-4FB1-ADED-E5EFFA1D634A}" type="sibTrans" cxnId="{30E5EEAC-C73D-40F0-B440-D1245771B967}">
      <dgm:prSet/>
      <dgm:spPr/>
      <dgm:t>
        <a:bodyPr/>
        <a:lstStyle/>
        <a:p>
          <a:endParaRPr lang="en-US"/>
        </a:p>
      </dgm:t>
    </dgm:pt>
    <dgm:pt modelId="{57989221-F23C-42A0-AB07-CD9DCD6B094F}">
      <dgm:prSet/>
      <dgm:spPr/>
      <dgm:t>
        <a:bodyPr/>
        <a:lstStyle/>
        <a:p>
          <a:r>
            <a:rPr lang="en-US" dirty="0">
              <a:latin typeface="Comic Sans MS" panose="030F0702030302020204" pitchFamily="66" charset="0"/>
            </a:rPr>
            <a:t>Helps to launch the secure application</a:t>
          </a:r>
        </a:p>
      </dgm:t>
    </dgm:pt>
    <dgm:pt modelId="{1937D561-4208-4246-A46E-CE574DC9D2AB}" type="parTrans" cxnId="{7C078AE5-C163-4AD4-82C7-6354F1306DC5}">
      <dgm:prSet/>
      <dgm:spPr/>
      <dgm:t>
        <a:bodyPr/>
        <a:lstStyle/>
        <a:p>
          <a:endParaRPr lang="en-US"/>
        </a:p>
      </dgm:t>
    </dgm:pt>
    <dgm:pt modelId="{0E1484F7-377F-433D-96E8-55CAED9F3664}" type="sibTrans" cxnId="{7C078AE5-C163-4AD4-82C7-6354F1306DC5}">
      <dgm:prSet/>
      <dgm:spPr/>
      <dgm:t>
        <a:bodyPr/>
        <a:lstStyle/>
        <a:p>
          <a:endParaRPr lang="en-US"/>
        </a:p>
      </dgm:t>
    </dgm:pt>
    <dgm:pt modelId="{2197B2DC-2722-4A8A-99F7-912DB30FBCFF}">
      <dgm:prSet/>
      <dgm:spPr/>
      <dgm:t>
        <a:bodyPr/>
        <a:lstStyle/>
        <a:p>
          <a:r>
            <a:rPr lang="en-IN" dirty="0">
              <a:latin typeface="Comic Sans MS" panose="030F0702030302020204" pitchFamily="66" charset="0"/>
            </a:rPr>
            <a:t>Helps provide precise feedback</a:t>
          </a:r>
          <a:endParaRPr lang="en-US" dirty="0">
            <a:latin typeface="Comic Sans MS" panose="030F0702030302020204" pitchFamily="66" charset="0"/>
          </a:endParaRPr>
        </a:p>
      </dgm:t>
    </dgm:pt>
    <dgm:pt modelId="{B3672BD0-4C84-497A-949D-3231EF7AEF19}" type="parTrans" cxnId="{F0D4A29F-E18D-4F6A-BDD8-E14E0E15D731}">
      <dgm:prSet/>
      <dgm:spPr/>
      <dgm:t>
        <a:bodyPr/>
        <a:lstStyle/>
        <a:p>
          <a:endParaRPr lang="en-US"/>
        </a:p>
      </dgm:t>
    </dgm:pt>
    <dgm:pt modelId="{FC9E9D58-7D47-4293-8D84-FE8CAFCB5CDE}" type="sibTrans" cxnId="{F0D4A29F-E18D-4F6A-BDD8-E14E0E15D731}">
      <dgm:prSet/>
      <dgm:spPr/>
      <dgm:t>
        <a:bodyPr/>
        <a:lstStyle/>
        <a:p>
          <a:endParaRPr lang="en-US"/>
        </a:p>
      </dgm:t>
    </dgm:pt>
    <dgm:pt modelId="{8B8D76EA-CDE5-4058-A827-F0AA4F606E44}" type="pres">
      <dgm:prSet presAssocID="{6C128DD5-B8A4-425F-8CF2-1FA81AE3CE4B}" presName="root" presStyleCnt="0">
        <dgm:presLayoutVars>
          <dgm:dir/>
          <dgm:resizeHandles val="exact"/>
        </dgm:presLayoutVars>
      </dgm:prSet>
      <dgm:spPr/>
    </dgm:pt>
    <dgm:pt modelId="{C23388FA-86DB-4EE1-A27E-7D21BCFBE99E}" type="pres">
      <dgm:prSet presAssocID="{B7929FD5-D568-4D71-A17E-F375063B5229}" presName="compNode" presStyleCnt="0"/>
      <dgm:spPr/>
    </dgm:pt>
    <dgm:pt modelId="{F93711C3-34A9-4D06-B183-0FADEDF33B08}" type="pres">
      <dgm:prSet presAssocID="{B7929FD5-D568-4D71-A17E-F375063B5229}" presName="bgRect" presStyleLbl="bgShp" presStyleIdx="0" presStyleCnt="4"/>
      <dgm:spPr/>
    </dgm:pt>
    <dgm:pt modelId="{004F5B92-7C2B-47C7-8377-55264D87A386}" type="pres">
      <dgm:prSet presAssocID="{B7929FD5-D568-4D71-A17E-F375063B522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g"/>
        </a:ext>
      </dgm:extLst>
    </dgm:pt>
    <dgm:pt modelId="{670D016D-FBE2-4EB5-94ED-19BDD9CC5A42}" type="pres">
      <dgm:prSet presAssocID="{B7929FD5-D568-4D71-A17E-F375063B5229}" presName="spaceRect" presStyleCnt="0"/>
      <dgm:spPr/>
    </dgm:pt>
    <dgm:pt modelId="{984158F2-D0E9-472D-A9FE-FCC2C0690BCD}" type="pres">
      <dgm:prSet presAssocID="{B7929FD5-D568-4D71-A17E-F375063B5229}" presName="parTx" presStyleLbl="revTx" presStyleIdx="0" presStyleCnt="4">
        <dgm:presLayoutVars>
          <dgm:chMax val="0"/>
          <dgm:chPref val="0"/>
        </dgm:presLayoutVars>
      </dgm:prSet>
      <dgm:spPr/>
    </dgm:pt>
    <dgm:pt modelId="{BBB1BDF0-B101-4493-A431-820B23A359F8}" type="pres">
      <dgm:prSet presAssocID="{9A97EABB-8E08-45B9-855B-CDBDD0645283}" presName="sibTrans" presStyleCnt="0"/>
      <dgm:spPr/>
    </dgm:pt>
    <dgm:pt modelId="{EDCB594B-39F6-41B7-A1E9-EDE9435E2F62}" type="pres">
      <dgm:prSet presAssocID="{8556FF0B-A1D5-4C8A-9D86-AA3F654E9A98}" presName="compNode" presStyleCnt="0"/>
      <dgm:spPr/>
    </dgm:pt>
    <dgm:pt modelId="{5AC95B7E-368F-46F4-AF69-9686911DA076}" type="pres">
      <dgm:prSet presAssocID="{8556FF0B-A1D5-4C8A-9D86-AA3F654E9A98}" presName="bgRect" presStyleLbl="bgShp" presStyleIdx="1" presStyleCnt="4"/>
      <dgm:spPr/>
    </dgm:pt>
    <dgm:pt modelId="{49B4C065-61A4-4C7F-AD51-BB0567F1160A}" type="pres">
      <dgm:prSet presAssocID="{8556FF0B-A1D5-4C8A-9D86-AA3F654E9A9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71F2DF06-7542-4CE1-8B04-4C0459FC9662}" type="pres">
      <dgm:prSet presAssocID="{8556FF0B-A1D5-4C8A-9D86-AA3F654E9A98}" presName="spaceRect" presStyleCnt="0"/>
      <dgm:spPr/>
    </dgm:pt>
    <dgm:pt modelId="{5A795673-EC6F-401A-9B69-05C7742A8E28}" type="pres">
      <dgm:prSet presAssocID="{8556FF0B-A1D5-4C8A-9D86-AA3F654E9A98}" presName="parTx" presStyleLbl="revTx" presStyleIdx="1" presStyleCnt="4">
        <dgm:presLayoutVars>
          <dgm:chMax val="0"/>
          <dgm:chPref val="0"/>
        </dgm:presLayoutVars>
      </dgm:prSet>
      <dgm:spPr/>
    </dgm:pt>
    <dgm:pt modelId="{4F15C302-EBAA-49A5-85C3-F63A97763746}" type="pres">
      <dgm:prSet presAssocID="{0EF26CB7-0157-4FB1-ADED-E5EFFA1D634A}" presName="sibTrans" presStyleCnt="0"/>
      <dgm:spPr/>
    </dgm:pt>
    <dgm:pt modelId="{2AB0D3DE-15BE-4ECB-AFBE-5EE2B89E8C3C}" type="pres">
      <dgm:prSet presAssocID="{57989221-F23C-42A0-AB07-CD9DCD6B094F}" presName="compNode" presStyleCnt="0"/>
      <dgm:spPr/>
    </dgm:pt>
    <dgm:pt modelId="{994EC229-60F4-4B4C-B535-C308EE3E1607}" type="pres">
      <dgm:prSet presAssocID="{57989221-F23C-42A0-AB07-CD9DCD6B094F}" presName="bgRect" presStyleLbl="bgShp" presStyleIdx="2" presStyleCnt="4"/>
      <dgm:spPr/>
    </dgm:pt>
    <dgm:pt modelId="{77858B9D-F4B8-47D1-9EE0-917D28D7B7FE}" type="pres">
      <dgm:prSet presAssocID="{57989221-F23C-42A0-AB07-CD9DCD6B094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0C6238F8-214F-463E-A7E0-0135AEA53FB6}" type="pres">
      <dgm:prSet presAssocID="{57989221-F23C-42A0-AB07-CD9DCD6B094F}" presName="spaceRect" presStyleCnt="0"/>
      <dgm:spPr/>
    </dgm:pt>
    <dgm:pt modelId="{331336C7-7019-4264-A2D1-5FFD7BC4F03D}" type="pres">
      <dgm:prSet presAssocID="{57989221-F23C-42A0-AB07-CD9DCD6B094F}" presName="parTx" presStyleLbl="revTx" presStyleIdx="2" presStyleCnt="4">
        <dgm:presLayoutVars>
          <dgm:chMax val="0"/>
          <dgm:chPref val="0"/>
        </dgm:presLayoutVars>
      </dgm:prSet>
      <dgm:spPr/>
    </dgm:pt>
    <dgm:pt modelId="{C842D20A-2652-44B2-8686-2D6F63B71B63}" type="pres">
      <dgm:prSet presAssocID="{0E1484F7-377F-433D-96E8-55CAED9F3664}" presName="sibTrans" presStyleCnt="0"/>
      <dgm:spPr/>
    </dgm:pt>
    <dgm:pt modelId="{FA05D685-5B42-4BDE-BEC0-CC4B2CD46EE7}" type="pres">
      <dgm:prSet presAssocID="{2197B2DC-2722-4A8A-99F7-912DB30FBCFF}" presName="compNode" presStyleCnt="0"/>
      <dgm:spPr/>
    </dgm:pt>
    <dgm:pt modelId="{AD274AE2-6A87-47A2-80CB-506AD3E39446}" type="pres">
      <dgm:prSet presAssocID="{2197B2DC-2722-4A8A-99F7-912DB30FBCFF}" presName="bgRect" presStyleLbl="bgShp" presStyleIdx="3" presStyleCnt="4"/>
      <dgm:spPr/>
    </dgm:pt>
    <dgm:pt modelId="{78FD024B-AD6E-44C6-8C86-C91F724C1278}" type="pres">
      <dgm:prSet presAssocID="{2197B2DC-2722-4A8A-99F7-912DB30FBCF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at"/>
        </a:ext>
      </dgm:extLst>
    </dgm:pt>
    <dgm:pt modelId="{477EED26-CC43-4FEC-A306-7C3AA1E71175}" type="pres">
      <dgm:prSet presAssocID="{2197B2DC-2722-4A8A-99F7-912DB30FBCFF}" presName="spaceRect" presStyleCnt="0"/>
      <dgm:spPr/>
    </dgm:pt>
    <dgm:pt modelId="{52D2B141-E2B6-4097-92C6-81ABA8FED014}" type="pres">
      <dgm:prSet presAssocID="{2197B2DC-2722-4A8A-99F7-912DB30FBCFF}" presName="parTx" presStyleLbl="revTx" presStyleIdx="3" presStyleCnt="4">
        <dgm:presLayoutVars>
          <dgm:chMax val="0"/>
          <dgm:chPref val="0"/>
        </dgm:presLayoutVars>
      </dgm:prSet>
      <dgm:spPr/>
    </dgm:pt>
  </dgm:ptLst>
  <dgm:cxnLst>
    <dgm:cxn modelId="{244B0230-EC64-421D-82F6-245289D74C25}" type="presOf" srcId="{2197B2DC-2722-4A8A-99F7-912DB30FBCFF}" destId="{52D2B141-E2B6-4097-92C6-81ABA8FED014}" srcOrd="0" destOrd="0" presId="urn:microsoft.com/office/officeart/2018/2/layout/IconVerticalSolidList"/>
    <dgm:cxn modelId="{72DA9177-1F8A-4431-ABCA-0295BA992081}" type="presOf" srcId="{6C128DD5-B8A4-425F-8CF2-1FA81AE3CE4B}" destId="{8B8D76EA-CDE5-4058-A827-F0AA4F606E44}" srcOrd="0" destOrd="0" presId="urn:microsoft.com/office/officeart/2018/2/layout/IconVerticalSolidList"/>
    <dgm:cxn modelId="{DB54198F-F7DC-429F-8666-4A784D7F4C12}" srcId="{6C128DD5-B8A4-425F-8CF2-1FA81AE3CE4B}" destId="{B7929FD5-D568-4D71-A17E-F375063B5229}" srcOrd="0" destOrd="0" parTransId="{C0DA1B1E-514D-450D-B5EB-3A37930BA214}" sibTransId="{9A97EABB-8E08-45B9-855B-CDBDD0645283}"/>
    <dgm:cxn modelId="{2C7B8193-7337-41CD-9F02-B96B67FE9D0B}" type="presOf" srcId="{57989221-F23C-42A0-AB07-CD9DCD6B094F}" destId="{331336C7-7019-4264-A2D1-5FFD7BC4F03D}" srcOrd="0" destOrd="0" presId="urn:microsoft.com/office/officeart/2018/2/layout/IconVerticalSolidList"/>
    <dgm:cxn modelId="{1F65F69D-CB0E-4889-B1D1-84235CBEA867}" type="presOf" srcId="{8556FF0B-A1D5-4C8A-9D86-AA3F654E9A98}" destId="{5A795673-EC6F-401A-9B69-05C7742A8E28}" srcOrd="0" destOrd="0" presId="urn:microsoft.com/office/officeart/2018/2/layout/IconVerticalSolidList"/>
    <dgm:cxn modelId="{F0D4A29F-E18D-4F6A-BDD8-E14E0E15D731}" srcId="{6C128DD5-B8A4-425F-8CF2-1FA81AE3CE4B}" destId="{2197B2DC-2722-4A8A-99F7-912DB30FBCFF}" srcOrd="3" destOrd="0" parTransId="{B3672BD0-4C84-497A-949D-3231EF7AEF19}" sibTransId="{FC9E9D58-7D47-4293-8D84-FE8CAFCB5CDE}"/>
    <dgm:cxn modelId="{30E5EEAC-C73D-40F0-B440-D1245771B967}" srcId="{6C128DD5-B8A4-425F-8CF2-1FA81AE3CE4B}" destId="{8556FF0B-A1D5-4C8A-9D86-AA3F654E9A98}" srcOrd="1" destOrd="0" parTransId="{9B84DDDD-A3B9-4D3F-9315-371ECE17D3B2}" sibTransId="{0EF26CB7-0157-4FB1-ADED-E5EFFA1D634A}"/>
    <dgm:cxn modelId="{8765EAD8-2B64-4E3B-8AA9-58C91897E4F1}" type="presOf" srcId="{B7929FD5-D568-4D71-A17E-F375063B5229}" destId="{984158F2-D0E9-472D-A9FE-FCC2C0690BCD}" srcOrd="0" destOrd="0" presId="urn:microsoft.com/office/officeart/2018/2/layout/IconVerticalSolidList"/>
    <dgm:cxn modelId="{7C078AE5-C163-4AD4-82C7-6354F1306DC5}" srcId="{6C128DD5-B8A4-425F-8CF2-1FA81AE3CE4B}" destId="{57989221-F23C-42A0-AB07-CD9DCD6B094F}" srcOrd="2" destOrd="0" parTransId="{1937D561-4208-4246-A46E-CE574DC9D2AB}" sibTransId="{0E1484F7-377F-433D-96E8-55CAED9F3664}"/>
    <dgm:cxn modelId="{5EFC5786-5F57-4E6E-A1F1-CDB5172115AF}" type="presParOf" srcId="{8B8D76EA-CDE5-4058-A827-F0AA4F606E44}" destId="{C23388FA-86DB-4EE1-A27E-7D21BCFBE99E}" srcOrd="0" destOrd="0" presId="urn:microsoft.com/office/officeart/2018/2/layout/IconVerticalSolidList"/>
    <dgm:cxn modelId="{9D291295-82FA-4B63-926A-B08CC8A33DF2}" type="presParOf" srcId="{C23388FA-86DB-4EE1-A27E-7D21BCFBE99E}" destId="{F93711C3-34A9-4D06-B183-0FADEDF33B08}" srcOrd="0" destOrd="0" presId="urn:microsoft.com/office/officeart/2018/2/layout/IconVerticalSolidList"/>
    <dgm:cxn modelId="{20B0B806-5103-46A4-8568-18D247239BD9}" type="presParOf" srcId="{C23388FA-86DB-4EE1-A27E-7D21BCFBE99E}" destId="{004F5B92-7C2B-47C7-8377-55264D87A386}" srcOrd="1" destOrd="0" presId="urn:microsoft.com/office/officeart/2018/2/layout/IconVerticalSolidList"/>
    <dgm:cxn modelId="{83BF5BB5-B069-4D83-8E08-6011F73572CB}" type="presParOf" srcId="{C23388FA-86DB-4EE1-A27E-7D21BCFBE99E}" destId="{670D016D-FBE2-4EB5-94ED-19BDD9CC5A42}" srcOrd="2" destOrd="0" presId="urn:microsoft.com/office/officeart/2018/2/layout/IconVerticalSolidList"/>
    <dgm:cxn modelId="{FF781E31-06A1-404D-B18B-7EB5AC2BCC0F}" type="presParOf" srcId="{C23388FA-86DB-4EE1-A27E-7D21BCFBE99E}" destId="{984158F2-D0E9-472D-A9FE-FCC2C0690BCD}" srcOrd="3" destOrd="0" presId="urn:microsoft.com/office/officeart/2018/2/layout/IconVerticalSolidList"/>
    <dgm:cxn modelId="{666AE81F-ED04-4709-898E-FD2D345ABEB1}" type="presParOf" srcId="{8B8D76EA-CDE5-4058-A827-F0AA4F606E44}" destId="{BBB1BDF0-B101-4493-A431-820B23A359F8}" srcOrd="1" destOrd="0" presId="urn:microsoft.com/office/officeart/2018/2/layout/IconVerticalSolidList"/>
    <dgm:cxn modelId="{B5080E18-8F92-4601-B1F8-C05371444408}" type="presParOf" srcId="{8B8D76EA-CDE5-4058-A827-F0AA4F606E44}" destId="{EDCB594B-39F6-41B7-A1E9-EDE9435E2F62}" srcOrd="2" destOrd="0" presId="urn:microsoft.com/office/officeart/2018/2/layout/IconVerticalSolidList"/>
    <dgm:cxn modelId="{6875AD21-8F8C-46C6-97DE-E3C9C219FB0C}" type="presParOf" srcId="{EDCB594B-39F6-41B7-A1E9-EDE9435E2F62}" destId="{5AC95B7E-368F-46F4-AF69-9686911DA076}" srcOrd="0" destOrd="0" presId="urn:microsoft.com/office/officeart/2018/2/layout/IconVerticalSolidList"/>
    <dgm:cxn modelId="{AD1BEB59-C346-4586-9E7D-91DB6ECE2CB6}" type="presParOf" srcId="{EDCB594B-39F6-41B7-A1E9-EDE9435E2F62}" destId="{49B4C065-61A4-4C7F-AD51-BB0567F1160A}" srcOrd="1" destOrd="0" presId="urn:microsoft.com/office/officeart/2018/2/layout/IconVerticalSolidList"/>
    <dgm:cxn modelId="{E8702DA7-31B8-4876-BEF8-D93D3591C394}" type="presParOf" srcId="{EDCB594B-39F6-41B7-A1E9-EDE9435E2F62}" destId="{71F2DF06-7542-4CE1-8B04-4C0459FC9662}" srcOrd="2" destOrd="0" presId="urn:microsoft.com/office/officeart/2018/2/layout/IconVerticalSolidList"/>
    <dgm:cxn modelId="{F7084D5B-E025-455A-BC74-259511223351}" type="presParOf" srcId="{EDCB594B-39F6-41B7-A1E9-EDE9435E2F62}" destId="{5A795673-EC6F-401A-9B69-05C7742A8E28}" srcOrd="3" destOrd="0" presId="urn:microsoft.com/office/officeart/2018/2/layout/IconVerticalSolidList"/>
    <dgm:cxn modelId="{305C93D6-7DD0-4954-900E-7BF0F60EBD17}" type="presParOf" srcId="{8B8D76EA-CDE5-4058-A827-F0AA4F606E44}" destId="{4F15C302-EBAA-49A5-85C3-F63A97763746}" srcOrd="3" destOrd="0" presId="urn:microsoft.com/office/officeart/2018/2/layout/IconVerticalSolidList"/>
    <dgm:cxn modelId="{15846FDF-5F00-4153-BF9C-97A78DF4701C}" type="presParOf" srcId="{8B8D76EA-CDE5-4058-A827-F0AA4F606E44}" destId="{2AB0D3DE-15BE-4ECB-AFBE-5EE2B89E8C3C}" srcOrd="4" destOrd="0" presId="urn:microsoft.com/office/officeart/2018/2/layout/IconVerticalSolidList"/>
    <dgm:cxn modelId="{C3B1EDD4-6B36-49E3-94B5-9E7CB2019685}" type="presParOf" srcId="{2AB0D3DE-15BE-4ECB-AFBE-5EE2B89E8C3C}" destId="{994EC229-60F4-4B4C-B535-C308EE3E1607}" srcOrd="0" destOrd="0" presId="urn:microsoft.com/office/officeart/2018/2/layout/IconVerticalSolidList"/>
    <dgm:cxn modelId="{C95538BB-49CC-4310-91CA-DC5EA409BC93}" type="presParOf" srcId="{2AB0D3DE-15BE-4ECB-AFBE-5EE2B89E8C3C}" destId="{77858B9D-F4B8-47D1-9EE0-917D28D7B7FE}" srcOrd="1" destOrd="0" presId="urn:microsoft.com/office/officeart/2018/2/layout/IconVerticalSolidList"/>
    <dgm:cxn modelId="{F7401D3E-0EBE-4376-9719-1D043663495F}" type="presParOf" srcId="{2AB0D3DE-15BE-4ECB-AFBE-5EE2B89E8C3C}" destId="{0C6238F8-214F-463E-A7E0-0135AEA53FB6}" srcOrd="2" destOrd="0" presId="urn:microsoft.com/office/officeart/2018/2/layout/IconVerticalSolidList"/>
    <dgm:cxn modelId="{27B87432-1C8F-4AE9-9324-68C5EDBD95DA}" type="presParOf" srcId="{2AB0D3DE-15BE-4ECB-AFBE-5EE2B89E8C3C}" destId="{331336C7-7019-4264-A2D1-5FFD7BC4F03D}" srcOrd="3" destOrd="0" presId="urn:microsoft.com/office/officeart/2018/2/layout/IconVerticalSolidList"/>
    <dgm:cxn modelId="{445F5ED3-6439-4792-A534-F1E9F776C9EF}" type="presParOf" srcId="{8B8D76EA-CDE5-4058-A827-F0AA4F606E44}" destId="{C842D20A-2652-44B2-8686-2D6F63B71B63}" srcOrd="5" destOrd="0" presId="urn:microsoft.com/office/officeart/2018/2/layout/IconVerticalSolidList"/>
    <dgm:cxn modelId="{5D1E1D10-EEDF-477E-ABB8-C3373B854BDF}" type="presParOf" srcId="{8B8D76EA-CDE5-4058-A827-F0AA4F606E44}" destId="{FA05D685-5B42-4BDE-BEC0-CC4B2CD46EE7}" srcOrd="6" destOrd="0" presId="urn:microsoft.com/office/officeart/2018/2/layout/IconVerticalSolidList"/>
    <dgm:cxn modelId="{6126974A-9B7C-46F8-B3FB-FB42CC7CA26F}" type="presParOf" srcId="{FA05D685-5B42-4BDE-BEC0-CC4B2CD46EE7}" destId="{AD274AE2-6A87-47A2-80CB-506AD3E39446}" srcOrd="0" destOrd="0" presId="urn:microsoft.com/office/officeart/2018/2/layout/IconVerticalSolidList"/>
    <dgm:cxn modelId="{4827E8ED-D654-42BF-92C3-D0299ABFDDA8}" type="presParOf" srcId="{FA05D685-5B42-4BDE-BEC0-CC4B2CD46EE7}" destId="{78FD024B-AD6E-44C6-8C86-C91F724C1278}" srcOrd="1" destOrd="0" presId="urn:microsoft.com/office/officeart/2018/2/layout/IconVerticalSolidList"/>
    <dgm:cxn modelId="{ADF6D202-C38B-4774-BCAA-7A20421AFB91}" type="presParOf" srcId="{FA05D685-5B42-4BDE-BEC0-CC4B2CD46EE7}" destId="{477EED26-CC43-4FEC-A306-7C3AA1E71175}" srcOrd="2" destOrd="0" presId="urn:microsoft.com/office/officeart/2018/2/layout/IconVerticalSolidList"/>
    <dgm:cxn modelId="{E77CCFA6-4145-4C05-9743-E62CA00F606D}" type="presParOf" srcId="{FA05D685-5B42-4BDE-BEC0-CC4B2CD46EE7}" destId="{52D2B141-E2B6-4097-92C6-81ABA8FED01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582C893-8CEF-43DE-AD75-1F7155F192B0}"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45141B27-0005-4669-A744-C158EA56BD5C}">
      <dgm:prSet/>
      <dgm:spPr/>
      <dgm:t>
        <a:bodyPr/>
        <a:lstStyle/>
        <a:p>
          <a:r>
            <a:rPr lang="en-US" dirty="0">
              <a:latin typeface="Comic Sans MS" panose="030F0702030302020204" pitchFamily="66" charset="0"/>
            </a:rPr>
            <a:t>A test strategy is a high-level document outlining the overall approach to testing within a project or organization.</a:t>
          </a:r>
        </a:p>
      </dgm:t>
    </dgm:pt>
    <dgm:pt modelId="{B426FB10-438C-48F7-9406-5FC8040E1EF8}" type="parTrans" cxnId="{25D181B1-F52B-4F91-BFD4-9E3155562D1C}">
      <dgm:prSet/>
      <dgm:spPr/>
      <dgm:t>
        <a:bodyPr/>
        <a:lstStyle/>
        <a:p>
          <a:endParaRPr lang="en-US">
            <a:latin typeface="Comic Sans MS" panose="030F0702030302020204" pitchFamily="66" charset="0"/>
          </a:endParaRPr>
        </a:p>
      </dgm:t>
    </dgm:pt>
    <dgm:pt modelId="{B7506FF6-3DDA-49FD-8B16-BA9A22309C91}" type="sibTrans" cxnId="{25D181B1-F52B-4F91-BFD4-9E3155562D1C}">
      <dgm:prSet/>
      <dgm:spPr/>
      <dgm:t>
        <a:bodyPr/>
        <a:lstStyle/>
        <a:p>
          <a:endParaRPr lang="en-US">
            <a:latin typeface="Comic Sans MS" panose="030F0702030302020204" pitchFamily="66" charset="0"/>
          </a:endParaRPr>
        </a:p>
      </dgm:t>
    </dgm:pt>
    <dgm:pt modelId="{6A6522CC-4115-4686-8387-BA1E9ABA3BA2}">
      <dgm:prSet/>
      <dgm:spPr/>
      <dgm:t>
        <a:bodyPr/>
        <a:lstStyle/>
        <a:p>
          <a:r>
            <a:rPr lang="en-US">
              <a:latin typeface="Comic Sans MS" panose="030F0702030302020204" pitchFamily="66" charset="0"/>
            </a:rPr>
            <a:t>It provides a framework for planning and executing testing activities throughout the software development lifecycle. </a:t>
          </a:r>
        </a:p>
      </dgm:t>
    </dgm:pt>
    <dgm:pt modelId="{95E2D76B-E6B1-461D-8083-536EDEDCE91B}" type="parTrans" cxnId="{D2711D91-B576-42A4-ABD7-0C1863F40C31}">
      <dgm:prSet/>
      <dgm:spPr/>
      <dgm:t>
        <a:bodyPr/>
        <a:lstStyle/>
        <a:p>
          <a:endParaRPr lang="en-US">
            <a:latin typeface="Comic Sans MS" panose="030F0702030302020204" pitchFamily="66" charset="0"/>
          </a:endParaRPr>
        </a:p>
      </dgm:t>
    </dgm:pt>
    <dgm:pt modelId="{1C3872D3-0CF8-459E-8EF8-D63D908FA536}" type="sibTrans" cxnId="{D2711D91-B576-42A4-ABD7-0C1863F40C31}">
      <dgm:prSet/>
      <dgm:spPr/>
      <dgm:t>
        <a:bodyPr/>
        <a:lstStyle/>
        <a:p>
          <a:endParaRPr lang="en-US">
            <a:latin typeface="Comic Sans MS" panose="030F0702030302020204" pitchFamily="66" charset="0"/>
          </a:endParaRPr>
        </a:p>
      </dgm:t>
    </dgm:pt>
    <dgm:pt modelId="{E3AFB3FC-8A72-4657-A6F7-019B9CF12E84}">
      <dgm:prSet/>
      <dgm:spPr/>
      <dgm:t>
        <a:bodyPr/>
        <a:lstStyle/>
        <a:p>
          <a:r>
            <a:rPr lang="en-US" dirty="0">
              <a:latin typeface="Comic Sans MS" panose="030F0702030302020204" pitchFamily="66" charset="0"/>
            </a:rPr>
            <a:t>Unlike a test plan, which focuses on the specifics of a single project, a test strategy defines overarching principles and processes applicable across multiple projects. </a:t>
          </a:r>
        </a:p>
      </dgm:t>
    </dgm:pt>
    <dgm:pt modelId="{9D60E862-82A5-45C8-82D9-104789D4B055}" type="parTrans" cxnId="{72F045EE-B2CD-4F29-979B-9F3752B7781A}">
      <dgm:prSet/>
      <dgm:spPr/>
      <dgm:t>
        <a:bodyPr/>
        <a:lstStyle/>
        <a:p>
          <a:endParaRPr lang="en-US">
            <a:latin typeface="Comic Sans MS" panose="030F0702030302020204" pitchFamily="66" charset="0"/>
          </a:endParaRPr>
        </a:p>
      </dgm:t>
    </dgm:pt>
    <dgm:pt modelId="{381B840D-F02B-4624-83E7-A27ECD8FC4DF}" type="sibTrans" cxnId="{72F045EE-B2CD-4F29-979B-9F3752B7781A}">
      <dgm:prSet/>
      <dgm:spPr/>
      <dgm:t>
        <a:bodyPr/>
        <a:lstStyle/>
        <a:p>
          <a:endParaRPr lang="en-US">
            <a:latin typeface="Comic Sans MS" panose="030F0702030302020204" pitchFamily="66" charset="0"/>
          </a:endParaRPr>
        </a:p>
      </dgm:t>
    </dgm:pt>
    <dgm:pt modelId="{2A9357C2-9656-454E-AF57-E45D61DA10C5}" type="pres">
      <dgm:prSet presAssocID="{B582C893-8CEF-43DE-AD75-1F7155F192B0}" presName="linear" presStyleCnt="0">
        <dgm:presLayoutVars>
          <dgm:animLvl val="lvl"/>
          <dgm:resizeHandles val="exact"/>
        </dgm:presLayoutVars>
      </dgm:prSet>
      <dgm:spPr/>
    </dgm:pt>
    <dgm:pt modelId="{0CF49272-7A8B-4E04-9C91-0EE0743FB4B9}" type="pres">
      <dgm:prSet presAssocID="{45141B27-0005-4669-A744-C158EA56BD5C}" presName="parentText" presStyleLbl="node1" presStyleIdx="0" presStyleCnt="3">
        <dgm:presLayoutVars>
          <dgm:chMax val="0"/>
          <dgm:bulletEnabled val="1"/>
        </dgm:presLayoutVars>
      </dgm:prSet>
      <dgm:spPr/>
    </dgm:pt>
    <dgm:pt modelId="{829CE36C-D605-41F0-93E1-B917102E072B}" type="pres">
      <dgm:prSet presAssocID="{B7506FF6-3DDA-49FD-8B16-BA9A22309C91}" presName="spacer" presStyleCnt="0"/>
      <dgm:spPr/>
    </dgm:pt>
    <dgm:pt modelId="{B8AFECF0-8B46-4AC2-B706-9C1AA25508FF}" type="pres">
      <dgm:prSet presAssocID="{6A6522CC-4115-4686-8387-BA1E9ABA3BA2}" presName="parentText" presStyleLbl="node1" presStyleIdx="1" presStyleCnt="3">
        <dgm:presLayoutVars>
          <dgm:chMax val="0"/>
          <dgm:bulletEnabled val="1"/>
        </dgm:presLayoutVars>
      </dgm:prSet>
      <dgm:spPr/>
    </dgm:pt>
    <dgm:pt modelId="{40CB62B2-7B83-4FAB-95E4-D84C81647991}" type="pres">
      <dgm:prSet presAssocID="{1C3872D3-0CF8-459E-8EF8-D63D908FA536}" presName="spacer" presStyleCnt="0"/>
      <dgm:spPr/>
    </dgm:pt>
    <dgm:pt modelId="{8B7F4413-5465-4E86-B00C-0A78D91473C1}" type="pres">
      <dgm:prSet presAssocID="{E3AFB3FC-8A72-4657-A6F7-019B9CF12E84}" presName="parentText" presStyleLbl="node1" presStyleIdx="2" presStyleCnt="3">
        <dgm:presLayoutVars>
          <dgm:chMax val="0"/>
          <dgm:bulletEnabled val="1"/>
        </dgm:presLayoutVars>
      </dgm:prSet>
      <dgm:spPr/>
    </dgm:pt>
  </dgm:ptLst>
  <dgm:cxnLst>
    <dgm:cxn modelId="{E613C318-3162-4F9F-BE82-21DC6CB2C721}" type="presOf" srcId="{45141B27-0005-4669-A744-C158EA56BD5C}" destId="{0CF49272-7A8B-4E04-9C91-0EE0743FB4B9}" srcOrd="0" destOrd="0" presId="urn:microsoft.com/office/officeart/2005/8/layout/vList2"/>
    <dgm:cxn modelId="{A9671E89-553A-4C8F-B95B-A894A95126DD}" type="presOf" srcId="{B582C893-8CEF-43DE-AD75-1F7155F192B0}" destId="{2A9357C2-9656-454E-AF57-E45D61DA10C5}" srcOrd="0" destOrd="0" presId="urn:microsoft.com/office/officeart/2005/8/layout/vList2"/>
    <dgm:cxn modelId="{D2711D91-B576-42A4-ABD7-0C1863F40C31}" srcId="{B582C893-8CEF-43DE-AD75-1F7155F192B0}" destId="{6A6522CC-4115-4686-8387-BA1E9ABA3BA2}" srcOrd="1" destOrd="0" parTransId="{95E2D76B-E6B1-461D-8083-536EDEDCE91B}" sibTransId="{1C3872D3-0CF8-459E-8EF8-D63D908FA536}"/>
    <dgm:cxn modelId="{25D181B1-F52B-4F91-BFD4-9E3155562D1C}" srcId="{B582C893-8CEF-43DE-AD75-1F7155F192B0}" destId="{45141B27-0005-4669-A744-C158EA56BD5C}" srcOrd="0" destOrd="0" parTransId="{B426FB10-438C-48F7-9406-5FC8040E1EF8}" sibTransId="{B7506FF6-3DDA-49FD-8B16-BA9A22309C91}"/>
    <dgm:cxn modelId="{8D019CC0-9040-4D0F-88EE-CF60816C8835}" type="presOf" srcId="{6A6522CC-4115-4686-8387-BA1E9ABA3BA2}" destId="{B8AFECF0-8B46-4AC2-B706-9C1AA25508FF}" srcOrd="0" destOrd="0" presId="urn:microsoft.com/office/officeart/2005/8/layout/vList2"/>
    <dgm:cxn modelId="{8C5EB8EA-9974-477B-92B3-4BB6CDE65632}" type="presOf" srcId="{E3AFB3FC-8A72-4657-A6F7-019B9CF12E84}" destId="{8B7F4413-5465-4E86-B00C-0A78D91473C1}" srcOrd="0" destOrd="0" presId="urn:microsoft.com/office/officeart/2005/8/layout/vList2"/>
    <dgm:cxn modelId="{72F045EE-B2CD-4F29-979B-9F3752B7781A}" srcId="{B582C893-8CEF-43DE-AD75-1F7155F192B0}" destId="{E3AFB3FC-8A72-4657-A6F7-019B9CF12E84}" srcOrd="2" destOrd="0" parTransId="{9D60E862-82A5-45C8-82D9-104789D4B055}" sibTransId="{381B840D-F02B-4624-83E7-A27ECD8FC4DF}"/>
    <dgm:cxn modelId="{A93EEDBF-3D13-466B-9DBD-66D4AFC8A736}" type="presParOf" srcId="{2A9357C2-9656-454E-AF57-E45D61DA10C5}" destId="{0CF49272-7A8B-4E04-9C91-0EE0743FB4B9}" srcOrd="0" destOrd="0" presId="urn:microsoft.com/office/officeart/2005/8/layout/vList2"/>
    <dgm:cxn modelId="{2C9F8FEA-F8EF-4EA3-8AED-E20CAADA9769}" type="presParOf" srcId="{2A9357C2-9656-454E-AF57-E45D61DA10C5}" destId="{829CE36C-D605-41F0-93E1-B917102E072B}" srcOrd="1" destOrd="0" presId="urn:microsoft.com/office/officeart/2005/8/layout/vList2"/>
    <dgm:cxn modelId="{8AE6EFE5-DD3D-4019-8110-177D4163DBB9}" type="presParOf" srcId="{2A9357C2-9656-454E-AF57-E45D61DA10C5}" destId="{B8AFECF0-8B46-4AC2-B706-9C1AA25508FF}" srcOrd="2" destOrd="0" presId="urn:microsoft.com/office/officeart/2005/8/layout/vList2"/>
    <dgm:cxn modelId="{E4CEF70A-B1E9-4424-B927-BF44A3F01DB2}" type="presParOf" srcId="{2A9357C2-9656-454E-AF57-E45D61DA10C5}" destId="{40CB62B2-7B83-4FAB-95E4-D84C81647991}" srcOrd="3" destOrd="0" presId="urn:microsoft.com/office/officeart/2005/8/layout/vList2"/>
    <dgm:cxn modelId="{66D00862-6CCB-4E97-B40C-5A0F65E6BDEA}" type="presParOf" srcId="{2A9357C2-9656-454E-AF57-E45D61DA10C5}" destId="{8B7F4413-5465-4E86-B00C-0A78D91473C1}"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8266B0E-2222-4801-A706-E262A4DBA5D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E8EBD53-5870-4625-B426-8ECBAD4D29D3}">
      <dgm:prSet custT="1"/>
      <dgm:spPr/>
      <dgm:t>
        <a:bodyPr/>
        <a:lstStyle/>
        <a:p>
          <a:pPr>
            <a:lnSpc>
              <a:spcPct val="100000"/>
            </a:lnSpc>
          </a:pPr>
          <a:r>
            <a:rPr lang="en-US" sz="1700" dirty="0">
              <a:latin typeface="Comic Sans MS" panose="030F0702030302020204" pitchFamily="66" charset="0"/>
            </a:rPr>
            <a:t>A use case describes how a user interacts with a system to achieve a specific goal.</a:t>
          </a:r>
        </a:p>
      </dgm:t>
    </dgm:pt>
    <dgm:pt modelId="{3F929E9A-CD03-422D-9A7E-FF0365F28C9A}" type="parTrans" cxnId="{BE7C668A-2CDD-4232-9311-F777D11C8765}">
      <dgm:prSet/>
      <dgm:spPr/>
      <dgm:t>
        <a:bodyPr/>
        <a:lstStyle/>
        <a:p>
          <a:endParaRPr lang="en-US" sz="1700">
            <a:latin typeface="Comic Sans MS" panose="030F0702030302020204" pitchFamily="66" charset="0"/>
          </a:endParaRPr>
        </a:p>
      </dgm:t>
    </dgm:pt>
    <dgm:pt modelId="{635C8BCA-58BF-4E75-A775-F5ADF9A365C8}" type="sibTrans" cxnId="{BE7C668A-2CDD-4232-9311-F777D11C8765}">
      <dgm:prSet/>
      <dgm:spPr/>
      <dgm:t>
        <a:bodyPr/>
        <a:lstStyle/>
        <a:p>
          <a:endParaRPr lang="en-US" sz="1700">
            <a:latin typeface="Comic Sans MS" panose="030F0702030302020204" pitchFamily="66" charset="0"/>
          </a:endParaRPr>
        </a:p>
      </dgm:t>
    </dgm:pt>
    <dgm:pt modelId="{34265938-95F6-4DBB-9B87-D7F8B266908E}">
      <dgm:prSet custT="1"/>
      <dgm:spPr/>
      <dgm:t>
        <a:bodyPr/>
        <a:lstStyle/>
        <a:p>
          <a:pPr>
            <a:lnSpc>
              <a:spcPct val="100000"/>
            </a:lnSpc>
          </a:pPr>
          <a:r>
            <a:rPr lang="en-US" sz="1700">
              <a:latin typeface="Comic Sans MS" panose="030F0702030302020204" pitchFamily="66" charset="0"/>
            </a:rPr>
            <a:t>It focuses on the user's perspective and the system's behavior in response to user actions.</a:t>
          </a:r>
        </a:p>
      </dgm:t>
    </dgm:pt>
    <dgm:pt modelId="{17886358-7108-4521-8597-5B2613604B02}" type="parTrans" cxnId="{0A48A1AC-7884-4039-9E9F-BCA063043D1A}">
      <dgm:prSet/>
      <dgm:spPr/>
      <dgm:t>
        <a:bodyPr/>
        <a:lstStyle/>
        <a:p>
          <a:endParaRPr lang="en-US" sz="1700">
            <a:latin typeface="Comic Sans MS" panose="030F0702030302020204" pitchFamily="66" charset="0"/>
          </a:endParaRPr>
        </a:p>
      </dgm:t>
    </dgm:pt>
    <dgm:pt modelId="{E41AD4EE-ED53-4DF7-B34D-2A1F499507DA}" type="sibTrans" cxnId="{0A48A1AC-7884-4039-9E9F-BCA063043D1A}">
      <dgm:prSet/>
      <dgm:spPr/>
      <dgm:t>
        <a:bodyPr/>
        <a:lstStyle/>
        <a:p>
          <a:endParaRPr lang="en-US" sz="1700">
            <a:latin typeface="Comic Sans MS" panose="030F0702030302020204" pitchFamily="66" charset="0"/>
          </a:endParaRPr>
        </a:p>
      </dgm:t>
    </dgm:pt>
    <dgm:pt modelId="{D30665F7-CA80-4CF1-BB95-A044CC43F0C8}">
      <dgm:prSet custT="1"/>
      <dgm:spPr/>
      <dgm:t>
        <a:bodyPr/>
        <a:lstStyle/>
        <a:p>
          <a:pPr>
            <a:lnSpc>
              <a:spcPct val="100000"/>
            </a:lnSpc>
          </a:pPr>
          <a:r>
            <a:rPr lang="en-US" sz="1700">
              <a:latin typeface="Comic Sans MS" panose="030F0702030302020204" pitchFamily="66" charset="0"/>
            </a:rPr>
            <a:t>Use cases define the functional requirements of a system and are typically documented in a narrative format, outlining steps, actors, and expected outcomes.</a:t>
          </a:r>
        </a:p>
      </dgm:t>
    </dgm:pt>
    <dgm:pt modelId="{44CAB700-CBB0-46B5-B078-4DD712ED7C5D}" type="parTrans" cxnId="{3CD5145F-7DCE-4E16-A053-8A51866276B2}">
      <dgm:prSet/>
      <dgm:spPr/>
      <dgm:t>
        <a:bodyPr/>
        <a:lstStyle/>
        <a:p>
          <a:endParaRPr lang="en-US" sz="1700">
            <a:latin typeface="Comic Sans MS" panose="030F0702030302020204" pitchFamily="66" charset="0"/>
          </a:endParaRPr>
        </a:p>
      </dgm:t>
    </dgm:pt>
    <dgm:pt modelId="{43F5DEB5-CD8C-4835-9261-37CA8CC8324E}" type="sibTrans" cxnId="{3CD5145F-7DCE-4E16-A053-8A51866276B2}">
      <dgm:prSet/>
      <dgm:spPr/>
      <dgm:t>
        <a:bodyPr/>
        <a:lstStyle/>
        <a:p>
          <a:endParaRPr lang="en-US" sz="1700">
            <a:latin typeface="Comic Sans MS" panose="030F0702030302020204" pitchFamily="66" charset="0"/>
          </a:endParaRPr>
        </a:p>
      </dgm:t>
    </dgm:pt>
    <dgm:pt modelId="{CFB5D4A7-93B1-4A6D-A854-93B6802C47DF}">
      <dgm:prSet custT="1"/>
      <dgm:spPr/>
      <dgm:t>
        <a:bodyPr/>
        <a:lstStyle/>
        <a:p>
          <a:pPr>
            <a:lnSpc>
              <a:spcPct val="100000"/>
            </a:lnSpc>
          </a:pPr>
          <a:r>
            <a:rPr lang="en-US" sz="1700">
              <a:latin typeface="Comic Sans MS" panose="030F0702030302020204" pitchFamily="66" charset="0"/>
            </a:rPr>
            <a:t>They serve as a foundation for understanding the system's functionality from an end-user perspective.</a:t>
          </a:r>
        </a:p>
      </dgm:t>
    </dgm:pt>
    <dgm:pt modelId="{D0B0B2ED-E4CB-403A-B1C1-EBB7E7658153}" type="parTrans" cxnId="{1974B417-C068-408D-A9D5-73DCBE85A0C2}">
      <dgm:prSet/>
      <dgm:spPr/>
      <dgm:t>
        <a:bodyPr/>
        <a:lstStyle/>
        <a:p>
          <a:endParaRPr lang="en-US" sz="1700">
            <a:latin typeface="Comic Sans MS" panose="030F0702030302020204" pitchFamily="66" charset="0"/>
          </a:endParaRPr>
        </a:p>
      </dgm:t>
    </dgm:pt>
    <dgm:pt modelId="{13C77592-39CE-476B-B395-48C0807776E9}" type="sibTrans" cxnId="{1974B417-C068-408D-A9D5-73DCBE85A0C2}">
      <dgm:prSet/>
      <dgm:spPr/>
      <dgm:t>
        <a:bodyPr/>
        <a:lstStyle/>
        <a:p>
          <a:endParaRPr lang="en-US" sz="1700">
            <a:latin typeface="Comic Sans MS" panose="030F0702030302020204" pitchFamily="66" charset="0"/>
          </a:endParaRPr>
        </a:p>
      </dgm:t>
    </dgm:pt>
    <dgm:pt modelId="{4A5EC1BA-8C11-4156-BB86-FFDF8B707D51}" type="pres">
      <dgm:prSet presAssocID="{18266B0E-2222-4801-A706-E262A4DBA5D0}" presName="root" presStyleCnt="0">
        <dgm:presLayoutVars>
          <dgm:dir/>
          <dgm:resizeHandles val="exact"/>
        </dgm:presLayoutVars>
      </dgm:prSet>
      <dgm:spPr/>
    </dgm:pt>
    <dgm:pt modelId="{785C0030-E9B7-46C0-B4F2-ACFB92571A48}" type="pres">
      <dgm:prSet presAssocID="{0E8EBD53-5870-4625-B426-8ECBAD4D29D3}" presName="compNode" presStyleCnt="0"/>
      <dgm:spPr/>
    </dgm:pt>
    <dgm:pt modelId="{0CDFF9FC-47DB-4CD9-BD4B-9965AE85C166}" type="pres">
      <dgm:prSet presAssocID="{0E8EBD53-5870-4625-B426-8ECBAD4D29D3}" presName="bgRect" presStyleLbl="bgShp" presStyleIdx="0" presStyleCnt="4"/>
      <dgm:spPr/>
    </dgm:pt>
    <dgm:pt modelId="{A3F8648C-F831-4F51-86B9-066A0CFAF15B}" type="pres">
      <dgm:prSet presAssocID="{0E8EBD53-5870-4625-B426-8ECBAD4D29D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llseye"/>
        </a:ext>
      </dgm:extLst>
    </dgm:pt>
    <dgm:pt modelId="{01C51243-B059-4A3A-A7D2-47FF9BB084B1}" type="pres">
      <dgm:prSet presAssocID="{0E8EBD53-5870-4625-B426-8ECBAD4D29D3}" presName="spaceRect" presStyleCnt="0"/>
      <dgm:spPr/>
    </dgm:pt>
    <dgm:pt modelId="{98E1029E-7B27-4E84-BBB3-73AAE3D68F18}" type="pres">
      <dgm:prSet presAssocID="{0E8EBD53-5870-4625-B426-8ECBAD4D29D3}" presName="parTx" presStyleLbl="revTx" presStyleIdx="0" presStyleCnt="4">
        <dgm:presLayoutVars>
          <dgm:chMax val="0"/>
          <dgm:chPref val="0"/>
        </dgm:presLayoutVars>
      </dgm:prSet>
      <dgm:spPr/>
    </dgm:pt>
    <dgm:pt modelId="{22897859-672A-4E11-8753-F5EAF6840EF1}" type="pres">
      <dgm:prSet presAssocID="{635C8BCA-58BF-4E75-A775-F5ADF9A365C8}" presName="sibTrans" presStyleCnt="0"/>
      <dgm:spPr/>
    </dgm:pt>
    <dgm:pt modelId="{0B8244D0-1DF0-46B1-8D96-C267D7FAB53C}" type="pres">
      <dgm:prSet presAssocID="{34265938-95F6-4DBB-9B87-D7F8B266908E}" presName="compNode" presStyleCnt="0"/>
      <dgm:spPr/>
    </dgm:pt>
    <dgm:pt modelId="{99B57076-9F2B-46A5-A1FB-52545B8355FF}" type="pres">
      <dgm:prSet presAssocID="{34265938-95F6-4DBB-9B87-D7F8B266908E}" presName="bgRect" presStyleLbl="bgShp" presStyleIdx="1" presStyleCnt="4"/>
      <dgm:spPr/>
    </dgm:pt>
    <dgm:pt modelId="{A0C79E05-6CA9-4371-8C29-75B4D8AEB9E7}" type="pres">
      <dgm:prSet presAssocID="{34265938-95F6-4DBB-9B87-D7F8B266908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1693DE9B-6A0B-427F-A51E-F26CD739C8BA}" type="pres">
      <dgm:prSet presAssocID="{34265938-95F6-4DBB-9B87-D7F8B266908E}" presName="spaceRect" presStyleCnt="0"/>
      <dgm:spPr/>
    </dgm:pt>
    <dgm:pt modelId="{FC3A9672-31A9-4DE0-8592-3B6B2F3B2343}" type="pres">
      <dgm:prSet presAssocID="{34265938-95F6-4DBB-9B87-D7F8B266908E}" presName="parTx" presStyleLbl="revTx" presStyleIdx="1" presStyleCnt="4">
        <dgm:presLayoutVars>
          <dgm:chMax val="0"/>
          <dgm:chPref val="0"/>
        </dgm:presLayoutVars>
      </dgm:prSet>
      <dgm:spPr/>
    </dgm:pt>
    <dgm:pt modelId="{4FA72962-35EE-42DC-81B2-0E2D52505E37}" type="pres">
      <dgm:prSet presAssocID="{E41AD4EE-ED53-4DF7-B34D-2A1F499507DA}" presName="sibTrans" presStyleCnt="0"/>
      <dgm:spPr/>
    </dgm:pt>
    <dgm:pt modelId="{EB151601-C4E9-44C4-BFF4-1E289E4064DB}" type="pres">
      <dgm:prSet presAssocID="{D30665F7-CA80-4CF1-BB95-A044CC43F0C8}" presName="compNode" presStyleCnt="0"/>
      <dgm:spPr/>
    </dgm:pt>
    <dgm:pt modelId="{0D3A20A3-9FA6-4E67-B088-3FED05117E1A}" type="pres">
      <dgm:prSet presAssocID="{D30665F7-CA80-4CF1-BB95-A044CC43F0C8}" presName="bgRect" presStyleLbl="bgShp" presStyleIdx="2" presStyleCnt="4"/>
      <dgm:spPr/>
    </dgm:pt>
    <dgm:pt modelId="{D11CF484-664E-4BC3-8DB9-72710E7C1CBF}" type="pres">
      <dgm:prSet presAssocID="{D30665F7-CA80-4CF1-BB95-A044CC43F0C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ocument"/>
        </a:ext>
      </dgm:extLst>
    </dgm:pt>
    <dgm:pt modelId="{42CADF81-E0A9-4F09-B46E-AB1CC3ED6C99}" type="pres">
      <dgm:prSet presAssocID="{D30665F7-CA80-4CF1-BB95-A044CC43F0C8}" presName="spaceRect" presStyleCnt="0"/>
      <dgm:spPr/>
    </dgm:pt>
    <dgm:pt modelId="{07BC4D99-A186-4CC1-964D-E5BE31DE37A0}" type="pres">
      <dgm:prSet presAssocID="{D30665F7-CA80-4CF1-BB95-A044CC43F0C8}" presName="parTx" presStyleLbl="revTx" presStyleIdx="2" presStyleCnt="4">
        <dgm:presLayoutVars>
          <dgm:chMax val="0"/>
          <dgm:chPref val="0"/>
        </dgm:presLayoutVars>
      </dgm:prSet>
      <dgm:spPr/>
    </dgm:pt>
    <dgm:pt modelId="{47D3A4FF-29FB-4052-A798-CD1170B95D44}" type="pres">
      <dgm:prSet presAssocID="{43F5DEB5-CD8C-4835-9261-37CA8CC8324E}" presName="sibTrans" presStyleCnt="0"/>
      <dgm:spPr/>
    </dgm:pt>
    <dgm:pt modelId="{11EE2F1A-8247-4F12-B13A-FAA996FE2C3D}" type="pres">
      <dgm:prSet presAssocID="{CFB5D4A7-93B1-4A6D-A854-93B6802C47DF}" presName="compNode" presStyleCnt="0"/>
      <dgm:spPr/>
    </dgm:pt>
    <dgm:pt modelId="{F461509B-D7BC-4299-9B22-650B47D2588A}" type="pres">
      <dgm:prSet presAssocID="{CFB5D4A7-93B1-4A6D-A854-93B6802C47DF}" presName="bgRect" presStyleLbl="bgShp" presStyleIdx="3" presStyleCnt="4"/>
      <dgm:spPr/>
    </dgm:pt>
    <dgm:pt modelId="{89933D65-93D3-401A-88E0-B05062196E86}" type="pres">
      <dgm:prSet presAssocID="{CFB5D4A7-93B1-4A6D-A854-93B6802C47D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User Network"/>
        </a:ext>
      </dgm:extLst>
    </dgm:pt>
    <dgm:pt modelId="{3E91FC09-E831-4DF8-A473-0EA3FEB11DD2}" type="pres">
      <dgm:prSet presAssocID="{CFB5D4A7-93B1-4A6D-A854-93B6802C47DF}" presName="spaceRect" presStyleCnt="0"/>
      <dgm:spPr/>
    </dgm:pt>
    <dgm:pt modelId="{44CAB04D-48F0-4662-AF40-3EDE4F953907}" type="pres">
      <dgm:prSet presAssocID="{CFB5D4A7-93B1-4A6D-A854-93B6802C47DF}" presName="parTx" presStyleLbl="revTx" presStyleIdx="3" presStyleCnt="4">
        <dgm:presLayoutVars>
          <dgm:chMax val="0"/>
          <dgm:chPref val="0"/>
        </dgm:presLayoutVars>
      </dgm:prSet>
      <dgm:spPr/>
    </dgm:pt>
  </dgm:ptLst>
  <dgm:cxnLst>
    <dgm:cxn modelId="{23503713-B785-4A44-ADE0-31AA998DE47E}" type="presOf" srcId="{CFB5D4A7-93B1-4A6D-A854-93B6802C47DF}" destId="{44CAB04D-48F0-4662-AF40-3EDE4F953907}" srcOrd="0" destOrd="0" presId="urn:microsoft.com/office/officeart/2018/2/layout/IconVerticalSolidList"/>
    <dgm:cxn modelId="{1974B417-C068-408D-A9D5-73DCBE85A0C2}" srcId="{18266B0E-2222-4801-A706-E262A4DBA5D0}" destId="{CFB5D4A7-93B1-4A6D-A854-93B6802C47DF}" srcOrd="3" destOrd="0" parTransId="{D0B0B2ED-E4CB-403A-B1C1-EBB7E7658153}" sibTransId="{13C77592-39CE-476B-B395-48C0807776E9}"/>
    <dgm:cxn modelId="{A6E18E38-8B0D-45D0-A421-6AA97E980C97}" type="presOf" srcId="{0E8EBD53-5870-4625-B426-8ECBAD4D29D3}" destId="{98E1029E-7B27-4E84-BBB3-73AAE3D68F18}" srcOrd="0" destOrd="0" presId="urn:microsoft.com/office/officeart/2018/2/layout/IconVerticalSolidList"/>
    <dgm:cxn modelId="{3CD5145F-7DCE-4E16-A053-8A51866276B2}" srcId="{18266B0E-2222-4801-A706-E262A4DBA5D0}" destId="{D30665F7-CA80-4CF1-BB95-A044CC43F0C8}" srcOrd="2" destOrd="0" parTransId="{44CAB700-CBB0-46B5-B078-4DD712ED7C5D}" sibTransId="{43F5DEB5-CD8C-4835-9261-37CA8CC8324E}"/>
    <dgm:cxn modelId="{BE7C668A-2CDD-4232-9311-F777D11C8765}" srcId="{18266B0E-2222-4801-A706-E262A4DBA5D0}" destId="{0E8EBD53-5870-4625-B426-8ECBAD4D29D3}" srcOrd="0" destOrd="0" parTransId="{3F929E9A-CD03-422D-9A7E-FF0365F28C9A}" sibTransId="{635C8BCA-58BF-4E75-A775-F5ADF9A365C8}"/>
    <dgm:cxn modelId="{0A48A1AC-7884-4039-9E9F-BCA063043D1A}" srcId="{18266B0E-2222-4801-A706-E262A4DBA5D0}" destId="{34265938-95F6-4DBB-9B87-D7F8B266908E}" srcOrd="1" destOrd="0" parTransId="{17886358-7108-4521-8597-5B2613604B02}" sibTransId="{E41AD4EE-ED53-4DF7-B34D-2A1F499507DA}"/>
    <dgm:cxn modelId="{5784D3DB-2CB4-4EF8-96B7-D547DC34AEE5}" type="presOf" srcId="{18266B0E-2222-4801-A706-E262A4DBA5D0}" destId="{4A5EC1BA-8C11-4156-BB86-FFDF8B707D51}" srcOrd="0" destOrd="0" presId="urn:microsoft.com/office/officeart/2018/2/layout/IconVerticalSolidList"/>
    <dgm:cxn modelId="{A53087E3-6528-4DEE-A252-0AF3A6BC680D}" type="presOf" srcId="{D30665F7-CA80-4CF1-BB95-A044CC43F0C8}" destId="{07BC4D99-A186-4CC1-964D-E5BE31DE37A0}" srcOrd="0" destOrd="0" presId="urn:microsoft.com/office/officeart/2018/2/layout/IconVerticalSolidList"/>
    <dgm:cxn modelId="{A9EAE7EC-9662-4907-9AD3-BBDBEB1F2E98}" type="presOf" srcId="{34265938-95F6-4DBB-9B87-D7F8B266908E}" destId="{FC3A9672-31A9-4DE0-8592-3B6B2F3B2343}" srcOrd="0" destOrd="0" presId="urn:microsoft.com/office/officeart/2018/2/layout/IconVerticalSolidList"/>
    <dgm:cxn modelId="{83F64D45-47F0-4B62-A22E-4CB0C7CEA43D}" type="presParOf" srcId="{4A5EC1BA-8C11-4156-BB86-FFDF8B707D51}" destId="{785C0030-E9B7-46C0-B4F2-ACFB92571A48}" srcOrd="0" destOrd="0" presId="urn:microsoft.com/office/officeart/2018/2/layout/IconVerticalSolidList"/>
    <dgm:cxn modelId="{5F89A4C4-483D-4540-94B8-41F2483B63D2}" type="presParOf" srcId="{785C0030-E9B7-46C0-B4F2-ACFB92571A48}" destId="{0CDFF9FC-47DB-4CD9-BD4B-9965AE85C166}" srcOrd="0" destOrd="0" presId="urn:microsoft.com/office/officeart/2018/2/layout/IconVerticalSolidList"/>
    <dgm:cxn modelId="{C95B5DFB-1710-4539-9360-D22CCDE63312}" type="presParOf" srcId="{785C0030-E9B7-46C0-B4F2-ACFB92571A48}" destId="{A3F8648C-F831-4F51-86B9-066A0CFAF15B}" srcOrd="1" destOrd="0" presId="urn:microsoft.com/office/officeart/2018/2/layout/IconVerticalSolidList"/>
    <dgm:cxn modelId="{EEBA35B6-87DD-4197-AF10-BCCE73D5E71F}" type="presParOf" srcId="{785C0030-E9B7-46C0-B4F2-ACFB92571A48}" destId="{01C51243-B059-4A3A-A7D2-47FF9BB084B1}" srcOrd="2" destOrd="0" presId="urn:microsoft.com/office/officeart/2018/2/layout/IconVerticalSolidList"/>
    <dgm:cxn modelId="{F22EDB68-339C-453C-982A-12E357BB6763}" type="presParOf" srcId="{785C0030-E9B7-46C0-B4F2-ACFB92571A48}" destId="{98E1029E-7B27-4E84-BBB3-73AAE3D68F18}" srcOrd="3" destOrd="0" presId="urn:microsoft.com/office/officeart/2018/2/layout/IconVerticalSolidList"/>
    <dgm:cxn modelId="{B6A5E9E7-634E-4573-8765-F54FE804A49C}" type="presParOf" srcId="{4A5EC1BA-8C11-4156-BB86-FFDF8B707D51}" destId="{22897859-672A-4E11-8753-F5EAF6840EF1}" srcOrd="1" destOrd="0" presId="urn:microsoft.com/office/officeart/2018/2/layout/IconVerticalSolidList"/>
    <dgm:cxn modelId="{5D744FA3-3C65-4A5A-998A-E01D1D20EB48}" type="presParOf" srcId="{4A5EC1BA-8C11-4156-BB86-FFDF8B707D51}" destId="{0B8244D0-1DF0-46B1-8D96-C267D7FAB53C}" srcOrd="2" destOrd="0" presId="urn:microsoft.com/office/officeart/2018/2/layout/IconVerticalSolidList"/>
    <dgm:cxn modelId="{F7C7FD1C-5C0C-439D-836D-2681766E71C2}" type="presParOf" srcId="{0B8244D0-1DF0-46B1-8D96-C267D7FAB53C}" destId="{99B57076-9F2B-46A5-A1FB-52545B8355FF}" srcOrd="0" destOrd="0" presId="urn:microsoft.com/office/officeart/2018/2/layout/IconVerticalSolidList"/>
    <dgm:cxn modelId="{04F99084-4BEB-4C9A-84A6-3C88D37F8E23}" type="presParOf" srcId="{0B8244D0-1DF0-46B1-8D96-C267D7FAB53C}" destId="{A0C79E05-6CA9-4371-8C29-75B4D8AEB9E7}" srcOrd="1" destOrd="0" presId="urn:microsoft.com/office/officeart/2018/2/layout/IconVerticalSolidList"/>
    <dgm:cxn modelId="{E6D9F622-B2B3-4C2C-A6AA-BAD80B334FAE}" type="presParOf" srcId="{0B8244D0-1DF0-46B1-8D96-C267D7FAB53C}" destId="{1693DE9B-6A0B-427F-A51E-F26CD739C8BA}" srcOrd="2" destOrd="0" presId="urn:microsoft.com/office/officeart/2018/2/layout/IconVerticalSolidList"/>
    <dgm:cxn modelId="{840102E1-5727-4196-9669-B45264D239BE}" type="presParOf" srcId="{0B8244D0-1DF0-46B1-8D96-C267D7FAB53C}" destId="{FC3A9672-31A9-4DE0-8592-3B6B2F3B2343}" srcOrd="3" destOrd="0" presId="urn:microsoft.com/office/officeart/2018/2/layout/IconVerticalSolidList"/>
    <dgm:cxn modelId="{3377A202-0D33-4FF9-A7B4-5D5B651966B5}" type="presParOf" srcId="{4A5EC1BA-8C11-4156-BB86-FFDF8B707D51}" destId="{4FA72962-35EE-42DC-81B2-0E2D52505E37}" srcOrd="3" destOrd="0" presId="urn:microsoft.com/office/officeart/2018/2/layout/IconVerticalSolidList"/>
    <dgm:cxn modelId="{36AF9C9E-EB52-4460-966C-427F8E1BB028}" type="presParOf" srcId="{4A5EC1BA-8C11-4156-BB86-FFDF8B707D51}" destId="{EB151601-C4E9-44C4-BFF4-1E289E4064DB}" srcOrd="4" destOrd="0" presId="urn:microsoft.com/office/officeart/2018/2/layout/IconVerticalSolidList"/>
    <dgm:cxn modelId="{E752D81E-3716-4EF3-8C59-2018DD20267A}" type="presParOf" srcId="{EB151601-C4E9-44C4-BFF4-1E289E4064DB}" destId="{0D3A20A3-9FA6-4E67-B088-3FED05117E1A}" srcOrd="0" destOrd="0" presId="urn:microsoft.com/office/officeart/2018/2/layout/IconVerticalSolidList"/>
    <dgm:cxn modelId="{8B274487-9F4E-4159-BA10-DF61BF64DABF}" type="presParOf" srcId="{EB151601-C4E9-44C4-BFF4-1E289E4064DB}" destId="{D11CF484-664E-4BC3-8DB9-72710E7C1CBF}" srcOrd="1" destOrd="0" presId="urn:microsoft.com/office/officeart/2018/2/layout/IconVerticalSolidList"/>
    <dgm:cxn modelId="{4AADDCF3-673C-4634-9677-0071CC9FA5BE}" type="presParOf" srcId="{EB151601-C4E9-44C4-BFF4-1E289E4064DB}" destId="{42CADF81-E0A9-4F09-B46E-AB1CC3ED6C99}" srcOrd="2" destOrd="0" presId="urn:microsoft.com/office/officeart/2018/2/layout/IconVerticalSolidList"/>
    <dgm:cxn modelId="{C27C5E33-E60A-4777-A646-A08F4697E077}" type="presParOf" srcId="{EB151601-C4E9-44C4-BFF4-1E289E4064DB}" destId="{07BC4D99-A186-4CC1-964D-E5BE31DE37A0}" srcOrd="3" destOrd="0" presId="urn:microsoft.com/office/officeart/2018/2/layout/IconVerticalSolidList"/>
    <dgm:cxn modelId="{BC617C53-871B-4DD8-B836-B78830958F93}" type="presParOf" srcId="{4A5EC1BA-8C11-4156-BB86-FFDF8B707D51}" destId="{47D3A4FF-29FB-4052-A798-CD1170B95D44}" srcOrd="5" destOrd="0" presId="urn:microsoft.com/office/officeart/2018/2/layout/IconVerticalSolidList"/>
    <dgm:cxn modelId="{0BC2E1DF-03C6-43A2-8773-EBB659617C2D}" type="presParOf" srcId="{4A5EC1BA-8C11-4156-BB86-FFDF8B707D51}" destId="{11EE2F1A-8247-4F12-B13A-FAA996FE2C3D}" srcOrd="6" destOrd="0" presId="urn:microsoft.com/office/officeart/2018/2/layout/IconVerticalSolidList"/>
    <dgm:cxn modelId="{986BFAF6-9ED6-480D-BE84-A064C883FF6A}" type="presParOf" srcId="{11EE2F1A-8247-4F12-B13A-FAA996FE2C3D}" destId="{F461509B-D7BC-4299-9B22-650B47D2588A}" srcOrd="0" destOrd="0" presId="urn:microsoft.com/office/officeart/2018/2/layout/IconVerticalSolidList"/>
    <dgm:cxn modelId="{0B0739D9-03DE-4B25-8C7A-F8909F241D2F}" type="presParOf" srcId="{11EE2F1A-8247-4F12-B13A-FAA996FE2C3D}" destId="{89933D65-93D3-401A-88E0-B05062196E86}" srcOrd="1" destOrd="0" presId="urn:microsoft.com/office/officeart/2018/2/layout/IconVerticalSolidList"/>
    <dgm:cxn modelId="{35E88E8E-CAFD-4563-A27A-BF81BFA9D411}" type="presParOf" srcId="{11EE2F1A-8247-4F12-B13A-FAA996FE2C3D}" destId="{3E91FC09-E831-4DF8-A473-0EA3FEB11DD2}" srcOrd="2" destOrd="0" presId="urn:microsoft.com/office/officeart/2018/2/layout/IconVerticalSolidList"/>
    <dgm:cxn modelId="{1AF2F6BB-E0D9-4546-BB23-3F65DB99A051}" type="presParOf" srcId="{11EE2F1A-8247-4F12-B13A-FAA996FE2C3D}" destId="{44CAB04D-48F0-4662-AF40-3EDE4F95390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8580227-0207-42F9-B6F0-D79F575E108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104D5CD-E672-4C93-B1DE-C500C9D04273}">
      <dgm:prSet/>
      <dgm:spPr>
        <a:solidFill>
          <a:schemeClr val="accent2">
            <a:lumMod val="75000"/>
          </a:schemeClr>
        </a:solidFill>
      </dgm:spPr>
      <dgm:t>
        <a:bodyPr/>
        <a:lstStyle/>
        <a:p>
          <a:r>
            <a:rPr lang="en-US">
              <a:latin typeface="Comic Sans MS" panose="030F0702030302020204" pitchFamily="66" charset="0"/>
            </a:rPr>
            <a:t>A test scenario is a high-level description of a functionality or feature to be tested.</a:t>
          </a:r>
        </a:p>
      </dgm:t>
    </dgm:pt>
    <dgm:pt modelId="{F21E9AC5-8A03-4ECD-8E20-563C0E04F0DF}" type="parTrans" cxnId="{ABFFFF23-6302-4597-A4F5-25F6226CFA01}">
      <dgm:prSet/>
      <dgm:spPr/>
      <dgm:t>
        <a:bodyPr/>
        <a:lstStyle/>
        <a:p>
          <a:endParaRPr lang="en-US">
            <a:latin typeface="Comic Sans MS" panose="030F0702030302020204" pitchFamily="66" charset="0"/>
          </a:endParaRPr>
        </a:p>
      </dgm:t>
    </dgm:pt>
    <dgm:pt modelId="{4B8C49D3-7BC7-4C6C-BCF8-7F922801B6A0}" type="sibTrans" cxnId="{ABFFFF23-6302-4597-A4F5-25F6226CFA01}">
      <dgm:prSet/>
      <dgm:spPr/>
      <dgm:t>
        <a:bodyPr/>
        <a:lstStyle/>
        <a:p>
          <a:endParaRPr lang="en-US">
            <a:latin typeface="Comic Sans MS" panose="030F0702030302020204" pitchFamily="66" charset="0"/>
          </a:endParaRPr>
        </a:p>
      </dgm:t>
    </dgm:pt>
    <dgm:pt modelId="{019C7269-39FB-4C49-955C-C83E1BC912A2}">
      <dgm:prSet/>
      <dgm:spPr>
        <a:solidFill>
          <a:schemeClr val="accent6">
            <a:lumMod val="50000"/>
          </a:schemeClr>
        </a:solidFill>
      </dgm:spPr>
      <dgm:t>
        <a:bodyPr/>
        <a:lstStyle/>
        <a:p>
          <a:r>
            <a:rPr lang="en-US">
              <a:latin typeface="Comic Sans MS" panose="030F0702030302020204" pitchFamily="66" charset="0"/>
            </a:rPr>
            <a:t>It outlines "what to test" in a broad sense, often encompassing multiple related functionalities.</a:t>
          </a:r>
        </a:p>
      </dgm:t>
    </dgm:pt>
    <dgm:pt modelId="{954A577B-B839-4129-87DD-EF6B1BFC0316}" type="parTrans" cxnId="{B32CD8E6-BEE1-4332-B28C-C596F64DF2D7}">
      <dgm:prSet/>
      <dgm:spPr/>
      <dgm:t>
        <a:bodyPr/>
        <a:lstStyle/>
        <a:p>
          <a:endParaRPr lang="en-US">
            <a:latin typeface="Comic Sans MS" panose="030F0702030302020204" pitchFamily="66" charset="0"/>
          </a:endParaRPr>
        </a:p>
      </dgm:t>
    </dgm:pt>
    <dgm:pt modelId="{CFD8F639-8755-4694-B1F4-D74FB2ED49DF}" type="sibTrans" cxnId="{B32CD8E6-BEE1-4332-B28C-C596F64DF2D7}">
      <dgm:prSet/>
      <dgm:spPr/>
      <dgm:t>
        <a:bodyPr/>
        <a:lstStyle/>
        <a:p>
          <a:endParaRPr lang="en-US">
            <a:latin typeface="Comic Sans MS" panose="030F0702030302020204" pitchFamily="66" charset="0"/>
          </a:endParaRPr>
        </a:p>
      </dgm:t>
    </dgm:pt>
    <dgm:pt modelId="{EFC6FD53-A8A6-42E1-8F81-B64515DA02D0}">
      <dgm:prSet/>
      <dgm:spPr>
        <a:solidFill>
          <a:schemeClr val="accent2">
            <a:lumMod val="75000"/>
          </a:schemeClr>
        </a:solidFill>
      </dgm:spPr>
      <dgm:t>
        <a:bodyPr/>
        <a:lstStyle/>
        <a:p>
          <a:r>
            <a:rPr lang="en-US">
              <a:latin typeface="Comic Sans MS" panose="030F0702030302020204" pitchFamily="66" charset="0"/>
            </a:rPr>
            <a:t>Test scenarios are derived from requirements and use cases, providing a comprehensive overview of the testing scope.</a:t>
          </a:r>
        </a:p>
      </dgm:t>
    </dgm:pt>
    <dgm:pt modelId="{3CCE0CFA-AF96-4D0C-862C-090E75545660}" type="parTrans" cxnId="{08016B81-E89B-4E20-8EE6-0B5F9D04F7DE}">
      <dgm:prSet/>
      <dgm:spPr/>
      <dgm:t>
        <a:bodyPr/>
        <a:lstStyle/>
        <a:p>
          <a:endParaRPr lang="en-US">
            <a:latin typeface="Comic Sans MS" panose="030F0702030302020204" pitchFamily="66" charset="0"/>
          </a:endParaRPr>
        </a:p>
      </dgm:t>
    </dgm:pt>
    <dgm:pt modelId="{520E8B00-DB25-431A-BE70-9BBF63496CF0}" type="sibTrans" cxnId="{08016B81-E89B-4E20-8EE6-0B5F9D04F7DE}">
      <dgm:prSet/>
      <dgm:spPr/>
      <dgm:t>
        <a:bodyPr/>
        <a:lstStyle/>
        <a:p>
          <a:endParaRPr lang="en-US">
            <a:latin typeface="Comic Sans MS" panose="030F0702030302020204" pitchFamily="66" charset="0"/>
          </a:endParaRPr>
        </a:p>
      </dgm:t>
    </dgm:pt>
    <dgm:pt modelId="{31B95A89-98AF-4369-B8E3-59BB9CC46936}">
      <dgm:prSet/>
      <dgm:spPr>
        <a:solidFill>
          <a:schemeClr val="accent6">
            <a:lumMod val="50000"/>
          </a:schemeClr>
        </a:solidFill>
      </dgm:spPr>
      <dgm:t>
        <a:bodyPr/>
        <a:lstStyle/>
        <a:p>
          <a:r>
            <a:rPr lang="en-US">
              <a:latin typeface="Comic Sans MS" panose="030F0702030302020204" pitchFamily="66" charset="0"/>
            </a:rPr>
            <a:t>They are useful for outlining the overall testing strategy and ensuring coverage of key functionalities.</a:t>
          </a:r>
        </a:p>
      </dgm:t>
    </dgm:pt>
    <dgm:pt modelId="{548B0674-09CD-41B4-A472-74320A0065B4}" type="parTrans" cxnId="{4248D234-E7F6-499C-9743-79C4B2AAE2E8}">
      <dgm:prSet/>
      <dgm:spPr/>
      <dgm:t>
        <a:bodyPr/>
        <a:lstStyle/>
        <a:p>
          <a:endParaRPr lang="en-US">
            <a:latin typeface="Comic Sans MS" panose="030F0702030302020204" pitchFamily="66" charset="0"/>
          </a:endParaRPr>
        </a:p>
      </dgm:t>
    </dgm:pt>
    <dgm:pt modelId="{23EFE7B9-B9A6-46EC-818A-571D0E501A2A}" type="sibTrans" cxnId="{4248D234-E7F6-499C-9743-79C4B2AAE2E8}">
      <dgm:prSet/>
      <dgm:spPr/>
      <dgm:t>
        <a:bodyPr/>
        <a:lstStyle/>
        <a:p>
          <a:endParaRPr lang="en-US">
            <a:latin typeface="Comic Sans MS" panose="030F0702030302020204" pitchFamily="66" charset="0"/>
          </a:endParaRPr>
        </a:p>
      </dgm:t>
    </dgm:pt>
    <dgm:pt modelId="{A586FC74-76B5-4D9F-AC5D-3DBE49F453DE}" type="pres">
      <dgm:prSet presAssocID="{58580227-0207-42F9-B6F0-D79F575E1084}" presName="linear" presStyleCnt="0">
        <dgm:presLayoutVars>
          <dgm:animLvl val="lvl"/>
          <dgm:resizeHandles val="exact"/>
        </dgm:presLayoutVars>
      </dgm:prSet>
      <dgm:spPr/>
    </dgm:pt>
    <dgm:pt modelId="{CB16DAFD-3417-4D31-85D8-C3D3C99D3A00}" type="pres">
      <dgm:prSet presAssocID="{E104D5CD-E672-4C93-B1DE-C500C9D04273}" presName="parentText" presStyleLbl="node1" presStyleIdx="0" presStyleCnt="4">
        <dgm:presLayoutVars>
          <dgm:chMax val="0"/>
          <dgm:bulletEnabled val="1"/>
        </dgm:presLayoutVars>
      </dgm:prSet>
      <dgm:spPr/>
    </dgm:pt>
    <dgm:pt modelId="{97D26AF9-52F8-4223-9CFF-7B5C25603185}" type="pres">
      <dgm:prSet presAssocID="{4B8C49D3-7BC7-4C6C-BCF8-7F922801B6A0}" presName="spacer" presStyleCnt="0"/>
      <dgm:spPr/>
    </dgm:pt>
    <dgm:pt modelId="{0793623E-E8F7-4AFE-B04A-F3BF23292878}" type="pres">
      <dgm:prSet presAssocID="{019C7269-39FB-4C49-955C-C83E1BC912A2}" presName="parentText" presStyleLbl="node1" presStyleIdx="1" presStyleCnt="4">
        <dgm:presLayoutVars>
          <dgm:chMax val="0"/>
          <dgm:bulletEnabled val="1"/>
        </dgm:presLayoutVars>
      </dgm:prSet>
      <dgm:spPr/>
    </dgm:pt>
    <dgm:pt modelId="{6582A9A6-086D-436F-8E50-1A9DDAF7628A}" type="pres">
      <dgm:prSet presAssocID="{CFD8F639-8755-4694-B1F4-D74FB2ED49DF}" presName="spacer" presStyleCnt="0"/>
      <dgm:spPr/>
    </dgm:pt>
    <dgm:pt modelId="{4CA8EA13-BC1A-46CC-98D8-1A1489F9D7B0}" type="pres">
      <dgm:prSet presAssocID="{EFC6FD53-A8A6-42E1-8F81-B64515DA02D0}" presName="parentText" presStyleLbl="node1" presStyleIdx="2" presStyleCnt="4">
        <dgm:presLayoutVars>
          <dgm:chMax val="0"/>
          <dgm:bulletEnabled val="1"/>
        </dgm:presLayoutVars>
      </dgm:prSet>
      <dgm:spPr/>
    </dgm:pt>
    <dgm:pt modelId="{1928B189-0BAB-47F1-A9B4-446580D98A92}" type="pres">
      <dgm:prSet presAssocID="{520E8B00-DB25-431A-BE70-9BBF63496CF0}" presName="spacer" presStyleCnt="0"/>
      <dgm:spPr/>
    </dgm:pt>
    <dgm:pt modelId="{A8A65DEE-E593-456E-B72D-CEF3D64BAB5A}" type="pres">
      <dgm:prSet presAssocID="{31B95A89-98AF-4369-B8E3-59BB9CC46936}" presName="parentText" presStyleLbl="node1" presStyleIdx="3" presStyleCnt="4">
        <dgm:presLayoutVars>
          <dgm:chMax val="0"/>
          <dgm:bulletEnabled val="1"/>
        </dgm:presLayoutVars>
      </dgm:prSet>
      <dgm:spPr/>
    </dgm:pt>
  </dgm:ptLst>
  <dgm:cxnLst>
    <dgm:cxn modelId="{ABFFFF23-6302-4597-A4F5-25F6226CFA01}" srcId="{58580227-0207-42F9-B6F0-D79F575E1084}" destId="{E104D5CD-E672-4C93-B1DE-C500C9D04273}" srcOrd="0" destOrd="0" parTransId="{F21E9AC5-8A03-4ECD-8E20-563C0E04F0DF}" sibTransId="{4B8C49D3-7BC7-4C6C-BCF8-7F922801B6A0}"/>
    <dgm:cxn modelId="{F94B3A2F-D839-4B15-91D8-5C4258A3C673}" type="presOf" srcId="{E104D5CD-E672-4C93-B1DE-C500C9D04273}" destId="{CB16DAFD-3417-4D31-85D8-C3D3C99D3A00}" srcOrd="0" destOrd="0" presId="urn:microsoft.com/office/officeart/2005/8/layout/vList2"/>
    <dgm:cxn modelId="{4248D234-E7F6-499C-9743-79C4B2AAE2E8}" srcId="{58580227-0207-42F9-B6F0-D79F575E1084}" destId="{31B95A89-98AF-4369-B8E3-59BB9CC46936}" srcOrd="3" destOrd="0" parTransId="{548B0674-09CD-41B4-A472-74320A0065B4}" sibTransId="{23EFE7B9-B9A6-46EC-818A-571D0E501A2A}"/>
    <dgm:cxn modelId="{F6187061-8134-4694-BD6C-266F86163BA8}" type="presOf" srcId="{019C7269-39FB-4C49-955C-C83E1BC912A2}" destId="{0793623E-E8F7-4AFE-B04A-F3BF23292878}" srcOrd="0" destOrd="0" presId="urn:microsoft.com/office/officeart/2005/8/layout/vList2"/>
    <dgm:cxn modelId="{08016B81-E89B-4E20-8EE6-0B5F9D04F7DE}" srcId="{58580227-0207-42F9-B6F0-D79F575E1084}" destId="{EFC6FD53-A8A6-42E1-8F81-B64515DA02D0}" srcOrd="2" destOrd="0" parTransId="{3CCE0CFA-AF96-4D0C-862C-090E75545660}" sibTransId="{520E8B00-DB25-431A-BE70-9BBF63496CF0}"/>
    <dgm:cxn modelId="{FBAE90A4-8372-439D-B8D4-ACE4D6282D1D}" type="presOf" srcId="{31B95A89-98AF-4369-B8E3-59BB9CC46936}" destId="{A8A65DEE-E593-456E-B72D-CEF3D64BAB5A}" srcOrd="0" destOrd="0" presId="urn:microsoft.com/office/officeart/2005/8/layout/vList2"/>
    <dgm:cxn modelId="{BFB022AA-D006-47BF-89CD-D3FB404B0DDF}" type="presOf" srcId="{58580227-0207-42F9-B6F0-D79F575E1084}" destId="{A586FC74-76B5-4D9F-AC5D-3DBE49F453DE}" srcOrd="0" destOrd="0" presId="urn:microsoft.com/office/officeart/2005/8/layout/vList2"/>
    <dgm:cxn modelId="{501B1CBA-3D22-4E75-A81A-E756B2B3FFCB}" type="presOf" srcId="{EFC6FD53-A8A6-42E1-8F81-B64515DA02D0}" destId="{4CA8EA13-BC1A-46CC-98D8-1A1489F9D7B0}" srcOrd="0" destOrd="0" presId="urn:microsoft.com/office/officeart/2005/8/layout/vList2"/>
    <dgm:cxn modelId="{B32CD8E6-BEE1-4332-B28C-C596F64DF2D7}" srcId="{58580227-0207-42F9-B6F0-D79F575E1084}" destId="{019C7269-39FB-4C49-955C-C83E1BC912A2}" srcOrd="1" destOrd="0" parTransId="{954A577B-B839-4129-87DD-EF6B1BFC0316}" sibTransId="{CFD8F639-8755-4694-B1F4-D74FB2ED49DF}"/>
    <dgm:cxn modelId="{4BD2AEEF-54F0-4747-92B5-3749CE0A54A3}" type="presParOf" srcId="{A586FC74-76B5-4D9F-AC5D-3DBE49F453DE}" destId="{CB16DAFD-3417-4D31-85D8-C3D3C99D3A00}" srcOrd="0" destOrd="0" presId="urn:microsoft.com/office/officeart/2005/8/layout/vList2"/>
    <dgm:cxn modelId="{E225F360-C258-4B62-A241-D2B9A71F178E}" type="presParOf" srcId="{A586FC74-76B5-4D9F-AC5D-3DBE49F453DE}" destId="{97D26AF9-52F8-4223-9CFF-7B5C25603185}" srcOrd="1" destOrd="0" presId="urn:microsoft.com/office/officeart/2005/8/layout/vList2"/>
    <dgm:cxn modelId="{66C929A5-DF4B-4F45-85DB-715247F6EFE7}" type="presParOf" srcId="{A586FC74-76B5-4D9F-AC5D-3DBE49F453DE}" destId="{0793623E-E8F7-4AFE-B04A-F3BF23292878}" srcOrd="2" destOrd="0" presId="urn:microsoft.com/office/officeart/2005/8/layout/vList2"/>
    <dgm:cxn modelId="{068BE1EC-539B-4E8A-A9DF-B44AEB75F025}" type="presParOf" srcId="{A586FC74-76B5-4D9F-AC5D-3DBE49F453DE}" destId="{6582A9A6-086D-436F-8E50-1A9DDAF7628A}" srcOrd="3" destOrd="0" presId="urn:microsoft.com/office/officeart/2005/8/layout/vList2"/>
    <dgm:cxn modelId="{C62B1949-6C17-4F6E-9672-F65D6F20A590}" type="presParOf" srcId="{A586FC74-76B5-4D9F-AC5D-3DBE49F453DE}" destId="{4CA8EA13-BC1A-46CC-98D8-1A1489F9D7B0}" srcOrd="4" destOrd="0" presId="urn:microsoft.com/office/officeart/2005/8/layout/vList2"/>
    <dgm:cxn modelId="{C63744D1-BCC3-4941-8DFB-9BE3D4C12567}" type="presParOf" srcId="{A586FC74-76B5-4D9F-AC5D-3DBE49F453DE}" destId="{1928B189-0BAB-47F1-A9B4-446580D98A92}" srcOrd="5" destOrd="0" presId="urn:microsoft.com/office/officeart/2005/8/layout/vList2"/>
    <dgm:cxn modelId="{1C0FB4B0-2F8E-4571-9599-B58160C4D522}" type="presParOf" srcId="{A586FC74-76B5-4D9F-AC5D-3DBE49F453DE}" destId="{A8A65DEE-E593-456E-B72D-CEF3D64BAB5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1627D8F-7537-49B9-9F84-A31C49B68E5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45D1D50-9AAD-4808-86AA-EE2B11377BEE}">
      <dgm:prSet custT="1"/>
      <dgm:spPr>
        <a:solidFill>
          <a:srgbClr val="666692"/>
        </a:solidFill>
      </dgm:spPr>
      <dgm:t>
        <a:bodyPr/>
        <a:lstStyle/>
        <a:p>
          <a:r>
            <a:rPr lang="en-US" sz="1900" dirty="0">
              <a:latin typeface="Comic Sans MS" panose="030F0702030302020204" pitchFamily="66" charset="0"/>
            </a:rPr>
            <a:t>A test case is a detailed, step-by-step set of instructions for verifying a specific aspect of the system's functionality.</a:t>
          </a:r>
        </a:p>
      </dgm:t>
    </dgm:pt>
    <dgm:pt modelId="{08A8F148-8294-4CB7-A514-6BC305E757FE}" type="parTrans" cxnId="{E0C8F77C-344E-4ECF-BB26-5EBED005992D}">
      <dgm:prSet/>
      <dgm:spPr/>
      <dgm:t>
        <a:bodyPr/>
        <a:lstStyle/>
        <a:p>
          <a:endParaRPr lang="en-US" sz="1900">
            <a:latin typeface="Comic Sans MS" panose="030F0702030302020204" pitchFamily="66" charset="0"/>
          </a:endParaRPr>
        </a:p>
      </dgm:t>
    </dgm:pt>
    <dgm:pt modelId="{B08D699C-8A70-496D-9B12-17D092751912}" type="sibTrans" cxnId="{E0C8F77C-344E-4ECF-BB26-5EBED005992D}">
      <dgm:prSet/>
      <dgm:spPr/>
      <dgm:t>
        <a:bodyPr/>
        <a:lstStyle/>
        <a:p>
          <a:endParaRPr lang="en-US" sz="1900">
            <a:latin typeface="Comic Sans MS" panose="030F0702030302020204" pitchFamily="66" charset="0"/>
          </a:endParaRPr>
        </a:p>
      </dgm:t>
    </dgm:pt>
    <dgm:pt modelId="{8A0028D8-667F-414D-A82C-508199F25A18}">
      <dgm:prSet custT="1"/>
      <dgm:spPr>
        <a:solidFill>
          <a:schemeClr val="accent2">
            <a:lumMod val="75000"/>
          </a:schemeClr>
        </a:solidFill>
      </dgm:spPr>
      <dgm:t>
        <a:bodyPr/>
        <a:lstStyle/>
        <a:p>
          <a:r>
            <a:rPr lang="en-US" sz="1900" dirty="0">
              <a:latin typeface="Comic Sans MS" panose="030F0702030302020204" pitchFamily="66" charset="0"/>
            </a:rPr>
            <a:t>It specifies "how to test" a particular feature, including preconditions, test data, expected results, and post-conditions.</a:t>
          </a:r>
        </a:p>
      </dgm:t>
    </dgm:pt>
    <dgm:pt modelId="{4FDA39B2-BE0D-4462-A35F-FD02244FA496}" type="parTrans" cxnId="{6F1FE8F1-064E-4F52-A6B6-DA51C17BD090}">
      <dgm:prSet/>
      <dgm:spPr/>
      <dgm:t>
        <a:bodyPr/>
        <a:lstStyle/>
        <a:p>
          <a:endParaRPr lang="en-US" sz="1900">
            <a:latin typeface="Comic Sans MS" panose="030F0702030302020204" pitchFamily="66" charset="0"/>
          </a:endParaRPr>
        </a:p>
      </dgm:t>
    </dgm:pt>
    <dgm:pt modelId="{CB448686-7022-4749-8E3F-092FA3B4279B}" type="sibTrans" cxnId="{6F1FE8F1-064E-4F52-A6B6-DA51C17BD090}">
      <dgm:prSet/>
      <dgm:spPr/>
      <dgm:t>
        <a:bodyPr/>
        <a:lstStyle/>
        <a:p>
          <a:endParaRPr lang="en-US" sz="1900">
            <a:latin typeface="Comic Sans MS" panose="030F0702030302020204" pitchFamily="66" charset="0"/>
          </a:endParaRPr>
        </a:p>
      </dgm:t>
    </dgm:pt>
    <dgm:pt modelId="{01FA0B79-FE54-4A8B-854C-0903DB5DB33F}">
      <dgm:prSet custT="1"/>
      <dgm:spPr>
        <a:solidFill>
          <a:srgbClr val="666692"/>
        </a:solidFill>
      </dgm:spPr>
      <dgm:t>
        <a:bodyPr/>
        <a:lstStyle/>
        <a:p>
          <a:r>
            <a:rPr lang="en-US" sz="1900" dirty="0">
              <a:latin typeface="Comic Sans MS" panose="030F0702030302020204" pitchFamily="66" charset="0"/>
            </a:rPr>
            <a:t>Test cases are derived from test scenarios and provide the granular level of detail required for execution by a tester.</a:t>
          </a:r>
        </a:p>
      </dgm:t>
    </dgm:pt>
    <dgm:pt modelId="{FF7EC940-704E-42EC-8295-23B975420C3A}" type="parTrans" cxnId="{D1C1E32A-6A44-4484-AB46-FE1B363B0FF0}">
      <dgm:prSet/>
      <dgm:spPr/>
      <dgm:t>
        <a:bodyPr/>
        <a:lstStyle/>
        <a:p>
          <a:endParaRPr lang="en-US" sz="1900">
            <a:latin typeface="Comic Sans MS" panose="030F0702030302020204" pitchFamily="66" charset="0"/>
          </a:endParaRPr>
        </a:p>
      </dgm:t>
    </dgm:pt>
    <dgm:pt modelId="{E1D5DE9F-B864-497B-B8F6-DCEA47DB5EC9}" type="sibTrans" cxnId="{D1C1E32A-6A44-4484-AB46-FE1B363B0FF0}">
      <dgm:prSet/>
      <dgm:spPr/>
      <dgm:t>
        <a:bodyPr/>
        <a:lstStyle/>
        <a:p>
          <a:endParaRPr lang="en-US" sz="1900">
            <a:latin typeface="Comic Sans MS" panose="030F0702030302020204" pitchFamily="66" charset="0"/>
          </a:endParaRPr>
        </a:p>
      </dgm:t>
    </dgm:pt>
    <dgm:pt modelId="{C32C685B-14C1-476C-8BC1-03EE1459363A}">
      <dgm:prSet custT="1"/>
      <dgm:spPr>
        <a:solidFill>
          <a:schemeClr val="accent2">
            <a:lumMod val="75000"/>
          </a:schemeClr>
        </a:solidFill>
      </dgm:spPr>
      <dgm:t>
        <a:bodyPr/>
        <a:lstStyle/>
        <a:p>
          <a:r>
            <a:rPr lang="en-US" sz="1900" dirty="0">
              <a:latin typeface="Comic Sans MS" panose="030F0702030302020204" pitchFamily="66" charset="0"/>
            </a:rPr>
            <a:t>They are essential for systematic and repeatable testing, allowing for precise validation of individual functionalities.</a:t>
          </a:r>
        </a:p>
      </dgm:t>
    </dgm:pt>
    <dgm:pt modelId="{FA0F0661-63DF-434D-8A0A-A6269B1D7253}" type="parTrans" cxnId="{C7B2642F-158A-4CFD-96D1-887B36503944}">
      <dgm:prSet/>
      <dgm:spPr/>
      <dgm:t>
        <a:bodyPr/>
        <a:lstStyle/>
        <a:p>
          <a:endParaRPr lang="en-US" sz="1900">
            <a:latin typeface="Comic Sans MS" panose="030F0702030302020204" pitchFamily="66" charset="0"/>
          </a:endParaRPr>
        </a:p>
      </dgm:t>
    </dgm:pt>
    <dgm:pt modelId="{9A905158-F2A5-4F36-891F-E1291F17EB4A}" type="sibTrans" cxnId="{C7B2642F-158A-4CFD-96D1-887B36503944}">
      <dgm:prSet/>
      <dgm:spPr/>
      <dgm:t>
        <a:bodyPr/>
        <a:lstStyle/>
        <a:p>
          <a:endParaRPr lang="en-US" sz="1900">
            <a:latin typeface="Comic Sans MS" panose="030F0702030302020204" pitchFamily="66" charset="0"/>
          </a:endParaRPr>
        </a:p>
      </dgm:t>
    </dgm:pt>
    <dgm:pt modelId="{D597BF64-C725-47D3-A9F0-BB8CCA569D6A}" type="pres">
      <dgm:prSet presAssocID="{51627D8F-7537-49B9-9F84-A31C49B68E58}" presName="linear" presStyleCnt="0">
        <dgm:presLayoutVars>
          <dgm:animLvl val="lvl"/>
          <dgm:resizeHandles val="exact"/>
        </dgm:presLayoutVars>
      </dgm:prSet>
      <dgm:spPr/>
    </dgm:pt>
    <dgm:pt modelId="{428ED46A-D7D7-4D1E-924C-F7F44B44A3D1}" type="pres">
      <dgm:prSet presAssocID="{245D1D50-9AAD-4808-86AA-EE2B11377BEE}" presName="parentText" presStyleLbl="node1" presStyleIdx="0" presStyleCnt="4" custLinFactY="-102261" custLinFactNeighborX="-829" custLinFactNeighborY="-200000">
        <dgm:presLayoutVars>
          <dgm:chMax val="0"/>
          <dgm:bulletEnabled val="1"/>
        </dgm:presLayoutVars>
      </dgm:prSet>
      <dgm:spPr/>
    </dgm:pt>
    <dgm:pt modelId="{6134DCF6-36DB-470D-A478-8B5359E12EF4}" type="pres">
      <dgm:prSet presAssocID="{B08D699C-8A70-496D-9B12-17D092751912}" presName="spacer" presStyleCnt="0"/>
      <dgm:spPr/>
    </dgm:pt>
    <dgm:pt modelId="{51739142-509F-46F3-924C-237395BE06C1}" type="pres">
      <dgm:prSet presAssocID="{8A0028D8-667F-414D-A82C-508199F25A18}" presName="parentText" presStyleLbl="node1" presStyleIdx="1" presStyleCnt="4">
        <dgm:presLayoutVars>
          <dgm:chMax val="0"/>
          <dgm:bulletEnabled val="1"/>
        </dgm:presLayoutVars>
      </dgm:prSet>
      <dgm:spPr/>
    </dgm:pt>
    <dgm:pt modelId="{31D7BD9A-C56E-403A-A963-CE6F2CD3F465}" type="pres">
      <dgm:prSet presAssocID="{CB448686-7022-4749-8E3F-092FA3B4279B}" presName="spacer" presStyleCnt="0"/>
      <dgm:spPr/>
    </dgm:pt>
    <dgm:pt modelId="{41F1DB8B-48E5-4B60-9C40-DB3EB85225D1}" type="pres">
      <dgm:prSet presAssocID="{01FA0B79-FE54-4A8B-854C-0903DB5DB33F}" presName="parentText" presStyleLbl="node1" presStyleIdx="2" presStyleCnt="4">
        <dgm:presLayoutVars>
          <dgm:chMax val="0"/>
          <dgm:bulletEnabled val="1"/>
        </dgm:presLayoutVars>
      </dgm:prSet>
      <dgm:spPr/>
    </dgm:pt>
    <dgm:pt modelId="{CE3A02AB-A42F-49C2-9EF7-123F5CCFA06B}" type="pres">
      <dgm:prSet presAssocID="{E1D5DE9F-B864-497B-B8F6-DCEA47DB5EC9}" presName="spacer" presStyleCnt="0"/>
      <dgm:spPr/>
    </dgm:pt>
    <dgm:pt modelId="{DA4D7DB8-8E29-412B-B7FE-7A2889E40E8A}" type="pres">
      <dgm:prSet presAssocID="{C32C685B-14C1-476C-8BC1-03EE1459363A}" presName="parentText" presStyleLbl="node1" presStyleIdx="3" presStyleCnt="4">
        <dgm:presLayoutVars>
          <dgm:chMax val="0"/>
          <dgm:bulletEnabled val="1"/>
        </dgm:presLayoutVars>
      </dgm:prSet>
      <dgm:spPr/>
    </dgm:pt>
  </dgm:ptLst>
  <dgm:cxnLst>
    <dgm:cxn modelId="{D1C1E32A-6A44-4484-AB46-FE1B363B0FF0}" srcId="{51627D8F-7537-49B9-9F84-A31C49B68E58}" destId="{01FA0B79-FE54-4A8B-854C-0903DB5DB33F}" srcOrd="2" destOrd="0" parTransId="{FF7EC940-704E-42EC-8295-23B975420C3A}" sibTransId="{E1D5DE9F-B864-497B-B8F6-DCEA47DB5EC9}"/>
    <dgm:cxn modelId="{C7B2642F-158A-4CFD-96D1-887B36503944}" srcId="{51627D8F-7537-49B9-9F84-A31C49B68E58}" destId="{C32C685B-14C1-476C-8BC1-03EE1459363A}" srcOrd="3" destOrd="0" parTransId="{FA0F0661-63DF-434D-8A0A-A6269B1D7253}" sibTransId="{9A905158-F2A5-4F36-891F-E1291F17EB4A}"/>
    <dgm:cxn modelId="{86E0AD32-785F-4508-9141-8AADA4647703}" type="presOf" srcId="{01FA0B79-FE54-4A8B-854C-0903DB5DB33F}" destId="{41F1DB8B-48E5-4B60-9C40-DB3EB85225D1}" srcOrd="0" destOrd="0" presId="urn:microsoft.com/office/officeart/2005/8/layout/vList2"/>
    <dgm:cxn modelId="{FD9AA760-E340-4B66-9310-58EA4E837393}" type="presOf" srcId="{C32C685B-14C1-476C-8BC1-03EE1459363A}" destId="{DA4D7DB8-8E29-412B-B7FE-7A2889E40E8A}" srcOrd="0" destOrd="0" presId="urn:microsoft.com/office/officeart/2005/8/layout/vList2"/>
    <dgm:cxn modelId="{3E8A4462-FE68-4103-910B-E5749CAC95A6}" type="presOf" srcId="{8A0028D8-667F-414D-A82C-508199F25A18}" destId="{51739142-509F-46F3-924C-237395BE06C1}" srcOrd="0" destOrd="0" presId="urn:microsoft.com/office/officeart/2005/8/layout/vList2"/>
    <dgm:cxn modelId="{C3EF5355-4C8E-4909-A5B3-4EF24B4B474C}" type="presOf" srcId="{245D1D50-9AAD-4808-86AA-EE2B11377BEE}" destId="{428ED46A-D7D7-4D1E-924C-F7F44B44A3D1}" srcOrd="0" destOrd="0" presId="urn:microsoft.com/office/officeart/2005/8/layout/vList2"/>
    <dgm:cxn modelId="{11304457-A806-4334-BC31-96A15792BDEE}" type="presOf" srcId="{51627D8F-7537-49B9-9F84-A31C49B68E58}" destId="{D597BF64-C725-47D3-A9F0-BB8CCA569D6A}" srcOrd="0" destOrd="0" presId="urn:microsoft.com/office/officeart/2005/8/layout/vList2"/>
    <dgm:cxn modelId="{E0C8F77C-344E-4ECF-BB26-5EBED005992D}" srcId="{51627D8F-7537-49B9-9F84-A31C49B68E58}" destId="{245D1D50-9AAD-4808-86AA-EE2B11377BEE}" srcOrd="0" destOrd="0" parTransId="{08A8F148-8294-4CB7-A514-6BC305E757FE}" sibTransId="{B08D699C-8A70-496D-9B12-17D092751912}"/>
    <dgm:cxn modelId="{6F1FE8F1-064E-4F52-A6B6-DA51C17BD090}" srcId="{51627D8F-7537-49B9-9F84-A31C49B68E58}" destId="{8A0028D8-667F-414D-A82C-508199F25A18}" srcOrd="1" destOrd="0" parTransId="{4FDA39B2-BE0D-4462-A35F-FD02244FA496}" sibTransId="{CB448686-7022-4749-8E3F-092FA3B4279B}"/>
    <dgm:cxn modelId="{77167FE8-4F17-4D01-90F5-B1C78C3BB2E6}" type="presParOf" srcId="{D597BF64-C725-47D3-A9F0-BB8CCA569D6A}" destId="{428ED46A-D7D7-4D1E-924C-F7F44B44A3D1}" srcOrd="0" destOrd="0" presId="urn:microsoft.com/office/officeart/2005/8/layout/vList2"/>
    <dgm:cxn modelId="{56B364A1-43C0-4E44-8FDC-80CF41C00EA3}" type="presParOf" srcId="{D597BF64-C725-47D3-A9F0-BB8CCA569D6A}" destId="{6134DCF6-36DB-470D-A478-8B5359E12EF4}" srcOrd="1" destOrd="0" presId="urn:microsoft.com/office/officeart/2005/8/layout/vList2"/>
    <dgm:cxn modelId="{2FD1827B-7B1C-4054-A6A8-21CD9AE2FEAE}" type="presParOf" srcId="{D597BF64-C725-47D3-A9F0-BB8CCA569D6A}" destId="{51739142-509F-46F3-924C-237395BE06C1}" srcOrd="2" destOrd="0" presId="urn:microsoft.com/office/officeart/2005/8/layout/vList2"/>
    <dgm:cxn modelId="{EB84DD34-DD7B-4944-9998-BD4CA4A03543}" type="presParOf" srcId="{D597BF64-C725-47D3-A9F0-BB8CCA569D6A}" destId="{31D7BD9A-C56E-403A-A963-CE6F2CD3F465}" srcOrd="3" destOrd="0" presId="urn:microsoft.com/office/officeart/2005/8/layout/vList2"/>
    <dgm:cxn modelId="{E1CACD19-9301-4720-A961-A4C913637F67}" type="presParOf" srcId="{D597BF64-C725-47D3-A9F0-BB8CCA569D6A}" destId="{41F1DB8B-48E5-4B60-9C40-DB3EB85225D1}" srcOrd="4" destOrd="0" presId="urn:microsoft.com/office/officeart/2005/8/layout/vList2"/>
    <dgm:cxn modelId="{AD7BBBB9-EC9E-4760-B870-8CEF4E4B4721}" type="presParOf" srcId="{D597BF64-C725-47D3-A9F0-BB8CCA569D6A}" destId="{CE3A02AB-A42F-49C2-9EF7-123F5CCFA06B}" srcOrd="5" destOrd="0" presId="urn:microsoft.com/office/officeart/2005/8/layout/vList2"/>
    <dgm:cxn modelId="{151C474F-78E4-4463-878D-181DDCD8C063}" type="presParOf" srcId="{D597BF64-C725-47D3-A9F0-BB8CCA569D6A}" destId="{DA4D7DB8-8E29-412B-B7FE-7A2889E40E8A}" srcOrd="6" destOrd="0" presId="urn:microsoft.com/office/officeart/2005/8/layout/vList2"/>
  </dgm:cxnLst>
  <dgm:bg>
    <a:solidFill>
      <a:schemeClr val="bg1">
        <a:lumMod val="85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F36370D-C9AF-4662-93E1-29A70FAEBC2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6BAE694-F214-47D5-9091-FD3C7B0EA860}">
      <dgm:prSet/>
      <dgm:spPr/>
      <dgm:t>
        <a:bodyPr/>
        <a:lstStyle/>
        <a:p>
          <a:pPr>
            <a:lnSpc>
              <a:spcPct val="100000"/>
            </a:lnSpc>
          </a:pPr>
          <a:r>
            <a:rPr lang="en-US">
              <a:latin typeface="Comic Sans MS" panose="030F0702030302020204" pitchFamily="66" charset="0"/>
            </a:rPr>
            <a:t>Any deviation between the real outcome of the software and its expected outcome is called a defect in </a:t>
          </a:r>
          <a:r>
            <a:rPr lang="en-US" u="sng">
              <a:latin typeface="Comic Sans MS" panose="030F0702030302020204" pitchFamily="66" charset="0"/>
              <a:hlinkClick xmlns:r="http://schemas.openxmlformats.org/officeDocument/2006/relationships" r:id="rId1"/>
            </a:rPr>
            <a:t>software testing</a:t>
          </a:r>
          <a:r>
            <a:rPr lang="en-US">
              <a:latin typeface="Comic Sans MS" panose="030F0702030302020204" pitchFamily="66" charset="0"/>
            </a:rPr>
            <a:t>, usually known as a bug. </a:t>
          </a:r>
        </a:p>
      </dgm:t>
    </dgm:pt>
    <dgm:pt modelId="{A5B9CB24-FE5D-4850-AE85-240B55F48D35}" type="parTrans" cxnId="{99FC3108-CF9B-4F42-85ED-C8A66AB7AD79}">
      <dgm:prSet/>
      <dgm:spPr/>
      <dgm:t>
        <a:bodyPr/>
        <a:lstStyle/>
        <a:p>
          <a:endParaRPr lang="en-US">
            <a:latin typeface="Comic Sans MS" panose="030F0702030302020204" pitchFamily="66" charset="0"/>
          </a:endParaRPr>
        </a:p>
      </dgm:t>
    </dgm:pt>
    <dgm:pt modelId="{F97E9F6C-0090-4DC5-8C4A-2A0BE39954F9}" type="sibTrans" cxnId="{99FC3108-CF9B-4F42-85ED-C8A66AB7AD79}">
      <dgm:prSet/>
      <dgm:spPr/>
      <dgm:t>
        <a:bodyPr/>
        <a:lstStyle/>
        <a:p>
          <a:endParaRPr lang="en-US">
            <a:latin typeface="Comic Sans MS" panose="030F0702030302020204" pitchFamily="66" charset="0"/>
          </a:endParaRPr>
        </a:p>
      </dgm:t>
    </dgm:pt>
    <dgm:pt modelId="{A9265377-C7A6-41DC-94EE-BE88A9B1041D}">
      <dgm:prSet/>
      <dgm:spPr/>
      <dgm:t>
        <a:bodyPr/>
        <a:lstStyle/>
        <a:p>
          <a:pPr>
            <a:lnSpc>
              <a:spcPct val="100000"/>
            </a:lnSpc>
          </a:pPr>
          <a:r>
            <a:rPr lang="en-US">
              <a:latin typeface="Comic Sans MS" panose="030F0702030302020204" pitchFamily="66" charset="0"/>
            </a:rPr>
            <a:t>It refers to some developed flaw or error in the software due to which it is doing something unexpected, inaccurate, or returning unintended results. </a:t>
          </a:r>
        </a:p>
      </dgm:t>
    </dgm:pt>
    <dgm:pt modelId="{B908095B-962A-4032-9D8D-D68ED8392F5D}" type="parTrans" cxnId="{AFB3837F-0CEE-49EB-A636-A64B24835220}">
      <dgm:prSet/>
      <dgm:spPr/>
      <dgm:t>
        <a:bodyPr/>
        <a:lstStyle/>
        <a:p>
          <a:endParaRPr lang="en-US">
            <a:latin typeface="Comic Sans MS" panose="030F0702030302020204" pitchFamily="66" charset="0"/>
          </a:endParaRPr>
        </a:p>
      </dgm:t>
    </dgm:pt>
    <dgm:pt modelId="{EE1A92DA-3228-4D41-8E13-4C3E83BF47E6}" type="sibTrans" cxnId="{AFB3837F-0CEE-49EB-A636-A64B24835220}">
      <dgm:prSet/>
      <dgm:spPr/>
      <dgm:t>
        <a:bodyPr/>
        <a:lstStyle/>
        <a:p>
          <a:endParaRPr lang="en-US">
            <a:latin typeface="Comic Sans MS" panose="030F0702030302020204" pitchFamily="66" charset="0"/>
          </a:endParaRPr>
        </a:p>
      </dgm:t>
    </dgm:pt>
    <dgm:pt modelId="{CF9E62E3-989C-4C1C-A95F-121C294B0AC5}">
      <dgm:prSet/>
      <dgm:spPr/>
      <dgm:t>
        <a:bodyPr/>
        <a:lstStyle/>
        <a:p>
          <a:pPr>
            <a:lnSpc>
              <a:spcPct val="100000"/>
            </a:lnSpc>
          </a:pPr>
          <a:r>
            <a:rPr lang="en-US">
              <a:latin typeface="Comic Sans MS" panose="030F0702030302020204" pitchFamily="66" charset="0"/>
            </a:rPr>
            <a:t>The defects may occur in any of the steps involved in the </a:t>
          </a:r>
          <a:r>
            <a:rPr lang="en-US" u="sng">
              <a:latin typeface="Comic Sans MS" panose="030F0702030302020204" pitchFamily="66" charset="0"/>
              <a:hlinkClick xmlns:r="http://schemas.openxmlformats.org/officeDocument/2006/relationships" r:id="rId2"/>
            </a:rPr>
            <a:t>software development lifecycle</a:t>
          </a:r>
          <a:r>
            <a:rPr lang="en-US">
              <a:latin typeface="Comic Sans MS" panose="030F0702030302020204" pitchFamily="66" charset="0"/>
            </a:rPr>
            <a:t>: requirements gathering, design, coding, testing, or sometimes even deployment.</a:t>
          </a:r>
        </a:p>
      </dgm:t>
    </dgm:pt>
    <dgm:pt modelId="{56C31F8D-B038-4F12-92BF-37F2587AC65E}" type="parTrans" cxnId="{D1FD8EAF-C972-4429-992C-7A636D8345E3}">
      <dgm:prSet/>
      <dgm:spPr/>
      <dgm:t>
        <a:bodyPr/>
        <a:lstStyle/>
        <a:p>
          <a:endParaRPr lang="en-US">
            <a:latin typeface="Comic Sans MS" panose="030F0702030302020204" pitchFamily="66" charset="0"/>
          </a:endParaRPr>
        </a:p>
      </dgm:t>
    </dgm:pt>
    <dgm:pt modelId="{59A3CA5E-38F4-494F-B4C4-D484D77B8856}" type="sibTrans" cxnId="{D1FD8EAF-C972-4429-992C-7A636D8345E3}">
      <dgm:prSet/>
      <dgm:spPr/>
      <dgm:t>
        <a:bodyPr/>
        <a:lstStyle/>
        <a:p>
          <a:endParaRPr lang="en-US">
            <a:latin typeface="Comic Sans MS" panose="030F0702030302020204" pitchFamily="66" charset="0"/>
          </a:endParaRPr>
        </a:p>
      </dgm:t>
    </dgm:pt>
    <dgm:pt modelId="{FE39EDB0-B80F-47DE-B5D0-0CA0AE449770}" type="pres">
      <dgm:prSet presAssocID="{DF36370D-C9AF-4662-93E1-29A70FAEBC29}" presName="root" presStyleCnt="0">
        <dgm:presLayoutVars>
          <dgm:dir/>
          <dgm:resizeHandles val="exact"/>
        </dgm:presLayoutVars>
      </dgm:prSet>
      <dgm:spPr/>
    </dgm:pt>
    <dgm:pt modelId="{5758F32B-290C-4180-8FA2-2D26E996965D}" type="pres">
      <dgm:prSet presAssocID="{C6BAE694-F214-47D5-9091-FD3C7B0EA860}" presName="compNode" presStyleCnt="0"/>
      <dgm:spPr/>
    </dgm:pt>
    <dgm:pt modelId="{692C72E4-79A0-4658-B0A0-2F5788101743}" type="pres">
      <dgm:prSet presAssocID="{C6BAE694-F214-47D5-9091-FD3C7B0EA860}" presName="bgRect" presStyleLbl="bgShp" presStyleIdx="0" presStyleCnt="3"/>
      <dgm:spPr/>
    </dgm:pt>
    <dgm:pt modelId="{4F4BBA7C-83A4-4616-BC29-A42168CF20EF}" type="pres">
      <dgm:prSet presAssocID="{C6BAE694-F214-47D5-9091-FD3C7B0EA860}" presName="iconRect" presStyleLbl="node1" presStyleIdx="0"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g"/>
        </a:ext>
      </dgm:extLst>
    </dgm:pt>
    <dgm:pt modelId="{C345CF9E-E346-4F8C-A2C6-C1C09E8440C2}" type="pres">
      <dgm:prSet presAssocID="{C6BAE694-F214-47D5-9091-FD3C7B0EA860}" presName="spaceRect" presStyleCnt="0"/>
      <dgm:spPr/>
    </dgm:pt>
    <dgm:pt modelId="{FC931A3E-B4CB-4846-A7BA-7E9BFEBF730F}" type="pres">
      <dgm:prSet presAssocID="{C6BAE694-F214-47D5-9091-FD3C7B0EA860}" presName="parTx" presStyleLbl="revTx" presStyleIdx="0" presStyleCnt="3">
        <dgm:presLayoutVars>
          <dgm:chMax val="0"/>
          <dgm:chPref val="0"/>
        </dgm:presLayoutVars>
      </dgm:prSet>
      <dgm:spPr/>
    </dgm:pt>
    <dgm:pt modelId="{09653C8F-AF8D-4BE3-A2A0-222AF1313D1F}" type="pres">
      <dgm:prSet presAssocID="{F97E9F6C-0090-4DC5-8C4A-2A0BE39954F9}" presName="sibTrans" presStyleCnt="0"/>
      <dgm:spPr/>
    </dgm:pt>
    <dgm:pt modelId="{A2FE54E8-08D7-4B6A-A497-510779A8B6F2}" type="pres">
      <dgm:prSet presAssocID="{A9265377-C7A6-41DC-94EE-BE88A9B1041D}" presName="compNode" presStyleCnt="0"/>
      <dgm:spPr/>
    </dgm:pt>
    <dgm:pt modelId="{2A42BF46-04C5-42E8-8EF0-DB2264582C30}" type="pres">
      <dgm:prSet presAssocID="{A9265377-C7A6-41DC-94EE-BE88A9B1041D}" presName="bgRect" presStyleLbl="bgShp" presStyleIdx="1" presStyleCnt="3"/>
      <dgm:spPr/>
    </dgm:pt>
    <dgm:pt modelId="{83CC3598-5174-43EC-B81B-D4FDE7B0A880}" type="pres">
      <dgm:prSet presAssocID="{A9265377-C7A6-41DC-94EE-BE88A9B1041D}" presName="iconRect" presStyleLbl="node1" presStyleIdx="1"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Irritant"/>
        </a:ext>
      </dgm:extLst>
    </dgm:pt>
    <dgm:pt modelId="{CAAA1C22-FAB7-462E-8147-1608785819B3}" type="pres">
      <dgm:prSet presAssocID="{A9265377-C7A6-41DC-94EE-BE88A9B1041D}" presName="spaceRect" presStyleCnt="0"/>
      <dgm:spPr/>
    </dgm:pt>
    <dgm:pt modelId="{A2627C05-8AB3-4476-AA7C-B0E97F71D5DF}" type="pres">
      <dgm:prSet presAssocID="{A9265377-C7A6-41DC-94EE-BE88A9B1041D}" presName="parTx" presStyleLbl="revTx" presStyleIdx="1" presStyleCnt="3">
        <dgm:presLayoutVars>
          <dgm:chMax val="0"/>
          <dgm:chPref val="0"/>
        </dgm:presLayoutVars>
      </dgm:prSet>
      <dgm:spPr/>
    </dgm:pt>
    <dgm:pt modelId="{ECEFF6FB-2BB0-45A2-A2DC-CBBA3BCBEAD2}" type="pres">
      <dgm:prSet presAssocID="{EE1A92DA-3228-4D41-8E13-4C3E83BF47E6}" presName="sibTrans" presStyleCnt="0"/>
      <dgm:spPr/>
    </dgm:pt>
    <dgm:pt modelId="{7B0225EB-BAE2-4D55-BA1A-95CEA3E2E0B1}" type="pres">
      <dgm:prSet presAssocID="{CF9E62E3-989C-4C1C-A95F-121C294B0AC5}" presName="compNode" presStyleCnt="0"/>
      <dgm:spPr/>
    </dgm:pt>
    <dgm:pt modelId="{6761377D-DE98-45C2-B409-B1F4ECBEA74D}" type="pres">
      <dgm:prSet presAssocID="{CF9E62E3-989C-4C1C-A95F-121C294B0AC5}" presName="bgRect" presStyleLbl="bgShp" presStyleIdx="2" presStyleCnt="3"/>
      <dgm:spPr/>
    </dgm:pt>
    <dgm:pt modelId="{99E7F0F2-FCB7-4A71-8212-06580EBD43A8}" type="pres">
      <dgm:prSet presAssocID="{CF9E62E3-989C-4C1C-A95F-121C294B0AC5}" presName="iconRect" presStyleLbl="node1" presStyleIdx="2" presStyleCnt="3"/>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cessor"/>
        </a:ext>
      </dgm:extLst>
    </dgm:pt>
    <dgm:pt modelId="{DE942597-666A-410E-93E7-8D8B59EF85A1}" type="pres">
      <dgm:prSet presAssocID="{CF9E62E3-989C-4C1C-A95F-121C294B0AC5}" presName="spaceRect" presStyleCnt="0"/>
      <dgm:spPr/>
    </dgm:pt>
    <dgm:pt modelId="{817045A5-C36F-48F5-B207-82990CC95028}" type="pres">
      <dgm:prSet presAssocID="{CF9E62E3-989C-4C1C-A95F-121C294B0AC5}" presName="parTx" presStyleLbl="revTx" presStyleIdx="2" presStyleCnt="3">
        <dgm:presLayoutVars>
          <dgm:chMax val="0"/>
          <dgm:chPref val="0"/>
        </dgm:presLayoutVars>
      </dgm:prSet>
      <dgm:spPr/>
    </dgm:pt>
  </dgm:ptLst>
  <dgm:cxnLst>
    <dgm:cxn modelId="{99FC3108-CF9B-4F42-85ED-C8A66AB7AD79}" srcId="{DF36370D-C9AF-4662-93E1-29A70FAEBC29}" destId="{C6BAE694-F214-47D5-9091-FD3C7B0EA860}" srcOrd="0" destOrd="0" parTransId="{A5B9CB24-FE5D-4850-AE85-240B55F48D35}" sibTransId="{F97E9F6C-0090-4DC5-8C4A-2A0BE39954F9}"/>
    <dgm:cxn modelId="{906CD852-4D18-4B90-B144-F588C60011DF}" type="presOf" srcId="{CF9E62E3-989C-4C1C-A95F-121C294B0AC5}" destId="{817045A5-C36F-48F5-B207-82990CC95028}" srcOrd="0" destOrd="0" presId="urn:microsoft.com/office/officeart/2018/2/layout/IconVerticalSolidList"/>
    <dgm:cxn modelId="{8D7D4B55-4E15-445E-8E0A-6EA1922E0028}" type="presOf" srcId="{A9265377-C7A6-41DC-94EE-BE88A9B1041D}" destId="{A2627C05-8AB3-4476-AA7C-B0E97F71D5DF}" srcOrd="0" destOrd="0" presId="urn:microsoft.com/office/officeart/2018/2/layout/IconVerticalSolidList"/>
    <dgm:cxn modelId="{EED87978-C14F-4A84-ADEF-BB7ED9FD402F}" type="presOf" srcId="{DF36370D-C9AF-4662-93E1-29A70FAEBC29}" destId="{FE39EDB0-B80F-47DE-B5D0-0CA0AE449770}" srcOrd="0" destOrd="0" presId="urn:microsoft.com/office/officeart/2018/2/layout/IconVerticalSolidList"/>
    <dgm:cxn modelId="{0F67567F-8CFF-4432-AB86-69F74E4410E2}" type="presOf" srcId="{C6BAE694-F214-47D5-9091-FD3C7B0EA860}" destId="{FC931A3E-B4CB-4846-A7BA-7E9BFEBF730F}" srcOrd="0" destOrd="0" presId="urn:microsoft.com/office/officeart/2018/2/layout/IconVerticalSolidList"/>
    <dgm:cxn modelId="{AFB3837F-0CEE-49EB-A636-A64B24835220}" srcId="{DF36370D-C9AF-4662-93E1-29A70FAEBC29}" destId="{A9265377-C7A6-41DC-94EE-BE88A9B1041D}" srcOrd="1" destOrd="0" parTransId="{B908095B-962A-4032-9D8D-D68ED8392F5D}" sibTransId="{EE1A92DA-3228-4D41-8E13-4C3E83BF47E6}"/>
    <dgm:cxn modelId="{D1FD8EAF-C972-4429-992C-7A636D8345E3}" srcId="{DF36370D-C9AF-4662-93E1-29A70FAEBC29}" destId="{CF9E62E3-989C-4C1C-A95F-121C294B0AC5}" srcOrd="2" destOrd="0" parTransId="{56C31F8D-B038-4F12-92BF-37F2587AC65E}" sibTransId="{59A3CA5E-38F4-494F-B4C4-D484D77B8856}"/>
    <dgm:cxn modelId="{2A659790-917E-4AE4-8379-DB9C185A2D65}" type="presParOf" srcId="{FE39EDB0-B80F-47DE-B5D0-0CA0AE449770}" destId="{5758F32B-290C-4180-8FA2-2D26E996965D}" srcOrd="0" destOrd="0" presId="urn:microsoft.com/office/officeart/2018/2/layout/IconVerticalSolidList"/>
    <dgm:cxn modelId="{983E73EB-4127-4590-AF26-B9C601607D3E}" type="presParOf" srcId="{5758F32B-290C-4180-8FA2-2D26E996965D}" destId="{692C72E4-79A0-4658-B0A0-2F5788101743}" srcOrd="0" destOrd="0" presId="urn:microsoft.com/office/officeart/2018/2/layout/IconVerticalSolidList"/>
    <dgm:cxn modelId="{869C21A1-C719-466A-9F8A-5E1C487C86F3}" type="presParOf" srcId="{5758F32B-290C-4180-8FA2-2D26E996965D}" destId="{4F4BBA7C-83A4-4616-BC29-A42168CF20EF}" srcOrd="1" destOrd="0" presId="urn:microsoft.com/office/officeart/2018/2/layout/IconVerticalSolidList"/>
    <dgm:cxn modelId="{A001979A-7A1C-40DD-BA19-FF23C9B80191}" type="presParOf" srcId="{5758F32B-290C-4180-8FA2-2D26E996965D}" destId="{C345CF9E-E346-4F8C-A2C6-C1C09E8440C2}" srcOrd="2" destOrd="0" presId="urn:microsoft.com/office/officeart/2018/2/layout/IconVerticalSolidList"/>
    <dgm:cxn modelId="{1403CEDD-B56D-4C39-B17C-68B4833AD4DC}" type="presParOf" srcId="{5758F32B-290C-4180-8FA2-2D26E996965D}" destId="{FC931A3E-B4CB-4846-A7BA-7E9BFEBF730F}" srcOrd="3" destOrd="0" presId="urn:microsoft.com/office/officeart/2018/2/layout/IconVerticalSolidList"/>
    <dgm:cxn modelId="{B215A313-3E06-4C16-8109-A1CD1DD8516A}" type="presParOf" srcId="{FE39EDB0-B80F-47DE-B5D0-0CA0AE449770}" destId="{09653C8F-AF8D-4BE3-A2A0-222AF1313D1F}" srcOrd="1" destOrd="0" presId="urn:microsoft.com/office/officeart/2018/2/layout/IconVerticalSolidList"/>
    <dgm:cxn modelId="{F4089311-EA09-4A63-9593-32A9F1DF8249}" type="presParOf" srcId="{FE39EDB0-B80F-47DE-B5D0-0CA0AE449770}" destId="{A2FE54E8-08D7-4B6A-A497-510779A8B6F2}" srcOrd="2" destOrd="0" presId="urn:microsoft.com/office/officeart/2018/2/layout/IconVerticalSolidList"/>
    <dgm:cxn modelId="{788CC2D4-4270-4B1D-BCD7-C229E7F9227B}" type="presParOf" srcId="{A2FE54E8-08D7-4B6A-A497-510779A8B6F2}" destId="{2A42BF46-04C5-42E8-8EF0-DB2264582C30}" srcOrd="0" destOrd="0" presId="urn:microsoft.com/office/officeart/2018/2/layout/IconVerticalSolidList"/>
    <dgm:cxn modelId="{2BAC4622-585C-44C8-BFB5-7BB5520EDCA3}" type="presParOf" srcId="{A2FE54E8-08D7-4B6A-A497-510779A8B6F2}" destId="{83CC3598-5174-43EC-B81B-D4FDE7B0A880}" srcOrd="1" destOrd="0" presId="urn:microsoft.com/office/officeart/2018/2/layout/IconVerticalSolidList"/>
    <dgm:cxn modelId="{61388536-0217-47FD-B253-31997F45B4D9}" type="presParOf" srcId="{A2FE54E8-08D7-4B6A-A497-510779A8B6F2}" destId="{CAAA1C22-FAB7-462E-8147-1608785819B3}" srcOrd="2" destOrd="0" presId="urn:microsoft.com/office/officeart/2018/2/layout/IconVerticalSolidList"/>
    <dgm:cxn modelId="{3E529E01-F407-4594-A307-09C77A333994}" type="presParOf" srcId="{A2FE54E8-08D7-4B6A-A497-510779A8B6F2}" destId="{A2627C05-8AB3-4476-AA7C-B0E97F71D5DF}" srcOrd="3" destOrd="0" presId="urn:microsoft.com/office/officeart/2018/2/layout/IconVerticalSolidList"/>
    <dgm:cxn modelId="{65248882-CB45-4215-8CB4-FC31899B1B28}" type="presParOf" srcId="{FE39EDB0-B80F-47DE-B5D0-0CA0AE449770}" destId="{ECEFF6FB-2BB0-45A2-A2DC-CBBA3BCBEAD2}" srcOrd="3" destOrd="0" presId="urn:microsoft.com/office/officeart/2018/2/layout/IconVerticalSolidList"/>
    <dgm:cxn modelId="{8EB94C7E-F9B1-4C2D-AE30-790BC7070CEE}" type="presParOf" srcId="{FE39EDB0-B80F-47DE-B5D0-0CA0AE449770}" destId="{7B0225EB-BAE2-4D55-BA1A-95CEA3E2E0B1}" srcOrd="4" destOrd="0" presId="urn:microsoft.com/office/officeart/2018/2/layout/IconVerticalSolidList"/>
    <dgm:cxn modelId="{379EEEE2-F03E-496B-82C0-71CD00C0E6EB}" type="presParOf" srcId="{7B0225EB-BAE2-4D55-BA1A-95CEA3E2E0B1}" destId="{6761377D-DE98-45C2-B409-B1F4ECBEA74D}" srcOrd="0" destOrd="0" presId="urn:microsoft.com/office/officeart/2018/2/layout/IconVerticalSolidList"/>
    <dgm:cxn modelId="{4FF08024-CA2D-40B7-AFEC-37B675C72115}" type="presParOf" srcId="{7B0225EB-BAE2-4D55-BA1A-95CEA3E2E0B1}" destId="{99E7F0F2-FCB7-4A71-8212-06580EBD43A8}" srcOrd="1" destOrd="0" presId="urn:microsoft.com/office/officeart/2018/2/layout/IconVerticalSolidList"/>
    <dgm:cxn modelId="{030A62CE-6AC0-43B7-9F92-F133D56EEF10}" type="presParOf" srcId="{7B0225EB-BAE2-4D55-BA1A-95CEA3E2E0B1}" destId="{DE942597-666A-410E-93E7-8D8B59EF85A1}" srcOrd="2" destOrd="0" presId="urn:microsoft.com/office/officeart/2018/2/layout/IconVerticalSolidList"/>
    <dgm:cxn modelId="{C4618692-C1FA-4E3B-8B6C-F1EDD6B3BF56}" type="presParOf" srcId="{7B0225EB-BAE2-4D55-BA1A-95CEA3E2E0B1}" destId="{817045A5-C36F-48F5-B207-82990CC9502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F5F6EEB-E5EA-484E-8C50-1E12A69BC46A}"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83798844-04C3-4017-972C-F6CBD530F611}">
      <dgm:prSet/>
      <dgm:spPr/>
      <dgm:t>
        <a:bodyPr/>
        <a:lstStyle/>
        <a:p>
          <a:pPr>
            <a:lnSpc>
              <a:spcPct val="100000"/>
            </a:lnSpc>
          </a:pPr>
          <a:r>
            <a:rPr lang="en-US" dirty="0">
              <a:latin typeface="Comic Sans MS" panose="030F0702030302020204" pitchFamily="66" charset="0"/>
            </a:rPr>
            <a:t>An application crashes when a user provides certain data.</a:t>
          </a:r>
        </a:p>
      </dgm:t>
    </dgm:pt>
    <dgm:pt modelId="{3A568567-5E9B-49F0-BCD8-5EE90E707A66}" type="parTrans" cxnId="{229366DF-E231-41CE-B267-20A3B256CD52}">
      <dgm:prSet/>
      <dgm:spPr/>
      <dgm:t>
        <a:bodyPr/>
        <a:lstStyle/>
        <a:p>
          <a:endParaRPr lang="en-US">
            <a:latin typeface="Comic Sans MS" panose="030F0702030302020204" pitchFamily="66" charset="0"/>
          </a:endParaRPr>
        </a:p>
      </dgm:t>
    </dgm:pt>
    <dgm:pt modelId="{B12C664C-2399-4CC7-9A42-72289B90BC91}" type="sibTrans" cxnId="{229366DF-E231-41CE-B267-20A3B256CD52}">
      <dgm:prSet/>
      <dgm:spPr/>
      <dgm:t>
        <a:bodyPr/>
        <a:lstStyle/>
        <a:p>
          <a:endParaRPr lang="en-US">
            <a:latin typeface="Comic Sans MS" panose="030F0702030302020204" pitchFamily="66" charset="0"/>
          </a:endParaRPr>
        </a:p>
      </dgm:t>
    </dgm:pt>
    <dgm:pt modelId="{32777A60-A087-42B4-B404-35121D9D0E5E}">
      <dgm:prSet/>
      <dgm:spPr/>
      <dgm:t>
        <a:bodyPr/>
        <a:lstStyle/>
        <a:p>
          <a:pPr>
            <a:lnSpc>
              <a:spcPct val="100000"/>
            </a:lnSpc>
          </a:pPr>
          <a:r>
            <a:rPr lang="en-US" dirty="0">
              <a:latin typeface="Comic Sans MS" panose="030F0702030302020204" pitchFamily="66" charset="0"/>
            </a:rPr>
            <a:t>A log-in function is unable to take valid credentials</a:t>
          </a:r>
        </a:p>
      </dgm:t>
    </dgm:pt>
    <dgm:pt modelId="{72E39F73-791C-4679-8696-6D356782E5C3}" type="parTrans" cxnId="{F53BB693-5B3F-4446-93EF-B549A192D202}">
      <dgm:prSet/>
      <dgm:spPr/>
      <dgm:t>
        <a:bodyPr/>
        <a:lstStyle/>
        <a:p>
          <a:endParaRPr lang="en-US">
            <a:latin typeface="Comic Sans MS" panose="030F0702030302020204" pitchFamily="66" charset="0"/>
          </a:endParaRPr>
        </a:p>
      </dgm:t>
    </dgm:pt>
    <dgm:pt modelId="{C6C62FBC-E060-4DD2-8682-94D5CB6A3603}" type="sibTrans" cxnId="{F53BB693-5B3F-4446-93EF-B549A192D202}">
      <dgm:prSet/>
      <dgm:spPr/>
      <dgm:t>
        <a:bodyPr/>
        <a:lstStyle/>
        <a:p>
          <a:endParaRPr lang="en-US">
            <a:latin typeface="Comic Sans MS" panose="030F0702030302020204" pitchFamily="66" charset="0"/>
          </a:endParaRPr>
        </a:p>
      </dgm:t>
    </dgm:pt>
    <dgm:pt modelId="{6FC01782-0E00-4452-9010-0A1AB6122D96}">
      <dgm:prSet/>
      <dgm:spPr/>
      <dgm:t>
        <a:bodyPr/>
        <a:lstStyle/>
        <a:p>
          <a:pPr>
            <a:lnSpc>
              <a:spcPct val="100000"/>
            </a:lnSpc>
          </a:pPr>
          <a:r>
            <a:rPr lang="en-US" dirty="0">
              <a:latin typeface="Comic Sans MS" panose="030F0702030302020204" pitchFamily="66" charset="0"/>
            </a:rPr>
            <a:t>A webpage is not getting loaded properly in a few web browsers.</a:t>
          </a:r>
        </a:p>
      </dgm:t>
    </dgm:pt>
    <dgm:pt modelId="{97D77A3C-8146-4EF1-846E-BD55EBBA97B0}" type="parTrans" cxnId="{17F9A596-4A21-4756-B8B6-8D3B24BF7171}">
      <dgm:prSet/>
      <dgm:spPr/>
      <dgm:t>
        <a:bodyPr/>
        <a:lstStyle/>
        <a:p>
          <a:endParaRPr lang="en-US">
            <a:latin typeface="Comic Sans MS" panose="030F0702030302020204" pitchFamily="66" charset="0"/>
          </a:endParaRPr>
        </a:p>
      </dgm:t>
    </dgm:pt>
    <dgm:pt modelId="{4BFBA445-4307-4D72-A4D6-45B178DB0CDE}" type="sibTrans" cxnId="{17F9A596-4A21-4756-B8B6-8D3B24BF7171}">
      <dgm:prSet/>
      <dgm:spPr/>
      <dgm:t>
        <a:bodyPr/>
        <a:lstStyle/>
        <a:p>
          <a:endParaRPr lang="en-US">
            <a:latin typeface="Comic Sans MS" panose="030F0702030302020204" pitchFamily="66" charset="0"/>
          </a:endParaRPr>
        </a:p>
      </dgm:t>
    </dgm:pt>
    <dgm:pt modelId="{EFA3F498-900E-4CC2-A90F-B77E43B43DAD}" type="pres">
      <dgm:prSet presAssocID="{EF5F6EEB-E5EA-484E-8C50-1E12A69BC46A}" presName="root" presStyleCnt="0">
        <dgm:presLayoutVars>
          <dgm:dir/>
          <dgm:resizeHandles val="exact"/>
        </dgm:presLayoutVars>
      </dgm:prSet>
      <dgm:spPr/>
    </dgm:pt>
    <dgm:pt modelId="{47680BB0-F7E9-4E68-93B6-CE9058BA9F24}" type="pres">
      <dgm:prSet presAssocID="{83798844-04C3-4017-972C-F6CBD530F611}" presName="compNode" presStyleCnt="0"/>
      <dgm:spPr/>
    </dgm:pt>
    <dgm:pt modelId="{00CE3055-CF38-4209-A139-F8536C4B9510}" type="pres">
      <dgm:prSet presAssocID="{83798844-04C3-4017-972C-F6CBD530F61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805E3738-A0A7-4684-AF7D-197A1E9405A7}" type="pres">
      <dgm:prSet presAssocID="{83798844-04C3-4017-972C-F6CBD530F611}" presName="spaceRect" presStyleCnt="0"/>
      <dgm:spPr/>
    </dgm:pt>
    <dgm:pt modelId="{C2E3C9BC-3DFA-4634-B19E-5530242CA14D}" type="pres">
      <dgm:prSet presAssocID="{83798844-04C3-4017-972C-F6CBD530F611}" presName="textRect" presStyleLbl="revTx" presStyleIdx="0" presStyleCnt="3">
        <dgm:presLayoutVars>
          <dgm:chMax val="1"/>
          <dgm:chPref val="1"/>
        </dgm:presLayoutVars>
      </dgm:prSet>
      <dgm:spPr/>
    </dgm:pt>
    <dgm:pt modelId="{A2A896EF-D905-40DB-8EBA-12A6C01F62E2}" type="pres">
      <dgm:prSet presAssocID="{B12C664C-2399-4CC7-9A42-72289B90BC91}" presName="sibTrans" presStyleCnt="0"/>
      <dgm:spPr/>
    </dgm:pt>
    <dgm:pt modelId="{8AC7565F-099B-425D-B3E7-B4D211020B66}" type="pres">
      <dgm:prSet presAssocID="{32777A60-A087-42B4-B404-35121D9D0E5E}" presName="compNode" presStyleCnt="0"/>
      <dgm:spPr/>
    </dgm:pt>
    <dgm:pt modelId="{F05B4AA6-1370-44EB-86C1-DDE0B3131CA3}" type="pres">
      <dgm:prSet presAssocID="{32777A60-A087-42B4-B404-35121D9D0E5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ploma Roll"/>
        </a:ext>
      </dgm:extLst>
    </dgm:pt>
    <dgm:pt modelId="{61E1C5D5-D306-4AFF-9E32-FCFFD8876868}" type="pres">
      <dgm:prSet presAssocID="{32777A60-A087-42B4-B404-35121D9D0E5E}" presName="spaceRect" presStyleCnt="0"/>
      <dgm:spPr/>
    </dgm:pt>
    <dgm:pt modelId="{2538509C-B848-43EA-945A-D9EEC22170DB}" type="pres">
      <dgm:prSet presAssocID="{32777A60-A087-42B4-B404-35121D9D0E5E}" presName="textRect" presStyleLbl="revTx" presStyleIdx="1" presStyleCnt="3">
        <dgm:presLayoutVars>
          <dgm:chMax val="1"/>
          <dgm:chPref val="1"/>
        </dgm:presLayoutVars>
      </dgm:prSet>
      <dgm:spPr/>
    </dgm:pt>
    <dgm:pt modelId="{CFA66E1F-4702-475C-9D94-F0BCB21C7ECF}" type="pres">
      <dgm:prSet presAssocID="{C6C62FBC-E060-4DD2-8682-94D5CB6A3603}" presName="sibTrans" presStyleCnt="0"/>
      <dgm:spPr/>
    </dgm:pt>
    <dgm:pt modelId="{C6480CC9-7B20-480D-A104-34756276E3AC}" type="pres">
      <dgm:prSet presAssocID="{6FC01782-0E00-4452-9010-0A1AB6122D96}" presName="compNode" presStyleCnt="0"/>
      <dgm:spPr/>
    </dgm:pt>
    <dgm:pt modelId="{A90265F8-0067-416A-BC41-3C78A5284E8B}" type="pres">
      <dgm:prSet presAssocID="{6FC01782-0E00-4452-9010-0A1AB6122D9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eb Design"/>
        </a:ext>
      </dgm:extLst>
    </dgm:pt>
    <dgm:pt modelId="{172CC6E9-4F37-463D-9431-A1D9429A51D1}" type="pres">
      <dgm:prSet presAssocID="{6FC01782-0E00-4452-9010-0A1AB6122D96}" presName="spaceRect" presStyleCnt="0"/>
      <dgm:spPr/>
    </dgm:pt>
    <dgm:pt modelId="{E13C9FF2-8021-49CD-B19C-8003CB5C3160}" type="pres">
      <dgm:prSet presAssocID="{6FC01782-0E00-4452-9010-0A1AB6122D96}" presName="textRect" presStyleLbl="revTx" presStyleIdx="2" presStyleCnt="3">
        <dgm:presLayoutVars>
          <dgm:chMax val="1"/>
          <dgm:chPref val="1"/>
        </dgm:presLayoutVars>
      </dgm:prSet>
      <dgm:spPr/>
    </dgm:pt>
  </dgm:ptLst>
  <dgm:cxnLst>
    <dgm:cxn modelId="{8334A423-C572-463A-90A5-2951EDB41FAE}" type="presOf" srcId="{6FC01782-0E00-4452-9010-0A1AB6122D96}" destId="{E13C9FF2-8021-49CD-B19C-8003CB5C3160}" srcOrd="0" destOrd="0" presId="urn:microsoft.com/office/officeart/2018/2/layout/IconLabelList"/>
    <dgm:cxn modelId="{D5325F47-9476-409D-B6C8-CCA22C3E6F2F}" type="presOf" srcId="{32777A60-A087-42B4-B404-35121D9D0E5E}" destId="{2538509C-B848-43EA-945A-D9EEC22170DB}" srcOrd="0" destOrd="0" presId="urn:microsoft.com/office/officeart/2018/2/layout/IconLabelList"/>
    <dgm:cxn modelId="{B9C2F94E-0DF2-434A-AF25-BB4AC7CEB6A2}" type="presOf" srcId="{83798844-04C3-4017-972C-F6CBD530F611}" destId="{C2E3C9BC-3DFA-4634-B19E-5530242CA14D}" srcOrd="0" destOrd="0" presId="urn:microsoft.com/office/officeart/2018/2/layout/IconLabelList"/>
    <dgm:cxn modelId="{F3F24D75-99A3-46CF-994C-63D7A24EEE3E}" type="presOf" srcId="{EF5F6EEB-E5EA-484E-8C50-1E12A69BC46A}" destId="{EFA3F498-900E-4CC2-A90F-B77E43B43DAD}" srcOrd="0" destOrd="0" presId="urn:microsoft.com/office/officeart/2018/2/layout/IconLabelList"/>
    <dgm:cxn modelId="{F53BB693-5B3F-4446-93EF-B549A192D202}" srcId="{EF5F6EEB-E5EA-484E-8C50-1E12A69BC46A}" destId="{32777A60-A087-42B4-B404-35121D9D0E5E}" srcOrd="1" destOrd="0" parTransId="{72E39F73-791C-4679-8696-6D356782E5C3}" sibTransId="{C6C62FBC-E060-4DD2-8682-94D5CB6A3603}"/>
    <dgm:cxn modelId="{17F9A596-4A21-4756-B8B6-8D3B24BF7171}" srcId="{EF5F6EEB-E5EA-484E-8C50-1E12A69BC46A}" destId="{6FC01782-0E00-4452-9010-0A1AB6122D96}" srcOrd="2" destOrd="0" parTransId="{97D77A3C-8146-4EF1-846E-BD55EBBA97B0}" sibTransId="{4BFBA445-4307-4D72-A4D6-45B178DB0CDE}"/>
    <dgm:cxn modelId="{229366DF-E231-41CE-B267-20A3B256CD52}" srcId="{EF5F6EEB-E5EA-484E-8C50-1E12A69BC46A}" destId="{83798844-04C3-4017-972C-F6CBD530F611}" srcOrd="0" destOrd="0" parTransId="{3A568567-5E9B-49F0-BCD8-5EE90E707A66}" sibTransId="{B12C664C-2399-4CC7-9A42-72289B90BC91}"/>
    <dgm:cxn modelId="{15CD3829-10DA-45E3-AFC3-93D910C5E6E4}" type="presParOf" srcId="{EFA3F498-900E-4CC2-A90F-B77E43B43DAD}" destId="{47680BB0-F7E9-4E68-93B6-CE9058BA9F24}" srcOrd="0" destOrd="0" presId="urn:microsoft.com/office/officeart/2018/2/layout/IconLabelList"/>
    <dgm:cxn modelId="{7A3B5926-9DC3-475D-8A6B-417438B3F063}" type="presParOf" srcId="{47680BB0-F7E9-4E68-93B6-CE9058BA9F24}" destId="{00CE3055-CF38-4209-A139-F8536C4B9510}" srcOrd="0" destOrd="0" presId="urn:microsoft.com/office/officeart/2018/2/layout/IconLabelList"/>
    <dgm:cxn modelId="{7DFE8179-1726-4BBD-AEE4-473095A10A2A}" type="presParOf" srcId="{47680BB0-F7E9-4E68-93B6-CE9058BA9F24}" destId="{805E3738-A0A7-4684-AF7D-197A1E9405A7}" srcOrd="1" destOrd="0" presId="urn:microsoft.com/office/officeart/2018/2/layout/IconLabelList"/>
    <dgm:cxn modelId="{67CC456B-B7A1-4EBD-827E-774BE6622DB4}" type="presParOf" srcId="{47680BB0-F7E9-4E68-93B6-CE9058BA9F24}" destId="{C2E3C9BC-3DFA-4634-B19E-5530242CA14D}" srcOrd="2" destOrd="0" presId="urn:microsoft.com/office/officeart/2018/2/layout/IconLabelList"/>
    <dgm:cxn modelId="{1BE353FE-4314-4377-AEEF-04D7613BCFA6}" type="presParOf" srcId="{EFA3F498-900E-4CC2-A90F-B77E43B43DAD}" destId="{A2A896EF-D905-40DB-8EBA-12A6C01F62E2}" srcOrd="1" destOrd="0" presId="urn:microsoft.com/office/officeart/2018/2/layout/IconLabelList"/>
    <dgm:cxn modelId="{E377B8D8-4B26-4829-8C2E-D1E206D5A9C9}" type="presParOf" srcId="{EFA3F498-900E-4CC2-A90F-B77E43B43DAD}" destId="{8AC7565F-099B-425D-B3E7-B4D211020B66}" srcOrd="2" destOrd="0" presId="urn:microsoft.com/office/officeart/2018/2/layout/IconLabelList"/>
    <dgm:cxn modelId="{9B465883-D387-44F3-ACFE-E32B42A66D3C}" type="presParOf" srcId="{8AC7565F-099B-425D-B3E7-B4D211020B66}" destId="{F05B4AA6-1370-44EB-86C1-DDE0B3131CA3}" srcOrd="0" destOrd="0" presId="urn:microsoft.com/office/officeart/2018/2/layout/IconLabelList"/>
    <dgm:cxn modelId="{81F0B330-A8D5-43D6-BB3B-EE9DA6563F12}" type="presParOf" srcId="{8AC7565F-099B-425D-B3E7-B4D211020B66}" destId="{61E1C5D5-D306-4AFF-9E32-FCFFD8876868}" srcOrd="1" destOrd="0" presId="urn:microsoft.com/office/officeart/2018/2/layout/IconLabelList"/>
    <dgm:cxn modelId="{426BB9E2-B44B-4DF8-BEAB-ADA2B1E94CF1}" type="presParOf" srcId="{8AC7565F-099B-425D-B3E7-B4D211020B66}" destId="{2538509C-B848-43EA-945A-D9EEC22170DB}" srcOrd="2" destOrd="0" presId="urn:microsoft.com/office/officeart/2018/2/layout/IconLabelList"/>
    <dgm:cxn modelId="{2F6257C2-CE60-420F-95D6-8650633A411F}" type="presParOf" srcId="{EFA3F498-900E-4CC2-A90F-B77E43B43DAD}" destId="{CFA66E1F-4702-475C-9D94-F0BCB21C7ECF}" srcOrd="3" destOrd="0" presId="urn:microsoft.com/office/officeart/2018/2/layout/IconLabelList"/>
    <dgm:cxn modelId="{94746B8C-93F3-46E2-A083-E8C6DD705397}" type="presParOf" srcId="{EFA3F498-900E-4CC2-A90F-B77E43B43DAD}" destId="{C6480CC9-7B20-480D-A104-34756276E3AC}" srcOrd="4" destOrd="0" presId="urn:microsoft.com/office/officeart/2018/2/layout/IconLabelList"/>
    <dgm:cxn modelId="{3D9A5ACB-F208-43D5-96C1-34FD9DF7F7C0}" type="presParOf" srcId="{C6480CC9-7B20-480D-A104-34756276E3AC}" destId="{A90265F8-0067-416A-BC41-3C78A5284E8B}" srcOrd="0" destOrd="0" presId="urn:microsoft.com/office/officeart/2018/2/layout/IconLabelList"/>
    <dgm:cxn modelId="{BE6118E2-E795-4617-8E45-6FA3C14C848A}" type="presParOf" srcId="{C6480CC9-7B20-480D-A104-34756276E3AC}" destId="{172CC6E9-4F37-463D-9431-A1D9429A51D1}" srcOrd="1" destOrd="0" presId="urn:microsoft.com/office/officeart/2018/2/layout/IconLabelList"/>
    <dgm:cxn modelId="{26282A20-7B58-4768-BAEB-7416757CB1A3}" type="presParOf" srcId="{C6480CC9-7B20-480D-A104-34756276E3AC}" destId="{E13C9FF2-8021-49CD-B19C-8003CB5C316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D3D5453-6B28-42B4-BC16-03B048E2AF40}" type="doc">
      <dgm:prSet loTypeId="urn:microsoft.com/office/officeart/2005/8/layout/arrow5" loCatId="relationship" qsTypeId="urn:microsoft.com/office/officeart/2005/8/quickstyle/simple1" qsCatId="simple" csTypeId="urn:microsoft.com/office/officeart/2005/8/colors/accent1_2" csCatId="accent1"/>
      <dgm:spPr/>
      <dgm:t>
        <a:bodyPr/>
        <a:lstStyle/>
        <a:p>
          <a:endParaRPr lang="en-US"/>
        </a:p>
      </dgm:t>
    </dgm:pt>
    <dgm:pt modelId="{9F7F2B68-AAE7-4E66-9109-E151E1F93BAE}">
      <dgm:prSet/>
      <dgm:spPr/>
      <dgm:t>
        <a:bodyPr/>
        <a:lstStyle/>
        <a:p>
          <a:r>
            <a:rPr lang="en-IN" b="1">
              <a:latin typeface="Comic Sans MS" panose="030F0702030302020204" pitchFamily="66" charset="0"/>
            </a:rPr>
            <a:t>Functional Defects</a:t>
          </a:r>
          <a:endParaRPr lang="en-US">
            <a:latin typeface="Comic Sans MS" panose="030F0702030302020204" pitchFamily="66" charset="0"/>
          </a:endParaRPr>
        </a:p>
      </dgm:t>
    </dgm:pt>
    <dgm:pt modelId="{45FB4ADE-0D62-4B22-99FE-B9B8C57CEB42}" type="parTrans" cxnId="{21C3E6C0-30C1-460E-84DA-B79ABB55A87C}">
      <dgm:prSet/>
      <dgm:spPr/>
      <dgm:t>
        <a:bodyPr/>
        <a:lstStyle/>
        <a:p>
          <a:endParaRPr lang="en-US">
            <a:latin typeface="Comic Sans MS" panose="030F0702030302020204" pitchFamily="66" charset="0"/>
          </a:endParaRPr>
        </a:p>
      </dgm:t>
    </dgm:pt>
    <dgm:pt modelId="{9AF4BAFF-932F-468E-8B99-1DD4AACC83FA}" type="sibTrans" cxnId="{21C3E6C0-30C1-460E-84DA-B79ABB55A87C}">
      <dgm:prSet/>
      <dgm:spPr/>
      <dgm:t>
        <a:bodyPr/>
        <a:lstStyle/>
        <a:p>
          <a:endParaRPr lang="en-US">
            <a:latin typeface="Comic Sans MS" panose="030F0702030302020204" pitchFamily="66" charset="0"/>
          </a:endParaRPr>
        </a:p>
      </dgm:t>
    </dgm:pt>
    <dgm:pt modelId="{6CAE42D6-7BD2-4FB2-8EA1-9D6DE88D483C}">
      <dgm:prSet/>
      <dgm:spPr/>
      <dgm:t>
        <a:bodyPr/>
        <a:lstStyle/>
        <a:p>
          <a:r>
            <a:rPr lang="en-IN" b="1">
              <a:latin typeface="Comic Sans MS" panose="030F0702030302020204" pitchFamily="66" charset="0"/>
            </a:rPr>
            <a:t>Performance Defects</a:t>
          </a:r>
          <a:endParaRPr lang="en-US">
            <a:latin typeface="Comic Sans MS" panose="030F0702030302020204" pitchFamily="66" charset="0"/>
          </a:endParaRPr>
        </a:p>
      </dgm:t>
    </dgm:pt>
    <dgm:pt modelId="{B6CFE5A1-A259-447E-A15C-527516656FC9}" type="parTrans" cxnId="{329F0F5C-FF22-4F2E-8480-893B61A79617}">
      <dgm:prSet/>
      <dgm:spPr/>
      <dgm:t>
        <a:bodyPr/>
        <a:lstStyle/>
        <a:p>
          <a:endParaRPr lang="en-US">
            <a:latin typeface="Comic Sans MS" panose="030F0702030302020204" pitchFamily="66" charset="0"/>
          </a:endParaRPr>
        </a:p>
      </dgm:t>
    </dgm:pt>
    <dgm:pt modelId="{74A34799-0D17-42C3-ADA6-3FE0E61599B3}" type="sibTrans" cxnId="{329F0F5C-FF22-4F2E-8480-893B61A79617}">
      <dgm:prSet/>
      <dgm:spPr/>
      <dgm:t>
        <a:bodyPr/>
        <a:lstStyle/>
        <a:p>
          <a:endParaRPr lang="en-US">
            <a:latin typeface="Comic Sans MS" panose="030F0702030302020204" pitchFamily="66" charset="0"/>
          </a:endParaRPr>
        </a:p>
      </dgm:t>
    </dgm:pt>
    <dgm:pt modelId="{52F91F18-F869-4A75-8F4C-898E9B8F7D4D}">
      <dgm:prSet/>
      <dgm:spPr/>
      <dgm:t>
        <a:bodyPr/>
        <a:lstStyle/>
        <a:p>
          <a:r>
            <a:rPr lang="en-IN" b="1">
              <a:latin typeface="Comic Sans MS" panose="030F0702030302020204" pitchFamily="66" charset="0"/>
            </a:rPr>
            <a:t>Usability Defects</a:t>
          </a:r>
          <a:endParaRPr lang="en-US">
            <a:latin typeface="Comic Sans MS" panose="030F0702030302020204" pitchFamily="66" charset="0"/>
          </a:endParaRPr>
        </a:p>
      </dgm:t>
    </dgm:pt>
    <dgm:pt modelId="{0EDFE178-0190-4EE0-A5B8-303F0361A91A}" type="parTrans" cxnId="{D814804E-41FB-4D06-817C-741633FB6F1F}">
      <dgm:prSet/>
      <dgm:spPr/>
      <dgm:t>
        <a:bodyPr/>
        <a:lstStyle/>
        <a:p>
          <a:endParaRPr lang="en-US">
            <a:latin typeface="Comic Sans MS" panose="030F0702030302020204" pitchFamily="66" charset="0"/>
          </a:endParaRPr>
        </a:p>
      </dgm:t>
    </dgm:pt>
    <dgm:pt modelId="{8CAC4809-46B0-4CE9-9C1D-9CA667CB1B96}" type="sibTrans" cxnId="{D814804E-41FB-4D06-817C-741633FB6F1F}">
      <dgm:prSet/>
      <dgm:spPr/>
      <dgm:t>
        <a:bodyPr/>
        <a:lstStyle/>
        <a:p>
          <a:endParaRPr lang="en-US">
            <a:latin typeface="Comic Sans MS" panose="030F0702030302020204" pitchFamily="66" charset="0"/>
          </a:endParaRPr>
        </a:p>
      </dgm:t>
    </dgm:pt>
    <dgm:pt modelId="{BD2E4503-67B3-4BB6-BFCB-72254F35E53F}">
      <dgm:prSet/>
      <dgm:spPr/>
      <dgm:t>
        <a:bodyPr/>
        <a:lstStyle/>
        <a:p>
          <a:r>
            <a:rPr lang="en-IN" b="1">
              <a:latin typeface="Comic Sans MS" panose="030F0702030302020204" pitchFamily="66" charset="0"/>
            </a:rPr>
            <a:t>Security Defects</a:t>
          </a:r>
          <a:endParaRPr lang="en-US">
            <a:latin typeface="Comic Sans MS" panose="030F0702030302020204" pitchFamily="66" charset="0"/>
          </a:endParaRPr>
        </a:p>
      </dgm:t>
    </dgm:pt>
    <dgm:pt modelId="{48550F98-F104-4EF2-9E45-FC1C1E33A95C}" type="parTrans" cxnId="{D3470885-472B-4C00-8B4F-3B509879C6DD}">
      <dgm:prSet/>
      <dgm:spPr/>
      <dgm:t>
        <a:bodyPr/>
        <a:lstStyle/>
        <a:p>
          <a:endParaRPr lang="en-US">
            <a:latin typeface="Comic Sans MS" panose="030F0702030302020204" pitchFamily="66" charset="0"/>
          </a:endParaRPr>
        </a:p>
      </dgm:t>
    </dgm:pt>
    <dgm:pt modelId="{BE0E3FFB-4004-4ADC-B32F-80D72AD4A24E}" type="sibTrans" cxnId="{D3470885-472B-4C00-8B4F-3B509879C6DD}">
      <dgm:prSet/>
      <dgm:spPr/>
      <dgm:t>
        <a:bodyPr/>
        <a:lstStyle/>
        <a:p>
          <a:endParaRPr lang="en-US">
            <a:latin typeface="Comic Sans MS" panose="030F0702030302020204" pitchFamily="66" charset="0"/>
          </a:endParaRPr>
        </a:p>
      </dgm:t>
    </dgm:pt>
    <dgm:pt modelId="{D88CC92C-B82C-49B0-9A86-8E0C9EA9B96D}">
      <dgm:prSet/>
      <dgm:spPr/>
      <dgm:t>
        <a:bodyPr/>
        <a:lstStyle/>
        <a:p>
          <a:r>
            <a:rPr lang="en-IN" b="1">
              <a:latin typeface="Comic Sans MS" panose="030F0702030302020204" pitchFamily="66" charset="0"/>
            </a:rPr>
            <a:t>Compatibility Defects</a:t>
          </a:r>
          <a:endParaRPr lang="en-US">
            <a:latin typeface="Comic Sans MS" panose="030F0702030302020204" pitchFamily="66" charset="0"/>
          </a:endParaRPr>
        </a:p>
      </dgm:t>
    </dgm:pt>
    <dgm:pt modelId="{2B7154E0-BBEC-4C30-8AA1-E61240185A84}" type="parTrans" cxnId="{271339B2-B93A-4517-A069-CA171B4D400E}">
      <dgm:prSet/>
      <dgm:spPr/>
      <dgm:t>
        <a:bodyPr/>
        <a:lstStyle/>
        <a:p>
          <a:endParaRPr lang="en-US">
            <a:latin typeface="Comic Sans MS" panose="030F0702030302020204" pitchFamily="66" charset="0"/>
          </a:endParaRPr>
        </a:p>
      </dgm:t>
    </dgm:pt>
    <dgm:pt modelId="{0A7B8105-8A42-47DF-B13A-32CED3EBFFC8}" type="sibTrans" cxnId="{271339B2-B93A-4517-A069-CA171B4D400E}">
      <dgm:prSet/>
      <dgm:spPr/>
      <dgm:t>
        <a:bodyPr/>
        <a:lstStyle/>
        <a:p>
          <a:endParaRPr lang="en-US">
            <a:latin typeface="Comic Sans MS" panose="030F0702030302020204" pitchFamily="66" charset="0"/>
          </a:endParaRPr>
        </a:p>
      </dgm:t>
    </dgm:pt>
    <dgm:pt modelId="{792AD74B-2E7A-488A-A450-876A1173B6A1}" type="pres">
      <dgm:prSet presAssocID="{8D3D5453-6B28-42B4-BC16-03B048E2AF40}" presName="diagram" presStyleCnt="0">
        <dgm:presLayoutVars>
          <dgm:dir/>
          <dgm:resizeHandles val="exact"/>
        </dgm:presLayoutVars>
      </dgm:prSet>
      <dgm:spPr/>
    </dgm:pt>
    <dgm:pt modelId="{31FAE21E-A48D-44D0-9DC8-281918AF50C8}" type="pres">
      <dgm:prSet presAssocID="{9F7F2B68-AAE7-4E66-9109-E151E1F93BAE}" presName="arrow" presStyleLbl="node1" presStyleIdx="0" presStyleCnt="5">
        <dgm:presLayoutVars>
          <dgm:bulletEnabled val="1"/>
        </dgm:presLayoutVars>
      </dgm:prSet>
      <dgm:spPr/>
    </dgm:pt>
    <dgm:pt modelId="{0EEFF1AD-F87B-42C9-883D-57F1B4F33748}" type="pres">
      <dgm:prSet presAssocID="{6CAE42D6-7BD2-4FB2-8EA1-9D6DE88D483C}" presName="arrow" presStyleLbl="node1" presStyleIdx="1" presStyleCnt="5">
        <dgm:presLayoutVars>
          <dgm:bulletEnabled val="1"/>
        </dgm:presLayoutVars>
      </dgm:prSet>
      <dgm:spPr/>
    </dgm:pt>
    <dgm:pt modelId="{B1EF9960-115A-4668-909A-E6151A8EBC99}" type="pres">
      <dgm:prSet presAssocID="{52F91F18-F869-4A75-8F4C-898E9B8F7D4D}" presName="arrow" presStyleLbl="node1" presStyleIdx="2" presStyleCnt="5">
        <dgm:presLayoutVars>
          <dgm:bulletEnabled val="1"/>
        </dgm:presLayoutVars>
      </dgm:prSet>
      <dgm:spPr/>
    </dgm:pt>
    <dgm:pt modelId="{06103427-6662-446B-9482-92762A876FE7}" type="pres">
      <dgm:prSet presAssocID="{BD2E4503-67B3-4BB6-BFCB-72254F35E53F}" presName="arrow" presStyleLbl="node1" presStyleIdx="3" presStyleCnt="5">
        <dgm:presLayoutVars>
          <dgm:bulletEnabled val="1"/>
        </dgm:presLayoutVars>
      </dgm:prSet>
      <dgm:spPr/>
    </dgm:pt>
    <dgm:pt modelId="{78CC7341-B8D8-4703-8277-156E4AB15881}" type="pres">
      <dgm:prSet presAssocID="{D88CC92C-B82C-49B0-9A86-8E0C9EA9B96D}" presName="arrow" presStyleLbl="node1" presStyleIdx="4" presStyleCnt="5">
        <dgm:presLayoutVars>
          <dgm:bulletEnabled val="1"/>
        </dgm:presLayoutVars>
      </dgm:prSet>
      <dgm:spPr/>
    </dgm:pt>
  </dgm:ptLst>
  <dgm:cxnLst>
    <dgm:cxn modelId="{329F0F5C-FF22-4F2E-8480-893B61A79617}" srcId="{8D3D5453-6B28-42B4-BC16-03B048E2AF40}" destId="{6CAE42D6-7BD2-4FB2-8EA1-9D6DE88D483C}" srcOrd="1" destOrd="0" parTransId="{B6CFE5A1-A259-447E-A15C-527516656FC9}" sibTransId="{74A34799-0D17-42C3-ADA6-3FE0E61599B3}"/>
    <dgm:cxn modelId="{D4B86D5D-7DAF-487A-B68E-9F87E0779216}" type="presOf" srcId="{6CAE42D6-7BD2-4FB2-8EA1-9D6DE88D483C}" destId="{0EEFF1AD-F87B-42C9-883D-57F1B4F33748}" srcOrd="0" destOrd="0" presId="urn:microsoft.com/office/officeart/2005/8/layout/arrow5"/>
    <dgm:cxn modelId="{D814804E-41FB-4D06-817C-741633FB6F1F}" srcId="{8D3D5453-6B28-42B4-BC16-03B048E2AF40}" destId="{52F91F18-F869-4A75-8F4C-898E9B8F7D4D}" srcOrd="2" destOrd="0" parTransId="{0EDFE178-0190-4EE0-A5B8-303F0361A91A}" sibTransId="{8CAC4809-46B0-4CE9-9C1D-9CA667CB1B96}"/>
    <dgm:cxn modelId="{D3470885-472B-4C00-8B4F-3B509879C6DD}" srcId="{8D3D5453-6B28-42B4-BC16-03B048E2AF40}" destId="{BD2E4503-67B3-4BB6-BFCB-72254F35E53F}" srcOrd="3" destOrd="0" parTransId="{48550F98-F104-4EF2-9E45-FC1C1E33A95C}" sibTransId="{BE0E3FFB-4004-4ADC-B32F-80D72AD4A24E}"/>
    <dgm:cxn modelId="{271339B2-B93A-4517-A069-CA171B4D400E}" srcId="{8D3D5453-6B28-42B4-BC16-03B048E2AF40}" destId="{D88CC92C-B82C-49B0-9A86-8E0C9EA9B96D}" srcOrd="4" destOrd="0" parTransId="{2B7154E0-BBEC-4C30-8AA1-E61240185A84}" sibTransId="{0A7B8105-8A42-47DF-B13A-32CED3EBFFC8}"/>
    <dgm:cxn modelId="{C8D1B5B9-748A-47FD-8760-EE2E7E86EA2C}" type="presOf" srcId="{52F91F18-F869-4A75-8F4C-898E9B8F7D4D}" destId="{B1EF9960-115A-4668-909A-E6151A8EBC99}" srcOrd="0" destOrd="0" presId="urn:microsoft.com/office/officeart/2005/8/layout/arrow5"/>
    <dgm:cxn modelId="{11C143BA-8796-4C2F-A747-BF0A094625DA}" type="presOf" srcId="{BD2E4503-67B3-4BB6-BFCB-72254F35E53F}" destId="{06103427-6662-446B-9482-92762A876FE7}" srcOrd="0" destOrd="0" presId="urn:microsoft.com/office/officeart/2005/8/layout/arrow5"/>
    <dgm:cxn modelId="{21C3E6C0-30C1-460E-84DA-B79ABB55A87C}" srcId="{8D3D5453-6B28-42B4-BC16-03B048E2AF40}" destId="{9F7F2B68-AAE7-4E66-9109-E151E1F93BAE}" srcOrd="0" destOrd="0" parTransId="{45FB4ADE-0D62-4B22-99FE-B9B8C57CEB42}" sibTransId="{9AF4BAFF-932F-468E-8B99-1DD4AACC83FA}"/>
    <dgm:cxn modelId="{2AEC12DA-D4E1-4407-A560-05402767A937}" type="presOf" srcId="{D88CC92C-B82C-49B0-9A86-8E0C9EA9B96D}" destId="{78CC7341-B8D8-4703-8277-156E4AB15881}" srcOrd="0" destOrd="0" presId="urn:microsoft.com/office/officeart/2005/8/layout/arrow5"/>
    <dgm:cxn modelId="{4E892CF1-34D6-4844-A945-A84E70B7820B}" type="presOf" srcId="{9F7F2B68-AAE7-4E66-9109-E151E1F93BAE}" destId="{31FAE21E-A48D-44D0-9DC8-281918AF50C8}" srcOrd="0" destOrd="0" presId="urn:microsoft.com/office/officeart/2005/8/layout/arrow5"/>
    <dgm:cxn modelId="{2EFAD4F6-69CC-4DFC-89A0-97052C79211E}" type="presOf" srcId="{8D3D5453-6B28-42B4-BC16-03B048E2AF40}" destId="{792AD74B-2E7A-488A-A450-876A1173B6A1}" srcOrd="0" destOrd="0" presId="urn:microsoft.com/office/officeart/2005/8/layout/arrow5"/>
    <dgm:cxn modelId="{F14E9E3B-9245-49F9-A4D3-DE3A104B0E11}" type="presParOf" srcId="{792AD74B-2E7A-488A-A450-876A1173B6A1}" destId="{31FAE21E-A48D-44D0-9DC8-281918AF50C8}" srcOrd="0" destOrd="0" presId="urn:microsoft.com/office/officeart/2005/8/layout/arrow5"/>
    <dgm:cxn modelId="{8569E6FE-AA3D-4F33-BD3B-2F4966DC8EA2}" type="presParOf" srcId="{792AD74B-2E7A-488A-A450-876A1173B6A1}" destId="{0EEFF1AD-F87B-42C9-883D-57F1B4F33748}" srcOrd="1" destOrd="0" presId="urn:microsoft.com/office/officeart/2005/8/layout/arrow5"/>
    <dgm:cxn modelId="{5546AC23-EE17-442A-ACC9-A939A3D9FB06}" type="presParOf" srcId="{792AD74B-2E7A-488A-A450-876A1173B6A1}" destId="{B1EF9960-115A-4668-909A-E6151A8EBC99}" srcOrd="2" destOrd="0" presId="urn:microsoft.com/office/officeart/2005/8/layout/arrow5"/>
    <dgm:cxn modelId="{CCEF1121-4CB1-4F2C-9D94-D0B2642D7BBA}" type="presParOf" srcId="{792AD74B-2E7A-488A-A450-876A1173B6A1}" destId="{06103427-6662-446B-9482-92762A876FE7}" srcOrd="3" destOrd="0" presId="urn:microsoft.com/office/officeart/2005/8/layout/arrow5"/>
    <dgm:cxn modelId="{DBB37AAA-A6E9-4D06-ACB3-3506FA1942A1}" type="presParOf" srcId="{792AD74B-2E7A-488A-A450-876A1173B6A1}" destId="{78CC7341-B8D8-4703-8277-156E4AB15881}" srcOrd="4"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D11B60A-8AD7-41D1-9192-D1E5A1AFCEB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2150C12-6F0B-479B-8239-3911D5393598}">
      <dgm:prSet/>
      <dgm:spPr/>
      <dgm:t>
        <a:bodyPr/>
        <a:lstStyle/>
        <a:p>
          <a:pPr>
            <a:lnSpc>
              <a:spcPct val="100000"/>
            </a:lnSpc>
          </a:pPr>
          <a:r>
            <a:rPr lang="en-US" dirty="0">
              <a:latin typeface="Comic Sans MS" panose="030F0702030302020204" pitchFamily="66" charset="0"/>
            </a:rPr>
            <a:t>Defects are classified from the QA team perspective as </a:t>
          </a:r>
          <a:r>
            <a:rPr lang="en-US" b="1" dirty="0">
              <a:latin typeface="Comic Sans MS" panose="030F0702030302020204" pitchFamily="66" charset="0"/>
            </a:rPr>
            <a:t>Priority</a:t>
          </a:r>
          <a:r>
            <a:rPr lang="en-US" dirty="0">
              <a:latin typeface="Comic Sans MS" panose="030F0702030302020204" pitchFamily="66" charset="0"/>
            </a:rPr>
            <a:t> and from the development perspective as </a:t>
          </a:r>
          <a:r>
            <a:rPr lang="en-US" b="1" dirty="0">
              <a:latin typeface="Comic Sans MS" panose="030F0702030302020204" pitchFamily="66" charset="0"/>
            </a:rPr>
            <a:t>Severity</a:t>
          </a:r>
          <a:r>
            <a:rPr lang="en-US" dirty="0">
              <a:latin typeface="Comic Sans MS" panose="030F0702030302020204" pitchFamily="66" charset="0"/>
            </a:rPr>
            <a:t> (complexity of code to fix it).</a:t>
          </a:r>
        </a:p>
      </dgm:t>
    </dgm:pt>
    <dgm:pt modelId="{532C770C-1277-4A9A-B863-DD547FA9A8AA}" type="parTrans" cxnId="{AFED7FAB-9934-44C3-90EC-143006031EBA}">
      <dgm:prSet/>
      <dgm:spPr/>
      <dgm:t>
        <a:bodyPr/>
        <a:lstStyle/>
        <a:p>
          <a:endParaRPr lang="en-US">
            <a:latin typeface="Comic Sans MS" panose="030F0702030302020204" pitchFamily="66" charset="0"/>
          </a:endParaRPr>
        </a:p>
      </dgm:t>
    </dgm:pt>
    <dgm:pt modelId="{5DFE1131-C230-4B11-AAE3-DF5B2628F0F5}" type="sibTrans" cxnId="{AFED7FAB-9934-44C3-90EC-143006031EBA}">
      <dgm:prSet/>
      <dgm:spPr/>
      <dgm:t>
        <a:bodyPr/>
        <a:lstStyle/>
        <a:p>
          <a:endParaRPr lang="en-US">
            <a:latin typeface="Comic Sans MS" panose="030F0702030302020204" pitchFamily="66" charset="0"/>
          </a:endParaRPr>
        </a:p>
      </dgm:t>
    </dgm:pt>
    <dgm:pt modelId="{3E2B98C6-CA31-47EA-8079-C04332D199D5}">
      <dgm:prSet/>
      <dgm:spPr/>
      <dgm:t>
        <a:bodyPr/>
        <a:lstStyle/>
        <a:p>
          <a:pPr>
            <a:lnSpc>
              <a:spcPct val="100000"/>
            </a:lnSpc>
          </a:pPr>
          <a:r>
            <a:rPr lang="en-US">
              <a:latin typeface="Comic Sans MS" panose="030F0702030302020204" pitchFamily="66" charset="0"/>
            </a:rPr>
            <a:t>These are two major classifications that play an important role in the timeframe and the amount of work that goes in to fix defects.</a:t>
          </a:r>
        </a:p>
      </dgm:t>
    </dgm:pt>
    <dgm:pt modelId="{F6A44818-7E41-4147-B26C-F4A37AA128D9}" type="parTrans" cxnId="{7CECE435-A5FF-410B-A76D-EC4665AF97B0}">
      <dgm:prSet/>
      <dgm:spPr/>
      <dgm:t>
        <a:bodyPr/>
        <a:lstStyle/>
        <a:p>
          <a:endParaRPr lang="en-US">
            <a:latin typeface="Comic Sans MS" panose="030F0702030302020204" pitchFamily="66" charset="0"/>
          </a:endParaRPr>
        </a:p>
      </dgm:t>
    </dgm:pt>
    <dgm:pt modelId="{17F3EEC7-6361-4193-80CC-795AF5646DD7}" type="sibTrans" cxnId="{7CECE435-A5FF-410B-A76D-EC4665AF97B0}">
      <dgm:prSet/>
      <dgm:spPr/>
      <dgm:t>
        <a:bodyPr/>
        <a:lstStyle/>
        <a:p>
          <a:endParaRPr lang="en-US">
            <a:latin typeface="Comic Sans MS" panose="030F0702030302020204" pitchFamily="66" charset="0"/>
          </a:endParaRPr>
        </a:p>
      </dgm:t>
    </dgm:pt>
    <dgm:pt modelId="{2256A323-6C2E-452A-8B29-90A74F4EFF39}" type="pres">
      <dgm:prSet presAssocID="{BD11B60A-8AD7-41D1-9192-D1E5A1AFCEBE}" presName="root" presStyleCnt="0">
        <dgm:presLayoutVars>
          <dgm:dir/>
          <dgm:resizeHandles val="exact"/>
        </dgm:presLayoutVars>
      </dgm:prSet>
      <dgm:spPr/>
    </dgm:pt>
    <dgm:pt modelId="{8DBA1E69-6DF5-49C6-BDDC-F7DB3DDE744A}" type="pres">
      <dgm:prSet presAssocID="{22150C12-6F0B-479B-8239-3911D5393598}" presName="compNode" presStyleCnt="0"/>
      <dgm:spPr/>
    </dgm:pt>
    <dgm:pt modelId="{DA05D73F-C179-4011-B2EE-0F08B3AF9E3D}" type="pres">
      <dgm:prSet presAssocID="{22150C12-6F0B-479B-8239-3911D5393598}" presName="bgRect" presStyleLbl="bgShp" presStyleIdx="0" presStyleCnt="2"/>
      <dgm:spPr/>
    </dgm:pt>
    <dgm:pt modelId="{2661AF35-EDB6-4A69-BEBC-C0B8B38EE44E}" type="pres">
      <dgm:prSet presAssocID="{22150C12-6F0B-479B-8239-3911D539359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ranching Diagram"/>
        </a:ext>
      </dgm:extLst>
    </dgm:pt>
    <dgm:pt modelId="{05B2EECA-859B-44E6-92A1-1F75BA083A4A}" type="pres">
      <dgm:prSet presAssocID="{22150C12-6F0B-479B-8239-3911D5393598}" presName="spaceRect" presStyleCnt="0"/>
      <dgm:spPr/>
    </dgm:pt>
    <dgm:pt modelId="{34ABE6B0-9EDE-412E-B4E7-529BAB0CF654}" type="pres">
      <dgm:prSet presAssocID="{22150C12-6F0B-479B-8239-3911D5393598}" presName="parTx" presStyleLbl="revTx" presStyleIdx="0" presStyleCnt="2">
        <dgm:presLayoutVars>
          <dgm:chMax val="0"/>
          <dgm:chPref val="0"/>
        </dgm:presLayoutVars>
      </dgm:prSet>
      <dgm:spPr/>
    </dgm:pt>
    <dgm:pt modelId="{D99B73F6-6413-49E4-8B56-576C638E74E3}" type="pres">
      <dgm:prSet presAssocID="{5DFE1131-C230-4B11-AAE3-DF5B2628F0F5}" presName="sibTrans" presStyleCnt="0"/>
      <dgm:spPr/>
    </dgm:pt>
    <dgm:pt modelId="{40FFAC21-6A62-4B09-B282-A0CE2348631F}" type="pres">
      <dgm:prSet presAssocID="{3E2B98C6-CA31-47EA-8079-C04332D199D5}" presName="compNode" presStyleCnt="0"/>
      <dgm:spPr/>
    </dgm:pt>
    <dgm:pt modelId="{D045C9F3-D526-4ADD-9A26-BEDA74911079}" type="pres">
      <dgm:prSet presAssocID="{3E2B98C6-CA31-47EA-8079-C04332D199D5}" presName="bgRect" presStyleLbl="bgShp" presStyleIdx="1" presStyleCnt="2" custLinFactNeighborY="920"/>
      <dgm:spPr/>
    </dgm:pt>
    <dgm:pt modelId="{33342945-24CC-4B44-B844-87A826C73C7C}" type="pres">
      <dgm:prSet presAssocID="{3E2B98C6-CA31-47EA-8079-C04332D199D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peed Bump"/>
        </a:ext>
      </dgm:extLst>
    </dgm:pt>
    <dgm:pt modelId="{2778556C-DB81-45D2-998F-0F45256F0260}" type="pres">
      <dgm:prSet presAssocID="{3E2B98C6-CA31-47EA-8079-C04332D199D5}" presName="spaceRect" presStyleCnt="0"/>
      <dgm:spPr/>
    </dgm:pt>
    <dgm:pt modelId="{4FD1FAAD-D4BD-4176-8B00-0E682FA0402E}" type="pres">
      <dgm:prSet presAssocID="{3E2B98C6-CA31-47EA-8079-C04332D199D5}" presName="parTx" presStyleLbl="revTx" presStyleIdx="1" presStyleCnt="2">
        <dgm:presLayoutVars>
          <dgm:chMax val="0"/>
          <dgm:chPref val="0"/>
        </dgm:presLayoutVars>
      </dgm:prSet>
      <dgm:spPr/>
    </dgm:pt>
  </dgm:ptLst>
  <dgm:cxnLst>
    <dgm:cxn modelId="{7CECE435-A5FF-410B-A76D-EC4665AF97B0}" srcId="{BD11B60A-8AD7-41D1-9192-D1E5A1AFCEBE}" destId="{3E2B98C6-CA31-47EA-8079-C04332D199D5}" srcOrd="1" destOrd="0" parTransId="{F6A44818-7E41-4147-B26C-F4A37AA128D9}" sibTransId="{17F3EEC7-6361-4193-80CC-795AF5646DD7}"/>
    <dgm:cxn modelId="{25B9005F-54A4-41DE-9944-CF6A5BE6202A}" type="presOf" srcId="{BD11B60A-8AD7-41D1-9192-D1E5A1AFCEBE}" destId="{2256A323-6C2E-452A-8B29-90A74F4EFF39}" srcOrd="0" destOrd="0" presId="urn:microsoft.com/office/officeart/2018/2/layout/IconVerticalSolidList"/>
    <dgm:cxn modelId="{4BD33B47-7B9C-4684-8949-D4C4503922ED}" type="presOf" srcId="{3E2B98C6-CA31-47EA-8079-C04332D199D5}" destId="{4FD1FAAD-D4BD-4176-8B00-0E682FA0402E}" srcOrd="0" destOrd="0" presId="urn:microsoft.com/office/officeart/2018/2/layout/IconVerticalSolidList"/>
    <dgm:cxn modelId="{7E8427A3-5E25-4C45-A711-E9AF407EEEB1}" type="presOf" srcId="{22150C12-6F0B-479B-8239-3911D5393598}" destId="{34ABE6B0-9EDE-412E-B4E7-529BAB0CF654}" srcOrd="0" destOrd="0" presId="urn:microsoft.com/office/officeart/2018/2/layout/IconVerticalSolidList"/>
    <dgm:cxn modelId="{AFED7FAB-9934-44C3-90EC-143006031EBA}" srcId="{BD11B60A-8AD7-41D1-9192-D1E5A1AFCEBE}" destId="{22150C12-6F0B-479B-8239-3911D5393598}" srcOrd="0" destOrd="0" parTransId="{532C770C-1277-4A9A-B863-DD547FA9A8AA}" sibTransId="{5DFE1131-C230-4B11-AAE3-DF5B2628F0F5}"/>
    <dgm:cxn modelId="{4DCD2917-575A-498C-978F-FDDB0110A402}" type="presParOf" srcId="{2256A323-6C2E-452A-8B29-90A74F4EFF39}" destId="{8DBA1E69-6DF5-49C6-BDDC-F7DB3DDE744A}" srcOrd="0" destOrd="0" presId="urn:microsoft.com/office/officeart/2018/2/layout/IconVerticalSolidList"/>
    <dgm:cxn modelId="{A1DCEF7C-2866-46D3-BD3C-F05863FD1D3A}" type="presParOf" srcId="{8DBA1E69-6DF5-49C6-BDDC-F7DB3DDE744A}" destId="{DA05D73F-C179-4011-B2EE-0F08B3AF9E3D}" srcOrd="0" destOrd="0" presId="urn:microsoft.com/office/officeart/2018/2/layout/IconVerticalSolidList"/>
    <dgm:cxn modelId="{9C84855B-6AC7-4ACC-B463-B6CE18D518EC}" type="presParOf" srcId="{8DBA1E69-6DF5-49C6-BDDC-F7DB3DDE744A}" destId="{2661AF35-EDB6-4A69-BEBC-C0B8B38EE44E}" srcOrd="1" destOrd="0" presId="urn:microsoft.com/office/officeart/2018/2/layout/IconVerticalSolidList"/>
    <dgm:cxn modelId="{0786F0D2-1B14-4D78-A951-1E5D0C86479C}" type="presParOf" srcId="{8DBA1E69-6DF5-49C6-BDDC-F7DB3DDE744A}" destId="{05B2EECA-859B-44E6-92A1-1F75BA083A4A}" srcOrd="2" destOrd="0" presId="urn:microsoft.com/office/officeart/2018/2/layout/IconVerticalSolidList"/>
    <dgm:cxn modelId="{B212009B-D988-4A5F-ABD5-0F67414B7715}" type="presParOf" srcId="{8DBA1E69-6DF5-49C6-BDDC-F7DB3DDE744A}" destId="{34ABE6B0-9EDE-412E-B4E7-529BAB0CF654}" srcOrd="3" destOrd="0" presId="urn:microsoft.com/office/officeart/2018/2/layout/IconVerticalSolidList"/>
    <dgm:cxn modelId="{355D55E4-C4EE-4D15-9F6E-F4213AAE9F12}" type="presParOf" srcId="{2256A323-6C2E-452A-8B29-90A74F4EFF39}" destId="{D99B73F6-6413-49E4-8B56-576C638E74E3}" srcOrd="1" destOrd="0" presId="urn:microsoft.com/office/officeart/2018/2/layout/IconVerticalSolidList"/>
    <dgm:cxn modelId="{E182426E-BD74-4464-945E-B486508A6FB0}" type="presParOf" srcId="{2256A323-6C2E-452A-8B29-90A74F4EFF39}" destId="{40FFAC21-6A62-4B09-B282-A0CE2348631F}" srcOrd="2" destOrd="0" presId="urn:microsoft.com/office/officeart/2018/2/layout/IconVerticalSolidList"/>
    <dgm:cxn modelId="{6E62D6B8-69F5-4D76-AD53-F9C2184E567B}" type="presParOf" srcId="{40FFAC21-6A62-4B09-B282-A0CE2348631F}" destId="{D045C9F3-D526-4ADD-9A26-BEDA74911079}" srcOrd="0" destOrd="0" presId="urn:microsoft.com/office/officeart/2018/2/layout/IconVerticalSolidList"/>
    <dgm:cxn modelId="{8108CB5D-F9EC-4717-86B6-FD1699310BAB}" type="presParOf" srcId="{40FFAC21-6A62-4B09-B282-A0CE2348631F}" destId="{33342945-24CC-4B44-B844-87A826C73C7C}" srcOrd="1" destOrd="0" presId="urn:microsoft.com/office/officeart/2018/2/layout/IconVerticalSolidList"/>
    <dgm:cxn modelId="{EAAB7378-26B4-44F4-AE27-F679B421D604}" type="presParOf" srcId="{40FFAC21-6A62-4B09-B282-A0CE2348631F}" destId="{2778556C-DB81-45D2-998F-0F45256F0260}" srcOrd="2" destOrd="0" presId="urn:microsoft.com/office/officeart/2018/2/layout/IconVerticalSolidList"/>
    <dgm:cxn modelId="{ECFA4865-6768-4745-A73D-B3F2920B25A9}" type="presParOf" srcId="{40FFAC21-6A62-4B09-B282-A0CE2348631F}" destId="{4FD1FAAD-D4BD-4176-8B00-0E682FA0402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445EE28-D0D2-4B52-8D35-9D3D9B1A58C5}"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96275ACE-6753-49AF-AE00-6444510C8D07}">
      <dgm:prSet/>
      <dgm:spPr/>
      <dgm:t>
        <a:bodyPr/>
        <a:lstStyle/>
        <a:p>
          <a:r>
            <a:rPr lang="en-US" b="1" dirty="0">
              <a:latin typeface="Comic Sans MS" panose="030F0702030302020204" pitchFamily="66" charset="0"/>
            </a:rPr>
            <a:t>Critical /Severity 1</a:t>
          </a:r>
          <a:r>
            <a:rPr lang="en-US" dirty="0">
              <a:latin typeface="Comic Sans MS" panose="030F0702030302020204" pitchFamily="66" charset="0"/>
            </a:rPr>
            <a:t> </a:t>
          </a:r>
        </a:p>
      </dgm:t>
    </dgm:pt>
    <dgm:pt modelId="{C27D3203-8DF4-49F2-A507-8007B9C8E2A4}" type="parTrans" cxnId="{60716F83-FA20-4A60-B8D4-A4136633DB8E}">
      <dgm:prSet/>
      <dgm:spPr/>
      <dgm:t>
        <a:bodyPr/>
        <a:lstStyle/>
        <a:p>
          <a:endParaRPr lang="en-US">
            <a:latin typeface="Comic Sans MS" panose="030F0702030302020204" pitchFamily="66" charset="0"/>
          </a:endParaRPr>
        </a:p>
      </dgm:t>
    </dgm:pt>
    <dgm:pt modelId="{7BD003DF-CE21-4FDD-93B5-D2E963E27E9B}" type="sibTrans" cxnId="{60716F83-FA20-4A60-B8D4-A4136633DB8E}">
      <dgm:prSet/>
      <dgm:spPr/>
      <dgm:t>
        <a:bodyPr/>
        <a:lstStyle/>
        <a:p>
          <a:endParaRPr lang="en-US">
            <a:latin typeface="Comic Sans MS" panose="030F0702030302020204" pitchFamily="66" charset="0"/>
          </a:endParaRPr>
        </a:p>
      </dgm:t>
    </dgm:pt>
    <dgm:pt modelId="{3190E1FF-3026-42FD-AB6E-D11000901B32}">
      <dgm:prSet/>
      <dgm:spPr/>
      <dgm:t>
        <a:bodyPr/>
        <a:lstStyle/>
        <a:p>
          <a:r>
            <a:rPr lang="en-US" dirty="0">
              <a:latin typeface="Comic Sans MS" panose="030F0702030302020204" pitchFamily="66" charset="0"/>
            </a:rPr>
            <a:t>Defect impacts most crucial functionality of Application and the QA team cannot continue with the validation of application under test without fixing it. For example, App/Product crash frequently.</a:t>
          </a:r>
        </a:p>
      </dgm:t>
    </dgm:pt>
    <dgm:pt modelId="{EAECDA56-937D-465F-996B-0655EF34A3DF}" type="parTrans" cxnId="{CBCE449B-1B9C-402E-B1CD-C63F5C13CA6B}">
      <dgm:prSet/>
      <dgm:spPr/>
      <dgm:t>
        <a:bodyPr/>
        <a:lstStyle/>
        <a:p>
          <a:endParaRPr lang="en-US">
            <a:latin typeface="Comic Sans MS" panose="030F0702030302020204" pitchFamily="66" charset="0"/>
          </a:endParaRPr>
        </a:p>
      </dgm:t>
    </dgm:pt>
    <dgm:pt modelId="{45CA994E-7ACE-45A9-B929-928A38CBC247}" type="sibTrans" cxnId="{CBCE449B-1B9C-402E-B1CD-C63F5C13CA6B}">
      <dgm:prSet/>
      <dgm:spPr/>
      <dgm:t>
        <a:bodyPr/>
        <a:lstStyle/>
        <a:p>
          <a:endParaRPr lang="en-US">
            <a:latin typeface="Comic Sans MS" panose="030F0702030302020204" pitchFamily="66" charset="0"/>
          </a:endParaRPr>
        </a:p>
      </dgm:t>
    </dgm:pt>
    <dgm:pt modelId="{92C1D6CA-4434-4A7A-A47F-126A0652BF1B}">
      <dgm:prSet/>
      <dgm:spPr/>
      <dgm:t>
        <a:bodyPr/>
        <a:lstStyle/>
        <a:p>
          <a:r>
            <a:rPr lang="en-US" b="1">
              <a:latin typeface="Comic Sans MS" panose="030F0702030302020204" pitchFamily="66" charset="0"/>
            </a:rPr>
            <a:t>Major / Severity 2</a:t>
          </a:r>
          <a:r>
            <a:rPr lang="en-US">
              <a:latin typeface="Comic Sans MS" panose="030F0702030302020204" pitchFamily="66" charset="0"/>
            </a:rPr>
            <a:t> </a:t>
          </a:r>
        </a:p>
      </dgm:t>
    </dgm:pt>
    <dgm:pt modelId="{BFD62AAF-3B22-4BF4-98BA-9F4207F8D293}" type="parTrans" cxnId="{4534884F-D4AC-44E6-BF82-DDC692ADFF74}">
      <dgm:prSet/>
      <dgm:spPr/>
      <dgm:t>
        <a:bodyPr/>
        <a:lstStyle/>
        <a:p>
          <a:endParaRPr lang="en-US">
            <a:latin typeface="Comic Sans MS" panose="030F0702030302020204" pitchFamily="66" charset="0"/>
          </a:endParaRPr>
        </a:p>
      </dgm:t>
    </dgm:pt>
    <dgm:pt modelId="{A2479480-34DB-4771-9C5B-E1689B11D6C9}" type="sibTrans" cxnId="{4534884F-D4AC-44E6-BF82-DDC692ADFF74}">
      <dgm:prSet/>
      <dgm:spPr/>
      <dgm:t>
        <a:bodyPr/>
        <a:lstStyle/>
        <a:p>
          <a:endParaRPr lang="en-US">
            <a:latin typeface="Comic Sans MS" panose="030F0702030302020204" pitchFamily="66" charset="0"/>
          </a:endParaRPr>
        </a:p>
      </dgm:t>
    </dgm:pt>
    <dgm:pt modelId="{6EC4756C-98AD-4A7D-9685-654B1B0D3985}">
      <dgm:prSet/>
      <dgm:spPr/>
      <dgm:t>
        <a:bodyPr/>
        <a:lstStyle/>
        <a:p>
          <a:r>
            <a:rPr lang="en-US" dirty="0">
              <a:latin typeface="Comic Sans MS" panose="030F0702030302020204" pitchFamily="66" charset="0"/>
            </a:rPr>
            <a:t>Defect impacts a functional module; the QA team cannot test that particular module but continue with the validation of other modules. For example, flight reservation is not working, </a:t>
          </a:r>
        </a:p>
      </dgm:t>
    </dgm:pt>
    <dgm:pt modelId="{9DFD0BE8-075C-4C38-A4EF-1BF146423CB8}" type="parTrans" cxnId="{560EAB9E-6F62-4B3D-B409-173EBBA34F8C}">
      <dgm:prSet/>
      <dgm:spPr/>
      <dgm:t>
        <a:bodyPr/>
        <a:lstStyle/>
        <a:p>
          <a:endParaRPr lang="en-US">
            <a:latin typeface="Comic Sans MS" panose="030F0702030302020204" pitchFamily="66" charset="0"/>
          </a:endParaRPr>
        </a:p>
      </dgm:t>
    </dgm:pt>
    <dgm:pt modelId="{02E0982C-4C5E-46D4-A236-1BC93EAA283F}" type="sibTrans" cxnId="{560EAB9E-6F62-4B3D-B409-173EBBA34F8C}">
      <dgm:prSet/>
      <dgm:spPr/>
      <dgm:t>
        <a:bodyPr/>
        <a:lstStyle/>
        <a:p>
          <a:endParaRPr lang="en-US">
            <a:latin typeface="Comic Sans MS" panose="030F0702030302020204" pitchFamily="66" charset="0"/>
          </a:endParaRPr>
        </a:p>
      </dgm:t>
    </dgm:pt>
    <dgm:pt modelId="{77A20C8C-3794-47A1-A826-0B16CF241880}">
      <dgm:prSet/>
      <dgm:spPr/>
      <dgm:t>
        <a:bodyPr/>
        <a:lstStyle/>
        <a:p>
          <a:r>
            <a:rPr lang="en-US" b="1">
              <a:latin typeface="Comic Sans MS" panose="030F0702030302020204" pitchFamily="66" charset="0"/>
            </a:rPr>
            <a:t>Medium / Severity 3</a:t>
          </a:r>
          <a:r>
            <a:rPr lang="en-US">
              <a:latin typeface="Comic Sans MS" panose="030F0702030302020204" pitchFamily="66" charset="0"/>
            </a:rPr>
            <a:t> </a:t>
          </a:r>
        </a:p>
      </dgm:t>
    </dgm:pt>
    <dgm:pt modelId="{09615B53-63C9-4F7A-94E5-5C677EF54EF8}" type="parTrans" cxnId="{175EBD09-BCE5-4D92-8ADF-84C031115EC4}">
      <dgm:prSet/>
      <dgm:spPr/>
      <dgm:t>
        <a:bodyPr/>
        <a:lstStyle/>
        <a:p>
          <a:endParaRPr lang="en-US">
            <a:latin typeface="Comic Sans MS" panose="030F0702030302020204" pitchFamily="66" charset="0"/>
          </a:endParaRPr>
        </a:p>
      </dgm:t>
    </dgm:pt>
    <dgm:pt modelId="{806C1BE9-13FD-4A01-B828-F9BE81CAC14A}" type="sibTrans" cxnId="{175EBD09-BCE5-4D92-8ADF-84C031115EC4}">
      <dgm:prSet/>
      <dgm:spPr/>
      <dgm:t>
        <a:bodyPr/>
        <a:lstStyle/>
        <a:p>
          <a:endParaRPr lang="en-US">
            <a:latin typeface="Comic Sans MS" panose="030F0702030302020204" pitchFamily="66" charset="0"/>
          </a:endParaRPr>
        </a:p>
      </dgm:t>
    </dgm:pt>
    <dgm:pt modelId="{90581BAA-1DBD-4B39-B6F4-643D6CECC8CC}">
      <dgm:prSet/>
      <dgm:spPr/>
      <dgm:t>
        <a:bodyPr/>
        <a:lstStyle/>
        <a:p>
          <a:r>
            <a:rPr lang="en-US" dirty="0">
              <a:latin typeface="Comic Sans MS" panose="030F0702030302020204" pitchFamily="66" charset="0"/>
            </a:rPr>
            <a:t>Defect has issue with single screen or related to a single function, but the system is still functioning. The defect here does not block any functionality. For example, Ticket# is a representation which does not follow proper alpha numeric characters like the first five characters and the last five as numeric.</a:t>
          </a:r>
        </a:p>
      </dgm:t>
    </dgm:pt>
    <dgm:pt modelId="{3C84983C-201E-4E90-9BFE-7248E6814828}" type="parTrans" cxnId="{975B977B-C840-42CD-9F6B-0C704CAE8025}">
      <dgm:prSet/>
      <dgm:spPr/>
      <dgm:t>
        <a:bodyPr/>
        <a:lstStyle/>
        <a:p>
          <a:endParaRPr lang="en-US">
            <a:latin typeface="Comic Sans MS" panose="030F0702030302020204" pitchFamily="66" charset="0"/>
          </a:endParaRPr>
        </a:p>
      </dgm:t>
    </dgm:pt>
    <dgm:pt modelId="{9FCB06D8-184A-479F-A72A-4036FF413003}" type="sibTrans" cxnId="{975B977B-C840-42CD-9F6B-0C704CAE8025}">
      <dgm:prSet/>
      <dgm:spPr/>
      <dgm:t>
        <a:bodyPr/>
        <a:lstStyle/>
        <a:p>
          <a:endParaRPr lang="en-US">
            <a:latin typeface="Comic Sans MS" panose="030F0702030302020204" pitchFamily="66" charset="0"/>
          </a:endParaRPr>
        </a:p>
      </dgm:t>
    </dgm:pt>
    <dgm:pt modelId="{BF91AB07-9761-4B10-B0EB-0827BF15134E}">
      <dgm:prSet/>
      <dgm:spPr/>
      <dgm:t>
        <a:bodyPr/>
        <a:lstStyle/>
        <a:p>
          <a:r>
            <a:rPr lang="en-US" b="1">
              <a:latin typeface="Comic Sans MS" panose="030F0702030302020204" pitchFamily="66" charset="0"/>
            </a:rPr>
            <a:t>Low / Severity 4</a:t>
          </a:r>
          <a:r>
            <a:rPr lang="en-US">
              <a:latin typeface="Comic Sans MS" panose="030F0702030302020204" pitchFamily="66" charset="0"/>
            </a:rPr>
            <a:t> </a:t>
          </a:r>
        </a:p>
      </dgm:t>
    </dgm:pt>
    <dgm:pt modelId="{76C2BFCB-15E9-41AD-AB4F-E70352D608E9}" type="parTrans" cxnId="{C8649475-2F34-4418-B3B6-C0A40655389F}">
      <dgm:prSet/>
      <dgm:spPr/>
      <dgm:t>
        <a:bodyPr/>
        <a:lstStyle/>
        <a:p>
          <a:endParaRPr lang="en-US">
            <a:latin typeface="Comic Sans MS" panose="030F0702030302020204" pitchFamily="66" charset="0"/>
          </a:endParaRPr>
        </a:p>
      </dgm:t>
    </dgm:pt>
    <dgm:pt modelId="{75A6133B-70D8-4B91-8D04-2E06D5FDAE04}" type="sibTrans" cxnId="{C8649475-2F34-4418-B3B6-C0A40655389F}">
      <dgm:prSet/>
      <dgm:spPr/>
      <dgm:t>
        <a:bodyPr/>
        <a:lstStyle/>
        <a:p>
          <a:endParaRPr lang="en-US">
            <a:latin typeface="Comic Sans MS" panose="030F0702030302020204" pitchFamily="66" charset="0"/>
          </a:endParaRPr>
        </a:p>
      </dgm:t>
    </dgm:pt>
    <dgm:pt modelId="{F2B27B3D-D33A-447C-B644-57D0035A25EC}">
      <dgm:prSet/>
      <dgm:spPr/>
      <dgm:t>
        <a:bodyPr/>
        <a:lstStyle/>
        <a:p>
          <a:r>
            <a:rPr lang="en-US">
              <a:latin typeface="Comic Sans MS" panose="030F0702030302020204" pitchFamily="66" charset="0"/>
            </a:rPr>
            <a:t>It does not impact the functionality. It may be a cosmetic defect, UI inconsistency for a field or a suggestion to improve the end user experience from the UI side. For example, the background colour of the Submit button does not match with that of the Save button.</a:t>
          </a:r>
        </a:p>
      </dgm:t>
    </dgm:pt>
    <dgm:pt modelId="{B36D29A5-7C19-4ED3-8CF8-E43DE0CAB11D}" type="parTrans" cxnId="{5752B17C-D660-4AC1-8954-2EF8CFEE4C2A}">
      <dgm:prSet/>
      <dgm:spPr/>
      <dgm:t>
        <a:bodyPr/>
        <a:lstStyle/>
        <a:p>
          <a:endParaRPr lang="en-US">
            <a:latin typeface="Comic Sans MS" panose="030F0702030302020204" pitchFamily="66" charset="0"/>
          </a:endParaRPr>
        </a:p>
      </dgm:t>
    </dgm:pt>
    <dgm:pt modelId="{D94CBB8C-E2EC-48BB-871B-88AD98E388D2}" type="sibTrans" cxnId="{5752B17C-D660-4AC1-8954-2EF8CFEE4C2A}">
      <dgm:prSet/>
      <dgm:spPr/>
      <dgm:t>
        <a:bodyPr/>
        <a:lstStyle/>
        <a:p>
          <a:endParaRPr lang="en-US">
            <a:latin typeface="Comic Sans MS" panose="030F0702030302020204" pitchFamily="66" charset="0"/>
          </a:endParaRPr>
        </a:p>
      </dgm:t>
    </dgm:pt>
    <dgm:pt modelId="{C28D6B9A-18F4-46DF-8C9B-67370CB2D970}" type="pres">
      <dgm:prSet presAssocID="{E445EE28-D0D2-4B52-8D35-9D3D9B1A58C5}" presName="linear" presStyleCnt="0">
        <dgm:presLayoutVars>
          <dgm:dir/>
          <dgm:animLvl val="lvl"/>
          <dgm:resizeHandles val="exact"/>
        </dgm:presLayoutVars>
      </dgm:prSet>
      <dgm:spPr/>
    </dgm:pt>
    <dgm:pt modelId="{155AF708-53DE-4F7A-83F3-FCDBA270F6D7}" type="pres">
      <dgm:prSet presAssocID="{96275ACE-6753-49AF-AE00-6444510C8D07}" presName="parentLin" presStyleCnt="0"/>
      <dgm:spPr/>
    </dgm:pt>
    <dgm:pt modelId="{FAB452B9-0066-439C-827C-3112C4C50267}" type="pres">
      <dgm:prSet presAssocID="{96275ACE-6753-49AF-AE00-6444510C8D07}" presName="parentLeftMargin" presStyleLbl="node1" presStyleIdx="0" presStyleCnt="4"/>
      <dgm:spPr/>
    </dgm:pt>
    <dgm:pt modelId="{6828CF7F-926B-495C-BBA2-A3DEF9F5C3D1}" type="pres">
      <dgm:prSet presAssocID="{96275ACE-6753-49AF-AE00-6444510C8D07}" presName="parentText" presStyleLbl="node1" presStyleIdx="0" presStyleCnt="4">
        <dgm:presLayoutVars>
          <dgm:chMax val="0"/>
          <dgm:bulletEnabled val="1"/>
        </dgm:presLayoutVars>
      </dgm:prSet>
      <dgm:spPr/>
    </dgm:pt>
    <dgm:pt modelId="{308F90A3-6FD6-4165-AF29-2831BBC79046}" type="pres">
      <dgm:prSet presAssocID="{96275ACE-6753-49AF-AE00-6444510C8D07}" presName="negativeSpace" presStyleCnt="0"/>
      <dgm:spPr/>
    </dgm:pt>
    <dgm:pt modelId="{BA073BE8-5F91-425D-8DB8-7F619F310501}" type="pres">
      <dgm:prSet presAssocID="{96275ACE-6753-49AF-AE00-6444510C8D07}" presName="childText" presStyleLbl="conFgAcc1" presStyleIdx="0" presStyleCnt="4">
        <dgm:presLayoutVars>
          <dgm:bulletEnabled val="1"/>
        </dgm:presLayoutVars>
      </dgm:prSet>
      <dgm:spPr/>
    </dgm:pt>
    <dgm:pt modelId="{8AA125FB-A6BF-4D40-AFC7-B6854853F9FC}" type="pres">
      <dgm:prSet presAssocID="{7BD003DF-CE21-4FDD-93B5-D2E963E27E9B}" presName="spaceBetweenRectangles" presStyleCnt="0"/>
      <dgm:spPr/>
    </dgm:pt>
    <dgm:pt modelId="{7D5D2BE7-FF44-43C6-9549-78877FCE7D27}" type="pres">
      <dgm:prSet presAssocID="{92C1D6CA-4434-4A7A-A47F-126A0652BF1B}" presName="parentLin" presStyleCnt="0"/>
      <dgm:spPr/>
    </dgm:pt>
    <dgm:pt modelId="{EA0BE2B8-3426-457C-8C42-547DA8F60EB7}" type="pres">
      <dgm:prSet presAssocID="{92C1D6CA-4434-4A7A-A47F-126A0652BF1B}" presName="parentLeftMargin" presStyleLbl="node1" presStyleIdx="0" presStyleCnt="4"/>
      <dgm:spPr/>
    </dgm:pt>
    <dgm:pt modelId="{73613258-8A6C-44F0-A1F1-92A3319DE6D7}" type="pres">
      <dgm:prSet presAssocID="{92C1D6CA-4434-4A7A-A47F-126A0652BF1B}" presName="parentText" presStyleLbl="node1" presStyleIdx="1" presStyleCnt="4">
        <dgm:presLayoutVars>
          <dgm:chMax val="0"/>
          <dgm:bulletEnabled val="1"/>
        </dgm:presLayoutVars>
      </dgm:prSet>
      <dgm:spPr/>
    </dgm:pt>
    <dgm:pt modelId="{9F707CBB-DCFE-4ED9-99FD-9035A6889291}" type="pres">
      <dgm:prSet presAssocID="{92C1D6CA-4434-4A7A-A47F-126A0652BF1B}" presName="negativeSpace" presStyleCnt="0"/>
      <dgm:spPr/>
    </dgm:pt>
    <dgm:pt modelId="{6824C2BC-6BA9-48B9-8D49-60AC9B865AB3}" type="pres">
      <dgm:prSet presAssocID="{92C1D6CA-4434-4A7A-A47F-126A0652BF1B}" presName="childText" presStyleLbl="conFgAcc1" presStyleIdx="1" presStyleCnt="4">
        <dgm:presLayoutVars>
          <dgm:bulletEnabled val="1"/>
        </dgm:presLayoutVars>
      </dgm:prSet>
      <dgm:spPr/>
    </dgm:pt>
    <dgm:pt modelId="{E2155EB8-9B68-4F93-8D53-1CE631CE8CD3}" type="pres">
      <dgm:prSet presAssocID="{A2479480-34DB-4771-9C5B-E1689B11D6C9}" presName="spaceBetweenRectangles" presStyleCnt="0"/>
      <dgm:spPr/>
    </dgm:pt>
    <dgm:pt modelId="{FB1D4BFA-82FD-43A5-9E72-2979429138EF}" type="pres">
      <dgm:prSet presAssocID="{77A20C8C-3794-47A1-A826-0B16CF241880}" presName="parentLin" presStyleCnt="0"/>
      <dgm:spPr/>
    </dgm:pt>
    <dgm:pt modelId="{8BD8499D-ADC9-478B-AC50-9C66FFFD6671}" type="pres">
      <dgm:prSet presAssocID="{77A20C8C-3794-47A1-A826-0B16CF241880}" presName="parentLeftMargin" presStyleLbl="node1" presStyleIdx="1" presStyleCnt="4"/>
      <dgm:spPr/>
    </dgm:pt>
    <dgm:pt modelId="{80ED75E2-D6EC-4294-ABF0-B8832B8B228D}" type="pres">
      <dgm:prSet presAssocID="{77A20C8C-3794-47A1-A826-0B16CF241880}" presName="parentText" presStyleLbl="node1" presStyleIdx="2" presStyleCnt="4">
        <dgm:presLayoutVars>
          <dgm:chMax val="0"/>
          <dgm:bulletEnabled val="1"/>
        </dgm:presLayoutVars>
      </dgm:prSet>
      <dgm:spPr/>
    </dgm:pt>
    <dgm:pt modelId="{9ADE2ABE-CF20-4F8A-9291-FC5508215D35}" type="pres">
      <dgm:prSet presAssocID="{77A20C8C-3794-47A1-A826-0B16CF241880}" presName="negativeSpace" presStyleCnt="0"/>
      <dgm:spPr/>
    </dgm:pt>
    <dgm:pt modelId="{7718B36F-B696-4B2B-90B2-665E4E1429D0}" type="pres">
      <dgm:prSet presAssocID="{77A20C8C-3794-47A1-A826-0B16CF241880}" presName="childText" presStyleLbl="conFgAcc1" presStyleIdx="2" presStyleCnt="4">
        <dgm:presLayoutVars>
          <dgm:bulletEnabled val="1"/>
        </dgm:presLayoutVars>
      </dgm:prSet>
      <dgm:spPr/>
    </dgm:pt>
    <dgm:pt modelId="{693FDDC5-5E1E-4443-9763-99D0391C1CA5}" type="pres">
      <dgm:prSet presAssocID="{806C1BE9-13FD-4A01-B828-F9BE81CAC14A}" presName="spaceBetweenRectangles" presStyleCnt="0"/>
      <dgm:spPr/>
    </dgm:pt>
    <dgm:pt modelId="{7E02A223-2CC3-4631-B859-8BB3A203EFCA}" type="pres">
      <dgm:prSet presAssocID="{BF91AB07-9761-4B10-B0EB-0827BF15134E}" presName="parentLin" presStyleCnt="0"/>
      <dgm:spPr/>
    </dgm:pt>
    <dgm:pt modelId="{424425B0-C5F1-43E0-826B-9F64B9F705CA}" type="pres">
      <dgm:prSet presAssocID="{BF91AB07-9761-4B10-B0EB-0827BF15134E}" presName="parentLeftMargin" presStyleLbl="node1" presStyleIdx="2" presStyleCnt="4"/>
      <dgm:spPr/>
    </dgm:pt>
    <dgm:pt modelId="{48F1CC69-69DA-47B6-8DB1-3D977C3589B6}" type="pres">
      <dgm:prSet presAssocID="{BF91AB07-9761-4B10-B0EB-0827BF15134E}" presName="parentText" presStyleLbl="node1" presStyleIdx="3" presStyleCnt="4">
        <dgm:presLayoutVars>
          <dgm:chMax val="0"/>
          <dgm:bulletEnabled val="1"/>
        </dgm:presLayoutVars>
      </dgm:prSet>
      <dgm:spPr/>
    </dgm:pt>
    <dgm:pt modelId="{4A82A8CC-F13A-4D4F-907E-DCC9C791978E}" type="pres">
      <dgm:prSet presAssocID="{BF91AB07-9761-4B10-B0EB-0827BF15134E}" presName="negativeSpace" presStyleCnt="0"/>
      <dgm:spPr/>
    </dgm:pt>
    <dgm:pt modelId="{AE99F0B4-4184-4857-8650-1A4934225916}" type="pres">
      <dgm:prSet presAssocID="{BF91AB07-9761-4B10-B0EB-0827BF15134E}" presName="childText" presStyleLbl="conFgAcc1" presStyleIdx="3" presStyleCnt="4">
        <dgm:presLayoutVars>
          <dgm:bulletEnabled val="1"/>
        </dgm:presLayoutVars>
      </dgm:prSet>
      <dgm:spPr/>
    </dgm:pt>
  </dgm:ptLst>
  <dgm:cxnLst>
    <dgm:cxn modelId="{175EBD09-BCE5-4D92-8ADF-84C031115EC4}" srcId="{E445EE28-D0D2-4B52-8D35-9D3D9B1A58C5}" destId="{77A20C8C-3794-47A1-A826-0B16CF241880}" srcOrd="2" destOrd="0" parTransId="{09615B53-63C9-4F7A-94E5-5C677EF54EF8}" sibTransId="{806C1BE9-13FD-4A01-B828-F9BE81CAC14A}"/>
    <dgm:cxn modelId="{83ED3762-68A5-4A99-A991-9FAB4D505812}" type="presOf" srcId="{90581BAA-1DBD-4B39-B6F4-643D6CECC8CC}" destId="{7718B36F-B696-4B2B-90B2-665E4E1429D0}" srcOrd="0" destOrd="0" presId="urn:microsoft.com/office/officeart/2005/8/layout/list1"/>
    <dgm:cxn modelId="{02B2FB66-C4E8-4A09-AF73-2D47C1BB4CA4}" type="presOf" srcId="{F2B27B3D-D33A-447C-B644-57D0035A25EC}" destId="{AE99F0B4-4184-4857-8650-1A4934225916}" srcOrd="0" destOrd="0" presId="urn:microsoft.com/office/officeart/2005/8/layout/list1"/>
    <dgm:cxn modelId="{3BDE044E-2609-41C2-A6F0-CAEC2D6A3B78}" type="presOf" srcId="{77A20C8C-3794-47A1-A826-0B16CF241880}" destId="{8BD8499D-ADC9-478B-AC50-9C66FFFD6671}" srcOrd="0" destOrd="0" presId="urn:microsoft.com/office/officeart/2005/8/layout/list1"/>
    <dgm:cxn modelId="{4534884F-D4AC-44E6-BF82-DDC692ADFF74}" srcId="{E445EE28-D0D2-4B52-8D35-9D3D9B1A58C5}" destId="{92C1D6CA-4434-4A7A-A47F-126A0652BF1B}" srcOrd="1" destOrd="0" parTransId="{BFD62AAF-3B22-4BF4-98BA-9F4207F8D293}" sibTransId="{A2479480-34DB-4771-9C5B-E1689B11D6C9}"/>
    <dgm:cxn modelId="{B68C2A55-5625-48FA-9872-F5B7F12DFEC2}" type="presOf" srcId="{77A20C8C-3794-47A1-A826-0B16CF241880}" destId="{80ED75E2-D6EC-4294-ABF0-B8832B8B228D}" srcOrd="1" destOrd="0" presId="urn:microsoft.com/office/officeart/2005/8/layout/list1"/>
    <dgm:cxn modelId="{C8649475-2F34-4418-B3B6-C0A40655389F}" srcId="{E445EE28-D0D2-4B52-8D35-9D3D9B1A58C5}" destId="{BF91AB07-9761-4B10-B0EB-0827BF15134E}" srcOrd="3" destOrd="0" parTransId="{76C2BFCB-15E9-41AD-AB4F-E70352D608E9}" sibTransId="{75A6133B-70D8-4B91-8D04-2E06D5FDAE04}"/>
    <dgm:cxn modelId="{BECC5E56-CC55-42D6-B175-44D424F966B7}" type="presOf" srcId="{92C1D6CA-4434-4A7A-A47F-126A0652BF1B}" destId="{EA0BE2B8-3426-457C-8C42-547DA8F60EB7}" srcOrd="0" destOrd="0" presId="urn:microsoft.com/office/officeart/2005/8/layout/list1"/>
    <dgm:cxn modelId="{E2B2FF7A-14DA-4ECB-B8A3-C852620700A4}" type="presOf" srcId="{E445EE28-D0D2-4B52-8D35-9D3D9B1A58C5}" destId="{C28D6B9A-18F4-46DF-8C9B-67370CB2D970}" srcOrd="0" destOrd="0" presId="urn:microsoft.com/office/officeart/2005/8/layout/list1"/>
    <dgm:cxn modelId="{975B977B-C840-42CD-9F6B-0C704CAE8025}" srcId="{77A20C8C-3794-47A1-A826-0B16CF241880}" destId="{90581BAA-1DBD-4B39-B6F4-643D6CECC8CC}" srcOrd="0" destOrd="0" parTransId="{3C84983C-201E-4E90-9BFE-7248E6814828}" sibTransId="{9FCB06D8-184A-479F-A72A-4036FF413003}"/>
    <dgm:cxn modelId="{5752B17C-D660-4AC1-8954-2EF8CFEE4C2A}" srcId="{BF91AB07-9761-4B10-B0EB-0827BF15134E}" destId="{F2B27B3D-D33A-447C-B644-57D0035A25EC}" srcOrd="0" destOrd="0" parTransId="{B36D29A5-7C19-4ED3-8CF8-E43DE0CAB11D}" sibTransId="{D94CBB8C-E2EC-48BB-871B-88AD98E388D2}"/>
    <dgm:cxn modelId="{60716F83-FA20-4A60-B8D4-A4136633DB8E}" srcId="{E445EE28-D0D2-4B52-8D35-9D3D9B1A58C5}" destId="{96275ACE-6753-49AF-AE00-6444510C8D07}" srcOrd="0" destOrd="0" parTransId="{C27D3203-8DF4-49F2-A507-8007B9C8E2A4}" sibTransId="{7BD003DF-CE21-4FDD-93B5-D2E963E27E9B}"/>
    <dgm:cxn modelId="{439D458D-0AC2-434C-B785-8330673826BA}" type="presOf" srcId="{92C1D6CA-4434-4A7A-A47F-126A0652BF1B}" destId="{73613258-8A6C-44F0-A1F1-92A3319DE6D7}" srcOrd="1" destOrd="0" presId="urn:microsoft.com/office/officeart/2005/8/layout/list1"/>
    <dgm:cxn modelId="{F7ED2391-88B9-478C-BDCB-B1916E8FE95D}" type="presOf" srcId="{3190E1FF-3026-42FD-AB6E-D11000901B32}" destId="{BA073BE8-5F91-425D-8DB8-7F619F310501}" srcOrd="0" destOrd="0" presId="urn:microsoft.com/office/officeart/2005/8/layout/list1"/>
    <dgm:cxn modelId="{CBCE449B-1B9C-402E-B1CD-C63F5C13CA6B}" srcId="{96275ACE-6753-49AF-AE00-6444510C8D07}" destId="{3190E1FF-3026-42FD-AB6E-D11000901B32}" srcOrd="0" destOrd="0" parTransId="{EAECDA56-937D-465F-996B-0655EF34A3DF}" sibTransId="{45CA994E-7ACE-45A9-B929-928A38CBC247}"/>
    <dgm:cxn modelId="{560EAB9E-6F62-4B3D-B409-173EBBA34F8C}" srcId="{92C1D6CA-4434-4A7A-A47F-126A0652BF1B}" destId="{6EC4756C-98AD-4A7D-9685-654B1B0D3985}" srcOrd="0" destOrd="0" parTransId="{9DFD0BE8-075C-4C38-A4EF-1BF146423CB8}" sibTransId="{02E0982C-4C5E-46D4-A236-1BC93EAA283F}"/>
    <dgm:cxn modelId="{D56227AE-821E-417E-8B2D-385B8C20CD82}" type="presOf" srcId="{96275ACE-6753-49AF-AE00-6444510C8D07}" destId="{6828CF7F-926B-495C-BBA2-A3DEF9F5C3D1}" srcOrd="1" destOrd="0" presId="urn:microsoft.com/office/officeart/2005/8/layout/list1"/>
    <dgm:cxn modelId="{6B4C93B1-C1CF-4884-A7C8-7943F6A0EFAA}" type="presOf" srcId="{BF91AB07-9761-4B10-B0EB-0827BF15134E}" destId="{48F1CC69-69DA-47B6-8DB1-3D977C3589B6}" srcOrd="1" destOrd="0" presId="urn:microsoft.com/office/officeart/2005/8/layout/list1"/>
    <dgm:cxn modelId="{08F04DBD-28E4-4B75-9DFB-1DD69D5A97E1}" type="presOf" srcId="{96275ACE-6753-49AF-AE00-6444510C8D07}" destId="{FAB452B9-0066-439C-827C-3112C4C50267}" srcOrd="0" destOrd="0" presId="urn:microsoft.com/office/officeart/2005/8/layout/list1"/>
    <dgm:cxn modelId="{F0FB63D0-35B0-450D-8C2B-E5B7364C66C2}" type="presOf" srcId="{BF91AB07-9761-4B10-B0EB-0827BF15134E}" destId="{424425B0-C5F1-43E0-826B-9F64B9F705CA}" srcOrd="0" destOrd="0" presId="urn:microsoft.com/office/officeart/2005/8/layout/list1"/>
    <dgm:cxn modelId="{A46234E3-0172-41E6-88CF-CA0814DE831C}" type="presOf" srcId="{6EC4756C-98AD-4A7D-9685-654B1B0D3985}" destId="{6824C2BC-6BA9-48B9-8D49-60AC9B865AB3}" srcOrd="0" destOrd="0" presId="urn:microsoft.com/office/officeart/2005/8/layout/list1"/>
    <dgm:cxn modelId="{2CC22D2A-BAB7-4E10-8994-3BF3CBA2E669}" type="presParOf" srcId="{C28D6B9A-18F4-46DF-8C9B-67370CB2D970}" destId="{155AF708-53DE-4F7A-83F3-FCDBA270F6D7}" srcOrd="0" destOrd="0" presId="urn:microsoft.com/office/officeart/2005/8/layout/list1"/>
    <dgm:cxn modelId="{2F65DD6B-8E6E-4EC9-8EAE-40031CDD5B6F}" type="presParOf" srcId="{155AF708-53DE-4F7A-83F3-FCDBA270F6D7}" destId="{FAB452B9-0066-439C-827C-3112C4C50267}" srcOrd="0" destOrd="0" presId="urn:microsoft.com/office/officeart/2005/8/layout/list1"/>
    <dgm:cxn modelId="{0B7D8EBE-0BA4-43F5-804E-AB1A7D64B9A9}" type="presParOf" srcId="{155AF708-53DE-4F7A-83F3-FCDBA270F6D7}" destId="{6828CF7F-926B-495C-BBA2-A3DEF9F5C3D1}" srcOrd="1" destOrd="0" presId="urn:microsoft.com/office/officeart/2005/8/layout/list1"/>
    <dgm:cxn modelId="{DAA08A05-C108-403C-919B-FCFEF17D4199}" type="presParOf" srcId="{C28D6B9A-18F4-46DF-8C9B-67370CB2D970}" destId="{308F90A3-6FD6-4165-AF29-2831BBC79046}" srcOrd="1" destOrd="0" presId="urn:microsoft.com/office/officeart/2005/8/layout/list1"/>
    <dgm:cxn modelId="{D15996FF-32F9-4B71-82EB-44E658A75C46}" type="presParOf" srcId="{C28D6B9A-18F4-46DF-8C9B-67370CB2D970}" destId="{BA073BE8-5F91-425D-8DB8-7F619F310501}" srcOrd="2" destOrd="0" presId="urn:microsoft.com/office/officeart/2005/8/layout/list1"/>
    <dgm:cxn modelId="{2801D8BA-5AB1-4367-A81C-AEB7F89C3F68}" type="presParOf" srcId="{C28D6B9A-18F4-46DF-8C9B-67370CB2D970}" destId="{8AA125FB-A6BF-4D40-AFC7-B6854853F9FC}" srcOrd="3" destOrd="0" presId="urn:microsoft.com/office/officeart/2005/8/layout/list1"/>
    <dgm:cxn modelId="{30B25C5A-702C-4009-B4FD-53ACD63D3910}" type="presParOf" srcId="{C28D6B9A-18F4-46DF-8C9B-67370CB2D970}" destId="{7D5D2BE7-FF44-43C6-9549-78877FCE7D27}" srcOrd="4" destOrd="0" presId="urn:microsoft.com/office/officeart/2005/8/layout/list1"/>
    <dgm:cxn modelId="{53B2F227-A4B4-4BF5-8FB3-BEC6B380C133}" type="presParOf" srcId="{7D5D2BE7-FF44-43C6-9549-78877FCE7D27}" destId="{EA0BE2B8-3426-457C-8C42-547DA8F60EB7}" srcOrd="0" destOrd="0" presId="urn:microsoft.com/office/officeart/2005/8/layout/list1"/>
    <dgm:cxn modelId="{3C85B517-02B3-45F6-84E5-5C670B69FA63}" type="presParOf" srcId="{7D5D2BE7-FF44-43C6-9549-78877FCE7D27}" destId="{73613258-8A6C-44F0-A1F1-92A3319DE6D7}" srcOrd="1" destOrd="0" presId="urn:microsoft.com/office/officeart/2005/8/layout/list1"/>
    <dgm:cxn modelId="{FC7F3E86-E00F-478C-84C6-5BC6BE5FFE95}" type="presParOf" srcId="{C28D6B9A-18F4-46DF-8C9B-67370CB2D970}" destId="{9F707CBB-DCFE-4ED9-99FD-9035A6889291}" srcOrd="5" destOrd="0" presId="urn:microsoft.com/office/officeart/2005/8/layout/list1"/>
    <dgm:cxn modelId="{3B2A2F02-9396-446F-B1D7-C14B68451122}" type="presParOf" srcId="{C28D6B9A-18F4-46DF-8C9B-67370CB2D970}" destId="{6824C2BC-6BA9-48B9-8D49-60AC9B865AB3}" srcOrd="6" destOrd="0" presId="urn:microsoft.com/office/officeart/2005/8/layout/list1"/>
    <dgm:cxn modelId="{A0DE52AE-67AE-4BBF-9099-C03368510652}" type="presParOf" srcId="{C28D6B9A-18F4-46DF-8C9B-67370CB2D970}" destId="{E2155EB8-9B68-4F93-8D53-1CE631CE8CD3}" srcOrd="7" destOrd="0" presId="urn:microsoft.com/office/officeart/2005/8/layout/list1"/>
    <dgm:cxn modelId="{3198782B-2C89-419C-B932-436FAD227CF4}" type="presParOf" srcId="{C28D6B9A-18F4-46DF-8C9B-67370CB2D970}" destId="{FB1D4BFA-82FD-43A5-9E72-2979429138EF}" srcOrd="8" destOrd="0" presId="urn:microsoft.com/office/officeart/2005/8/layout/list1"/>
    <dgm:cxn modelId="{EC6D26AC-5DD7-479E-8BCC-27816EDFBE79}" type="presParOf" srcId="{FB1D4BFA-82FD-43A5-9E72-2979429138EF}" destId="{8BD8499D-ADC9-478B-AC50-9C66FFFD6671}" srcOrd="0" destOrd="0" presId="urn:microsoft.com/office/officeart/2005/8/layout/list1"/>
    <dgm:cxn modelId="{CFDE7CB6-6444-48C2-A3FA-94001201CF6F}" type="presParOf" srcId="{FB1D4BFA-82FD-43A5-9E72-2979429138EF}" destId="{80ED75E2-D6EC-4294-ABF0-B8832B8B228D}" srcOrd="1" destOrd="0" presId="urn:microsoft.com/office/officeart/2005/8/layout/list1"/>
    <dgm:cxn modelId="{8A68AF96-6D6A-4741-9BA0-BA80CE6F8610}" type="presParOf" srcId="{C28D6B9A-18F4-46DF-8C9B-67370CB2D970}" destId="{9ADE2ABE-CF20-4F8A-9291-FC5508215D35}" srcOrd="9" destOrd="0" presId="urn:microsoft.com/office/officeart/2005/8/layout/list1"/>
    <dgm:cxn modelId="{9F977070-B79A-424C-81EA-22E683CB6D90}" type="presParOf" srcId="{C28D6B9A-18F4-46DF-8C9B-67370CB2D970}" destId="{7718B36F-B696-4B2B-90B2-665E4E1429D0}" srcOrd="10" destOrd="0" presId="urn:microsoft.com/office/officeart/2005/8/layout/list1"/>
    <dgm:cxn modelId="{0D08C886-39BA-44F1-94E6-A7DCA6E1AB43}" type="presParOf" srcId="{C28D6B9A-18F4-46DF-8C9B-67370CB2D970}" destId="{693FDDC5-5E1E-4443-9763-99D0391C1CA5}" srcOrd="11" destOrd="0" presId="urn:microsoft.com/office/officeart/2005/8/layout/list1"/>
    <dgm:cxn modelId="{80A35B0F-C0B5-4883-AF1B-5FDCE035EEF8}" type="presParOf" srcId="{C28D6B9A-18F4-46DF-8C9B-67370CB2D970}" destId="{7E02A223-2CC3-4631-B859-8BB3A203EFCA}" srcOrd="12" destOrd="0" presId="urn:microsoft.com/office/officeart/2005/8/layout/list1"/>
    <dgm:cxn modelId="{6A103C8E-C64C-443E-A3BC-6B7D61C28725}" type="presParOf" srcId="{7E02A223-2CC3-4631-B859-8BB3A203EFCA}" destId="{424425B0-C5F1-43E0-826B-9F64B9F705CA}" srcOrd="0" destOrd="0" presId="urn:microsoft.com/office/officeart/2005/8/layout/list1"/>
    <dgm:cxn modelId="{E4EF0966-BC08-42D9-9D87-C3F9803D5B00}" type="presParOf" srcId="{7E02A223-2CC3-4631-B859-8BB3A203EFCA}" destId="{48F1CC69-69DA-47B6-8DB1-3D977C3589B6}" srcOrd="1" destOrd="0" presId="urn:microsoft.com/office/officeart/2005/8/layout/list1"/>
    <dgm:cxn modelId="{B6E964CE-050F-4E47-9C9D-F3048D7E2DAB}" type="presParOf" srcId="{C28D6B9A-18F4-46DF-8C9B-67370CB2D970}" destId="{4A82A8CC-F13A-4D4F-907E-DCC9C791978E}" srcOrd="13" destOrd="0" presId="urn:microsoft.com/office/officeart/2005/8/layout/list1"/>
    <dgm:cxn modelId="{E878B9B4-4672-4948-A82B-52E40F789E0E}" type="presParOf" srcId="{C28D6B9A-18F4-46DF-8C9B-67370CB2D970}" destId="{AE99F0B4-4184-4857-8650-1A4934225916}"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478A127-D135-4458-9992-FD48CBBBB9C6}"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48DB0CDF-0E10-42AA-96FC-988B8EB5CE0B}">
      <dgm:prSet/>
      <dgm:spPr>
        <a:solidFill>
          <a:srgbClr val="00B050"/>
        </a:solidFill>
      </dgm:spPr>
      <dgm:t>
        <a:bodyPr/>
        <a:lstStyle/>
        <a:p>
          <a:r>
            <a:rPr lang="en-US" b="1">
              <a:latin typeface="Comic Sans MS" panose="030F0702030302020204" pitchFamily="66" charset="0"/>
            </a:rPr>
            <a:t>Low</a:t>
          </a:r>
          <a:r>
            <a:rPr lang="en-US">
              <a:latin typeface="Comic Sans MS" panose="030F0702030302020204" pitchFamily="66" charset="0"/>
            </a:rPr>
            <a:t> </a:t>
          </a:r>
        </a:p>
      </dgm:t>
    </dgm:pt>
    <dgm:pt modelId="{2EC84408-DE00-4A67-BBC9-56324A94133F}" type="parTrans" cxnId="{3482C3B7-7788-42A1-ADC7-B7DBFAAB935E}">
      <dgm:prSet/>
      <dgm:spPr/>
      <dgm:t>
        <a:bodyPr/>
        <a:lstStyle/>
        <a:p>
          <a:endParaRPr lang="en-US">
            <a:latin typeface="Comic Sans MS" panose="030F0702030302020204" pitchFamily="66" charset="0"/>
          </a:endParaRPr>
        </a:p>
      </dgm:t>
    </dgm:pt>
    <dgm:pt modelId="{49D1EC19-38E6-43A2-94D2-55CF28B7727F}" type="sibTrans" cxnId="{3482C3B7-7788-42A1-ADC7-B7DBFAAB935E}">
      <dgm:prSet/>
      <dgm:spPr/>
      <dgm:t>
        <a:bodyPr/>
        <a:lstStyle/>
        <a:p>
          <a:endParaRPr lang="en-US">
            <a:latin typeface="Comic Sans MS" panose="030F0702030302020204" pitchFamily="66" charset="0"/>
          </a:endParaRPr>
        </a:p>
      </dgm:t>
    </dgm:pt>
    <dgm:pt modelId="{F86792BD-ED53-4738-B2BD-9CFD6F427259}">
      <dgm:prSet/>
      <dgm:spPr/>
      <dgm:t>
        <a:bodyPr/>
        <a:lstStyle/>
        <a:p>
          <a:r>
            <a:rPr lang="en-US">
              <a:latin typeface="Comic Sans MS" panose="030F0702030302020204" pitchFamily="66" charset="0"/>
            </a:rPr>
            <a:t>This defect can be fixed after the critical ones are fixed.</a:t>
          </a:r>
        </a:p>
      </dgm:t>
    </dgm:pt>
    <dgm:pt modelId="{4B624C97-B69F-4F69-9EFF-45A2BCF66D5D}" type="parTrans" cxnId="{6066C39C-56A5-4735-B5BB-A23591D7C286}">
      <dgm:prSet/>
      <dgm:spPr/>
      <dgm:t>
        <a:bodyPr/>
        <a:lstStyle/>
        <a:p>
          <a:endParaRPr lang="en-US">
            <a:latin typeface="Comic Sans MS" panose="030F0702030302020204" pitchFamily="66" charset="0"/>
          </a:endParaRPr>
        </a:p>
      </dgm:t>
    </dgm:pt>
    <dgm:pt modelId="{72D09201-986B-4649-9668-451FEEB12EC6}" type="sibTrans" cxnId="{6066C39C-56A5-4735-B5BB-A23591D7C286}">
      <dgm:prSet/>
      <dgm:spPr/>
      <dgm:t>
        <a:bodyPr/>
        <a:lstStyle/>
        <a:p>
          <a:endParaRPr lang="en-US">
            <a:latin typeface="Comic Sans MS" panose="030F0702030302020204" pitchFamily="66" charset="0"/>
          </a:endParaRPr>
        </a:p>
      </dgm:t>
    </dgm:pt>
    <dgm:pt modelId="{12CBB0EC-29C2-4914-9E8F-6053B645C894}">
      <dgm:prSet/>
      <dgm:spPr>
        <a:solidFill>
          <a:srgbClr val="92D050"/>
        </a:solidFill>
      </dgm:spPr>
      <dgm:t>
        <a:bodyPr/>
        <a:lstStyle/>
        <a:p>
          <a:r>
            <a:rPr lang="en-US" b="1">
              <a:latin typeface="Comic Sans MS" panose="030F0702030302020204" pitchFamily="66" charset="0"/>
            </a:rPr>
            <a:t>Medium</a:t>
          </a:r>
          <a:r>
            <a:rPr lang="en-US">
              <a:latin typeface="Comic Sans MS" panose="030F0702030302020204" pitchFamily="66" charset="0"/>
            </a:rPr>
            <a:t> </a:t>
          </a:r>
        </a:p>
      </dgm:t>
    </dgm:pt>
    <dgm:pt modelId="{45415D96-D13F-4040-8078-BF05268D3533}" type="parTrans" cxnId="{F4A0D209-D041-45DD-BD2F-630B9B50FE46}">
      <dgm:prSet/>
      <dgm:spPr/>
      <dgm:t>
        <a:bodyPr/>
        <a:lstStyle/>
        <a:p>
          <a:endParaRPr lang="en-US">
            <a:latin typeface="Comic Sans MS" panose="030F0702030302020204" pitchFamily="66" charset="0"/>
          </a:endParaRPr>
        </a:p>
      </dgm:t>
    </dgm:pt>
    <dgm:pt modelId="{95C64D40-1497-4F77-9460-6F46C78FAA9E}" type="sibTrans" cxnId="{F4A0D209-D041-45DD-BD2F-630B9B50FE46}">
      <dgm:prSet/>
      <dgm:spPr/>
      <dgm:t>
        <a:bodyPr/>
        <a:lstStyle/>
        <a:p>
          <a:endParaRPr lang="en-US">
            <a:latin typeface="Comic Sans MS" panose="030F0702030302020204" pitchFamily="66" charset="0"/>
          </a:endParaRPr>
        </a:p>
      </dgm:t>
    </dgm:pt>
    <dgm:pt modelId="{9311A325-72F2-4225-9492-5B571F72D958}">
      <dgm:prSet/>
      <dgm:spPr/>
      <dgm:t>
        <a:bodyPr/>
        <a:lstStyle/>
        <a:p>
          <a:r>
            <a:rPr lang="en-US" dirty="0">
              <a:latin typeface="Comic Sans MS" panose="030F0702030302020204" pitchFamily="66" charset="0"/>
            </a:rPr>
            <a:t>The defect should be resolved in the subsequent builds.</a:t>
          </a:r>
        </a:p>
      </dgm:t>
    </dgm:pt>
    <dgm:pt modelId="{ACFDCE93-F803-45C2-A6F1-A59CE178E24A}" type="parTrans" cxnId="{9674E241-6F36-4197-BA93-4ADFB111E4BC}">
      <dgm:prSet/>
      <dgm:spPr/>
      <dgm:t>
        <a:bodyPr/>
        <a:lstStyle/>
        <a:p>
          <a:endParaRPr lang="en-US">
            <a:latin typeface="Comic Sans MS" panose="030F0702030302020204" pitchFamily="66" charset="0"/>
          </a:endParaRPr>
        </a:p>
      </dgm:t>
    </dgm:pt>
    <dgm:pt modelId="{26E6A98D-0D13-4C40-87D1-6F46A47D8998}" type="sibTrans" cxnId="{9674E241-6F36-4197-BA93-4ADFB111E4BC}">
      <dgm:prSet/>
      <dgm:spPr/>
      <dgm:t>
        <a:bodyPr/>
        <a:lstStyle/>
        <a:p>
          <a:endParaRPr lang="en-US">
            <a:latin typeface="Comic Sans MS" panose="030F0702030302020204" pitchFamily="66" charset="0"/>
          </a:endParaRPr>
        </a:p>
      </dgm:t>
    </dgm:pt>
    <dgm:pt modelId="{E890AB5F-0F3C-40F5-9D51-59A1EF78DE7A}">
      <dgm:prSet/>
      <dgm:spPr>
        <a:solidFill>
          <a:srgbClr val="FFFF00"/>
        </a:solidFill>
      </dgm:spPr>
      <dgm:t>
        <a:bodyPr/>
        <a:lstStyle/>
        <a:p>
          <a:r>
            <a:rPr lang="en-US" b="1">
              <a:latin typeface="Comic Sans MS" panose="030F0702030302020204" pitchFamily="66" charset="0"/>
            </a:rPr>
            <a:t>High</a:t>
          </a:r>
          <a:r>
            <a:rPr lang="en-US">
              <a:latin typeface="Comic Sans MS" panose="030F0702030302020204" pitchFamily="66" charset="0"/>
            </a:rPr>
            <a:t> </a:t>
          </a:r>
        </a:p>
      </dgm:t>
    </dgm:pt>
    <dgm:pt modelId="{EF082683-0A69-4837-8771-7E40B98FF178}" type="parTrans" cxnId="{D3444D5E-CBFE-4378-B996-C8881BBECF76}">
      <dgm:prSet/>
      <dgm:spPr/>
      <dgm:t>
        <a:bodyPr/>
        <a:lstStyle/>
        <a:p>
          <a:endParaRPr lang="en-US">
            <a:latin typeface="Comic Sans MS" panose="030F0702030302020204" pitchFamily="66" charset="0"/>
          </a:endParaRPr>
        </a:p>
      </dgm:t>
    </dgm:pt>
    <dgm:pt modelId="{95421E22-8364-47A5-BF73-1AC3C81EBBF1}" type="sibTrans" cxnId="{D3444D5E-CBFE-4378-B996-C8881BBECF76}">
      <dgm:prSet/>
      <dgm:spPr/>
      <dgm:t>
        <a:bodyPr/>
        <a:lstStyle/>
        <a:p>
          <a:endParaRPr lang="en-US">
            <a:latin typeface="Comic Sans MS" panose="030F0702030302020204" pitchFamily="66" charset="0"/>
          </a:endParaRPr>
        </a:p>
      </dgm:t>
    </dgm:pt>
    <dgm:pt modelId="{C0C14DAC-52E0-4E5C-9E8A-85F02F191CCB}">
      <dgm:prSet/>
      <dgm:spPr/>
      <dgm:t>
        <a:bodyPr/>
        <a:lstStyle/>
        <a:p>
          <a:r>
            <a:rPr lang="en-US" dirty="0">
              <a:latin typeface="Comic Sans MS" panose="030F0702030302020204" pitchFamily="66" charset="0"/>
            </a:rPr>
            <a:t>The defect must be resolved immediately because the defect affects the application to a considerable extent and the relevant modules cannot be used until it is fixed.</a:t>
          </a:r>
        </a:p>
      </dgm:t>
    </dgm:pt>
    <dgm:pt modelId="{C958FB80-5D9D-4FDD-B5CF-21879A1D4945}" type="parTrans" cxnId="{94D6B64A-66B6-4324-A6A3-D1C7FC787A70}">
      <dgm:prSet/>
      <dgm:spPr/>
      <dgm:t>
        <a:bodyPr/>
        <a:lstStyle/>
        <a:p>
          <a:endParaRPr lang="en-US">
            <a:latin typeface="Comic Sans MS" panose="030F0702030302020204" pitchFamily="66" charset="0"/>
          </a:endParaRPr>
        </a:p>
      </dgm:t>
    </dgm:pt>
    <dgm:pt modelId="{6F09AD13-6766-4C9D-8F8A-2942CCAEE4AC}" type="sibTrans" cxnId="{94D6B64A-66B6-4324-A6A3-D1C7FC787A70}">
      <dgm:prSet/>
      <dgm:spPr/>
      <dgm:t>
        <a:bodyPr/>
        <a:lstStyle/>
        <a:p>
          <a:endParaRPr lang="en-US">
            <a:latin typeface="Comic Sans MS" panose="030F0702030302020204" pitchFamily="66" charset="0"/>
          </a:endParaRPr>
        </a:p>
      </dgm:t>
    </dgm:pt>
    <dgm:pt modelId="{AA2BB2B2-230B-426A-94F3-D07BB442B205}">
      <dgm:prSet/>
      <dgm:spPr>
        <a:solidFill>
          <a:srgbClr val="FFC000"/>
        </a:solidFill>
      </dgm:spPr>
      <dgm:t>
        <a:bodyPr/>
        <a:lstStyle/>
        <a:p>
          <a:r>
            <a:rPr lang="en-US" b="1">
              <a:latin typeface="Comic Sans MS" panose="030F0702030302020204" pitchFamily="66" charset="0"/>
            </a:rPr>
            <a:t>Urgent</a:t>
          </a:r>
          <a:endParaRPr lang="en-US">
            <a:latin typeface="Comic Sans MS" panose="030F0702030302020204" pitchFamily="66" charset="0"/>
          </a:endParaRPr>
        </a:p>
      </dgm:t>
    </dgm:pt>
    <dgm:pt modelId="{53C93235-FE8A-4822-8417-E62B767AFE87}" type="parTrans" cxnId="{8EEF43CA-8FC0-4A0D-B055-0DE3BA59E05D}">
      <dgm:prSet/>
      <dgm:spPr/>
      <dgm:t>
        <a:bodyPr/>
        <a:lstStyle/>
        <a:p>
          <a:endParaRPr lang="en-US">
            <a:latin typeface="Comic Sans MS" panose="030F0702030302020204" pitchFamily="66" charset="0"/>
          </a:endParaRPr>
        </a:p>
      </dgm:t>
    </dgm:pt>
    <dgm:pt modelId="{4BC6C195-BF4F-41CD-9BE7-5970E89470B9}" type="sibTrans" cxnId="{8EEF43CA-8FC0-4A0D-B055-0DE3BA59E05D}">
      <dgm:prSet/>
      <dgm:spPr/>
      <dgm:t>
        <a:bodyPr/>
        <a:lstStyle/>
        <a:p>
          <a:endParaRPr lang="en-US">
            <a:latin typeface="Comic Sans MS" panose="030F0702030302020204" pitchFamily="66" charset="0"/>
          </a:endParaRPr>
        </a:p>
      </dgm:t>
    </dgm:pt>
    <dgm:pt modelId="{6FE3AC3A-D30E-4BDA-B55B-7699D27F18D8}">
      <dgm:prSet/>
      <dgm:spPr/>
      <dgm:t>
        <a:bodyPr/>
        <a:lstStyle/>
        <a:p>
          <a:r>
            <a:rPr lang="en-US">
              <a:latin typeface="Comic Sans MS" panose="030F0702030302020204" pitchFamily="66" charset="0"/>
            </a:rPr>
            <a:t>The defect must be resolved immediately because the defect affects the application or the product severely and the product cannot be used until it has been fixed.</a:t>
          </a:r>
        </a:p>
      </dgm:t>
    </dgm:pt>
    <dgm:pt modelId="{C87714A4-F79F-427D-B8F1-861BEF7EFB09}" type="parTrans" cxnId="{0EE977EF-AC09-4666-8341-D90E19834ABB}">
      <dgm:prSet/>
      <dgm:spPr/>
      <dgm:t>
        <a:bodyPr/>
        <a:lstStyle/>
        <a:p>
          <a:endParaRPr lang="en-US">
            <a:latin typeface="Comic Sans MS" panose="030F0702030302020204" pitchFamily="66" charset="0"/>
          </a:endParaRPr>
        </a:p>
      </dgm:t>
    </dgm:pt>
    <dgm:pt modelId="{394AB7D5-6BBD-4667-B6C8-E952E5A74166}" type="sibTrans" cxnId="{0EE977EF-AC09-4666-8341-D90E19834ABB}">
      <dgm:prSet/>
      <dgm:spPr/>
      <dgm:t>
        <a:bodyPr/>
        <a:lstStyle/>
        <a:p>
          <a:endParaRPr lang="en-US">
            <a:latin typeface="Comic Sans MS" panose="030F0702030302020204" pitchFamily="66" charset="0"/>
          </a:endParaRPr>
        </a:p>
      </dgm:t>
    </dgm:pt>
    <dgm:pt modelId="{A338337C-4F0A-4DF6-87B5-29F62822EED0}" type="pres">
      <dgm:prSet presAssocID="{B478A127-D135-4458-9992-FD48CBBBB9C6}" presName="linear" presStyleCnt="0">
        <dgm:presLayoutVars>
          <dgm:dir/>
          <dgm:animLvl val="lvl"/>
          <dgm:resizeHandles val="exact"/>
        </dgm:presLayoutVars>
      </dgm:prSet>
      <dgm:spPr/>
    </dgm:pt>
    <dgm:pt modelId="{2DF720E6-7336-4BE4-9499-EDFAEC5AB3AC}" type="pres">
      <dgm:prSet presAssocID="{48DB0CDF-0E10-42AA-96FC-988B8EB5CE0B}" presName="parentLin" presStyleCnt="0"/>
      <dgm:spPr/>
    </dgm:pt>
    <dgm:pt modelId="{937E8F2A-46C4-41F3-8FE2-38769CEC2AA3}" type="pres">
      <dgm:prSet presAssocID="{48DB0CDF-0E10-42AA-96FC-988B8EB5CE0B}" presName="parentLeftMargin" presStyleLbl="node1" presStyleIdx="0" presStyleCnt="4"/>
      <dgm:spPr/>
    </dgm:pt>
    <dgm:pt modelId="{775CE72B-26BF-4252-8D6A-F4DD8468C2B5}" type="pres">
      <dgm:prSet presAssocID="{48DB0CDF-0E10-42AA-96FC-988B8EB5CE0B}" presName="parentText" presStyleLbl="node1" presStyleIdx="0" presStyleCnt="4">
        <dgm:presLayoutVars>
          <dgm:chMax val="0"/>
          <dgm:bulletEnabled val="1"/>
        </dgm:presLayoutVars>
      </dgm:prSet>
      <dgm:spPr/>
    </dgm:pt>
    <dgm:pt modelId="{990D1EBE-FF3D-41D7-82BF-87E3EFAE4D19}" type="pres">
      <dgm:prSet presAssocID="{48DB0CDF-0E10-42AA-96FC-988B8EB5CE0B}" presName="negativeSpace" presStyleCnt="0"/>
      <dgm:spPr/>
    </dgm:pt>
    <dgm:pt modelId="{327E4782-C81F-4756-B7D0-4BE4B663D6C2}" type="pres">
      <dgm:prSet presAssocID="{48DB0CDF-0E10-42AA-96FC-988B8EB5CE0B}" presName="childText" presStyleLbl="conFgAcc1" presStyleIdx="0" presStyleCnt="4">
        <dgm:presLayoutVars>
          <dgm:bulletEnabled val="1"/>
        </dgm:presLayoutVars>
      </dgm:prSet>
      <dgm:spPr/>
    </dgm:pt>
    <dgm:pt modelId="{760EF669-99E4-4B84-A55F-D1A28337B894}" type="pres">
      <dgm:prSet presAssocID="{49D1EC19-38E6-43A2-94D2-55CF28B7727F}" presName="spaceBetweenRectangles" presStyleCnt="0"/>
      <dgm:spPr/>
    </dgm:pt>
    <dgm:pt modelId="{D431FDAE-6A82-446B-9692-21E80115D5D0}" type="pres">
      <dgm:prSet presAssocID="{12CBB0EC-29C2-4914-9E8F-6053B645C894}" presName="parentLin" presStyleCnt="0"/>
      <dgm:spPr/>
    </dgm:pt>
    <dgm:pt modelId="{3136FBFC-A3D6-4F86-B213-44A9585D1FDE}" type="pres">
      <dgm:prSet presAssocID="{12CBB0EC-29C2-4914-9E8F-6053B645C894}" presName="parentLeftMargin" presStyleLbl="node1" presStyleIdx="0" presStyleCnt="4"/>
      <dgm:spPr/>
    </dgm:pt>
    <dgm:pt modelId="{6EFA18B9-763B-4D89-A22B-46DEE0E4891C}" type="pres">
      <dgm:prSet presAssocID="{12CBB0EC-29C2-4914-9E8F-6053B645C894}" presName="parentText" presStyleLbl="node1" presStyleIdx="1" presStyleCnt="4">
        <dgm:presLayoutVars>
          <dgm:chMax val="0"/>
          <dgm:bulletEnabled val="1"/>
        </dgm:presLayoutVars>
      </dgm:prSet>
      <dgm:spPr/>
    </dgm:pt>
    <dgm:pt modelId="{05649AE6-EBFF-4751-AA81-E5F4A1AE8475}" type="pres">
      <dgm:prSet presAssocID="{12CBB0EC-29C2-4914-9E8F-6053B645C894}" presName="negativeSpace" presStyleCnt="0"/>
      <dgm:spPr/>
    </dgm:pt>
    <dgm:pt modelId="{DFFB15DD-3B74-429D-8E6A-5C2E06A406B6}" type="pres">
      <dgm:prSet presAssocID="{12CBB0EC-29C2-4914-9E8F-6053B645C894}" presName="childText" presStyleLbl="conFgAcc1" presStyleIdx="1" presStyleCnt="4">
        <dgm:presLayoutVars>
          <dgm:bulletEnabled val="1"/>
        </dgm:presLayoutVars>
      </dgm:prSet>
      <dgm:spPr/>
    </dgm:pt>
    <dgm:pt modelId="{D83E6A79-0E47-40A6-90F5-3FA47A5F189C}" type="pres">
      <dgm:prSet presAssocID="{95C64D40-1497-4F77-9460-6F46C78FAA9E}" presName="spaceBetweenRectangles" presStyleCnt="0"/>
      <dgm:spPr/>
    </dgm:pt>
    <dgm:pt modelId="{FA2E6239-79EC-4B91-A32D-4AEDA68FB424}" type="pres">
      <dgm:prSet presAssocID="{E890AB5F-0F3C-40F5-9D51-59A1EF78DE7A}" presName="parentLin" presStyleCnt="0"/>
      <dgm:spPr/>
    </dgm:pt>
    <dgm:pt modelId="{620B17F9-3F80-4261-B26D-216DDAD7351E}" type="pres">
      <dgm:prSet presAssocID="{E890AB5F-0F3C-40F5-9D51-59A1EF78DE7A}" presName="parentLeftMargin" presStyleLbl="node1" presStyleIdx="1" presStyleCnt="4"/>
      <dgm:spPr/>
    </dgm:pt>
    <dgm:pt modelId="{07D2947C-534E-4C80-999C-C36DA92C5C98}" type="pres">
      <dgm:prSet presAssocID="{E890AB5F-0F3C-40F5-9D51-59A1EF78DE7A}" presName="parentText" presStyleLbl="node1" presStyleIdx="2" presStyleCnt="4">
        <dgm:presLayoutVars>
          <dgm:chMax val="0"/>
          <dgm:bulletEnabled val="1"/>
        </dgm:presLayoutVars>
      </dgm:prSet>
      <dgm:spPr/>
    </dgm:pt>
    <dgm:pt modelId="{DD75222E-483E-4BC2-A82A-F6603F304B41}" type="pres">
      <dgm:prSet presAssocID="{E890AB5F-0F3C-40F5-9D51-59A1EF78DE7A}" presName="negativeSpace" presStyleCnt="0"/>
      <dgm:spPr/>
    </dgm:pt>
    <dgm:pt modelId="{1B09DD6D-2D0A-4E19-94BA-874A95C5D991}" type="pres">
      <dgm:prSet presAssocID="{E890AB5F-0F3C-40F5-9D51-59A1EF78DE7A}" presName="childText" presStyleLbl="conFgAcc1" presStyleIdx="2" presStyleCnt="4">
        <dgm:presLayoutVars>
          <dgm:bulletEnabled val="1"/>
        </dgm:presLayoutVars>
      </dgm:prSet>
      <dgm:spPr/>
    </dgm:pt>
    <dgm:pt modelId="{D6B29FD0-1585-41A2-8EF0-808D85A73C74}" type="pres">
      <dgm:prSet presAssocID="{95421E22-8364-47A5-BF73-1AC3C81EBBF1}" presName="spaceBetweenRectangles" presStyleCnt="0"/>
      <dgm:spPr/>
    </dgm:pt>
    <dgm:pt modelId="{D5650D98-28E9-4160-B14F-99D05D663B0D}" type="pres">
      <dgm:prSet presAssocID="{AA2BB2B2-230B-426A-94F3-D07BB442B205}" presName="parentLin" presStyleCnt="0"/>
      <dgm:spPr/>
    </dgm:pt>
    <dgm:pt modelId="{A30F50CE-28D4-41E8-9162-5EB3731290F7}" type="pres">
      <dgm:prSet presAssocID="{AA2BB2B2-230B-426A-94F3-D07BB442B205}" presName="parentLeftMargin" presStyleLbl="node1" presStyleIdx="2" presStyleCnt="4"/>
      <dgm:spPr/>
    </dgm:pt>
    <dgm:pt modelId="{F61DAEEC-CEEC-4FBB-B2E2-B213F7191A85}" type="pres">
      <dgm:prSet presAssocID="{AA2BB2B2-230B-426A-94F3-D07BB442B205}" presName="parentText" presStyleLbl="node1" presStyleIdx="3" presStyleCnt="4">
        <dgm:presLayoutVars>
          <dgm:chMax val="0"/>
          <dgm:bulletEnabled val="1"/>
        </dgm:presLayoutVars>
      </dgm:prSet>
      <dgm:spPr/>
    </dgm:pt>
    <dgm:pt modelId="{C57B6117-916C-4437-A016-360FC207E414}" type="pres">
      <dgm:prSet presAssocID="{AA2BB2B2-230B-426A-94F3-D07BB442B205}" presName="negativeSpace" presStyleCnt="0"/>
      <dgm:spPr/>
    </dgm:pt>
    <dgm:pt modelId="{6FBDD795-7C68-427E-96CA-B7593185BBDB}" type="pres">
      <dgm:prSet presAssocID="{AA2BB2B2-230B-426A-94F3-D07BB442B205}" presName="childText" presStyleLbl="conFgAcc1" presStyleIdx="3" presStyleCnt="4">
        <dgm:presLayoutVars>
          <dgm:bulletEnabled val="1"/>
        </dgm:presLayoutVars>
      </dgm:prSet>
      <dgm:spPr/>
    </dgm:pt>
  </dgm:ptLst>
  <dgm:cxnLst>
    <dgm:cxn modelId="{F4A0D209-D041-45DD-BD2F-630B9B50FE46}" srcId="{B478A127-D135-4458-9992-FD48CBBBB9C6}" destId="{12CBB0EC-29C2-4914-9E8F-6053B645C894}" srcOrd="1" destOrd="0" parTransId="{45415D96-D13F-4040-8078-BF05268D3533}" sibTransId="{95C64D40-1497-4F77-9460-6F46C78FAA9E}"/>
    <dgm:cxn modelId="{9B58811C-F7AA-4CE1-8F94-8952CCD30645}" type="presOf" srcId="{12CBB0EC-29C2-4914-9E8F-6053B645C894}" destId="{3136FBFC-A3D6-4F86-B213-44A9585D1FDE}" srcOrd="0" destOrd="0" presId="urn:microsoft.com/office/officeart/2005/8/layout/list1"/>
    <dgm:cxn modelId="{0F5A4136-DF1C-4C59-9092-ACAC9A6E6419}" type="presOf" srcId="{B478A127-D135-4458-9992-FD48CBBBB9C6}" destId="{A338337C-4F0A-4DF6-87B5-29F62822EED0}" srcOrd="0" destOrd="0" presId="urn:microsoft.com/office/officeart/2005/8/layout/list1"/>
    <dgm:cxn modelId="{E38B583A-F38F-4A35-A792-11FF9ADCAA13}" type="presOf" srcId="{48DB0CDF-0E10-42AA-96FC-988B8EB5CE0B}" destId="{937E8F2A-46C4-41F3-8FE2-38769CEC2AA3}" srcOrd="0" destOrd="0" presId="urn:microsoft.com/office/officeart/2005/8/layout/list1"/>
    <dgm:cxn modelId="{A8696E3D-37D6-4BA3-AF09-2E82F97111C5}" type="presOf" srcId="{F86792BD-ED53-4738-B2BD-9CFD6F427259}" destId="{327E4782-C81F-4756-B7D0-4BE4B663D6C2}" srcOrd="0" destOrd="0" presId="urn:microsoft.com/office/officeart/2005/8/layout/list1"/>
    <dgm:cxn modelId="{CD691D3E-7E81-4A70-A887-2FCACAAF969A}" type="presOf" srcId="{6FE3AC3A-D30E-4BDA-B55B-7699D27F18D8}" destId="{6FBDD795-7C68-427E-96CA-B7593185BBDB}" srcOrd="0" destOrd="0" presId="urn:microsoft.com/office/officeart/2005/8/layout/list1"/>
    <dgm:cxn modelId="{1CFB5D5D-1388-4F0F-BF0B-0D3E185CA508}" type="presOf" srcId="{C0C14DAC-52E0-4E5C-9E8A-85F02F191CCB}" destId="{1B09DD6D-2D0A-4E19-94BA-874A95C5D991}" srcOrd="0" destOrd="0" presId="urn:microsoft.com/office/officeart/2005/8/layout/list1"/>
    <dgm:cxn modelId="{D3444D5E-CBFE-4378-B996-C8881BBECF76}" srcId="{B478A127-D135-4458-9992-FD48CBBBB9C6}" destId="{E890AB5F-0F3C-40F5-9D51-59A1EF78DE7A}" srcOrd="2" destOrd="0" parTransId="{EF082683-0A69-4837-8771-7E40B98FF178}" sibTransId="{95421E22-8364-47A5-BF73-1AC3C81EBBF1}"/>
    <dgm:cxn modelId="{A6D66B41-6FC9-42C8-87E8-E9AD1BC803D1}" type="presOf" srcId="{E890AB5F-0F3C-40F5-9D51-59A1EF78DE7A}" destId="{07D2947C-534E-4C80-999C-C36DA92C5C98}" srcOrd="1" destOrd="0" presId="urn:microsoft.com/office/officeart/2005/8/layout/list1"/>
    <dgm:cxn modelId="{9674E241-6F36-4197-BA93-4ADFB111E4BC}" srcId="{12CBB0EC-29C2-4914-9E8F-6053B645C894}" destId="{9311A325-72F2-4225-9492-5B571F72D958}" srcOrd="0" destOrd="0" parTransId="{ACFDCE93-F803-45C2-A6F1-A59CE178E24A}" sibTransId="{26E6A98D-0D13-4C40-87D1-6F46A47D8998}"/>
    <dgm:cxn modelId="{94D6B64A-66B6-4324-A6A3-D1C7FC787A70}" srcId="{E890AB5F-0F3C-40F5-9D51-59A1EF78DE7A}" destId="{C0C14DAC-52E0-4E5C-9E8A-85F02F191CCB}" srcOrd="0" destOrd="0" parTransId="{C958FB80-5D9D-4FDD-B5CF-21879A1D4945}" sibTransId="{6F09AD13-6766-4C9D-8F8A-2942CCAEE4AC}"/>
    <dgm:cxn modelId="{12A1794F-D608-47C2-8C9E-3D3E1733A980}" type="presOf" srcId="{48DB0CDF-0E10-42AA-96FC-988B8EB5CE0B}" destId="{775CE72B-26BF-4252-8D6A-F4DD8468C2B5}" srcOrd="1" destOrd="0" presId="urn:microsoft.com/office/officeart/2005/8/layout/list1"/>
    <dgm:cxn modelId="{68D5E595-6DA7-4546-A44F-8213785E52E0}" type="presOf" srcId="{AA2BB2B2-230B-426A-94F3-D07BB442B205}" destId="{A30F50CE-28D4-41E8-9162-5EB3731290F7}" srcOrd="0" destOrd="0" presId="urn:microsoft.com/office/officeart/2005/8/layout/list1"/>
    <dgm:cxn modelId="{6066C39C-56A5-4735-B5BB-A23591D7C286}" srcId="{48DB0CDF-0E10-42AA-96FC-988B8EB5CE0B}" destId="{F86792BD-ED53-4738-B2BD-9CFD6F427259}" srcOrd="0" destOrd="0" parTransId="{4B624C97-B69F-4F69-9EFF-45A2BCF66D5D}" sibTransId="{72D09201-986B-4649-9668-451FEEB12EC6}"/>
    <dgm:cxn modelId="{3482C3B7-7788-42A1-ADC7-B7DBFAAB935E}" srcId="{B478A127-D135-4458-9992-FD48CBBBB9C6}" destId="{48DB0CDF-0E10-42AA-96FC-988B8EB5CE0B}" srcOrd="0" destOrd="0" parTransId="{2EC84408-DE00-4A67-BBC9-56324A94133F}" sibTransId="{49D1EC19-38E6-43A2-94D2-55CF28B7727F}"/>
    <dgm:cxn modelId="{8EEF43CA-8FC0-4A0D-B055-0DE3BA59E05D}" srcId="{B478A127-D135-4458-9992-FD48CBBBB9C6}" destId="{AA2BB2B2-230B-426A-94F3-D07BB442B205}" srcOrd="3" destOrd="0" parTransId="{53C93235-FE8A-4822-8417-E62B767AFE87}" sibTransId="{4BC6C195-BF4F-41CD-9BE7-5970E89470B9}"/>
    <dgm:cxn modelId="{B1AF11D8-9C67-48B9-B3F8-ED7B1A1FAEC0}" type="presOf" srcId="{12CBB0EC-29C2-4914-9E8F-6053B645C894}" destId="{6EFA18B9-763B-4D89-A22B-46DEE0E4891C}" srcOrd="1" destOrd="0" presId="urn:microsoft.com/office/officeart/2005/8/layout/list1"/>
    <dgm:cxn modelId="{8C14FAE9-A6C0-4030-ACED-7E93DB63FAC9}" type="presOf" srcId="{9311A325-72F2-4225-9492-5B571F72D958}" destId="{DFFB15DD-3B74-429D-8E6A-5C2E06A406B6}" srcOrd="0" destOrd="0" presId="urn:microsoft.com/office/officeart/2005/8/layout/list1"/>
    <dgm:cxn modelId="{0EE977EF-AC09-4666-8341-D90E19834ABB}" srcId="{AA2BB2B2-230B-426A-94F3-D07BB442B205}" destId="{6FE3AC3A-D30E-4BDA-B55B-7699D27F18D8}" srcOrd="0" destOrd="0" parTransId="{C87714A4-F79F-427D-B8F1-861BEF7EFB09}" sibTransId="{394AB7D5-6BBD-4667-B6C8-E952E5A74166}"/>
    <dgm:cxn modelId="{04D60BF6-0BF8-45C9-B300-3DD9D234BBF4}" type="presOf" srcId="{E890AB5F-0F3C-40F5-9D51-59A1EF78DE7A}" destId="{620B17F9-3F80-4261-B26D-216DDAD7351E}" srcOrd="0" destOrd="0" presId="urn:microsoft.com/office/officeart/2005/8/layout/list1"/>
    <dgm:cxn modelId="{2148FEF6-A26F-4FCD-98C8-29222D7B6BA4}" type="presOf" srcId="{AA2BB2B2-230B-426A-94F3-D07BB442B205}" destId="{F61DAEEC-CEEC-4FBB-B2E2-B213F7191A85}" srcOrd="1" destOrd="0" presId="urn:microsoft.com/office/officeart/2005/8/layout/list1"/>
    <dgm:cxn modelId="{DAE7C6BC-D4C6-402F-9A10-87F3A4F18464}" type="presParOf" srcId="{A338337C-4F0A-4DF6-87B5-29F62822EED0}" destId="{2DF720E6-7336-4BE4-9499-EDFAEC5AB3AC}" srcOrd="0" destOrd="0" presId="urn:microsoft.com/office/officeart/2005/8/layout/list1"/>
    <dgm:cxn modelId="{6A4F4A0B-A6A6-4D09-8F4D-A2E5465D39CA}" type="presParOf" srcId="{2DF720E6-7336-4BE4-9499-EDFAEC5AB3AC}" destId="{937E8F2A-46C4-41F3-8FE2-38769CEC2AA3}" srcOrd="0" destOrd="0" presId="urn:microsoft.com/office/officeart/2005/8/layout/list1"/>
    <dgm:cxn modelId="{BF8ECE42-719E-4418-AF3A-39089AB11556}" type="presParOf" srcId="{2DF720E6-7336-4BE4-9499-EDFAEC5AB3AC}" destId="{775CE72B-26BF-4252-8D6A-F4DD8468C2B5}" srcOrd="1" destOrd="0" presId="urn:microsoft.com/office/officeart/2005/8/layout/list1"/>
    <dgm:cxn modelId="{B250A0B4-AD2C-4AEC-845A-5CB377D90FCC}" type="presParOf" srcId="{A338337C-4F0A-4DF6-87B5-29F62822EED0}" destId="{990D1EBE-FF3D-41D7-82BF-87E3EFAE4D19}" srcOrd="1" destOrd="0" presId="urn:microsoft.com/office/officeart/2005/8/layout/list1"/>
    <dgm:cxn modelId="{1768C3CB-EB18-47F5-8DF3-D2352626C432}" type="presParOf" srcId="{A338337C-4F0A-4DF6-87B5-29F62822EED0}" destId="{327E4782-C81F-4756-B7D0-4BE4B663D6C2}" srcOrd="2" destOrd="0" presId="urn:microsoft.com/office/officeart/2005/8/layout/list1"/>
    <dgm:cxn modelId="{A4BF494F-D4C8-415E-B4A8-704D34DD3495}" type="presParOf" srcId="{A338337C-4F0A-4DF6-87B5-29F62822EED0}" destId="{760EF669-99E4-4B84-A55F-D1A28337B894}" srcOrd="3" destOrd="0" presId="urn:microsoft.com/office/officeart/2005/8/layout/list1"/>
    <dgm:cxn modelId="{893E95D3-BF81-44EF-8B78-4E66DEAA279D}" type="presParOf" srcId="{A338337C-4F0A-4DF6-87B5-29F62822EED0}" destId="{D431FDAE-6A82-446B-9692-21E80115D5D0}" srcOrd="4" destOrd="0" presId="urn:microsoft.com/office/officeart/2005/8/layout/list1"/>
    <dgm:cxn modelId="{EFFBAA75-5019-47F9-BB3A-0CAAAC0825CA}" type="presParOf" srcId="{D431FDAE-6A82-446B-9692-21E80115D5D0}" destId="{3136FBFC-A3D6-4F86-B213-44A9585D1FDE}" srcOrd="0" destOrd="0" presId="urn:microsoft.com/office/officeart/2005/8/layout/list1"/>
    <dgm:cxn modelId="{15BB9152-33DB-4159-B2C7-BC8173507587}" type="presParOf" srcId="{D431FDAE-6A82-446B-9692-21E80115D5D0}" destId="{6EFA18B9-763B-4D89-A22B-46DEE0E4891C}" srcOrd="1" destOrd="0" presId="urn:microsoft.com/office/officeart/2005/8/layout/list1"/>
    <dgm:cxn modelId="{06A96751-561C-4109-B928-BC35AC78EA1F}" type="presParOf" srcId="{A338337C-4F0A-4DF6-87B5-29F62822EED0}" destId="{05649AE6-EBFF-4751-AA81-E5F4A1AE8475}" srcOrd="5" destOrd="0" presId="urn:microsoft.com/office/officeart/2005/8/layout/list1"/>
    <dgm:cxn modelId="{2F191FB7-9E65-4825-8E12-AB464D904937}" type="presParOf" srcId="{A338337C-4F0A-4DF6-87B5-29F62822EED0}" destId="{DFFB15DD-3B74-429D-8E6A-5C2E06A406B6}" srcOrd="6" destOrd="0" presId="urn:microsoft.com/office/officeart/2005/8/layout/list1"/>
    <dgm:cxn modelId="{8114A88D-7318-4FB6-A429-8943DEB08DCB}" type="presParOf" srcId="{A338337C-4F0A-4DF6-87B5-29F62822EED0}" destId="{D83E6A79-0E47-40A6-90F5-3FA47A5F189C}" srcOrd="7" destOrd="0" presId="urn:microsoft.com/office/officeart/2005/8/layout/list1"/>
    <dgm:cxn modelId="{98E6AC25-799E-45A5-BB8A-68824BB66708}" type="presParOf" srcId="{A338337C-4F0A-4DF6-87B5-29F62822EED0}" destId="{FA2E6239-79EC-4B91-A32D-4AEDA68FB424}" srcOrd="8" destOrd="0" presId="urn:microsoft.com/office/officeart/2005/8/layout/list1"/>
    <dgm:cxn modelId="{19901836-DC91-4AE6-BF49-C40AF877BD49}" type="presParOf" srcId="{FA2E6239-79EC-4B91-A32D-4AEDA68FB424}" destId="{620B17F9-3F80-4261-B26D-216DDAD7351E}" srcOrd="0" destOrd="0" presId="urn:microsoft.com/office/officeart/2005/8/layout/list1"/>
    <dgm:cxn modelId="{A1CCC77E-FD3D-4CE2-B00A-79D88AA027CA}" type="presParOf" srcId="{FA2E6239-79EC-4B91-A32D-4AEDA68FB424}" destId="{07D2947C-534E-4C80-999C-C36DA92C5C98}" srcOrd="1" destOrd="0" presId="urn:microsoft.com/office/officeart/2005/8/layout/list1"/>
    <dgm:cxn modelId="{2F6B3E5E-FC93-4D07-815C-9F55FBB720DF}" type="presParOf" srcId="{A338337C-4F0A-4DF6-87B5-29F62822EED0}" destId="{DD75222E-483E-4BC2-A82A-F6603F304B41}" srcOrd="9" destOrd="0" presId="urn:microsoft.com/office/officeart/2005/8/layout/list1"/>
    <dgm:cxn modelId="{E15D14B6-A074-49F5-AED1-53DBE6EDF98D}" type="presParOf" srcId="{A338337C-4F0A-4DF6-87B5-29F62822EED0}" destId="{1B09DD6D-2D0A-4E19-94BA-874A95C5D991}" srcOrd="10" destOrd="0" presId="urn:microsoft.com/office/officeart/2005/8/layout/list1"/>
    <dgm:cxn modelId="{0861C14F-9BC1-4B6B-8B1F-65805FD87FBB}" type="presParOf" srcId="{A338337C-4F0A-4DF6-87B5-29F62822EED0}" destId="{D6B29FD0-1585-41A2-8EF0-808D85A73C74}" srcOrd="11" destOrd="0" presId="urn:microsoft.com/office/officeart/2005/8/layout/list1"/>
    <dgm:cxn modelId="{2298DEFE-29C8-4522-B94F-C0DFAD3B6E32}" type="presParOf" srcId="{A338337C-4F0A-4DF6-87B5-29F62822EED0}" destId="{D5650D98-28E9-4160-B14F-99D05D663B0D}" srcOrd="12" destOrd="0" presId="urn:microsoft.com/office/officeart/2005/8/layout/list1"/>
    <dgm:cxn modelId="{C7823B81-2AEB-451F-A97C-FA75F5C732FA}" type="presParOf" srcId="{D5650D98-28E9-4160-B14F-99D05D663B0D}" destId="{A30F50CE-28D4-41E8-9162-5EB3731290F7}" srcOrd="0" destOrd="0" presId="urn:microsoft.com/office/officeart/2005/8/layout/list1"/>
    <dgm:cxn modelId="{9564D48D-50DF-4810-A3C4-D654E72DF4BC}" type="presParOf" srcId="{D5650D98-28E9-4160-B14F-99D05D663B0D}" destId="{F61DAEEC-CEEC-4FBB-B2E2-B213F7191A85}" srcOrd="1" destOrd="0" presId="urn:microsoft.com/office/officeart/2005/8/layout/list1"/>
    <dgm:cxn modelId="{317EDCFD-0DD9-4E37-9C65-389EB1D2E491}" type="presParOf" srcId="{A338337C-4F0A-4DF6-87B5-29F62822EED0}" destId="{C57B6117-916C-4437-A016-360FC207E414}" srcOrd="13" destOrd="0" presId="urn:microsoft.com/office/officeart/2005/8/layout/list1"/>
    <dgm:cxn modelId="{92DFDA10-4D1A-4BB6-9147-526869C0D304}" type="presParOf" srcId="{A338337C-4F0A-4DF6-87B5-29F62822EED0}" destId="{6FBDD795-7C68-427E-96CA-B7593185BBDB}"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D10E4F-1CC2-49E4-8436-26DDB1D8D9A4}">
      <dsp:nvSpPr>
        <dsp:cNvPr id="0" name=""/>
        <dsp:cNvSpPr/>
      </dsp:nvSpPr>
      <dsp:spPr>
        <a:xfrm>
          <a:off x="0" y="400"/>
          <a:ext cx="10803164" cy="9372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8C5D2A-F31C-4BC3-A097-A886AD1B85A8}">
      <dsp:nvSpPr>
        <dsp:cNvPr id="0" name=""/>
        <dsp:cNvSpPr/>
      </dsp:nvSpPr>
      <dsp:spPr>
        <a:xfrm>
          <a:off x="283514" y="211279"/>
          <a:ext cx="515481" cy="5154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2C73E0-54A8-456A-B7A1-8BA9E04AD47A}">
      <dsp:nvSpPr>
        <dsp:cNvPr id="0" name=""/>
        <dsp:cNvSpPr/>
      </dsp:nvSpPr>
      <dsp:spPr>
        <a:xfrm>
          <a:off x="1082510" y="400"/>
          <a:ext cx="9720653" cy="937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191" tIns="99191" rIns="99191" bIns="99191"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Comic Sans MS" panose="030F0702030302020204" pitchFamily="66" charset="0"/>
            </a:rPr>
            <a:t>The </a:t>
          </a:r>
          <a:r>
            <a:rPr lang="en-US" sz="2000" b="1" kern="1200" dirty="0">
              <a:latin typeface="Comic Sans MS" panose="030F0702030302020204" pitchFamily="66" charset="0"/>
            </a:rPr>
            <a:t>Software Testing Life Cycle (STLC)</a:t>
          </a:r>
          <a:r>
            <a:rPr lang="en-US" sz="2000" kern="1200" dirty="0">
              <a:latin typeface="Comic Sans MS" panose="030F0702030302020204" pitchFamily="66" charset="0"/>
            </a:rPr>
            <a:t> is a process that verifies whether the Software Quality meets the expectations or not.</a:t>
          </a:r>
        </a:p>
      </dsp:txBody>
      <dsp:txXfrm>
        <a:off x="1082510" y="400"/>
        <a:ext cx="9720653" cy="937238"/>
      </dsp:txXfrm>
    </dsp:sp>
    <dsp:sp modelId="{4F1FAE9C-DD7F-4B34-9F48-E0585C22B3BE}">
      <dsp:nvSpPr>
        <dsp:cNvPr id="0" name=""/>
        <dsp:cNvSpPr/>
      </dsp:nvSpPr>
      <dsp:spPr>
        <a:xfrm>
          <a:off x="0" y="1171948"/>
          <a:ext cx="10803164" cy="9372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4C227D-A04E-417C-BA3F-43827B97E7FB}">
      <dsp:nvSpPr>
        <dsp:cNvPr id="0" name=""/>
        <dsp:cNvSpPr/>
      </dsp:nvSpPr>
      <dsp:spPr>
        <a:xfrm>
          <a:off x="283514" y="1382827"/>
          <a:ext cx="515481" cy="5154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B62574-2798-40BE-B174-847D0B0B949B}">
      <dsp:nvSpPr>
        <dsp:cNvPr id="0" name=""/>
        <dsp:cNvSpPr/>
      </dsp:nvSpPr>
      <dsp:spPr>
        <a:xfrm>
          <a:off x="1082510" y="1171948"/>
          <a:ext cx="9720653" cy="937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191" tIns="99191" rIns="99191" bIns="99191" numCol="1" spcCol="1270" anchor="ctr" anchorCtr="0">
          <a:noAutofit/>
        </a:bodyPr>
        <a:lstStyle/>
        <a:p>
          <a:pPr marL="0" lvl="0" indent="0" algn="l" defTabSz="889000">
            <a:lnSpc>
              <a:spcPct val="100000"/>
            </a:lnSpc>
            <a:spcBef>
              <a:spcPct val="0"/>
            </a:spcBef>
            <a:spcAft>
              <a:spcPct val="35000"/>
            </a:spcAft>
            <a:buNone/>
          </a:pPr>
          <a:r>
            <a:rPr lang="en-US" sz="2000" kern="1200">
              <a:latin typeface="Comic Sans MS" panose="030F0702030302020204" pitchFamily="66" charset="0"/>
            </a:rPr>
            <a:t>STLC is a sequence of Phases which are followed by the software testers as a part of software testing process.</a:t>
          </a:r>
        </a:p>
      </dsp:txBody>
      <dsp:txXfrm>
        <a:off x="1082510" y="1171948"/>
        <a:ext cx="9720653" cy="937238"/>
      </dsp:txXfrm>
    </dsp:sp>
    <dsp:sp modelId="{2EFD1120-4886-4A89-ABE5-0D3AF41B3666}">
      <dsp:nvSpPr>
        <dsp:cNvPr id="0" name=""/>
        <dsp:cNvSpPr/>
      </dsp:nvSpPr>
      <dsp:spPr>
        <a:xfrm>
          <a:off x="0" y="2343496"/>
          <a:ext cx="10803164" cy="9372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0E4CAE-5228-490B-A22A-B4AF62838CD5}">
      <dsp:nvSpPr>
        <dsp:cNvPr id="0" name=""/>
        <dsp:cNvSpPr/>
      </dsp:nvSpPr>
      <dsp:spPr>
        <a:xfrm>
          <a:off x="283514" y="2554375"/>
          <a:ext cx="515481" cy="51548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24DAD5-3E38-4596-880F-07F27CB543C7}">
      <dsp:nvSpPr>
        <dsp:cNvPr id="0" name=""/>
        <dsp:cNvSpPr/>
      </dsp:nvSpPr>
      <dsp:spPr>
        <a:xfrm>
          <a:off x="1082510" y="2343496"/>
          <a:ext cx="9720653" cy="937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191" tIns="99191" rIns="99191" bIns="99191" numCol="1" spcCol="1270" anchor="ctr" anchorCtr="0">
          <a:noAutofit/>
        </a:bodyPr>
        <a:lstStyle/>
        <a:p>
          <a:pPr marL="0" lvl="0" indent="0" algn="l" defTabSz="889000">
            <a:lnSpc>
              <a:spcPct val="100000"/>
            </a:lnSpc>
            <a:spcBef>
              <a:spcPct val="0"/>
            </a:spcBef>
            <a:spcAft>
              <a:spcPct val="35000"/>
            </a:spcAft>
            <a:buNone/>
          </a:pPr>
          <a:r>
            <a:rPr lang="en-US" sz="2000" kern="1200">
              <a:latin typeface="Comic Sans MS" panose="030F0702030302020204" pitchFamily="66" charset="0"/>
            </a:rPr>
            <a:t>STLC is part of SDLC.</a:t>
          </a:r>
        </a:p>
      </dsp:txBody>
      <dsp:txXfrm>
        <a:off x="1082510" y="2343496"/>
        <a:ext cx="9720653" cy="9372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A32738-4482-461F-AACC-3A316B634AC0}">
      <dsp:nvSpPr>
        <dsp:cNvPr id="0" name=""/>
        <dsp:cNvSpPr/>
      </dsp:nvSpPr>
      <dsp:spPr>
        <a:xfrm>
          <a:off x="0" y="2851"/>
          <a:ext cx="10505339" cy="89218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Comic Sans MS" panose="030F0702030302020204" pitchFamily="66" charset="0"/>
            </a:rPr>
            <a:t>Testing team goes through the requirements document from a testing point of view and derives the testable requirements.</a:t>
          </a:r>
        </a:p>
      </dsp:txBody>
      <dsp:txXfrm>
        <a:off x="43553" y="46404"/>
        <a:ext cx="10418233" cy="805079"/>
      </dsp:txXfrm>
    </dsp:sp>
    <dsp:sp modelId="{16751285-E854-454C-91E4-73EEB182284D}">
      <dsp:nvSpPr>
        <dsp:cNvPr id="0" name=""/>
        <dsp:cNvSpPr/>
      </dsp:nvSpPr>
      <dsp:spPr>
        <a:xfrm rot="5400000">
          <a:off x="6712074" y="-1866972"/>
          <a:ext cx="877066" cy="6729984"/>
        </a:xfrm>
        <a:prstGeom prst="round2Same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latin typeface="Comic Sans MS" panose="030F0702030302020204" pitchFamily="66" charset="0"/>
            </a:rPr>
            <a:t>Once the Testing Team receives the Requirements Documents</a:t>
          </a:r>
        </a:p>
      </dsp:txBody>
      <dsp:txXfrm rot="-5400000">
        <a:off x="3785616" y="1102301"/>
        <a:ext cx="6687169" cy="791436"/>
      </dsp:txXfrm>
    </dsp:sp>
    <dsp:sp modelId="{41E5A091-24B8-4D14-AA92-172FC37B4F0C}">
      <dsp:nvSpPr>
        <dsp:cNvPr id="0" name=""/>
        <dsp:cNvSpPr/>
      </dsp:nvSpPr>
      <dsp:spPr>
        <a:xfrm>
          <a:off x="0" y="949853"/>
          <a:ext cx="3785616" cy="1096333"/>
        </a:xfrm>
        <a:prstGeom prst="roundRect">
          <a:avLst/>
        </a:prstGeom>
        <a:solidFill>
          <a:schemeClr val="accent2">
            <a:hueOff val="2197"/>
            <a:satOff val="458"/>
            <a:lumOff val="86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1" kern="1200" dirty="0">
              <a:latin typeface="Comic Sans MS" panose="030F0702030302020204" pitchFamily="66" charset="0"/>
            </a:rPr>
            <a:t>Entry Criteria</a:t>
          </a:r>
          <a:endParaRPr lang="en-US" sz="2200" kern="1200" dirty="0">
            <a:latin typeface="Comic Sans MS" panose="030F0702030302020204" pitchFamily="66" charset="0"/>
          </a:endParaRPr>
        </a:p>
      </dsp:txBody>
      <dsp:txXfrm>
        <a:off x="53519" y="1003372"/>
        <a:ext cx="3678578" cy="989295"/>
      </dsp:txXfrm>
    </dsp:sp>
    <dsp:sp modelId="{77612017-C198-4AD7-A58B-70676D6241DF}">
      <dsp:nvSpPr>
        <dsp:cNvPr id="0" name=""/>
        <dsp:cNvSpPr/>
      </dsp:nvSpPr>
      <dsp:spPr>
        <a:xfrm rot="5400000">
          <a:off x="6712074" y="-715822"/>
          <a:ext cx="877066" cy="6729984"/>
        </a:xfrm>
        <a:prstGeom prst="round2SameRect">
          <a:avLst/>
        </a:prstGeom>
        <a:solidFill>
          <a:schemeClr val="accent2">
            <a:tint val="40000"/>
            <a:alpha val="90000"/>
            <a:hueOff val="-198624"/>
            <a:satOff val="8408"/>
            <a:lumOff val="2591"/>
            <a:alphaOff val="0"/>
          </a:schemeClr>
        </a:solidFill>
        <a:ln w="19050" cap="flat" cmpd="sng" algn="ctr">
          <a:solidFill>
            <a:schemeClr val="accent2">
              <a:tint val="40000"/>
              <a:alpha val="90000"/>
              <a:hueOff val="-198624"/>
              <a:satOff val="8408"/>
              <a:lumOff val="259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latin typeface="Comic Sans MS" panose="030F0702030302020204" pitchFamily="66" charset="0"/>
            </a:rPr>
            <a:t>Read the BRS</a:t>
          </a:r>
        </a:p>
        <a:p>
          <a:pPr marL="114300" lvl="1" indent="-114300" algn="l" defTabSz="577850">
            <a:lnSpc>
              <a:spcPct val="90000"/>
            </a:lnSpc>
            <a:spcBef>
              <a:spcPct val="0"/>
            </a:spcBef>
            <a:spcAft>
              <a:spcPct val="15000"/>
            </a:spcAft>
            <a:buChar char="•"/>
          </a:pPr>
          <a:r>
            <a:rPr lang="en-US" sz="1300" kern="1200" dirty="0">
              <a:latin typeface="Comic Sans MS" panose="030F0702030302020204" pitchFamily="66" charset="0"/>
            </a:rPr>
            <a:t>Doubt/clarifications with the BA</a:t>
          </a:r>
        </a:p>
        <a:p>
          <a:pPr marL="114300" lvl="1" indent="-114300" algn="l" defTabSz="577850">
            <a:lnSpc>
              <a:spcPct val="90000"/>
            </a:lnSpc>
            <a:spcBef>
              <a:spcPct val="0"/>
            </a:spcBef>
            <a:spcAft>
              <a:spcPct val="15000"/>
            </a:spcAft>
            <a:buChar char="•"/>
          </a:pPr>
          <a:r>
            <a:rPr lang="en-US" sz="1300" kern="1200" dirty="0">
              <a:latin typeface="Comic Sans MS" panose="030F0702030302020204" pitchFamily="66" charset="0"/>
            </a:rPr>
            <a:t>Derive testable Requirements</a:t>
          </a:r>
        </a:p>
      </dsp:txBody>
      <dsp:txXfrm rot="-5400000">
        <a:off x="3785616" y="2253451"/>
        <a:ext cx="6687169" cy="791436"/>
      </dsp:txXfrm>
    </dsp:sp>
    <dsp:sp modelId="{F459C99D-0321-4E3A-9BF9-D62F73651951}">
      <dsp:nvSpPr>
        <dsp:cNvPr id="0" name=""/>
        <dsp:cNvSpPr/>
      </dsp:nvSpPr>
      <dsp:spPr>
        <a:xfrm>
          <a:off x="0" y="2101003"/>
          <a:ext cx="3785616" cy="1096333"/>
        </a:xfrm>
        <a:prstGeom prst="roundRect">
          <a:avLst/>
        </a:prstGeom>
        <a:solidFill>
          <a:schemeClr val="accent2">
            <a:hueOff val="4395"/>
            <a:satOff val="915"/>
            <a:lumOff val="1738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1" kern="1200">
              <a:latin typeface="Comic Sans MS" panose="030F0702030302020204" pitchFamily="66" charset="0"/>
            </a:rPr>
            <a:t>Activities Performed</a:t>
          </a:r>
          <a:endParaRPr lang="en-US" sz="2200" kern="1200">
            <a:latin typeface="Comic Sans MS" panose="030F0702030302020204" pitchFamily="66" charset="0"/>
          </a:endParaRPr>
        </a:p>
      </dsp:txBody>
      <dsp:txXfrm>
        <a:off x="53519" y="2154522"/>
        <a:ext cx="3678578" cy="989295"/>
      </dsp:txXfrm>
    </dsp:sp>
    <dsp:sp modelId="{243D5A1B-09CF-4589-80CA-33B4F0BDCF92}">
      <dsp:nvSpPr>
        <dsp:cNvPr id="0" name=""/>
        <dsp:cNvSpPr/>
      </dsp:nvSpPr>
      <dsp:spPr>
        <a:xfrm rot="5400000">
          <a:off x="6712074" y="435327"/>
          <a:ext cx="877066" cy="6729984"/>
        </a:xfrm>
        <a:prstGeom prst="round2SameRect">
          <a:avLst/>
        </a:prstGeom>
        <a:solidFill>
          <a:schemeClr val="accent2">
            <a:tint val="40000"/>
            <a:alpha val="90000"/>
            <a:hueOff val="-397247"/>
            <a:satOff val="16816"/>
            <a:lumOff val="5182"/>
            <a:alphaOff val="0"/>
          </a:schemeClr>
        </a:solidFill>
        <a:ln w="19050" cap="flat" cmpd="sng" algn="ctr">
          <a:solidFill>
            <a:schemeClr val="accent2">
              <a:tint val="40000"/>
              <a:alpha val="90000"/>
              <a:hueOff val="-397247"/>
              <a:satOff val="16816"/>
              <a:lumOff val="518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latin typeface="Comic Sans MS" panose="030F0702030302020204" pitchFamily="66" charset="0"/>
            </a:rPr>
            <a:t>List of Requirements that can be testable by Testing Team are understood (can track them in a document)</a:t>
          </a:r>
        </a:p>
      </dsp:txBody>
      <dsp:txXfrm rot="-5400000">
        <a:off x="3785616" y="3404601"/>
        <a:ext cx="6687169" cy="791436"/>
      </dsp:txXfrm>
    </dsp:sp>
    <dsp:sp modelId="{F638B99D-034F-4343-B494-5CC107FAE97E}">
      <dsp:nvSpPr>
        <dsp:cNvPr id="0" name=""/>
        <dsp:cNvSpPr/>
      </dsp:nvSpPr>
      <dsp:spPr>
        <a:xfrm>
          <a:off x="0" y="3252153"/>
          <a:ext cx="3785616" cy="1096333"/>
        </a:xfrm>
        <a:prstGeom prst="roundRect">
          <a:avLst/>
        </a:prstGeom>
        <a:solidFill>
          <a:schemeClr val="accent2">
            <a:hueOff val="6592"/>
            <a:satOff val="1373"/>
            <a:lumOff val="260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1" kern="1200">
              <a:latin typeface="Comic Sans MS" panose="030F0702030302020204" pitchFamily="66" charset="0"/>
            </a:rPr>
            <a:t>Exit Criteria</a:t>
          </a:r>
          <a:endParaRPr lang="en-US" sz="2200" kern="1200">
            <a:latin typeface="Comic Sans MS" panose="030F0702030302020204" pitchFamily="66" charset="0"/>
          </a:endParaRPr>
        </a:p>
      </dsp:txBody>
      <dsp:txXfrm>
        <a:off x="53519" y="3305672"/>
        <a:ext cx="3678578" cy="9892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3DAD03-57CA-4653-9125-76A698A9905B}">
      <dsp:nvSpPr>
        <dsp:cNvPr id="0" name=""/>
        <dsp:cNvSpPr/>
      </dsp:nvSpPr>
      <dsp:spPr>
        <a:xfrm>
          <a:off x="0" y="281132"/>
          <a:ext cx="10515600" cy="6174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291592" rIns="816127"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latin typeface="Comic Sans MS" panose="030F0702030302020204" pitchFamily="66" charset="0"/>
            </a:rPr>
            <a:t>Testable Requirements derived from different Requirement documents</a:t>
          </a:r>
        </a:p>
      </dsp:txBody>
      <dsp:txXfrm>
        <a:off x="0" y="281132"/>
        <a:ext cx="10515600" cy="617400"/>
      </dsp:txXfrm>
    </dsp:sp>
    <dsp:sp modelId="{58783B53-580E-4F5A-A624-B4F32574AA46}">
      <dsp:nvSpPr>
        <dsp:cNvPr id="0" name=""/>
        <dsp:cNvSpPr/>
      </dsp:nvSpPr>
      <dsp:spPr>
        <a:xfrm>
          <a:off x="525780" y="74492"/>
          <a:ext cx="7360920" cy="4132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n-US" sz="1400" b="1" kern="1200">
              <a:latin typeface="Comic Sans MS" panose="030F0702030302020204" pitchFamily="66" charset="0"/>
            </a:rPr>
            <a:t>Entry Criteria</a:t>
          </a:r>
          <a:endParaRPr lang="en-US" sz="1400" kern="1200">
            <a:latin typeface="Comic Sans MS" panose="030F0702030302020204" pitchFamily="66" charset="0"/>
          </a:endParaRPr>
        </a:p>
      </dsp:txBody>
      <dsp:txXfrm>
        <a:off x="545955" y="94667"/>
        <a:ext cx="7320570" cy="372930"/>
      </dsp:txXfrm>
    </dsp:sp>
    <dsp:sp modelId="{8CF65317-B49C-4329-9668-EA920C0C6C3C}">
      <dsp:nvSpPr>
        <dsp:cNvPr id="0" name=""/>
        <dsp:cNvSpPr/>
      </dsp:nvSpPr>
      <dsp:spPr>
        <a:xfrm>
          <a:off x="0" y="1180772"/>
          <a:ext cx="10515600" cy="2998800"/>
        </a:xfrm>
        <a:prstGeom prst="rect">
          <a:avLst/>
        </a:prstGeom>
        <a:solidFill>
          <a:schemeClr val="lt1">
            <a:alpha val="90000"/>
            <a:hueOff val="0"/>
            <a:satOff val="0"/>
            <a:lumOff val="0"/>
            <a:alphaOff val="0"/>
          </a:schemeClr>
        </a:solidFill>
        <a:ln w="12700" cap="flat" cmpd="sng" algn="ctr">
          <a:solidFill>
            <a:schemeClr val="accent2">
              <a:hueOff val="3296"/>
              <a:satOff val="686"/>
              <a:lumOff val="1303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291592" rIns="816127"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latin typeface="Comic Sans MS" panose="030F0702030302020204" pitchFamily="66" charset="0"/>
            </a:rPr>
            <a:t>Create test Plan document</a:t>
          </a:r>
        </a:p>
        <a:p>
          <a:pPr marL="228600" lvl="2" indent="-114300" algn="l" defTabSz="622300">
            <a:lnSpc>
              <a:spcPct val="90000"/>
            </a:lnSpc>
            <a:spcBef>
              <a:spcPct val="0"/>
            </a:spcBef>
            <a:spcAft>
              <a:spcPct val="15000"/>
            </a:spcAft>
            <a:buChar char="•"/>
          </a:pPr>
          <a:r>
            <a:rPr lang="en-US" sz="1400" kern="1200" dirty="0">
              <a:latin typeface="Comic Sans MS" panose="030F0702030302020204" pitchFamily="66" charset="0"/>
            </a:rPr>
            <a:t>Overview</a:t>
          </a:r>
        </a:p>
        <a:p>
          <a:pPr marL="228600" lvl="2" indent="-114300" algn="l" defTabSz="622300">
            <a:lnSpc>
              <a:spcPct val="90000"/>
            </a:lnSpc>
            <a:spcBef>
              <a:spcPct val="0"/>
            </a:spcBef>
            <a:spcAft>
              <a:spcPct val="15000"/>
            </a:spcAft>
            <a:buChar char="•"/>
          </a:pPr>
          <a:r>
            <a:rPr lang="en-US" sz="1400" kern="1200" dirty="0">
              <a:latin typeface="Comic Sans MS" panose="030F0702030302020204" pitchFamily="66" charset="0"/>
            </a:rPr>
            <a:t>Scope</a:t>
          </a:r>
        </a:p>
        <a:p>
          <a:pPr marL="228600" lvl="2" indent="-114300" algn="l" defTabSz="622300">
            <a:lnSpc>
              <a:spcPct val="90000"/>
            </a:lnSpc>
            <a:spcBef>
              <a:spcPct val="0"/>
            </a:spcBef>
            <a:spcAft>
              <a:spcPct val="15000"/>
            </a:spcAft>
            <a:buChar char="•"/>
          </a:pPr>
          <a:r>
            <a:rPr lang="en-US" sz="1400" kern="1200">
              <a:latin typeface="Comic Sans MS" panose="030F0702030302020204" pitchFamily="66" charset="0"/>
            </a:rPr>
            <a:t>Timeline</a:t>
          </a:r>
        </a:p>
        <a:p>
          <a:pPr marL="228600" lvl="2" indent="-114300" algn="l" defTabSz="622300">
            <a:lnSpc>
              <a:spcPct val="90000"/>
            </a:lnSpc>
            <a:spcBef>
              <a:spcPct val="0"/>
            </a:spcBef>
            <a:spcAft>
              <a:spcPct val="15000"/>
            </a:spcAft>
            <a:buChar char="•"/>
          </a:pPr>
          <a:r>
            <a:rPr lang="en-US" sz="1400" kern="1200" dirty="0">
              <a:latin typeface="Comic Sans MS" panose="030F0702030302020204" pitchFamily="66" charset="0"/>
            </a:rPr>
            <a:t>Resources</a:t>
          </a:r>
        </a:p>
        <a:p>
          <a:pPr marL="228600" lvl="2" indent="-114300" algn="l" defTabSz="622300">
            <a:lnSpc>
              <a:spcPct val="90000"/>
            </a:lnSpc>
            <a:spcBef>
              <a:spcPct val="0"/>
            </a:spcBef>
            <a:spcAft>
              <a:spcPct val="15000"/>
            </a:spcAft>
            <a:buChar char="•"/>
          </a:pPr>
          <a:r>
            <a:rPr lang="en-US" sz="1400" kern="1200" dirty="0">
              <a:latin typeface="Comic Sans MS" panose="030F0702030302020204" pitchFamily="66" charset="0"/>
            </a:rPr>
            <a:t>Test Environment</a:t>
          </a:r>
        </a:p>
        <a:p>
          <a:pPr marL="228600" lvl="2" indent="-114300" algn="l" defTabSz="622300">
            <a:lnSpc>
              <a:spcPct val="90000"/>
            </a:lnSpc>
            <a:spcBef>
              <a:spcPct val="0"/>
            </a:spcBef>
            <a:spcAft>
              <a:spcPct val="15000"/>
            </a:spcAft>
            <a:buChar char="•"/>
          </a:pPr>
          <a:r>
            <a:rPr lang="en-US" sz="1400" kern="1200" dirty="0">
              <a:latin typeface="Comic Sans MS" panose="030F0702030302020204" pitchFamily="66" charset="0"/>
            </a:rPr>
            <a:t>Test Strategy</a:t>
          </a:r>
        </a:p>
        <a:p>
          <a:pPr marL="228600" lvl="2" indent="-114300" algn="l" defTabSz="622300">
            <a:lnSpc>
              <a:spcPct val="90000"/>
            </a:lnSpc>
            <a:spcBef>
              <a:spcPct val="0"/>
            </a:spcBef>
            <a:spcAft>
              <a:spcPct val="15000"/>
            </a:spcAft>
            <a:buChar char="•"/>
          </a:pPr>
          <a:r>
            <a:rPr lang="en-US" sz="1400" kern="1200" dirty="0">
              <a:latin typeface="Comic Sans MS" panose="030F0702030302020204" pitchFamily="66" charset="0"/>
            </a:rPr>
            <a:t>Deliverables</a:t>
          </a:r>
          <a:r>
            <a:rPr lang="en-US" sz="1400" kern="1200" dirty="0">
              <a:solidFill>
                <a:schemeClr val="tx1">
                  <a:lumMod val="75000"/>
                </a:schemeClr>
              </a:solidFill>
              <a:latin typeface="Tw Cen MT" panose="020B0602020104020603" pitchFamily="34" charset="0"/>
            </a:rPr>
            <a:t>– </a:t>
          </a:r>
          <a:r>
            <a:rPr lang="en-US" sz="1400" kern="1200" dirty="0">
              <a:solidFill>
                <a:schemeClr val="tx1">
                  <a:lumMod val="75000"/>
                </a:schemeClr>
              </a:solidFill>
              <a:latin typeface="Comic Sans MS" panose="030F0702030302020204" pitchFamily="66" charset="0"/>
            </a:rPr>
            <a:t>Test cases, reports, defect logs</a:t>
          </a:r>
          <a:endParaRPr lang="en-US" sz="1400" kern="1200" dirty="0">
            <a:latin typeface="Comic Sans MS" panose="030F0702030302020204" pitchFamily="66" charset="0"/>
          </a:endParaRPr>
        </a:p>
        <a:p>
          <a:pPr marL="114300" lvl="1" indent="-114300" algn="l" defTabSz="622300">
            <a:lnSpc>
              <a:spcPct val="90000"/>
            </a:lnSpc>
            <a:spcBef>
              <a:spcPct val="0"/>
            </a:spcBef>
            <a:spcAft>
              <a:spcPct val="15000"/>
            </a:spcAft>
            <a:buChar char="•"/>
          </a:pPr>
          <a:r>
            <a:rPr lang="en-US" sz="1400" kern="1200" dirty="0">
              <a:latin typeface="Comic Sans MS" panose="030F0702030302020204" pitchFamily="66" charset="0"/>
            </a:rPr>
            <a:t>Review of Test Plan and Sign-off by Client</a:t>
          </a:r>
        </a:p>
        <a:p>
          <a:pPr marL="114300" lvl="1" indent="-114300" algn="l" defTabSz="622300">
            <a:lnSpc>
              <a:spcPct val="90000"/>
            </a:lnSpc>
            <a:spcBef>
              <a:spcPct val="0"/>
            </a:spcBef>
            <a:spcAft>
              <a:spcPct val="15000"/>
            </a:spcAft>
            <a:buChar char="•"/>
          </a:pPr>
          <a:r>
            <a:rPr lang="en-US" sz="1400" kern="1200" dirty="0">
              <a:latin typeface="Comic Sans MS" panose="030F0702030302020204" pitchFamily="66" charset="0"/>
            </a:rPr>
            <a:t>View Test Plan document</a:t>
          </a:r>
        </a:p>
      </dsp:txBody>
      <dsp:txXfrm>
        <a:off x="0" y="1180772"/>
        <a:ext cx="10515600" cy="2998800"/>
      </dsp:txXfrm>
    </dsp:sp>
    <dsp:sp modelId="{773ADEAA-5A08-435B-B8B8-88D1DCB7E493}">
      <dsp:nvSpPr>
        <dsp:cNvPr id="0" name=""/>
        <dsp:cNvSpPr/>
      </dsp:nvSpPr>
      <dsp:spPr>
        <a:xfrm>
          <a:off x="525780" y="974133"/>
          <a:ext cx="7360920" cy="413280"/>
        </a:xfrm>
        <a:prstGeom prst="roundRect">
          <a:avLst/>
        </a:prstGeom>
        <a:gradFill rotWithShape="0">
          <a:gsLst>
            <a:gs pos="0">
              <a:schemeClr val="accent2">
                <a:hueOff val="3296"/>
                <a:satOff val="686"/>
                <a:lumOff val="13038"/>
                <a:alphaOff val="0"/>
                <a:satMod val="103000"/>
                <a:lumMod val="102000"/>
                <a:tint val="94000"/>
              </a:schemeClr>
            </a:gs>
            <a:gs pos="50000">
              <a:schemeClr val="accent2">
                <a:hueOff val="3296"/>
                <a:satOff val="686"/>
                <a:lumOff val="13038"/>
                <a:alphaOff val="0"/>
                <a:satMod val="110000"/>
                <a:lumMod val="100000"/>
                <a:shade val="100000"/>
              </a:schemeClr>
            </a:gs>
            <a:gs pos="100000">
              <a:schemeClr val="accent2">
                <a:hueOff val="3296"/>
                <a:satOff val="686"/>
                <a:lumOff val="1303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n-US" sz="1400" b="1" kern="1200">
              <a:latin typeface="Comic Sans MS" panose="030F0702030302020204" pitchFamily="66" charset="0"/>
            </a:rPr>
            <a:t>Activities Performed </a:t>
          </a:r>
          <a:endParaRPr lang="en-US" sz="1400" kern="1200">
            <a:latin typeface="Comic Sans MS" panose="030F0702030302020204" pitchFamily="66" charset="0"/>
          </a:endParaRPr>
        </a:p>
      </dsp:txBody>
      <dsp:txXfrm>
        <a:off x="545955" y="994308"/>
        <a:ext cx="7320570" cy="372930"/>
      </dsp:txXfrm>
    </dsp:sp>
    <dsp:sp modelId="{F5A3FEF6-F228-4E08-960A-801AB0D27A7B}">
      <dsp:nvSpPr>
        <dsp:cNvPr id="0" name=""/>
        <dsp:cNvSpPr/>
      </dsp:nvSpPr>
      <dsp:spPr>
        <a:xfrm>
          <a:off x="0" y="4461813"/>
          <a:ext cx="10515600" cy="617400"/>
        </a:xfrm>
        <a:prstGeom prst="rect">
          <a:avLst/>
        </a:prstGeom>
        <a:solidFill>
          <a:schemeClr val="lt1">
            <a:alpha val="90000"/>
            <a:hueOff val="0"/>
            <a:satOff val="0"/>
            <a:lumOff val="0"/>
            <a:alphaOff val="0"/>
          </a:schemeClr>
        </a:solidFill>
        <a:ln w="12700" cap="flat" cmpd="sng" algn="ctr">
          <a:solidFill>
            <a:schemeClr val="accent2">
              <a:hueOff val="6592"/>
              <a:satOff val="1373"/>
              <a:lumOff val="26077"/>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291592" rIns="816127"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latin typeface="Comic Sans MS" panose="030F0702030302020204" pitchFamily="66" charset="0"/>
            </a:rPr>
            <a:t>Test Plan document is reviewed and signed-off by the Client</a:t>
          </a:r>
        </a:p>
      </dsp:txBody>
      <dsp:txXfrm>
        <a:off x="0" y="4461813"/>
        <a:ext cx="10515600" cy="617400"/>
      </dsp:txXfrm>
    </dsp:sp>
    <dsp:sp modelId="{F66C37D8-8172-4023-8970-5E18280CBAD0}">
      <dsp:nvSpPr>
        <dsp:cNvPr id="0" name=""/>
        <dsp:cNvSpPr/>
      </dsp:nvSpPr>
      <dsp:spPr>
        <a:xfrm>
          <a:off x="525780" y="4255173"/>
          <a:ext cx="7360920" cy="413280"/>
        </a:xfrm>
        <a:prstGeom prst="roundRect">
          <a:avLst/>
        </a:prstGeom>
        <a:gradFill rotWithShape="0">
          <a:gsLst>
            <a:gs pos="0">
              <a:schemeClr val="accent2">
                <a:hueOff val="6592"/>
                <a:satOff val="1373"/>
                <a:lumOff val="26077"/>
                <a:alphaOff val="0"/>
                <a:satMod val="103000"/>
                <a:lumMod val="102000"/>
                <a:tint val="94000"/>
              </a:schemeClr>
            </a:gs>
            <a:gs pos="50000">
              <a:schemeClr val="accent2">
                <a:hueOff val="6592"/>
                <a:satOff val="1373"/>
                <a:lumOff val="26077"/>
                <a:alphaOff val="0"/>
                <a:satMod val="110000"/>
                <a:lumMod val="100000"/>
                <a:shade val="100000"/>
              </a:schemeClr>
            </a:gs>
            <a:gs pos="100000">
              <a:schemeClr val="accent2">
                <a:hueOff val="6592"/>
                <a:satOff val="1373"/>
                <a:lumOff val="2607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n-US" sz="1400" b="1" kern="1200">
              <a:latin typeface="Comic Sans MS" panose="030F0702030302020204" pitchFamily="66" charset="0"/>
            </a:rPr>
            <a:t>Exit Criteria</a:t>
          </a:r>
          <a:endParaRPr lang="en-US" sz="1400" kern="1200">
            <a:latin typeface="Comic Sans MS" panose="030F0702030302020204" pitchFamily="66" charset="0"/>
          </a:endParaRPr>
        </a:p>
      </dsp:txBody>
      <dsp:txXfrm>
        <a:off x="545955" y="4275348"/>
        <a:ext cx="7320570" cy="3729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AFA1C2-D5E4-40D0-A69B-1F4A322940BB}">
      <dsp:nvSpPr>
        <dsp:cNvPr id="0" name=""/>
        <dsp:cNvSpPr/>
      </dsp:nvSpPr>
      <dsp:spPr>
        <a:xfrm rot="5400000">
          <a:off x="6820157" y="-2896238"/>
          <a:ext cx="956992" cy="6869320"/>
        </a:xfrm>
        <a:prstGeom prst="round2SameRect">
          <a:avLst/>
        </a:prstGeom>
        <a:solidFill>
          <a:srgbClr val="F6F6F5">
            <a:alpha val="90000"/>
          </a:srgb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latin typeface="Comic Sans MS" panose="030F0702030302020204" pitchFamily="66" charset="0"/>
            </a:rPr>
            <a:t>Reviewed and signed of Test Scenarios and Test Cases</a:t>
          </a:r>
        </a:p>
      </dsp:txBody>
      <dsp:txXfrm rot="-5400000">
        <a:off x="3863993" y="106642"/>
        <a:ext cx="6822604" cy="863560"/>
      </dsp:txXfrm>
    </dsp:sp>
    <dsp:sp modelId="{D574299B-407D-42FE-9BE6-30EB37CAFC75}">
      <dsp:nvSpPr>
        <dsp:cNvPr id="0" name=""/>
        <dsp:cNvSpPr/>
      </dsp:nvSpPr>
      <dsp:spPr>
        <a:xfrm>
          <a:off x="0" y="1131"/>
          <a:ext cx="3863993" cy="1074581"/>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b="1" kern="1200" dirty="0">
              <a:latin typeface="Comic Sans MS" panose="030F0702030302020204" pitchFamily="66" charset="0"/>
            </a:rPr>
            <a:t>Entry Criteria</a:t>
          </a:r>
          <a:endParaRPr lang="en-US" sz="2500" kern="1200" dirty="0">
            <a:latin typeface="Comic Sans MS" panose="030F0702030302020204" pitchFamily="66" charset="0"/>
          </a:endParaRPr>
        </a:p>
      </dsp:txBody>
      <dsp:txXfrm>
        <a:off x="52457" y="53588"/>
        <a:ext cx="3759079" cy="969667"/>
      </dsp:txXfrm>
    </dsp:sp>
    <dsp:sp modelId="{D10CF41B-662A-467B-98F2-C6814D22BF65}">
      <dsp:nvSpPr>
        <dsp:cNvPr id="0" name=""/>
        <dsp:cNvSpPr/>
      </dsp:nvSpPr>
      <dsp:spPr>
        <a:xfrm rot="5400000">
          <a:off x="6105183" y="-929499"/>
          <a:ext cx="2386940" cy="6869320"/>
        </a:xfrm>
        <a:prstGeom prst="round2SameRect">
          <a:avLst/>
        </a:prstGeom>
        <a:solidFill>
          <a:srgbClr val="F6F6F5">
            <a:alpha val="90000"/>
          </a:srgb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latin typeface="Comic Sans MS" panose="030F0702030302020204" pitchFamily="66" charset="0"/>
            </a:rPr>
            <a:t>Perform execution using Test cases on all supported environment (test execution document)</a:t>
          </a:r>
        </a:p>
        <a:p>
          <a:pPr marL="114300" lvl="1" indent="-114300" algn="l" defTabSz="622300">
            <a:lnSpc>
              <a:spcPct val="90000"/>
            </a:lnSpc>
            <a:spcBef>
              <a:spcPct val="0"/>
            </a:spcBef>
            <a:spcAft>
              <a:spcPct val="15000"/>
            </a:spcAft>
            <a:buChar char="•"/>
          </a:pPr>
          <a:r>
            <a:rPr lang="en-US" sz="1400" kern="1200" dirty="0">
              <a:latin typeface="Comic Sans MS" panose="030F0702030302020204" pitchFamily="66" charset="0"/>
            </a:rPr>
            <a:t>Doing different types of Testing</a:t>
          </a:r>
        </a:p>
        <a:p>
          <a:pPr marL="114300" lvl="1" indent="-114300" algn="l" defTabSz="622300">
            <a:lnSpc>
              <a:spcPct val="90000"/>
            </a:lnSpc>
            <a:spcBef>
              <a:spcPct val="0"/>
            </a:spcBef>
            <a:spcAft>
              <a:spcPct val="15000"/>
            </a:spcAft>
            <a:buChar char="•"/>
          </a:pPr>
          <a:r>
            <a:rPr lang="en-US" sz="1400" kern="1200" dirty="0">
              <a:latin typeface="Comic Sans MS" panose="030F0702030302020204" pitchFamily="66" charset="0"/>
            </a:rPr>
            <a:t>Updating test cases with test results</a:t>
          </a:r>
        </a:p>
        <a:p>
          <a:pPr marL="114300" lvl="1" indent="-114300" algn="l" defTabSz="622300">
            <a:lnSpc>
              <a:spcPct val="90000"/>
            </a:lnSpc>
            <a:spcBef>
              <a:spcPct val="0"/>
            </a:spcBef>
            <a:spcAft>
              <a:spcPct val="15000"/>
            </a:spcAft>
            <a:buChar char="•"/>
          </a:pPr>
          <a:r>
            <a:rPr lang="en-US" sz="1400" kern="1200" dirty="0">
              <a:latin typeface="Comic Sans MS" panose="030F0702030302020204" pitchFamily="66" charset="0"/>
            </a:rPr>
            <a:t>Finding , Reporting Defects and track the report</a:t>
          </a:r>
        </a:p>
        <a:p>
          <a:pPr marL="114300" lvl="1" indent="-114300" algn="l" defTabSz="622300">
            <a:lnSpc>
              <a:spcPct val="90000"/>
            </a:lnSpc>
            <a:spcBef>
              <a:spcPct val="0"/>
            </a:spcBef>
            <a:spcAft>
              <a:spcPct val="15000"/>
            </a:spcAft>
            <a:buChar char="•"/>
          </a:pPr>
          <a:r>
            <a:rPr lang="en-US" sz="1400" kern="1200" dirty="0">
              <a:latin typeface="Comic Sans MS" panose="030F0702030302020204" pitchFamily="66" charset="0"/>
            </a:rPr>
            <a:t>Retesting </a:t>
          </a:r>
        </a:p>
        <a:p>
          <a:pPr marL="114300" lvl="1" indent="-114300" algn="l" defTabSz="622300">
            <a:lnSpc>
              <a:spcPct val="90000"/>
            </a:lnSpc>
            <a:spcBef>
              <a:spcPct val="0"/>
            </a:spcBef>
            <a:spcAft>
              <a:spcPct val="15000"/>
            </a:spcAft>
            <a:buChar char="•"/>
          </a:pPr>
          <a:r>
            <a:rPr lang="en-US" sz="1400" kern="1200" dirty="0">
              <a:latin typeface="Comic Sans MS" panose="030F0702030302020204" pitchFamily="66" charset="0"/>
            </a:rPr>
            <a:t>Preparing different Test Reports / Defect Reports</a:t>
          </a:r>
        </a:p>
        <a:p>
          <a:pPr marL="114300" lvl="1" indent="-114300" algn="l" defTabSz="622300">
            <a:lnSpc>
              <a:spcPct val="90000"/>
            </a:lnSpc>
            <a:spcBef>
              <a:spcPct val="0"/>
            </a:spcBef>
            <a:spcAft>
              <a:spcPct val="15000"/>
            </a:spcAft>
            <a:buChar char="•"/>
          </a:pPr>
          <a:r>
            <a:rPr lang="en-US" sz="1400" kern="1200" dirty="0">
              <a:latin typeface="Comic Sans MS" panose="030F0702030302020204" pitchFamily="66" charset="0"/>
            </a:rPr>
            <a:t>Sending daily, weekly and other status/reports to the Client</a:t>
          </a:r>
        </a:p>
      </dsp:txBody>
      <dsp:txXfrm rot="-5400000">
        <a:off x="3863994" y="1428211"/>
        <a:ext cx="6752799" cy="2153898"/>
      </dsp:txXfrm>
    </dsp:sp>
    <dsp:sp modelId="{36397803-5DD5-47AD-B7AA-074D15A9DCB5}">
      <dsp:nvSpPr>
        <dsp:cNvPr id="0" name=""/>
        <dsp:cNvSpPr/>
      </dsp:nvSpPr>
      <dsp:spPr>
        <a:xfrm>
          <a:off x="0" y="1205662"/>
          <a:ext cx="3863993" cy="2598997"/>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b="1" kern="1200" dirty="0">
              <a:latin typeface="Comic Sans MS" panose="030F0702030302020204" pitchFamily="66" charset="0"/>
            </a:rPr>
            <a:t>Activities Performed </a:t>
          </a:r>
          <a:endParaRPr lang="en-US" sz="2500" kern="1200" dirty="0">
            <a:latin typeface="Comic Sans MS" panose="030F0702030302020204" pitchFamily="66" charset="0"/>
          </a:endParaRPr>
        </a:p>
      </dsp:txBody>
      <dsp:txXfrm>
        <a:off x="126873" y="1332535"/>
        <a:ext cx="3610247" cy="2345251"/>
      </dsp:txXfrm>
    </dsp:sp>
    <dsp:sp modelId="{00098BFF-40AD-40A6-83D2-205544679633}">
      <dsp:nvSpPr>
        <dsp:cNvPr id="0" name=""/>
        <dsp:cNvSpPr/>
      </dsp:nvSpPr>
      <dsp:spPr>
        <a:xfrm rot="5400000">
          <a:off x="6597142" y="1202591"/>
          <a:ext cx="1403021" cy="6869320"/>
        </a:xfrm>
        <a:prstGeom prst="round2SameRect">
          <a:avLst/>
        </a:prstGeom>
        <a:solidFill>
          <a:srgbClr val="F6F6F5">
            <a:alpha val="90000"/>
          </a:srgb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latin typeface="Comic Sans MS" panose="030F0702030302020204" pitchFamily="66" charset="0"/>
            </a:rPr>
            <a:t>Defect Reports, Test Cases with Execution Results Test Status and Reports</a:t>
          </a:r>
        </a:p>
      </dsp:txBody>
      <dsp:txXfrm rot="-5400000">
        <a:off x="3863993" y="4004230"/>
        <a:ext cx="6800830" cy="1266041"/>
      </dsp:txXfrm>
    </dsp:sp>
    <dsp:sp modelId="{226534A4-06DA-4528-96DF-CB1CEF584404}">
      <dsp:nvSpPr>
        <dsp:cNvPr id="0" name=""/>
        <dsp:cNvSpPr/>
      </dsp:nvSpPr>
      <dsp:spPr>
        <a:xfrm>
          <a:off x="0" y="3953078"/>
          <a:ext cx="3863993" cy="1366085"/>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b="1" kern="1200" dirty="0">
              <a:latin typeface="Comic Sans MS" panose="030F0702030302020204" pitchFamily="66" charset="0"/>
            </a:rPr>
            <a:t>Exit Criteria</a:t>
          </a:r>
          <a:endParaRPr lang="en-US" sz="2500" kern="1200" dirty="0">
            <a:latin typeface="Comic Sans MS" panose="030F0702030302020204" pitchFamily="66" charset="0"/>
          </a:endParaRPr>
        </a:p>
      </dsp:txBody>
      <dsp:txXfrm>
        <a:off x="66687" y="4019765"/>
        <a:ext cx="3730619" cy="123271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053468-9B54-4E98-8D57-618598EFDE8F}">
      <dsp:nvSpPr>
        <dsp:cNvPr id="0" name=""/>
        <dsp:cNvSpPr/>
      </dsp:nvSpPr>
      <dsp:spPr>
        <a:xfrm>
          <a:off x="0" y="0"/>
          <a:ext cx="10506456" cy="96445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CF2204-D02F-4365-A2B1-2041BC7EB600}">
      <dsp:nvSpPr>
        <dsp:cNvPr id="0" name=""/>
        <dsp:cNvSpPr/>
      </dsp:nvSpPr>
      <dsp:spPr>
        <a:xfrm>
          <a:off x="291746" y="218904"/>
          <a:ext cx="530447" cy="5304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953E9A-39CE-45AC-8DFC-0D970F8A836A}">
      <dsp:nvSpPr>
        <dsp:cNvPr id="0" name=""/>
        <dsp:cNvSpPr/>
      </dsp:nvSpPr>
      <dsp:spPr>
        <a:xfrm>
          <a:off x="1113940" y="1902"/>
          <a:ext cx="9392515" cy="964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071" tIns="102071" rIns="102071" bIns="102071" numCol="1" spcCol="1270" anchor="ctr" anchorCtr="0">
          <a:noAutofit/>
        </a:bodyPr>
        <a:lstStyle/>
        <a:p>
          <a:pPr marL="0" lvl="0" indent="0" algn="l" defTabSz="666750">
            <a:lnSpc>
              <a:spcPct val="90000"/>
            </a:lnSpc>
            <a:spcBef>
              <a:spcPct val="0"/>
            </a:spcBef>
            <a:spcAft>
              <a:spcPct val="35000"/>
            </a:spcAft>
            <a:buNone/>
          </a:pPr>
          <a:r>
            <a:rPr lang="en-US" sz="1500" kern="1200">
              <a:latin typeface="Comic Sans MS" panose="030F0702030302020204" pitchFamily="66" charset="0"/>
            </a:rPr>
            <a:t>The test environment is the hardware and software set up for the testing teams to run test cases.</a:t>
          </a:r>
        </a:p>
      </dsp:txBody>
      <dsp:txXfrm>
        <a:off x="1113940" y="1902"/>
        <a:ext cx="9392515" cy="964450"/>
      </dsp:txXfrm>
    </dsp:sp>
    <dsp:sp modelId="{67DC9A16-F254-46BF-9311-6887F9CF4B7B}">
      <dsp:nvSpPr>
        <dsp:cNvPr id="0" name=""/>
        <dsp:cNvSpPr/>
      </dsp:nvSpPr>
      <dsp:spPr>
        <a:xfrm>
          <a:off x="0" y="1207466"/>
          <a:ext cx="10506456" cy="96445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18829A-AEAA-462A-9A3D-47BB7FBD8D05}">
      <dsp:nvSpPr>
        <dsp:cNvPr id="0" name=""/>
        <dsp:cNvSpPr/>
      </dsp:nvSpPr>
      <dsp:spPr>
        <a:xfrm>
          <a:off x="291746" y="1424467"/>
          <a:ext cx="530447" cy="5304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4063AE-AC37-43A3-8307-104F1360F8E8}">
      <dsp:nvSpPr>
        <dsp:cNvPr id="0" name=""/>
        <dsp:cNvSpPr/>
      </dsp:nvSpPr>
      <dsp:spPr>
        <a:xfrm>
          <a:off x="1113940" y="1207466"/>
          <a:ext cx="9392515" cy="964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071" tIns="102071" rIns="102071" bIns="102071" numCol="1" spcCol="1270" anchor="ctr" anchorCtr="0">
          <a:noAutofit/>
        </a:bodyPr>
        <a:lstStyle/>
        <a:p>
          <a:pPr marL="0" lvl="0" indent="0" algn="l" defTabSz="666750">
            <a:lnSpc>
              <a:spcPct val="90000"/>
            </a:lnSpc>
            <a:spcBef>
              <a:spcPct val="0"/>
            </a:spcBef>
            <a:spcAft>
              <a:spcPct val="35000"/>
            </a:spcAft>
            <a:buNone/>
          </a:pPr>
          <a:r>
            <a:rPr lang="en-US" sz="1500" kern="1200" dirty="0">
              <a:latin typeface="Comic Sans MS" panose="030F0702030302020204" pitchFamily="66" charset="0"/>
            </a:rPr>
            <a:t>This test environment setup varies from product to product and its configuration completely depends on the application under test requirement.</a:t>
          </a:r>
          <a:r>
            <a:rPr lang="en-US" sz="1500" b="1" kern="1200" dirty="0">
              <a:latin typeface="Comic Sans MS" panose="030F0702030302020204" pitchFamily="66" charset="0"/>
            </a:rPr>
            <a:t> </a:t>
          </a:r>
          <a:endParaRPr lang="en-US" sz="1500" kern="1200" dirty="0">
            <a:latin typeface="Comic Sans MS" panose="030F0702030302020204" pitchFamily="66" charset="0"/>
          </a:endParaRPr>
        </a:p>
      </dsp:txBody>
      <dsp:txXfrm>
        <a:off x="1113940" y="1207466"/>
        <a:ext cx="9392515" cy="964450"/>
      </dsp:txXfrm>
    </dsp:sp>
    <dsp:sp modelId="{2FDBB10E-0478-42C6-A142-C4FCA7902C10}">
      <dsp:nvSpPr>
        <dsp:cNvPr id="0" name=""/>
        <dsp:cNvSpPr/>
      </dsp:nvSpPr>
      <dsp:spPr>
        <a:xfrm>
          <a:off x="0" y="2413029"/>
          <a:ext cx="10506456" cy="96445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E155CE-D425-48A4-81CA-350F4E82F555}">
      <dsp:nvSpPr>
        <dsp:cNvPr id="0" name=""/>
        <dsp:cNvSpPr/>
      </dsp:nvSpPr>
      <dsp:spPr>
        <a:xfrm>
          <a:off x="291746" y="2630030"/>
          <a:ext cx="530447" cy="5304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7AA6C3-9C8D-494F-85C8-7EF898FE7ECA}">
      <dsp:nvSpPr>
        <dsp:cNvPr id="0" name=""/>
        <dsp:cNvSpPr/>
      </dsp:nvSpPr>
      <dsp:spPr>
        <a:xfrm>
          <a:off x="1113940" y="2413029"/>
          <a:ext cx="9392515" cy="964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071" tIns="102071" rIns="102071" bIns="102071" numCol="1" spcCol="1270" anchor="ctr" anchorCtr="0">
          <a:noAutofit/>
        </a:bodyPr>
        <a:lstStyle/>
        <a:p>
          <a:pPr marL="0" lvl="0" indent="0" algn="l" defTabSz="666750">
            <a:lnSpc>
              <a:spcPct val="90000"/>
            </a:lnSpc>
            <a:spcBef>
              <a:spcPct val="0"/>
            </a:spcBef>
            <a:spcAft>
              <a:spcPct val="35000"/>
            </a:spcAft>
            <a:buNone/>
          </a:pPr>
          <a:r>
            <a:rPr lang="en-US" sz="1500" b="1" kern="1200">
              <a:latin typeface="Comic Sans MS" panose="030F0702030302020204" pitchFamily="66" charset="0"/>
            </a:rPr>
            <a:t>Test Bed</a:t>
          </a:r>
          <a:r>
            <a:rPr lang="en-US" sz="1500" kern="1200">
              <a:latin typeface="Comic Sans MS" panose="030F0702030302020204" pitchFamily="66" charset="0"/>
            </a:rPr>
            <a:t> is very similar to Test Environment with a small difference. The test bed is also a type of test environment that consists of test data to verify the functionalities of the software applications.</a:t>
          </a:r>
        </a:p>
      </dsp:txBody>
      <dsp:txXfrm>
        <a:off x="1113940" y="2413029"/>
        <a:ext cx="9392515" cy="964450"/>
      </dsp:txXfrm>
    </dsp:sp>
    <dsp:sp modelId="{7E3A408A-D519-4298-8035-77F0EAB72F18}">
      <dsp:nvSpPr>
        <dsp:cNvPr id="0" name=""/>
        <dsp:cNvSpPr/>
      </dsp:nvSpPr>
      <dsp:spPr>
        <a:xfrm>
          <a:off x="0" y="3618592"/>
          <a:ext cx="10506456" cy="96445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44B794-2E0F-40F5-A784-3055B5E56D5A}">
      <dsp:nvSpPr>
        <dsp:cNvPr id="0" name=""/>
        <dsp:cNvSpPr/>
      </dsp:nvSpPr>
      <dsp:spPr>
        <a:xfrm>
          <a:off x="291746" y="3835593"/>
          <a:ext cx="530447" cy="53044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1E7DD3-D3B8-4182-A392-F9670704BF72}">
      <dsp:nvSpPr>
        <dsp:cNvPr id="0" name=""/>
        <dsp:cNvSpPr/>
      </dsp:nvSpPr>
      <dsp:spPr>
        <a:xfrm>
          <a:off x="1113940" y="3618592"/>
          <a:ext cx="9392515" cy="964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071" tIns="102071" rIns="102071" bIns="102071" numCol="1" spcCol="1270" anchor="ctr" anchorCtr="0">
          <a:noAutofit/>
        </a:bodyPr>
        <a:lstStyle/>
        <a:p>
          <a:pPr marL="0" lvl="0" indent="0" algn="l" defTabSz="666750">
            <a:lnSpc>
              <a:spcPct val="90000"/>
            </a:lnSpc>
            <a:spcBef>
              <a:spcPct val="0"/>
            </a:spcBef>
            <a:spcAft>
              <a:spcPct val="35000"/>
            </a:spcAft>
            <a:buNone/>
          </a:pPr>
          <a:r>
            <a:rPr lang="en-IN" sz="1500" b="1" kern="1200">
              <a:latin typeface="Comic Sans MS" panose="030F0702030302020204" pitchFamily="66" charset="0"/>
            </a:rPr>
            <a:t>Types of Test Environment:</a:t>
          </a:r>
          <a:r>
            <a:rPr lang="en-IN" sz="1500" kern="1200">
              <a:latin typeface="Comic Sans MS" panose="030F0702030302020204" pitchFamily="66" charset="0"/>
            </a:rPr>
            <a:t>DEV, ST, SIT, UAT , Pre-prod and prod</a:t>
          </a:r>
          <a:endParaRPr lang="en-US" sz="1500" kern="1200">
            <a:latin typeface="Comic Sans MS" panose="030F0702030302020204" pitchFamily="66" charset="0"/>
          </a:endParaRPr>
        </a:p>
      </dsp:txBody>
      <dsp:txXfrm>
        <a:off x="1113940" y="3618592"/>
        <a:ext cx="9392515" cy="9644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3711C3-34A9-4D06-B183-0FADEDF33B08}">
      <dsp:nvSpPr>
        <dsp:cNvPr id="0" name=""/>
        <dsp:cNvSpPr/>
      </dsp:nvSpPr>
      <dsp:spPr>
        <a:xfrm>
          <a:off x="0" y="1907"/>
          <a:ext cx="6573519" cy="966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4F5B92-7C2B-47C7-8377-55264D87A386}">
      <dsp:nvSpPr>
        <dsp:cNvPr id="0" name=""/>
        <dsp:cNvSpPr/>
      </dsp:nvSpPr>
      <dsp:spPr>
        <a:xfrm>
          <a:off x="292409" y="219401"/>
          <a:ext cx="531653" cy="5316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4158F2-D0E9-472D-A9FE-FCC2C0690BCD}">
      <dsp:nvSpPr>
        <dsp:cNvPr id="0" name=""/>
        <dsp:cNvSpPr/>
      </dsp:nvSpPr>
      <dsp:spPr>
        <a:xfrm>
          <a:off x="1116472" y="1907"/>
          <a:ext cx="5457047" cy="966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303" tIns="102303" rIns="102303" bIns="102303" numCol="1" spcCol="1270" anchor="ctr" anchorCtr="0">
          <a:noAutofit/>
        </a:bodyPr>
        <a:lstStyle/>
        <a:p>
          <a:pPr marL="0" lvl="0" indent="0" algn="l" defTabSz="977900">
            <a:lnSpc>
              <a:spcPct val="90000"/>
            </a:lnSpc>
            <a:spcBef>
              <a:spcPct val="0"/>
            </a:spcBef>
            <a:spcAft>
              <a:spcPct val="35000"/>
            </a:spcAft>
            <a:buNone/>
          </a:pPr>
          <a:r>
            <a:rPr lang="en-IN" sz="2200" kern="1200" dirty="0">
              <a:latin typeface="Comic Sans MS" panose="030F0702030302020204" pitchFamily="66" charset="0"/>
            </a:rPr>
            <a:t>Identify bugs</a:t>
          </a:r>
          <a:endParaRPr lang="en-US" sz="2200" kern="1200" dirty="0">
            <a:latin typeface="Comic Sans MS" panose="030F0702030302020204" pitchFamily="66" charset="0"/>
          </a:endParaRPr>
        </a:p>
      </dsp:txBody>
      <dsp:txXfrm>
        <a:off x="1116472" y="1907"/>
        <a:ext cx="5457047" cy="966642"/>
      </dsp:txXfrm>
    </dsp:sp>
    <dsp:sp modelId="{5AC95B7E-368F-46F4-AF69-9686911DA076}">
      <dsp:nvSpPr>
        <dsp:cNvPr id="0" name=""/>
        <dsp:cNvSpPr/>
      </dsp:nvSpPr>
      <dsp:spPr>
        <a:xfrm>
          <a:off x="0" y="1210210"/>
          <a:ext cx="6573519" cy="966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B4C065-61A4-4C7F-AD51-BB0567F1160A}">
      <dsp:nvSpPr>
        <dsp:cNvPr id="0" name=""/>
        <dsp:cNvSpPr/>
      </dsp:nvSpPr>
      <dsp:spPr>
        <a:xfrm>
          <a:off x="292409" y="1427705"/>
          <a:ext cx="531653" cy="5316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795673-EC6F-401A-9B69-05C7742A8E28}">
      <dsp:nvSpPr>
        <dsp:cNvPr id="0" name=""/>
        <dsp:cNvSpPr/>
      </dsp:nvSpPr>
      <dsp:spPr>
        <a:xfrm>
          <a:off x="1116472" y="1210210"/>
          <a:ext cx="5457047" cy="966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303" tIns="102303" rIns="102303" bIns="102303" numCol="1" spcCol="1270" anchor="ctr" anchorCtr="0">
          <a:noAutofit/>
        </a:bodyPr>
        <a:lstStyle/>
        <a:p>
          <a:pPr marL="0" lvl="0" indent="0" algn="l" defTabSz="977900">
            <a:lnSpc>
              <a:spcPct val="90000"/>
            </a:lnSpc>
            <a:spcBef>
              <a:spcPct val="0"/>
            </a:spcBef>
            <a:spcAft>
              <a:spcPct val="35000"/>
            </a:spcAft>
            <a:buNone/>
          </a:pPr>
          <a:r>
            <a:rPr lang="en-IN" sz="2200" kern="1200" dirty="0">
              <a:latin typeface="Comic Sans MS" panose="030F0702030302020204" pitchFamily="66" charset="0"/>
            </a:rPr>
            <a:t>Provide a standardized environment</a:t>
          </a:r>
          <a:endParaRPr lang="en-US" sz="2200" kern="1200" dirty="0">
            <a:latin typeface="Comic Sans MS" panose="030F0702030302020204" pitchFamily="66" charset="0"/>
          </a:endParaRPr>
        </a:p>
      </dsp:txBody>
      <dsp:txXfrm>
        <a:off x="1116472" y="1210210"/>
        <a:ext cx="5457047" cy="966642"/>
      </dsp:txXfrm>
    </dsp:sp>
    <dsp:sp modelId="{994EC229-60F4-4B4C-B535-C308EE3E1607}">
      <dsp:nvSpPr>
        <dsp:cNvPr id="0" name=""/>
        <dsp:cNvSpPr/>
      </dsp:nvSpPr>
      <dsp:spPr>
        <a:xfrm>
          <a:off x="0" y="2418514"/>
          <a:ext cx="6573519" cy="966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858B9D-F4B8-47D1-9EE0-917D28D7B7FE}">
      <dsp:nvSpPr>
        <dsp:cNvPr id="0" name=""/>
        <dsp:cNvSpPr/>
      </dsp:nvSpPr>
      <dsp:spPr>
        <a:xfrm>
          <a:off x="292409" y="2636008"/>
          <a:ext cx="531653" cy="53165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1336C7-7019-4264-A2D1-5FFD7BC4F03D}">
      <dsp:nvSpPr>
        <dsp:cNvPr id="0" name=""/>
        <dsp:cNvSpPr/>
      </dsp:nvSpPr>
      <dsp:spPr>
        <a:xfrm>
          <a:off x="1116472" y="2418514"/>
          <a:ext cx="5457047" cy="966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303" tIns="102303" rIns="102303" bIns="102303" numCol="1" spcCol="1270" anchor="ctr" anchorCtr="0">
          <a:noAutofit/>
        </a:bodyPr>
        <a:lstStyle/>
        <a:p>
          <a:pPr marL="0" lvl="0" indent="0" algn="l" defTabSz="977900">
            <a:lnSpc>
              <a:spcPct val="90000"/>
            </a:lnSpc>
            <a:spcBef>
              <a:spcPct val="0"/>
            </a:spcBef>
            <a:spcAft>
              <a:spcPct val="35000"/>
            </a:spcAft>
            <a:buNone/>
          </a:pPr>
          <a:r>
            <a:rPr lang="en-US" sz="2200" kern="1200" dirty="0">
              <a:latin typeface="Comic Sans MS" panose="030F0702030302020204" pitchFamily="66" charset="0"/>
            </a:rPr>
            <a:t>Helps to launch the secure application</a:t>
          </a:r>
        </a:p>
      </dsp:txBody>
      <dsp:txXfrm>
        <a:off x="1116472" y="2418514"/>
        <a:ext cx="5457047" cy="966642"/>
      </dsp:txXfrm>
    </dsp:sp>
    <dsp:sp modelId="{AD274AE2-6A87-47A2-80CB-506AD3E39446}">
      <dsp:nvSpPr>
        <dsp:cNvPr id="0" name=""/>
        <dsp:cNvSpPr/>
      </dsp:nvSpPr>
      <dsp:spPr>
        <a:xfrm>
          <a:off x="0" y="3626817"/>
          <a:ext cx="6573519" cy="966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FD024B-AD6E-44C6-8C86-C91F724C1278}">
      <dsp:nvSpPr>
        <dsp:cNvPr id="0" name=""/>
        <dsp:cNvSpPr/>
      </dsp:nvSpPr>
      <dsp:spPr>
        <a:xfrm>
          <a:off x="292409" y="3844312"/>
          <a:ext cx="531653" cy="53165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D2B141-E2B6-4097-92C6-81ABA8FED014}">
      <dsp:nvSpPr>
        <dsp:cNvPr id="0" name=""/>
        <dsp:cNvSpPr/>
      </dsp:nvSpPr>
      <dsp:spPr>
        <a:xfrm>
          <a:off x="1116472" y="3626817"/>
          <a:ext cx="5457047" cy="966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303" tIns="102303" rIns="102303" bIns="102303" numCol="1" spcCol="1270" anchor="ctr" anchorCtr="0">
          <a:noAutofit/>
        </a:bodyPr>
        <a:lstStyle/>
        <a:p>
          <a:pPr marL="0" lvl="0" indent="0" algn="l" defTabSz="977900">
            <a:lnSpc>
              <a:spcPct val="90000"/>
            </a:lnSpc>
            <a:spcBef>
              <a:spcPct val="0"/>
            </a:spcBef>
            <a:spcAft>
              <a:spcPct val="35000"/>
            </a:spcAft>
            <a:buNone/>
          </a:pPr>
          <a:r>
            <a:rPr lang="en-IN" sz="2200" kern="1200" dirty="0">
              <a:latin typeface="Comic Sans MS" panose="030F0702030302020204" pitchFamily="66" charset="0"/>
            </a:rPr>
            <a:t>Helps provide precise feedback</a:t>
          </a:r>
          <a:endParaRPr lang="en-US" sz="2200" kern="1200" dirty="0">
            <a:latin typeface="Comic Sans MS" panose="030F0702030302020204" pitchFamily="66" charset="0"/>
          </a:endParaRPr>
        </a:p>
      </dsp:txBody>
      <dsp:txXfrm>
        <a:off x="1116472" y="3626817"/>
        <a:ext cx="5457047" cy="96664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F49272-7A8B-4E04-9C91-0EE0743FB4B9}">
      <dsp:nvSpPr>
        <dsp:cNvPr id="0" name=""/>
        <dsp:cNvSpPr/>
      </dsp:nvSpPr>
      <dsp:spPr>
        <a:xfrm>
          <a:off x="0" y="449120"/>
          <a:ext cx="8097520" cy="131295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latin typeface="Comic Sans MS" panose="030F0702030302020204" pitchFamily="66" charset="0"/>
            </a:rPr>
            <a:t>A test strategy is a high-level document outlining the overall approach to testing within a project or organization.</a:t>
          </a:r>
        </a:p>
      </dsp:txBody>
      <dsp:txXfrm>
        <a:off x="64093" y="513213"/>
        <a:ext cx="7969334" cy="1184773"/>
      </dsp:txXfrm>
    </dsp:sp>
    <dsp:sp modelId="{B8AFECF0-8B46-4AC2-B706-9C1AA25508FF}">
      <dsp:nvSpPr>
        <dsp:cNvPr id="0" name=""/>
        <dsp:cNvSpPr/>
      </dsp:nvSpPr>
      <dsp:spPr>
        <a:xfrm>
          <a:off x="0" y="1822560"/>
          <a:ext cx="8097520" cy="1312959"/>
        </a:xfrm>
        <a:prstGeom prst="roundRect">
          <a:avLst/>
        </a:prstGeom>
        <a:solidFill>
          <a:schemeClr val="accent5">
            <a:hueOff val="-5362434"/>
            <a:satOff val="-24491"/>
            <a:lumOff val="2215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latin typeface="Comic Sans MS" panose="030F0702030302020204" pitchFamily="66" charset="0"/>
            </a:rPr>
            <a:t>It provides a framework for planning and executing testing activities throughout the software development lifecycle. </a:t>
          </a:r>
        </a:p>
      </dsp:txBody>
      <dsp:txXfrm>
        <a:off x="64093" y="1886653"/>
        <a:ext cx="7969334" cy="1184773"/>
      </dsp:txXfrm>
    </dsp:sp>
    <dsp:sp modelId="{8B7F4413-5465-4E86-B00C-0A78D91473C1}">
      <dsp:nvSpPr>
        <dsp:cNvPr id="0" name=""/>
        <dsp:cNvSpPr/>
      </dsp:nvSpPr>
      <dsp:spPr>
        <a:xfrm>
          <a:off x="0" y="3195999"/>
          <a:ext cx="8097520" cy="1312959"/>
        </a:xfrm>
        <a:prstGeom prst="roundRect">
          <a:avLst/>
        </a:prstGeom>
        <a:solidFill>
          <a:schemeClr val="accent5">
            <a:hueOff val="-10724867"/>
            <a:satOff val="-48982"/>
            <a:lumOff val="4431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latin typeface="Comic Sans MS" panose="030F0702030302020204" pitchFamily="66" charset="0"/>
            </a:rPr>
            <a:t>Unlike a test plan, which focuses on the specifics of a single project, a test strategy defines overarching principles and processes applicable across multiple projects. </a:t>
          </a:r>
        </a:p>
      </dsp:txBody>
      <dsp:txXfrm>
        <a:off x="64093" y="3260092"/>
        <a:ext cx="7969334" cy="118477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DFF9FC-47DB-4CD9-BD4B-9965AE85C166}">
      <dsp:nvSpPr>
        <dsp:cNvPr id="0" name=""/>
        <dsp:cNvSpPr/>
      </dsp:nvSpPr>
      <dsp:spPr>
        <a:xfrm>
          <a:off x="0" y="3198"/>
          <a:ext cx="10618106" cy="7218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F8648C-F831-4F51-86B9-066A0CFAF15B}">
      <dsp:nvSpPr>
        <dsp:cNvPr id="0" name=""/>
        <dsp:cNvSpPr/>
      </dsp:nvSpPr>
      <dsp:spPr>
        <a:xfrm>
          <a:off x="218363" y="165617"/>
          <a:ext cx="397412" cy="3970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E1029E-7B27-4E84-BBB3-73AAE3D68F18}">
      <dsp:nvSpPr>
        <dsp:cNvPr id="0" name=""/>
        <dsp:cNvSpPr/>
      </dsp:nvSpPr>
      <dsp:spPr>
        <a:xfrm>
          <a:off x="834138" y="3198"/>
          <a:ext cx="9771122" cy="744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784" tIns="78784" rIns="78784" bIns="78784" numCol="1" spcCol="1270" anchor="ctr" anchorCtr="0">
          <a:noAutofit/>
        </a:bodyPr>
        <a:lstStyle/>
        <a:p>
          <a:pPr marL="0" lvl="0" indent="0" algn="l" defTabSz="755650">
            <a:lnSpc>
              <a:spcPct val="100000"/>
            </a:lnSpc>
            <a:spcBef>
              <a:spcPct val="0"/>
            </a:spcBef>
            <a:spcAft>
              <a:spcPct val="35000"/>
            </a:spcAft>
            <a:buNone/>
          </a:pPr>
          <a:r>
            <a:rPr lang="en-US" sz="1700" kern="1200" dirty="0">
              <a:latin typeface="Comic Sans MS" panose="030F0702030302020204" pitchFamily="66" charset="0"/>
            </a:rPr>
            <a:t>A use case describes how a user interacts with a system to achieve a specific goal.</a:t>
          </a:r>
        </a:p>
      </dsp:txBody>
      <dsp:txXfrm>
        <a:off x="834138" y="3198"/>
        <a:ext cx="9771122" cy="744420"/>
      </dsp:txXfrm>
    </dsp:sp>
    <dsp:sp modelId="{99B57076-9F2B-46A5-A1FB-52545B8355FF}">
      <dsp:nvSpPr>
        <dsp:cNvPr id="0" name=""/>
        <dsp:cNvSpPr/>
      </dsp:nvSpPr>
      <dsp:spPr>
        <a:xfrm>
          <a:off x="0" y="933723"/>
          <a:ext cx="10618106" cy="7218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C79E05-6CA9-4371-8C29-75B4D8AEB9E7}">
      <dsp:nvSpPr>
        <dsp:cNvPr id="0" name=""/>
        <dsp:cNvSpPr/>
      </dsp:nvSpPr>
      <dsp:spPr>
        <a:xfrm>
          <a:off x="218363" y="1096142"/>
          <a:ext cx="397412" cy="3970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3A9672-31A9-4DE0-8592-3B6B2F3B2343}">
      <dsp:nvSpPr>
        <dsp:cNvPr id="0" name=""/>
        <dsp:cNvSpPr/>
      </dsp:nvSpPr>
      <dsp:spPr>
        <a:xfrm>
          <a:off x="834138" y="933723"/>
          <a:ext cx="9771122" cy="744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784" tIns="78784" rIns="78784" bIns="78784" numCol="1" spcCol="1270" anchor="ctr" anchorCtr="0">
          <a:noAutofit/>
        </a:bodyPr>
        <a:lstStyle/>
        <a:p>
          <a:pPr marL="0" lvl="0" indent="0" algn="l" defTabSz="755650">
            <a:lnSpc>
              <a:spcPct val="100000"/>
            </a:lnSpc>
            <a:spcBef>
              <a:spcPct val="0"/>
            </a:spcBef>
            <a:spcAft>
              <a:spcPct val="35000"/>
            </a:spcAft>
            <a:buNone/>
          </a:pPr>
          <a:r>
            <a:rPr lang="en-US" sz="1700" kern="1200">
              <a:latin typeface="Comic Sans MS" panose="030F0702030302020204" pitchFamily="66" charset="0"/>
            </a:rPr>
            <a:t>It focuses on the user's perspective and the system's behavior in response to user actions.</a:t>
          </a:r>
        </a:p>
      </dsp:txBody>
      <dsp:txXfrm>
        <a:off x="834138" y="933723"/>
        <a:ext cx="9771122" cy="744420"/>
      </dsp:txXfrm>
    </dsp:sp>
    <dsp:sp modelId="{0D3A20A3-9FA6-4E67-B088-3FED05117E1A}">
      <dsp:nvSpPr>
        <dsp:cNvPr id="0" name=""/>
        <dsp:cNvSpPr/>
      </dsp:nvSpPr>
      <dsp:spPr>
        <a:xfrm>
          <a:off x="0" y="1864249"/>
          <a:ext cx="10618106" cy="7218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1CF484-664E-4BC3-8DB9-72710E7C1CBF}">
      <dsp:nvSpPr>
        <dsp:cNvPr id="0" name=""/>
        <dsp:cNvSpPr/>
      </dsp:nvSpPr>
      <dsp:spPr>
        <a:xfrm>
          <a:off x="218363" y="2026667"/>
          <a:ext cx="397412" cy="3970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BC4D99-A186-4CC1-964D-E5BE31DE37A0}">
      <dsp:nvSpPr>
        <dsp:cNvPr id="0" name=""/>
        <dsp:cNvSpPr/>
      </dsp:nvSpPr>
      <dsp:spPr>
        <a:xfrm>
          <a:off x="834138" y="1864249"/>
          <a:ext cx="9771122" cy="744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784" tIns="78784" rIns="78784" bIns="78784" numCol="1" spcCol="1270" anchor="ctr" anchorCtr="0">
          <a:noAutofit/>
        </a:bodyPr>
        <a:lstStyle/>
        <a:p>
          <a:pPr marL="0" lvl="0" indent="0" algn="l" defTabSz="755650">
            <a:lnSpc>
              <a:spcPct val="100000"/>
            </a:lnSpc>
            <a:spcBef>
              <a:spcPct val="0"/>
            </a:spcBef>
            <a:spcAft>
              <a:spcPct val="35000"/>
            </a:spcAft>
            <a:buNone/>
          </a:pPr>
          <a:r>
            <a:rPr lang="en-US" sz="1700" kern="1200">
              <a:latin typeface="Comic Sans MS" panose="030F0702030302020204" pitchFamily="66" charset="0"/>
            </a:rPr>
            <a:t>Use cases define the functional requirements of a system and are typically documented in a narrative format, outlining steps, actors, and expected outcomes.</a:t>
          </a:r>
        </a:p>
      </dsp:txBody>
      <dsp:txXfrm>
        <a:off x="834138" y="1864249"/>
        <a:ext cx="9771122" cy="744420"/>
      </dsp:txXfrm>
    </dsp:sp>
    <dsp:sp modelId="{F461509B-D7BC-4299-9B22-650B47D2588A}">
      <dsp:nvSpPr>
        <dsp:cNvPr id="0" name=""/>
        <dsp:cNvSpPr/>
      </dsp:nvSpPr>
      <dsp:spPr>
        <a:xfrm>
          <a:off x="0" y="2794774"/>
          <a:ext cx="10618106" cy="7218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933D65-93D3-401A-88E0-B05062196E86}">
      <dsp:nvSpPr>
        <dsp:cNvPr id="0" name=""/>
        <dsp:cNvSpPr/>
      </dsp:nvSpPr>
      <dsp:spPr>
        <a:xfrm>
          <a:off x="218363" y="2957193"/>
          <a:ext cx="397412" cy="39702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CAB04D-48F0-4662-AF40-3EDE4F953907}">
      <dsp:nvSpPr>
        <dsp:cNvPr id="0" name=""/>
        <dsp:cNvSpPr/>
      </dsp:nvSpPr>
      <dsp:spPr>
        <a:xfrm>
          <a:off x="834138" y="2794774"/>
          <a:ext cx="9771122" cy="744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784" tIns="78784" rIns="78784" bIns="78784" numCol="1" spcCol="1270" anchor="ctr" anchorCtr="0">
          <a:noAutofit/>
        </a:bodyPr>
        <a:lstStyle/>
        <a:p>
          <a:pPr marL="0" lvl="0" indent="0" algn="l" defTabSz="755650">
            <a:lnSpc>
              <a:spcPct val="100000"/>
            </a:lnSpc>
            <a:spcBef>
              <a:spcPct val="0"/>
            </a:spcBef>
            <a:spcAft>
              <a:spcPct val="35000"/>
            </a:spcAft>
            <a:buNone/>
          </a:pPr>
          <a:r>
            <a:rPr lang="en-US" sz="1700" kern="1200">
              <a:latin typeface="Comic Sans MS" panose="030F0702030302020204" pitchFamily="66" charset="0"/>
            </a:rPr>
            <a:t>They serve as a foundation for understanding the system's functionality from an end-user perspective.</a:t>
          </a:r>
        </a:p>
      </dsp:txBody>
      <dsp:txXfrm>
        <a:off x="834138" y="2794774"/>
        <a:ext cx="9771122" cy="74442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16DAFD-3417-4D31-85D8-C3D3C99D3A00}">
      <dsp:nvSpPr>
        <dsp:cNvPr id="0" name=""/>
        <dsp:cNvSpPr/>
      </dsp:nvSpPr>
      <dsp:spPr>
        <a:xfrm>
          <a:off x="0" y="33682"/>
          <a:ext cx="11097079" cy="844045"/>
        </a:xfrm>
        <a:prstGeom prst="round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latin typeface="Comic Sans MS" panose="030F0702030302020204" pitchFamily="66" charset="0"/>
            </a:rPr>
            <a:t>A test scenario is a high-level description of a functionality or feature to be tested.</a:t>
          </a:r>
        </a:p>
      </dsp:txBody>
      <dsp:txXfrm>
        <a:off x="41203" y="74885"/>
        <a:ext cx="11014673" cy="761639"/>
      </dsp:txXfrm>
    </dsp:sp>
    <dsp:sp modelId="{0793623E-E8F7-4AFE-B04A-F3BF23292878}">
      <dsp:nvSpPr>
        <dsp:cNvPr id="0" name=""/>
        <dsp:cNvSpPr/>
      </dsp:nvSpPr>
      <dsp:spPr>
        <a:xfrm>
          <a:off x="0" y="932448"/>
          <a:ext cx="11097079" cy="844045"/>
        </a:xfrm>
        <a:prstGeom prst="roundRect">
          <a:avLst/>
        </a:prstGeom>
        <a:solidFill>
          <a:schemeClr val="accent6">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latin typeface="Comic Sans MS" panose="030F0702030302020204" pitchFamily="66" charset="0"/>
            </a:rPr>
            <a:t>It outlines "what to test" in a broad sense, often encompassing multiple related functionalities.</a:t>
          </a:r>
        </a:p>
      </dsp:txBody>
      <dsp:txXfrm>
        <a:off x="41203" y="973651"/>
        <a:ext cx="11014673" cy="761639"/>
      </dsp:txXfrm>
    </dsp:sp>
    <dsp:sp modelId="{4CA8EA13-BC1A-46CC-98D8-1A1489F9D7B0}">
      <dsp:nvSpPr>
        <dsp:cNvPr id="0" name=""/>
        <dsp:cNvSpPr/>
      </dsp:nvSpPr>
      <dsp:spPr>
        <a:xfrm>
          <a:off x="0" y="1831213"/>
          <a:ext cx="11097079" cy="844045"/>
        </a:xfrm>
        <a:prstGeom prst="round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latin typeface="Comic Sans MS" panose="030F0702030302020204" pitchFamily="66" charset="0"/>
            </a:rPr>
            <a:t>Test scenarios are derived from requirements and use cases, providing a comprehensive overview of the testing scope.</a:t>
          </a:r>
        </a:p>
      </dsp:txBody>
      <dsp:txXfrm>
        <a:off x="41203" y="1872416"/>
        <a:ext cx="11014673" cy="761639"/>
      </dsp:txXfrm>
    </dsp:sp>
    <dsp:sp modelId="{A8A65DEE-E593-456E-B72D-CEF3D64BAB5A}">
      <dsp:nvSpPr>
        <dsp:cNvPr id="0" name=""/>
        <dsp:cNvSpPr/>
      </dsp:nvSpPr>
      <dsp:spPr>
        <a:xfrm>
          <a:off x="0" y="2729978"/>
          <a:ext cx="11097079" cy="844045"/>
        </a:xfrm>
        <a:prstGeom prst="roundRect">
          <a:avLst/>
        </a:prstGeom>
        <a:solidFill>
          <a:schemeClr val="accent6">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latin typeface="Comic Sans MS" panose="030F0702030302020204" pitchFamily="66" charset="0"/>
            </a:rPr>
            <a:t>They are useful for outlining the overall testing strategy and ensuring coverage of key functionalities.</a:t>
          </a:r>
        </a:p>
      </dsp:txBody>
      <dsp:txXfrm>
        <a:off x="41203" y="2771181"/>
        <a:ext cx="11014673" cy="76163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8ED46A-D7D7-4D1E-924C-F7F44B44A3D1}">
      <dsp:nvSpPr>
        <dsp:cNvPr id="0" name=""/>
        <dsp:cNvSpPr/>
      </dsp:nvSpPr>
      <dsp:spPr>
        <a:xfrm>
          <a:off x="0" y="0"/>
          <a:ext cx="11157857" cy="861120"/>
        </a:xfrm>
        <a:prstGeom prst="roundRect">
          <a:avLst/>
        </a:prstGeom>
        <a:solidFill>
          <a:srgbClr val="66669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Comic Sans MS" panose="030F0702030302020204" pitchFamily="66" charset="0"/>
            </a:rPr>
            <a:t>A test case is a detailed, step-by-step set of instructions for verifying a specific aspect of the system's functionality.</a:t>
          </a:r>
        </a:p>
      </dsp:txBody>
      <dsp:txXfrm>
        <a:off x="42036" y="42036"/>
        <a:ext cx="11073785" cy="777048"/>
      </dsp:txXfrm>
    </dsp:sp>
    <dsp:sp modelId="{51739142-509F-46F3-924C-237395BE06C1}">
      <dsp:nvSpPr>
        <dsp:cNvPr id="0" name=""/>
        <dsp:cNvSpPr/>
      </dsp:nvSpPr>
      <dsp:spPr>
        <a:xfrm>
          <a:off x="0" y="1021182"/>
          <a:ext cx="11157857" cy="861120"/>
        </a:xfrm>
        <a:prstGeom prst="round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Comic Sans MS" panose="030F0702030302020204" pitchFamily="66" charset="0"/>
            </a:rPr>
            <a:t>It specifies "how to test" a particular feature, including preconditions, test data, expected results, and post-conditions.</a:t>
          </a:r>
        </a:p>
      </dsp:txBody>
      <dsp:txXfrm>
        <a:off x="42036" y="1063218"/>
        <a:ext cx="11073785" cy="777048"/>
      </dsp:txXfrm>
    </dsp:sp>
    <dsp:sp modelId="{41F1DB8B-48E5-4B60-9C40-DB3EB85225D1}">
      <dsp:nvSpPr>
        <dsp:cNvPr id="0" name=""/>
        <dsp:cNvSpPr/>
      </dsp:nvSpPr>
      <dsp:spPr>
        <a:xfrm>
          <a:off x="0" y="2014783"/>
          <a:ext cx="11157857" cy="861120"/>
        </a:xfrm>
        <a:prstGeom prst="roundRect">
          <a:avLst/>
        </a:prstGeom>
        <a:solidFill>
          <a:srgbClr val="66669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Comic Sans MS" panose="030F0702030302020204" pitchFamily="66" charset="0"/>
            </a:rPr>
            <a:t>Test cases are derived from test scenarios and provide the granular level of detail required for execution by a tester.</a:t>
          </a:r>
        </a:p>
      </dsp:txBody>
      <dsp:txXfrm>
        <a:off x="42036" y="2056819"/>
        <a:ext cx="11073785" cy="777048"/>
      </dsp:txXfrm>
    </dsp:sp>
    <dsp:sp modelId="{DA4D7DB8-8E29-412B-B7FE-7A2889E40E8A}">
      <dsp:nvSpPr>
        <dsp:cNvPr id="0" name=""/>
        <dsp:cNvSpPr/>
      </dsp:nvSpPr>
      <dsp:spPr>
        <a:xfrm>
          <a:off x="0" y="3008383"/>
          <a:ext cx="11157857" cy="861120"/>
        </a:xfrm>
        <a:prstGeom prst="round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latin typeface="Comic Sans MS" panose="030F0702030302020204" pitchFamily="66" charset="0"/>
            </a:rPr>
            <a:t>They are essential for systematic and repeatable testing, allowing for precise validation of individual functionalities.</a:t>
          </a:r>
        </a:p>
      </dsp:txBody>
      <dsp:txXfrm>
        <a:off x="42036" y="3050419"/>
        <a:ext cx="11073785" cy="77704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2C72E4-79A0-4658-B0A0-2F5788101743}">
      <dsp:nvSpPr>
        <dsp:cNvPr id="0" name=""/>
        <dsp:cNvSpPr/>
      </dsp:nvSpPr>
      <dsp:spPr>
        <a:xfrm>
          <a:off x="0" y="474"/>
          <a:ext cx="10694307" cy="11113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4BBA7C-83A4-4616-BC29-A42168CF20EF}">
      <dsp:nvSpPr>
        <dsp:cNvPr id="0" name=""/>
        <dsp:cNvSpPr/>
      </dsp:nvSpPr>
      <dsp:spPr>
        <a:xfrm>
          <a:off x="336188" y="250532"/>
          <a:ext cx="611252" cy="611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931A3E-B4CB-4846-A7BA-7E9BFEBF730F}">
      <dsp:nvSpPr>
        <dsp:cNvPr id="0" name=""/>
        <dsp:cNvSpPr/>
      </dsp:nvSpPr>
      <dsp:spPr>
        <a:xfrm>
          <a:off x="1283629" y="474"/>
          <a:ext cx="9410677" cy="1111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620" tIns="117620" rIns="117620" bIns="117620" numCol="1" spcCol="1270" anchor="ctr" anchorCtr="0">
          <a:noAutofit/>
        </a:bodyPr>
        <a:lstStyle/>
        <a:p>
          <a:pPr marL="0" lvl="0" indent="0" algn="l" defTabSz="755650">
            <a:lnSpc>
              <a:spcPct val="100000"/>
            </a:lnSpc>
            <a:spcBef>
              <a:spcPct val="0"/>
            </a:spcBef>
            <a:spcAft>
              <a:spcPct val="35000"/>
            </a:spcAft>
            <a:buNone/>
          </a:pPr>
          <a:r>
            <a:rPr lang="en-US" sz="1700" kern="1200">
              <a:latin typeface="Comic Sans MS" panose="030F0702030302020204" pitchFamily="66" charset="0"/>
            </a:rPr>
            <a:t>Any deviation between the real outcome of the software and its expected outcome is called a defect in </a:t>
          </a:r>
          <a:r>
            <a:rPr lang="en-US" sz="1700" u="sng" kern="1200">
              <a:latin typeface="Comic Sans MS" panose="030F0702030302020204" pitchFamily="66" charset="0"/>
              <a:hlinkClick xmlns:r="http://schemas.openxmlformats.org/officeDocument/2006/relationships" r:id="rId3"/>
            </a:rPr>
            <a:t>software testing</a:t>
          </a:r>
          <a:r>
            <a:rPr lang="en-US" sz="1700" kern="1200">
              <a:latin typeface="Comic Sans MS" panose="030F0702030302020204" pitchFamily="66" charset="0"/>
            </a:rPr>
            <a:t>, usually known as a bug. </a:t>
          </a:r>
        </a:p>
      </dsp:txBody>
      <dsp:txXfrm>
        <a:off x="1283629" y="474"/>
        <a:ext cx="9410677" cy="1111367"/>
      </dsp:txXfrm>
    </dsp:sp>
    <dsp:sp modelId="{2A42BF46-04C5-42E8-8EF0-DB2264582C30}">
      <dsp:nvSpPr>
        <dsp:cNvPr id="0" name=""/>
        <dsp:cNvSpPr/>
      </dsp:nvSpPr>
      <dsp:spPr>
        <a:xfrm>
          <a:off x="0" y="1389684"/>
          <a:ext cx="10694307" cy="11113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CC3598-5174-43EC-B81B-D4FDE7B0A880}">
      <dsp:nvSpPr>
        <dsp:cNvPr id="0" name=""/>
        <dsp:cNvSpPr/>
      </dsp:nvSpPr>
      <dsp:spPr>
        <a:xfrm>
          <a:off x="336188" y="1639742"/>
          <a:ext cx="611252" cy="611252"/>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627C05-8AB3-4476-AA7C-B0E97F71D5DF}">
      <dsp:nvSpPr>
        <dsp:cNvPr id="0" name=""/>
        <dsp:cNvSpPr/>
      </dsp:nvSpPr>
      <dsp:spPr>
        <a:xfrm>
          <a:off x="1283629" y="1389684"/>
          <a:ext cx="9410677" cy="1111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620" tIns="117620" rIns="117620" bIns="117620" numCol="1" spcCol="1270" anchor="ctr" anchorCtr="0">
          <a:noAutofit/>
        </a:bodyPr>
        <a:lstStyle/>
        <a:p>
          <a:pPr marL="0" lvl="0" indent="0" algn="l" defTabSz="755650">
            <a:lnSpc>
              <a:spcPct val="100000"/>
            </a:lnSpc>
            <a:spcBef>
              <a:spcPct val="0"/>
            </a:spcBef>
            <a:spcAft>
              <a:spcPct val="35000"/>
            </a:spcAft>
            <a:buNone/>
          </a:pPr>
          <a:r>
            <a:rPr lang="en-US" sz="1700" kern="1200">
              <a:latin typeface="Comic Sans MS" panose="030F0702030302020204" pitchFamily="66" charset="0"/>
            </a:rPr>
            <a:t>It refers to some developed flaw or error in the software due to which it is doing something unexpected, inaccurate, or returning unintended results. </a:t>
          </a:r>
        </a:p>
      </dsp:txBody>
      <dsp:txXfrm>
        <a:off x="1283629" y="1389684"/>
        <a:ext cx="9410677" cy="1111367"/>
      </dsp:txXfrm>
    </dsp:sp>
    <dsp:sp modelId="{6761377D-DE98-45C2-B409-B1F4ECBEA74D}">
      <dsp:nvSpPr>
        <dsp:cNvPr id="0" name=""/>
        <dsp:cNvSpPr/>
      </dsp:nvSpPr>
      <dsp:spPr>
        <a:xfrm>
          <a:off x="0" y="2778894"/>
          <a:ext cx="10694307" cy="11113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E7F0F2-FCB7-4A71-8212-06580EBD43A8}">
      <dsp:nvSpPr>
        <dsp:cNvPr id="0" name=""/>
        <dsp:cNvSpPr/>
      </dsp:nvSpPr>
      <dsp:spPr>
        <a:xfrm>
          <a:off x="336188" y="3028952"/>
          <a:ext cx="611252" cy="611252"/>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7045A5-C36F-48F5-B207-82990CC95028}">
      <dsp:nvSpPr>
        <dsp:cNvPr id="0" name=""/>
        <dsp:cNvSpPr/>
      </dsp:nvSpPr>
      <dsp:spPr>
        <a:xfrm>
          <a:off x="1283629" y="2778894"/>
          <a:ext cx="9410677" cy="1111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620" tIns="117620" rIns="117620" bIns="117620" numCol="1" spcCol="1270" anchor="ctr" anchorCtr="0">
          <a:noAutofit/>
        </a:bodyPr>
        <a:lstStyle/>
        <a:p>
          <a:pPr marL="0" lvl="0" indent="0" algn="l" defTabSz="755650">
            <a:lnSpc>
              <a:spcPct val="100000"/>
            </a:lnSpc>
            <a:spcBef>
              <a:spcPct val="0"/>
            </a:spcBef>
            <a:spcAft>
              <a:spcPct val="35000"/>
            </a:spcAft>
            <a:buNone/>
          </a:pPr>
          <a:r>
            <a:rPr lang="en-US" sz="1700" kern="1200">
              <a:latin typeface="Comic Sans MS" panose="030F0702030302020204" pitchFamily="66" charset="0"/>
            </a:rPr>
            <a:t>The defects may occur in any of the steps involved in the </a:t>
          </a:r>
          <a:r>
            <a:rPr lang="en-US" sz="1700" u="sng" kern="1200">
              <a:latin typeface="Comic Sans MS" panose="030F0702030302020204" pitchFamily="66" charset="0"/>
              <a:hlinkClick xmlns:r="http://schemas.openxmlformats.org/officeDocument/2006/relationships" r:id="rId8"/>
            </a:rPr>
            <a:t>software development lifecycle</a:t>
          </a:r>
          <a:r>
            <a:rPr lang="en-US" sz="1700" kern="1200">
              <a:latin typeface="Comic Sans MS" panose="030F0702030302020204" pitchFamily="66" charset="0"/>
            </a:rPr>
            <a:t>: requirements gathering, design, coding, testing, or sometimes even deployment.</a:t>
          </a:r>
        </a:p>
      </dsp:txBody>
      <dsp:txXfrm>
        <a:off x="1283629" y="2778894"/>
        <a:ext cx="9410677" cy="111136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CE3055-CF38-4209-A139-F8536C4B9510}">
      <dsp:nvSpPr>
        <dsp:cNvPr id="0" name=""/>
        <dsp:cNvSpPr/>
      </dsp:nvSpPr>
      <dsp:spPr>
        <a:xfrm>
          <a:off x="1199892" y="366318"/>
          <a:ext cx="1298058" cy="129805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E3C9BC-3DFA-4634-B19E-5530242CA14D}">
      <dsp:nvSpPr>
        <dsp:cNvPr id="0" name=""/>
        <dsp:cNvSpPr/>
      </dsp:nvSpPr>
      <dsp:spPr>
        <a:xfrm>
          <a:off x="406634" y="2020645"/>
          <a:ext cx="288457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latin typeface="Comic Sans MS" panose="030F0702030302020204" pitchFamily="66" charset="0"/>
            </a:rPr>
            <a:t>An application crashes when a user provides certain data.</a:t>
          </a:r>
        </a:p>
      </dsp:txBody>
      <dsp:txXfrm>
        <a:off x="406634" y="2020645"/>
        <a:ext cx="2884574" cy="720000"/>
      </dsp:txXfrm>
    </dsp:sp>
    <dsp:sp modelId="{F05B4AA6-1370-44EB-86C1-DDE0B3131CA3}">
      <dsp:nvSpPr>
        <dsp:cNvPr id="0" name=""/>
        <dsp:cNvSpPr/>
      </dsp:nvSpPr>
      <dsp:spPr>
        <a:xfrm>
          <a:off x="4589267" y="366318"/>
          <a:ext cx="1298058" cy="129805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38509C-B848-43EA-945A-D9EEC22170DB}">
      <dsp:nvSpPr>
        <dsp:cNvPr id="0" name=""/>
        <dsp:cNvSpPr/>
      </dsp:nvSpPr>
      <dsp:spPr>
        <a:xfrm>
          <a:off x="3796009" y="2020645"/>
          <a:ext cx="288457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latin typeface="Comic Sans MS" panose="030F0702030302020204" pitchFamily="66" charset="0"/>
            </a:rPr>
            <a:t>A log-in function is unable to take valid credentials</a:t>
          </a:r>
        </a:p>
      </dsp:txBody>
      <dsp:txXfrm>
        <a:off x="3796009" y="2020645"/>
        <a:ext cx="2884574" cy="720000"/>
      </dsp:txXfrm>
    </dsp:sp>
    <dsp:sp modelId="{A90265F8-0067-416A-BC41-3C78A5284E8B}">
      <dsp:nvSpPr>
        <dsp:cNvPr id="0" name=""/>
        <dsp:cNvSpPr/>
      </dsp:nvSpPr>
      <dsp:spPr>
        <a:xfrm>
          <a:off x="7978641" y="366318"/>
          <a:ext cx="1298058" cy="129805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3C9FF2-8021-49CD-B19C-8003CB5C3160}">
      <dsp:nvSpPr>
        <dsp:cNvPr id="0" name=""/>
        <dsp:cNvSpPr/>
      </dsp:nvSpPr>
      <dsp:spPr>
        <a:xfrm>
          <a:off x="7185384" y="2020645"/>
          <a:ext cx="288457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latin typeface="Comic Sans MS" panose="030F0702030302020204" pitchFamily="66" charset="0"/>
            </a:rPr>
            <a:t>A webpage is not getting loaded properly in a few web browsers.</a:t>
          </a:r>
        </a:p>
      </dsp:txBody>
      <dsp:txXfrm>
        <a:off x="7185384" y="2020645"/>
        <a:ext cx="2884574" cy="7200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FAE21E-A48D-44D0-9DC8-281918AF50C8}">
      <dsp:nvSpPr>
        <dsp:cNvPr id="0" name=""/>
        <dsp:cNvSpPr/>
      </dsp:nvSpPr>
      <dsp:spPr>
        <a:xfrm>
          <a:off x="4607718" y="951"/>
          <a:ext cx="1757362" cy="1757362"/>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IN" sz="1100" b="1" kern="1200">
              <a:latin typeface="Comic Sans MS" panose="030F0702030302020204" pitchFamily="66" charset="0"/>
            </a:rPr>
            <a:t>Functional Defects</a:t>
          </a:r>
          <a:endParaRPr lang="en-US" sz="1100" kern="1200">
            <a:latin typeface="Comic Sans MS" panose="030F0702030302020204" pitchFamily="66" charset="0"/>
          </a:endParaRPr>
        </a:p>
      </dsp:txBody>
      <dsp:txXfrm>
        <a:off x="5047059" y="951"/>
        <a:ext cx="878681" cy="1449824"/>
      </dsp:txXfrm>
    </dsp:sp>
    <dsp:sp modelId="{0EEFF1AD-F87B-42C9-883D-57F1B4F33748}">
      <dsp:nvSpPr>
        <dsp:cNvPr id="0" name=""/>
        <dsp:cNvSpPr/>
      </dsp:nvSpPr>
      <dsp:spPr>
        <a:xfrm rot="4320000">
          <a:off x="6083123" y="1072895"/>
          <a:ext cx="1757362" cy="1757362"/>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IN" sz="1100" b="1" kern="1200">
              <a:latin typeface="Comic Sans MS" panose="030F0702030302020204" pitchFamily="66" charset="0"/>
            </a:rPr>
            <a:t>Performance Defects</a:t>
          </a:r>
          <a:endParaRPr lang="en-US" sz="1100" kern="1200">
            <a:latin typeface="Comic Sans MS" panose="030F0702030302020204" pitchFamily="66" charset="0"/>
          </a:endParaRPr>
        </a:p>
      </dsp:txBody>
      <dsp:txXfrm rot="-5400000">
        <a:off x="6383136" y="1464718"/>
        <a:ext cx="1449824" cy="878681"/>
      </dsp:txXfrm>
    </dsp:sp>
    <dsp:sp modelId="{B1EF9960-115A-4668-909A-E6151A8EBC99}">
      <dsp:nvSpPr>
        <dsp:cNvPr id="0" name=""/>
        <dsp:cNvSpPr/>
      </dsp:nvSpPr>
      <dsp:spPr>
        <a:xfrm rot="8640000">
          <a:off x="5519568" y="2807337"/>
          <a:ext cx="1757362" cy="1757362"/>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IN" sz="1100" b="1" kern="1200">
              <a:latin typeface="Comic Sans MS" panose="030F0702030302020204" pitchFamily="66" charset="0"/>
            </a:rPr>
            <a:t>Usability Defects</a:t>
          </a:r>
          <a:endParaRPr lang="en-US" sz="1100" kern="1200">
            <a:latin typeface="Comic Sans MS" panose="030F0702030302020204" pitchFamily="66" charset="0"/>
          </a:endParaRPr>
        </a:p>
      </dsp:txBody>
      <dsp:txXfrm rot="10800000">
        <a:off x="6049291" y="3085508"/>
        <a:ext cx="878681" cy="1449824"/>
      </dsp:txXfrm>
    </dsp:sp>
    <dsp:sp modelId="{06103427-6662-446B-9482-92762A876FE7}">
      <dsp:nvSpPr>
        <dsp:cNvPr id="0" name=""/>
        <dsp:cNvSpPr/>
      </dsp:nvSpPr>
      <dsp:spPr>
        <a:xfrm rot="12960000">
          <a:off x="3695868" y="2807337"/>
          <a:ext cx="1757362" cy="1757362"/>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IN" sz="1100" b="1" kern="1200">
              <a:latin typeface="Comic Sans MS" panose="030F0702030302020204" pitchFamily="66" charset="0"/>
            </a:rPr>
            <a:t>Security Defects</a:t>
          </a:r>
          <a:endParaRPr lang="en-US" sz="1100" kern="1200">
            <a:latin typeface="Comic Sans MS" panose="030F0702030302020204" pitchFamily="66" charset="0"/>
          </a:endParaRPr>
        </a:p>
      </dsp:txBody>
      <dsp:txXfrm rot="10800000">
        <a:off x="4044825" y="3085507"/>
        <a:ext cx="878681" cy="1449824"/>
      </dsp:txXfrm>
    </dsp:sp>
    <dsp:sp modelId="{78CC7341-B8D8-4703-8277-156E4AB15881}">
      <dsp:nvSpPr>
        <dsp:cNvPr id="0" name=""/>
        <dsp:cNvSpPr/>
      </dsp:nvSpPr>
      <dsp:spPr>
        <a:xfrm rot="17280000">
          <a:off x="3132314" y="1072895"/>
          <a:ext cx="1757362" cy="1757362"/>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IN" sz="1100" b="1" kern="1200">
              <a:latin typeface="Comic Sans MS" panose="030F0702030302020204" pitchFamily="66" charset="0"/>
            </a:rPr>
            <a:t>Compatibility Defects</a:t>
          </a:r>
          <a:endParaRPr lang="en-US" sz="1100" kern="1200">
            <a:latin typeface="Comic Sans MS" panose="030F0702030302020204" pitchFamily="66" charset="0"/>
          </a:endParaRPr>
        </a:p>
      </dsp:txBody>
      <dsp:txXfrm rot="5400000">
        <a:off x="3139841" y="1464717"/>
        <a:ext cx="1449824" cy="87868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05D73F-C179-4011-B2EE-0F08B3AF9E3D}">
      <dsp:nvSpPr>
        <dsp:cNvPr id="0" name=""/>
        <dsp:cNvSpPr/>
      </dsp:nvSpPr>
      <dsp:spPr>
        <a:xfrm>
          <a:off x="0" y="538435"/>
          <a:ext cx="10602686" cy="9940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61AF35-EDB6-4A69-BEBC-C0B8B38EE44E}">
      <dsp:nvSpPr>
        <dsp:cNvPr id="0" name=""/>
        <dsp:cNvSpPr/>
      </dsp:nvSpPr>
      <dsp:spPr>
        <a:xfrm>
          <a:off x="300695" y="762093"/>
          <a:ext cx="546719" cy="5467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ABE6B0-9EDE-412E-B4E7-529BAB0CF654}">
      <dsp:nvSpPr>
        <dsp:cNvPr id="0" name=""/>
        <dsp:cNvSpPr/>
      </dsp:nvSpPr>
      <dsp:spPr>
        <a:xfrm>
          <a:off x="1148111" y="538435"/>
          <a:ext cx="9454574" cy="99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202" tIns="105202" rIns="105202" bIns="105202"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Comic Sans MS" panose="030F0702030302020204" pitchFamily="66" charset="0"/>
            </a:rPr>
            <a:t>Defects are classified from the QA team perspective as </a:t>
          </a:r>
          <a:r>
            <a:rPr lang="en-US" sz="2000" b="1" kern="1200" dirty="0">
              <a:latin typeface="Comic Sans MS" panose="030F0702030302020204" pitchFamily="66" charset="0"/>
            </a:rPr>
            <a:t>Priority</a:t>
          </a:r>
          <a:r>
            <a:rPr lang="en-US" sz="2000" kern="1200" dirty="0">
              <a:latin typeface="Comic Sans MS" panose="030F0702030302020204" pitchFamily="66" charset="0"/>
            </a:rPr>
            <a:t> and from the development perspective as </a:t>
          </a:r>
          <a:r>
            <a:rPr lang="en-US" sz="2000" b="1" kern="1200" dirty="0">
              <a:latin typeface="Comic Sans MS" panose="030F0702030302020204" pitchFamily="66" charset="0"/>
            </a:rPr>
            <a:t>Severity</a:t>
          </a:r>
          <a:r>
            <a:rPr lang="en-US" sz="2000" kern="1200" dirty="0">
              <a:latin typeface="Comic Sans MS" panose="030F0702030302020204" pitchFamily="66" charset="0"/>
            </a:rPr>
            <a:t> (complexity of code to fix it).</a:t>
          </a:r>
        </a:p>
      </dsp:txBody>
      <dsp:txXfrm>
        <a:off x="1148111" y="538435"/>
        <a:ext cx="9454574" cy="994035"/>
      </dsp:txXfrm>
    </dsp:sp>
    <dsp:sp modelId="{D045C9F3-D526-4ADD-9A26-BEDA74911079}">
      <dsp:nvSpPr>
        <dsp:cNvPr id="0" name=""/>
        <dsp:cNvSpPr/>
      </dsp:nvSpPr>
      <dsp:spPr>
        <a:xfrm>
          <a:off x="0" y="1790125"/>
          <a:ext cx="10602686" cy="9940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342945-24CC-4B44-B844-87A826C73C7C}">
      <dsp:nvSpPr>
        <dsp:cNvPr id="0" name=""/>
        <dsp:cNvSpPr/>
      </dsp:nvSpPr>
      <dsp:spPr>
        <a:xfrm>
          <a:off x="300695" y="2004638"/>
          <a:ext cx="546719" cy="5467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D1FAAD-D4BD-4176-8B00-0E682FA0402E}">
      <dsp:nvSpPr>
        <dsp:cNvPr id="0" name=""/>
        <dsp:cNvSpPr/>
      </dsp:nvSpPr>
      <dsp:spPr>
        <a:xfrm>
          <a:off x="1148111" y="1780980"/>
          <a:ext cx="9454574" cy="99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202" tIns="105202" rIns="105202" bIns="105202" numCol="1" spcCol="1270" anchor="ctr" anchorCtr="0">
          <a:noAutofit/>
        </a:bodyPr>
        <a:lstStyle/>
        <a:p>
          <a:pPr marL="0" lvl="0" indent="0" algn="l" defTabSz="889000">
            <a:lnSpc>
              <a:spcPct val="100000"/>
            </a:lnSpc>
            <a:spcBef>
              <a:spcPct val="0"/>
            </a:spcBef>
            <a:spcAft>
              <a:spcPct val="35000"/>
            </a:spcAft>
            <a:buNone/>
          </a:pPr>
          <a:r>
            <a:rPr lang="en-US" sz="2000" kern="1200">
              <a:latin typeface="Comic Sans MS" panose="030F0702030302020204" pitchFamily="66" charset="0"/>
            </a:rPr>
            <a:t>These are two major classifications that play an important role in the timeframe and the amount of work that goes in to fix defects.</a:t>
          </a:r>
        </a:p>
      </dsp:txBody>
      <dsp:txXfrm>
        <a:off x="1148111" y="1780980"/>
        <a:ext cx="9454574" cy="99403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073BE8-5F91-425D-8DB8-7F619F310501}">
      <dsp:nvSpPr>
        <dsp:cNvPr id="0" name=""/>
        <dsp:cNvSpPr/>
      </dsp:nvSpPr>
      <dsp:spPr>
        <a:xfrm>
          <a:off x="0" y="204086"/>
          <a:ext cx="6666833" cy="1003275"/>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70764" rIns="51742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latin typeface="Comic Sans MS" panose="030F0702030302020204" pitchFamily="66" charset="0"/>
            </a:rPr>
            <a:t>Defect impacts most crucial functionality of Application and the QA team cannot continue with the validation of application under test without fixing it. For example, App/Product crash frequently.</a:t>
          </a:r>
        </a:p>
      </dsp:txBody>
      <dsp:txXfrm>
        <a:off x="0" y="204086"/>
        <a:ext cx="6666833" cy="1003275"/>
      </dsp:txXfrm>
    </dsp:sp>
    <dsp:sp modelId="{6828CF7F-926B-495C-BBA2-A3DEF9F5C3D1}">
      <dsp:nvSpPr>
        <dsp:cNvPr id="0" name=""/>
        <dsp:cNvSpPr/>
      </dsp:nvSpPr>
      <dsp:spPr>
        <a:xfrm>
          <a:off x="333341" y="12206"/>
          <a:ext cx="4666783" cy="3837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en-US" sz="1300" b="1" kern="1200" dirty="0">
              <a:latin typeface="Comic Sans MS" panose="030F0702030302020204" pitchFamily="66" charset="0"/>
            </a:rPr>
            <a:t>Critical /Severity 1</a:t>
          </a:r>
          <a:r>
            <a:rPr lang="en-US" sz="1300" kern="1200" dirty="0">
              <a:latin typeface="Comic Sans MS" panose="030F0702030302020204" pitchFamily="66" charset="0"/>
            </a:rPr>
            <a:t> </a:t>
          </a:r>
        </a:p>
      </dsp:txBody>
      <dsp:txXfrm>
        <a:off x="352075" y="30940"/>
        <a:ext cx="4629315" cy="346292"/>
      </dsp:txXfrm>
    </dsp:sp>
    <dsp:sp modelId="{6824C2BC-6BA9-48B9-8D49-60AC9B865AB3}">
      <dsp:nvSpPr>
        <dsp:cNvPr id="0" name=""/>
        <dsp:cNvSpPr/>
      </dsp:nvSpPr>
      <dsp:spPr>
        <a:xfrm>
          <a:off x="0" y="1469441"/>
          <a:ext cx="6666833" cy="1003275"/>
        </a:xfrm>
        <a:prstGeom prst="rect">
          <a:avLst/>
        </a:prstGeom>
        <a:solidFill>
          <a:schemeClr val="lt1">
            <a:alpha val="90000"/>
            <a:hueOff val="0"/>
            <a:satOff val="0"/>
            <a:lumOff val="0"/>
            <a:alphaOff val="0"/>
          </a:schemeClr>
        </a:solidFill>
        <a:ln w="12700" cap="flat" cmpd="sng" algn="ctr">
          <a:solidFill>
            <a:schemeClr val="accent2">
              <a:hueOff val="2197"/>
              <a:satOff val="458"/>
              <a:lumOff val="869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70764" rIns="51742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latin typeface="Comic Sans MS" panose="030F0702030302020204" pitchFamily="66" charset="0"/>
            </a:rPr>
            <a:t>Defect impacts a functional module; the QA team cannot test that particular module but continue with the validation of other modules. For example, flight reservation is not working, </a:t>
          </a:r>
        </a:p>
      </dsp:txBody>
      <dsp:txXfrm>
        <a:off x="0" y="1469441"/>
        <a:ext cx="6666833" cy="1003275"/>
      </dsp:txXfrm>
    </dsp:sp>
    <dsp:sp modelId="{73613258-8A6C-44F0-A1F1-92A3319DE6D7}">
      <dsp:nvSpPr>
        <dsp:cNvPr id="0" name=""/>
        <dsp:cNvSpPr/>
      </dsp:nvSpPr>
      <dsp:spPr>
        <a:xfrm>
          <a:off x="333341" y="1277561"/>
          <a:ext cx="4666783" cy="383760"/>
        </a:xfrm>
        <a:prstGeom prst="roundRect">
          <a:avLst/>
        </a:prstGeom>
        <a:gradFill rotWithShape="0">
          <a:gsLst>
            <a:gs pos="0">
              <a:schemeClr val="accent2">
                <a:hueOff val="2197"/>
                <a:satOff val="458"/>
                <a:lumOff val="8692"/>
                <a:alphaOff val="0"/>
                <a:satMod val="103000"/>
                <a:lumMod val="102000"/>
                <a:tint val="94000"/>
              </a:schemeClr>
            </a:gs>
            <a:gs pos="50000">
              <a:schemeClr val="accent2">
                <a:hueOff val="2197"/>
                <a:satOff val="458"/>
                <a:lumOff val="8692"/>
                <a:alphaOff val="0"/>
                <a:satMod val="110000"/>
                <a:lumMod val="100000"/>
                <a:shade val="100000"/>
              </a:schemeClr>
            </a:gs>
            <a:gs pos="100000">
              <a:schemeClr val="accent2">
                <a:hueOff val="2197"/>
                <a:satOff val="458"/>
                <a:lumOff val="86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en-US" sz="1300" b="1" kern="1200">
              <a:latin typeface="Comic Sans MS" panose="030F0702030302020204" pitchFamily="66" charset="0"/>
            </a:rPr>
            <a:t>Major / Severity 2</a:t>
          </a:r>
          <a:r>
            <a:rPr lang="en-US" sz="1300" kern="1200">
              <a:latin typeface="Comic Sans MS" panose="030F0702030302020204" pitchFamily="66" charset="0"/>
            </a:rPr>
            <a:t> </a:t>
          </a:r>
        </a:p>
      </dsp:txBody>
      <dsp:txXfrm>
        <a:off x="352075" y="1296295"/>
        <a:ext cx="4629315" cy="346292"/>
      </dsp:txXfrm>
    </dsp:sp>
    <dsp:sp modelId="{7718B36F-B696-4B2B-90B2-665E4E1429D0}">
      <dsp:nvSpPr>
        <dsp:cNvPr id="0" name=""/>
        <dsp:cNvSpPr/>
      </dsp:nvSpPr>
      <dsp:spPr>
        <a:xfrm>
          <a:off x="0" y="2734796"/>
          <a:ext cx="6666833" cy="1433250"/>
        </a:xfrm>
        <a:prstGeom prst="rect">
          <a:avLst/>
        </a:prstGeom>
        <a:solidFill>
          <a:schemeClr val="lt1">
            <a:alpha val="90000"/>
            <a:hueOff val="0"/>
            <a:satOff val="0"/>
            <a:lumOff val="0"/>
            <a:alphaOff val="0"/>
          </a:schemeClr>
        </a:solidFill>
        <a:ln w="12700" cap="flat" cmpd="sng" algn="ctr">
          <a:solidFill>
            <a:schemeClr val="accent2">
              <a:hueOff val="4395"/>
              <a:satOff val="915"/>
              <a:lumOff val="1738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70764" rIns="51742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latin typeface="Comic Sans MS" panose="030F0702030302020204" pitchFamily="66" charset="0"/>
            </a:rPr>
            <a:t>Defect has issue with single screen or related to a single function, but the system is still functioning. The defect here does not block any functionality. For example, Ticket# is a representation which does not follow proper alpha numeric characters like the first five characters and the last five as numeric.</a:t>
          </a:r>
        </a:p>
      </dsp:txBody>
      <dsp:txXfrm>
        <a:off x="0" y="2734796"/>
        <a:ext cx="6666833" cy="1433250"/>
      </dsp:txXfrm>
    </dsp:sp>
    <dsp:sp modelId="{80ED75E2-D6EC-4294-ABF0-B8832B8B228D}">
      <dsp:nvSpPr>
        <dsp:cNvPr id="0" name=""/>
        <dsp:cNvSpPr/>
      </dsp:nvSpPr>
      <dsp:spPr>
        <a:xfrm>
          <a:off x="333341" y="2542916"/>
          <a:ext cx="4666783" cy="383760"/>
        </a:xfrm>
        <a:prstGeom prst="roundRect">
          <a:avLst/>
        </a:prstGeom>
        <a:gradFill rotWithShape="0">
          <a:gsLst>
            <a:gs pos="0">
              <a:schemeClr val="accent2">
                <a:hueOff val="4395"/>
                <a:satOff val="915"/>
                <a:lumOff val="17385"/>
                <a:alphaOff val="0"/>
                <a:satMod val="103000"/>
                <a:lumMod val="102000"/>
                <a:tint val="94000"/>
              </a:schemeClr>
            </a:gs>
            <a:gs pos="50000">
              <a:schemeClr val="accent2">
                <a:hueOff val="4395"/>
                <a:satOff val="915"/>
                <a:lumOff val="17385"/>
                <a:alphaOff val="0"/>
                <a:satMod val="110000"/>
                <a:lumMod val="100000"/>
                <a:shade val="100000"/>
              </a:schemeClr>
            </a:gs>
            <a:gs pos="100000">
              <a:schemeClr val="accent2">
                <a:hueOff val="4395"/>
                <a:satOff val="915"/>
                <a:lumOff val="1738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en-US" sz="1300" b="1" kern="1200">
              <a:latin typeface="Comic Sans MS" panose="030F0702030302020204" pitchFamily="66" charset="0"/>
            </a:rPr>
            <a:t>Medium / Severity 3</a:t>
          </a:r>
          <a:r>
            <a:rPr lang="en-US" sz="1300" kern="1200">
              <a:latin typeface="Comic Sans MS" panose="030F0702030302020204" pitchFamily="66" charset="0"/>
            </a:rPr>
            <a:t> </a:t>
          </a:r>
        </a:p>
      </dsp:txBody>
      <dsp:txXfrm>
        <a:off x="352075" y="2561650"/>
        <a:ext cx="4629315" cy="346292"/>
      </dsp:txXfrm>
    </dsp:sp>
    <dsp:sp modelId="{AE99F0B4-4184-4857-8650-1A4934225916}">
      <dsp:nvSpPr>
        <dsp:cNvPr id="0" name=""/>
        <dsp:cNvSpPr/>
      </dsp:nvSpPr>
      <dsp:spPr>
        <a:xfrm>
          <a:off x="0" y="4430127"/>
          <a:ext cx="6666833" cy="1208025"/>
        </a:xfrm>
        <a:prstGeom prst="rect">
          <a:avLst/>
        </a:prstGeom>
        <a:solidFill>
          <a:schemeClr val="lt1">
            <a:alpha val="90000"/>
            <a:hueOff val="0"/>
            <a:satOff val="0"/>
            <a:lumOff val="0"/>
            <a:alphaOff val="0"/>
          </a:schemeClr>
        </a:solidFill>
        <a:ln w="12700" cap="flat" cmpd="sng" algn="ctr">
          <a:solidFill>
            <a:schemeClr val="accent2">
              <a:hueOff val="6592"/>
              <a:satOff val="1373"/>
              <a:lumOff val="26077"/>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270764" rIns="51742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latin typeface="Comic Sans MS" panose="030F0702030302020204" pitchFamily="66" charset="0"/>
            </a:rPr>
            <a:t>It does not impact the functionality. It may be a cosmetic defect, UI inconsistency for a field or a suggestion to improve the end user experience from the UI side. For example, the background colour of the Submit button does not match with that of the Save button.</a:t>
          </a:r>
        </a:p>
      </dsp:txBody>
      <dsp:txXfrm>
        <a:off x="0" y="4430127"/>
        <a:ext cx="6666833" cy="1208025"/>
      </dsp:txXfrm>
    </dsp:sp>
    <dsp:sp modelId="{48F1CC69-69DA-47B6-8DB1-3D977C3589B6}">
      <dsp:nvSpPr>
        <dsp:cNvPr id="0" name=""/>
        <dsp:cNvSpPr/>
      </dsp:nvSpPr>
      <dsp:spPr>
        <a:xfrm>
          <a:off x="333341" y="4238247"/>
          <a:ext cx="4666783" cy="383760"/>
        </a:xfrm>
        <a:prstGeom prst="roundRect">
          <a:avLst/>
        </a:prstGeom>
        <a:gradFill rotWithShape="0">
          <a:gsLst>
            <a:gs pos="0">
              <a:schemeClr val="accent2">
                <a:hueOff val="6592"/>
                <a:satOff val="1373"/>
                <a:lumOff val="26077"/>
                <a:alphaOff val="0"/>
                <a:satMod val="103000"/>
                <a:lumMod val="102000"/>
                <a:tint val="94000"/>
              </a:schemeClr>
            </a:gs>
            <a:gs pos="50000">
              <a:schemeClr val="accent2">
                <a:hueOff val="6592"/>
                <a:satOff val="1373"/>
                <a:lumOff val="26077"/>
                <a:alphaOff val="0"/>
                <a:satMod val="110000"/>
                <a:lumMod val="100000"/>
                <a:shade val="100000"/>
              </a:schemeClr>
            </a:gs>
            <a:gs pos="100000">
              <a:schemeClr val="accent2">
                <a:hueOff val="6592"/>
                <a:satOff val="1373"/>
                <a:lumOff val="2607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en-US" sz="1300" b="1" kern="1200">
              <a:latin typeface="Comic Sans MS" panose="030F0702030302020204" pitchFamily="66" charset="0"/>
            </a:rPr>
            <a:t>Low / Severity 4</a:t>
          </a:r>
          <a:r>
            <a:rPr lang="en-US" sz="1300" kern="1200">
              <a:latin typeface="Comic Sans MS" panose="030F0702030302020204" pitchFamily="66" charset="0"/>
            </a:rPr>
            <a:t> </a:t>
          </a:r>
        </a:p>
      </dsp:txBody>
      <dsp:txXfrm>
        <a:off x="352075" y="4256981"/>
        <a:ext cx="4629315" cy="34629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7E4782-C81F-4756-B7D0-4BE4B663D6C2}">
      <dsp:nvSpPr>
        <dsp:cNvPr id="0" name=""/>
        <dsp:cNvSpPr/>
      </dsp:nvSpPr>
      <dsp:spPr>
        <a:xfrm>
          <a:off x="0" y="294799"/>
          <a:ext cx="6666833" cy="957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latin typeface="Comic Sans MS" panose="030F0702030302020204" pitchFamily="66" charset="0"/>
            </a:rPr>
            <a:t>This defect can be fixed after the critical ones are fixed.</a:t>
          </a:r>
        </a:p>
      </dsp:txBody>
      <dsp:txXfrm>
        <a:off x="0" y="294799"/>
        <a:ext cx="6666833" cy="957600"/>
      </dsp:txXfrm>
    </dsp:sp>
    <dsp:sp modelId="{775CE72B-26BF-4252-8D6A-F4DD8468C2B5}">
      <dsp:nvSpPr>
        <dsp:cNvPr id="0" name=""/>
        <dsp:cNvSpPr/>
      </dsp:nvSpPr>
      <dsp:spPr>
        <a:xfrm>
          <a:off x="333341" y="58639"/>
          <a:ext cx="4666783" cy="472320"/>
        </a:xfrm>
        <a:prstGeom prst="roundRect">
          <a:avLst/>
        </a:prstGeom>
        <a:solidFill>
          <a:srgbClr val="00B05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b="1" kern="1200">
              <a:latin typeface="Comic Sans MS" panose="030F0702030302020204" pitchFamily="66" charset="0"/>
            </a:rPr>
            <a:t>Low</a:t>
          </a:r>
          <a:r>
            <a:rPr lang="en-US" sz="1600" kern="1200">
              <a:latin typeface="Comic Sans MS" panose="030F0702030302020204" pitchFamily="66" charset="0"/>
            </a:rPr>
            <a:t> </a:t>
          </a:r>
        </a:p>
      </dsp:txBody>
      <dsp:txXfrm>
        <a:off x="356398" y="81696"/>
        <a:ext cx="4620669" cy="426206"/>
      </dsp:txXfrm>
    </dsp:sp>
    <dsp:sp modelId="{DFFB15DD-3B74-429D-8E6A-5C2E06A406B6}">
      <dsp:nvSpPr>
        <dsp:cNvPr id="0" name=""/>
        <dsp:cNvSpPr/>
      </dsp:nvSpPr>
      <dsp:spPr>
        <a:xfrm>
          <a:off x="0" y="1574959"/>
          <a:ext cx="6666833" cy="705600"/>
        </a:xfrm>
        <a:prstGeom prst="rect">
          <a:avLst/>
        </a:prstGeom>
        <a:solidFill>
          <a:schemeClr val="lt1">
            <a:alpha val="90000"/>
            <a:hueOff val="0"/>
            <a:satOff val="0"/>
            <a:lumOff val="0"/>
            <a:alphaOff val="0"/>
          </a:schemeClr>
        </a:solidFill>
        <a:ln w="12700" cap="flat" cmpd="sng" algn="ctr">
          <a:solidFill>
            <a:schemeClr val="accent2">
              <a:hueOff val="2197"/>
              <a:satOff val="458"/>
              <a:lumOff val="869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latin typeface="Comic Sans MS" panose="030F0702030302020204" pitchFamily="66" charset="0"/>
            </a:rPr>
            <a:t>The defect should be resolved in the subsequent builds.</a:t>
          </a:r>
        </a:p>
      </dsp:txBody>
      <dsp:txXfrm>
        <a:off x="0" y="1574959"/>
        <a:ext cx="6666833" cy="705600"/>
      </dsp:txXfrm>
    </dsp:sp>
    <dsp:sp modelId="{6EFA18B9-763B-4D89-A22B-46DEE0E4891C}">
      <dsp:nvSpPr>
        <dsp:cNvPr id="0" name=""/>
        <dsp:cNvSpPr/>
      </dsp:nvSpPr>
      <dsp:spPr>
        <a:xfrm>
          <a:off x="333341" y="1338799"/>
          <a:ext cx="4666783" cy="472320"/>
        </a:xfrm>
        <a:prstGeom prst="roundRect">
          <a:avLst/>
        </a:prstGeom>
        <a:solidFill>
          <a:srgbClr val="92D05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b="1" kern="1200">
              <a:latin typeface="Comic Sans MS" panose="030F0702030302020204" pitchFamily="66" charset="0"/>
            </a:rPr>
            <a:t>Medium</a:t>
          </a:r>
          <a:r>
            <a:rPr lang="en-US" sz="1600" kern="1200">
              <a:latin typeface="Comic Sans MS" panose="030F0702030302020204" pitchFamily="66" charset="0"/>
            </a:rPr>
            <a:t> </a:t>
          </a:r>
        </a:p>
      </dsp:txBody>
      <dsp:txXfrm>
        <a:off x="356398" y="1361856"/>
        <a:ext cx="4620669" cy="426206"/>
      </dsp:txXfrm>
    </dsp:sp>
    <dsp:sp modelId="{1B09DD6D-2D0A-4E19-94BA-874A95C5D991}">
      <dsp:nvSpPr>
        <dsp:cNvPr id="0" name=""/>
        <dsp:cNvSpPr/>
      </dsp:nvSpPr>
      <dsp:spPr>
        <a:xfrm>
          <a:off x="0" y="2603119"/>
          <a:ext cx="6666833" cy="1234800"/>
        </a:xfrm>
        <a:prstGeom prst="rect">
          <a:avLst/>
        </a:prstGeom>
        <a:solidFill>
          <a:schemeClr val="lt1">
            <a:alpha val="90000"/>
            <a:hueOff val="0"/>
            <a:satOff val="0"/>
            <a:lumOff val="0"/>
            <a:alphaOff val="0"/>
          </a:schemeClr>
        </a:solidFill>
        <a:ln w="12700" cap="flat" cmpd="sng" algn="ctr">
          <a:solidFill>
            <a:schemeClr val="accent2">
              <a:hueOff val="4395"/>
              <a:satOff val="915"/>
              <a:lumOff val="1738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latin typeface="Comic Sans MS" panose="030F0702030302020204" pitchFamily="66" charset="0"/>
            </a:rPr>
            <a:t>The defect must be resolved immediately because the defect affects the application to a considerable extent and the relevant modules cannot be used until it is fixed.</a:t>
          </a:r>
        </a:p>
      </dsp:txBody>
      <dsp:txXfrm>
        <a:off x="0" y="2603119"/>
        <a:ext cx="6666833" cy="1234800"/>
      </dsp:txXfrm>
    </dsp:sp>
    <dsp:sp modelId="{07D2947C-534E-4C80-999C-C36DA92C5C98}">
      <dsp:nvSpPr>
        <dsp:cNvPr id="0" name=""/>
        <dsp:cNvSpPr/>
      </dsp:nvSpPr>
      <dsp:spPr>
        <a:xfrm>
          <a:off x="333341" y="2366959"/>
          <a:ext cx="4666783" cy="472320"/>
        </a:xfrm>
        <a:prstGeom prst="roundRect">
          <a:avLst/>
        </a:prstGeom>
        <a:solidFill>
          <a:srgbClr val="FFFF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b="1" kern="1200">
              <a:latin typeface="Comic Sans MS" panose="030F0702030302020204" pitchFamily="66" charset="0"/>
            </a:rPr>
            <a:t>High</a:t>
          </a:r>
          <a:r>
            <a:rPr lang="en-US" sz="1600" kern="1200">
              <a:latin typeface="Comic Sans MS" panose="030F0702030302020204" pitchFamily="66" charset="0"/>
            </a:rPr>
            <a:t> </a:t>
          </a:r>
        </a:p>
      </dsp:txBody>
      <dsp:txXfrm>
        <a:off x="356398" y="2390016"/>
        <a:ext cx="4620669" cy="426206"/>
      </dsp:txXfrm>
    </dsp:sp>
    <dsp:sp modelId="{6FBDD795-7C68-427E-96CA-B7593185BBDB}">
      <dsp:nvSpPr>
        <dsp:cNvPr id="0" name=""/>
        <dsp:cNvSpPr/>
      </dsp:nvSpPr>
      <dsp:spPr>
        <a:xfrm>
          <a:off x="0" y="4160479"/>
          <a:ext cx="6666833" cy="1234800"/>
        </a:xfrm>
        <a:prstGeom prst="rect">
          <a:avLst/>
        </a:prstGeom>
        <a:solidFill>
          <a:schemeClr val="lt1">
            <a:alpha val="90000"/>
            <a:hueOff val="0"/>
            <a:satOff val="0"/>
            <a:lumOff val="0"/>
            <a:alphaOff val="0"/>
          </a:schemeClr>
        </a:solidFill>
        <a:ln w="12700" cap="flat" cmpd="sng" algn="ctr">
          <a:solidFill>
            <a:schemeClr val="accent2">
              <a:hueOff val="6592"/>
              <a:satOff val="1373"/>
              <a:lumOff val="26077"/>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33248" rIns="51742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latin typeface="Comic Sans MS" panose="030F0702030302020204" pitchFamily="66" charset="0"/>
            </a:rPr>
            <a:t>The defect must be resolved immediately because the defect affects the application or the product severely and the product cannot be used until it has been fixed.</a:t>
          </a:r>
        </a:p>
      </dsp:txBody>
      <dsp:txXfrm>
        <a:off x="0" y="4160479"/>
        <a:ext cx="6666833" cy="1234800"/>
      </dsp:txXfrm>
    </dsp:sp>
    <dsp:sp modelId="{F61DAEEC-CEEC-4FBB-B2E2-B213F7191A85}">
      <dsp:nvSpPr>
        <dsp:cNvPr id="0" name=""/>
        <dsp:cNvSpPr/>
      </dsp:nvSpPr>
      <dsp:spPr>
        <a:xfrm>
          <a:off x="333341" y="3924319"/>
          <a:ext cx="4666783" cy="472320"/>
        </a:xfrm>
        <a:prstGeom prst="roundRect">
          <a:avLst/>
        </a:prstGeom>
        <a:solidFill>
          <a:srgbClr val="FFC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11200">
            <a:lnSpc>
              <a:spcPct val="90000"/>
            </a:lnSpc>
            <a:spcBef>
              <a:spcPct val="0"/>
            </a:spcBef>
            <a:spcAft>
              <a:spcPct val="35000"/>
            </a:spcAft>
            <a:buNone/>
          </a:pPr>
          <a:r>
            <a:rPr lang="en-US" sz="1600" b="1" kern="1200">
              <a:latin typeface="Comic Sans MS" panose="030F0702030302020204" pitchFamily="66" charset="0"/>
            </a:rPr>
            <a:t>Urgent</a:t>
          </a:r>
          <a:endParaRPr lang="en-US" sz="1600" kern="1200">
            <a:latin typeface="Comic Sans MS" panose="030F0702030302020204" pitchFamily="66" charset="0"/>
          </a:endParaRPr>
        </a:p>
      </dsp:txBody>
      <dsp:txXfrm>
        <a:off x="356398" y="3947376"/>
        <a:ext cx="4620669" cy="42620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12/12/2025</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12/12/2025</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12/12/2025</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12/12/2025</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12/12/2025</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12/12/2025</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12/12/2025</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12/12/2025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12/12/2025</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12/12/2025</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12/12/2025</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12/12/2025</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12/12/2025</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12/12/2025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12/12/2025</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12/12/2025</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12/12/2025</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12/12/2025</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12/12/2025</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12/12/2025</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12/12/2025</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12/12/2025</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12/12/2025</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12/12/2025</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12/12/2025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12/12/2025</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12/12/2025</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12/12/2025</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12/12/2025</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12/12/2025</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12/12/2025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12/12/2025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12/12/2025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12/12/2025</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12/12/2025</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12/12/2025</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12/12/2025</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12/12/2025</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9.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4.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4.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594358" y="3429000"/>
            <a:ext cx="4846322" cy="498598"/>
          </a:xfrm>
        </p:spPr>
        <p:txBody>
          <a:bodyPr/>
          <a:lstStyle/>
          <a:p>
            <a:r>
              <a:rPr lang="en-US"/>
              <a:t>STLC</a:t>
            </a:r>
            <a:endParaRPr lang="en-US" dirty="0"/>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a:xfrm>
            <a:off x="650238" y="4235999"/>
            <a:ext cx="4023360" cy="234231"/>
          </a:xfrm>
        </p:spPr>
        <p:txBody>
          <a:bodyPr/>
          <a:lstStyle/>
          <a:p>
            <a:r>
              <a:rPr lang="en-US" sz="1500" dirty="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
        <p:nvSpPr>
          <p:cNvPr id="4" name="Text Placeholder 6">
            <a:extLst>
              <a:ext uri="{FF2B5EF4-FFF2-40B4-BE49-F238E27FC236}">
                <a16:creationId xmlns:a16="http://schemas.microsoft.com/office/drawing/2014/main" id="{AF39E553-E671-DA9F-82DC-92E03E58BA6B}"/>
              </a:ext>
            </a:extLst>
          </p:cNvPr>
          <p:cNvSpPr txBox="1">
            <a:spLocks/>
          </p:cNvSpPr>
          <p:nvPr/>
        </p:nvSpPr>
        <p:spPr bwMode="white">
          <a:xfrm>
            <a:off x="650238" y="5484001"/>
            <a:ext cx="4023360" cy="187359"/>
          </a:xfrm>
          <a:prstGeom prst="rect">
            <a:avLst/>
          </a:prstGeom>
        </p:spPr>
        <p:txBody>
          <a:bodyPr vert="horz" lIns="0" tIns="0" rIns="0" bIns="0" rtlCol="0">
            <a:spAutoFit/>
          </a:bodyPr>
          <a:lstStyle>
            <a:lvl1pPr marL="0" indent="0" algn="l" defTabSz="914400" rtl="0" eaLnBrk="1" latinLnBrk="0" hangingPunct="1">
              <a:lnSpc>
                <a:spcPct val="110000"/>
              </a:lnSpc>
              <a:spcBef>
                <a:spcPts val="600"/>
              </a:spcBef>
              <a:spcAft>
                <a:spcPts val="0"/>
              </a:spcAft>
              <a:buClr>
                <a:schemeClr val="tx1"/>
              </a:buClr>
              <a:buFont typeface="Arial" panose="020B0604020202020204" pitchFamily="34" charset="0"/>
              <a:buNone/>
              <a:tabLst/>
              <a:defRPr sz="12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dirty="0"/>
              <a:t>Poornima</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17AC7-CA57-9E2C-5839-A7C5474BA4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F5E1AC-0F5D-D440-435B-3C55B9309818}"/>
              </a:ext>
            </a:extLst>
          </p:cNvPr>
          <p:cNvSpPr>
            <a:spLocks noGrp="1"/>
          </p:cNvSpPr>
          <p:nvPr>
            <p:ph type="title"/>
          </p:nvPr>
        </p:nvSpPr>
        <p:spPr>
          <a:xfrm>
            <a:off x="457200" y="436880"/>
            <a:ext cx="11277600" cy="415498"/>
          </a:xfrm>
        </p:spPr>
        <p:txBody>
          <a:bodyPr/>
          <a:lstStyle/>
          <a:p>
            <a:r>
              <a:rPr lang="en-US" sz="3000" dirty="0"/>
              <a:t>STLC</a:t>
            </a:r>
            <a:endParaRPr lang="en-IN" sz="3000" dirty="0"/>
          </a:p>
        </p:txBody>
      </p:sp>
      <p:sp>
        <p:nvSpPr>
          <p:cNvPr id="4" name="Footer Placeholder 3">
            <a:extLst>
              <a:ext uri="{FF2B5EF4-FFF2-40B4-BE49-F238E27FC236}">
                <a16:creationId xmlns:a16="http://schemas.microsoft.com/office/drawing/2014/main" id="{FBE12161-102B-2529-AACF-3EB8BE6A402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D7BD871F-D6E3-828A-9BDF-6EDCAA48B2A8}"/>
              </a:ext>
            </a:extLst>
          </p:cNvPr>
          <p:cNvSpPr>
            <a:spLocks noGrp="1"/>
          </p:cNvSpPr>
          <p:nvPr>
            <p:ph type="sldNum" sz="quarter" idx="12"/>
          </p:nvPr>
        </p:nvSpPr>
        <p:spPr/>
        <p:txBody>
          <a:bodyPr/>
          <a:lstStyle/>
          <a:p>
            <a:fld id="{38826FC0-333C-E549-9FA3-0EE43DF298A3}" type="slidenum">
              <a:rPr lang="en-US" smtClean="0"/>
              <a:pPr/>
              <a:t>2</a:t>
            </a:fld>
            <a:endParaRPr lang="en-US" dirty="0"/>
          </a:p>
        </p:txBody>
      </p:sp>
      <p:graphicFrame>
        <p:nvGraphicFramePr>
          <p:cNvPr id="7" name="Text Placeholder 2">
            <a:extLst>
              <a:ext uri="{FF2B5EF4-FFF2-40B4-BE49-F238E27FC236}">
                <a16:creationId xmlns:a16="http://schemas.microsoft.com/office/drawing/2014/main" id="{C976BCFA-7E3D-6D50-7995-AA9E45297E7E}"/>
              </a:ext>
            </a:extLst>
          </p:cNvPr>
          <p:cNvGraphicFramePr/>
          <p:nvPr>
            <p:extLst>
              <p:ext uri="{D42A27DB-BD31-4B8C-83A1-F6EECF244321}">
                <p14:modId xmlns:p14="http://schemas.microsoft.com/office/powerpoint/2010/main" val="446720569"/>
              </p:ext>
            </p:extLst>
          </p:nvPr>
        </p:nvGraphicFramePr>
        <p:xfrm>
          <a:off x="694418" y="1320075"/>
          <a:ext cx="10803164" cy="3281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0673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288DA-8998-E860-3B2D-0B182B65B3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00E4C-74C3-CD9B-E9F4-FF1DAF84705C}"/>
              </a:ext>
            </a:extLst>
          </p:cNvPr>
          <p:cNvSpPr>
            <a:spLocks noGrp="1"/>
          </p:cNvSpPr>
          <p:nvPr>
            <p:ph type="title"/>
          </p:nvPr>
        </p:nvSpPr>
        <p:spPr>
          <a:xfrm>
            <a:off x="457200" y="436880"/>
            <a:ext cx="11277600" cy="415498"/>
          </a:xfrm>
        </p:spPr>
        <p:txBody>
          <a:bodyPr/>
          <a:lstStyle/>
          <a:p>
            <a:r>
              <a:rPr lang="en-US" sz="3000" dirty="0"/>
              <a:t>STLC</a:t>
            </a:r>
            <a:endParaRPr lang="en-IN" sz="3000" dirty="0"/>
          </a:p>
        </p:txBody>
      </p:sp>
      <p:sp>
        <p:nvSpPr>
          <p:cNvPr id="4" name="Footer Placeholder 3">
            <a:extLst>
              <a:ext uri="{FF2B5EF4-FFF2-40B4-BE49-F238E27FC236}">
                <a16:creationId xmlns:a16="http://schemas.microsoft.com/office/drawing/2014/main" id="{8FFAEB33-70A5-FC91-4316-CDACD9B1A0F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9F3A2B6-F071-1AA0-D92B-6CE355C40B9B}"/>
              </a:ext>
            </a:extLst>
          </p:cNvPr>
          <p:cNvSpPr>
            <a:spLocks noGrp="1"/>
          </p:cNvSpPr>
          <p:nvPr>
            <p:ph type="sldNum" sz="quarter" idx="12"/>
          </p:nvPr>
        </p:nvSpPr>
        <p:spPr/>
        <p:txBody>
          <a:bodyPr/>
          <a:lstStyle/>
          <a:p>
            <a:fld id="{38826FC0-333C-E549-9FA3-0EE43DF298A3}" type="slidenum">
              <a:rPr lang="en-US" smtClean="0"/>
              <a:pPr/>
              <a:t>3</a:t>
            </a:fld>
            <a:endParaRPr lang="en-US" dirty="0"/>
          </a:p>
        </p:txBody>
      </p:sp>
      <p:pic>
        <p:nvPicPr>
          <p:cNvPr id="3" name="Picture 2">
            <a:extLst>
              <a:ext uri="{FF2B5EF4-FFF2-40B4-BE49-F238E27FC236}">
                <a16:creationId xmlns:a16="http://schemas.microsoft.com/office/drawing/2014/main" id="{57AD0219-9010-8597-8756-677A9D3A61A8}"/>
              </a:ext>
            </a:extLst>
          </p:cNvPr>
          <p:cNvPicPr>
            <a:picLocks noChangeAspect="1"/>
          </p:cNvPicPr>
          <p:nvPr/>
        </p:nvPicPr>
        <p:blipFill>
          <a:blip r:embed="rId2"/>
          <a:stretch>
            <a:fillRect/>
          </a:stretch>
        </p:blipFill>
        <p:spPr>
          <a:xfrm>
            <a:off x="1385775" y="1452879"/>
            <a:ext cx="9139985" cy="4206241"/>
          </a:xfrm>
          <a:prstGeom prst="rect">
            <a:avLst/>
          </a:prstGeom>
        </p:spPr>
      </p:pic>
    </p:spTree>
    <p:extLst>
      <p:ext uri="{BB962C8B-B14F-4D97-AF65-F5344CB8AC3E}">
        <p14:creationId xmlns:p14="http://schemas.microsoft.com/office/powerpoint/2010/main" val="3582794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D9358-14D9-8529-F680-CD07E51B8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C35F25-871F-56A7-F95F-5E5D86D5E116}"/>
              </a:ext>
            </a:extLst>
          </p:cNvPr>
          <p:cNvSpPr>
            <a:spLocks noGrp="1"/>
          </p:cNvSpPr>
          <p:nvPr>
            <p:ph type="title"/>
          </p:nvPr>
        </p:nvSpPr>
        <p:spPr>
          <a:xfrm>
            <a:off x="457200" y="436880"/>
            <a:ext cx="11277600" cy="415498"/>
          </a:xfrm>
        </p:spPr>
        <p:txBody>
          <a:bodyPr/>
          <a:lstStyle/>
          <a:p>
            <a:r>
              <a:rPr lang="en-US" sz="3000" dirty="0"/>
              <a:t>Entry and Exit Criteria</a:t>
            </a:r>
            <a:endParaRPr lang="en-IN" sz="3000" dirty="0"/>
          </a:p>
        </p:txBody>
      </p:sp>
      <p:sp>
        <p:nvSpPr>
          <p:cNvPr id="4" name="Footer Placeholder 3">
            <a:extLst>
              <a:ext uri="{FF2B5EF4-FFF2-40B4-BE49-F238E27FC236}">
                <a16:creationId xmlns:a16="http://schemas.microsoft.com/office/drawing/2014/main" id="{818CA899-26C6-7122-CDE5-06F975CE3C9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151F968C-7AFE-E694-C72F-D3F10C71C5A4}"/>
              </a:ext>
            </a:extLst>
          </p:cNvPr>
          <p:cNvSpPr>
            <a:spLocks noGrp="1"/>
          </p:cNvSpPr>
          <p:nvPr>
            <p:ph type="sldNum" sz="quarter" idx="12"/>
          </p:nvPr>
        </p:nvSpPr>
        <p:spPr/>
        <p:txBody>
          <a:bodyPr/>
          <a:lstStyle/>
          <a:p>
            <a:fld id="{38826FC0-333C-E549-9FA3-0EE43DF298A3}" type="slidenum">
              <a:rPr lang="en-US" smtClean="0"/>
              <a:pPr/>
              <a:t>4</a:t>
            </a:fld>
            <a:endParaRPr lang="en-US" dirty="0"/>
          </a:p>
        </p:txBody>
      </p:sp>
      <p:grpSp>
        <p:nvGrpSpPr>
          <p:cNvPr id="9" name="Group 8">
            <a:extLst>
              <a:ext uri="{FF2B5EF4-FFF2-40B4-BE49-F238E27FC236}">
                <a16:creationId xmlns:a16="http://schemas.microsoft.com/office/drawing/2014/main" id="{8969B6A5-E841-C3E0-F4ED-DA38916B96A3}"/>
              </a:ext>
            </a:extLst>
          </p:cNvPr>
          <p:cNvGrpSpPr/>
          <p:nvPr/>
        </p:nvGrpSpPr>
        <p:grpSpPr>
          <a:xfrm>
            <a:off x="911341" y="1828885"/>
            <a:ext cx="3988199" cy="3190559"/>
            <a:chOff x="4560" y="9671"/>
            <a:chExt cx="3988199" cy="3190559"/>
          </a:xfrm>
        </p:grpSpPr>
        <p:sp>
          <p:nvSpPr>
            <p:cNvPr id="16" name="Arrow: Pentagon 15">
              <a:extLst>
                <a:ext uri="{FF2B5EF4-FFF2-40B4-BE49-F238E27FC236}">
                  <a16:creationId xmlns:a16="http://schemas.microsoft.com/office/drawing/2014/main" id="{FE99EC9B-3B31-F5E3-7374-0E6A2F034B8F}"/>
                </a:ext>
              </a:extLst>
            </p:cNvPr>
            <p:cNvSpPr/>
            <p:nvPr/>
          </p:nvSpPr>
          <p:spPr>
            <a:xfrm>
              <a:off x="4560" y="9671"/>
              <a:ext cx="3988199" cy="3190559"/>
            </a:xfrm>
            <a:prstGeom prst="homePlate">
              <a:avLst>
                <a:gd name="adj" fmla="val 25000"/>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IN">
                <a:latin typeface="Comic Sans MS" panose="030F0702030302020204" pitchFamily="66" charset="0"/>
              </a:endParaRPr>
            </a:p>
          </p:txBody>
        </p:sp>
        <p:sp>
          <p:nvSpPr>
            <p:cNvPr id="17" name="Arrow: Pentagon 4">
              <a:extLst>
                <a:ext uri="{FF2B5EF4-FFF2-40B4-BE49-F238E27FC236}">
                  <a16:creationId xmlns:a16="http://schemas.microsoft.com/office/drawing/2014/main" id="{CE0B35FA-93B3-8E3D-ADA6-CF5CA3555C4B}"/>
                </a:ext>
              </a:extLst>
            </p:cNvPr>
            <p:cNvSpPr txBox="1"/>
            <p:nvPr/>
          </p:nvSpPr>
          <p:spPr>
            <a:xfrm>
              <a:off x="4560" y="9671"/>
              <a:ext cx="3589379" cy="319055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0695" tIns="60960" rIns="562779" bIns="60960" numCol="1" spcCol="1270" anchor="ctr" anchorCtr="0">
              <a:noAutofit/>
            </a:bodyPr>
            <a:lstStyle/>
            <a:p>
              <a:pPr marL="0" lvl="0" indent="0" algn="ctr" defTabSz="1066800">
                <a:lnSpc>
                  <a:spcPct val="90000"/>
                </a:lnSpc>
                <a:spcBef>
                  <a:spcPct val="0"/>
                </a:spcBef>
                <a:spcAft>
                  <a:spcPct val="35000"/>
                </a:spcAft>
                <a:buNone/>
              </a:pPr>
              <a:r>
                <a:rPr lang="en-US" sz="2400" kern="1200">
                  <a:latin typeface="Comic Sans MS" panose="030F0702030302020204" pitchFamily="66" charset="0"/>
                </a:rPr>
                <a:t>Each and every STLC phase contains Entry and Exist Criteria</a:t>
              </a:r>
            </a:p>
          </p:txBody>
        </p:sp>
      </p:grpSp>
      <p:grpSp>
        <p:nvGrpSpPr>
          <p:cNvPr id="10" name="Group 9">
            <a:extLst>
              <a:ext uri="{FF2B5EF4-FFF2-40B4-BE49-F238E27FC236}">
                <a16:creationId xmlns:a16="http://schemas.microsoft.com/office/drawing/2014/main" id="{BC416D3F-F536-ADD9-676A-5BB5CBCF07A8}"/>
              </a:ext>
            </a:extLst>
          </p:cNvPr>
          <p:cNvGrpSpPr/>
          <p:nvPr/>
        </p:nvGrpSpPr>
        <p:grpSpPr>
          <a:xfrm>
            <a:off x="4104078" y="1838556"/>
            <a:ext cx="3988199" cy="3190559"/>
            <a:chOff x="3197297" y="19342"/>
            <a:chExt cx="3988199" cy="3190559"/>
          </a:xfrm>
        </p:grpSpPr>
        <p:sp>
          <p:nvSpPr>
            <p:cNvPr id="14" name="Arrow: Chevron 13">
              <a:extLst>
                <a:ext uri="{FF2B5EF4-FFF2-40B4-BE49-F238E27FC236}">
                  <a16:creationId xmlns:a16="http://schemas.microsoft.com/office/drawing/2014/main" id="{50134A88-BF92-C304-842C-FB843D60F1D3}"/>
                </a:ext>
              </a:extLst>
            </p:cNvPr>
            <p:cNvSpPr/>
            <p:nvPr/>
          </p:nvSpPr>
          <p:spPr>
            <a:xfrm>
              <a:off x="3197297" y="19342"/>
              <a:ext cx="3988199" cy="3190559"/>
            </a:xfrm>
            <a:prstGeom prst="chevron">
              <a:avLst>
                <a:gd name="adj" fmla="val 25000"/>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IN">
                <a:latin typeface="Comic Sans MS" panose="030F0702030302020204" pitchFamily="66" charset="0"/>
              </a:endParaRPr>
            </a:p>
          </p:txBody>
        </p:sp>
        <p:sp>
          <p:nvSpPr>
            <p:cNvPr id="15" name="Arrow: Chevron 6">
              <a:extLst>
                <a:ext uri="{FF2B5EF4-FFF2-40B4-BE49-F238E27FC236}">
                  <a16:creationId xmlns:a16="http://schemas.microsoft.com/office/drawing/2014/main" id="{71135A5D-3CD4-AE72-5D4D-EDFEF96486CC}"/>
                </a:ext>
              </a:extLst>
            </p:cNvPr>
            <p:cNvSpPr txBox="1"/>
            <p:nvPr/>
          </p:nvSpPr>
          <p:spPr>
            <a:xfrm>
              <a:off x="3994937" y="19342"/>
              <a:ext cx="2392919" cy="319055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0695" tIns="60960" rIns="140695" bIns="60960" numCol="1" spcCol="1270" anchor="t" anchorCtr="0">
              <a:noAutofit/>
            </a:bodyPr>
            <a:lstStyle/>
            <a:p>
              <a:pPr marL="0" lvl="0" indent="0" algn="l" defTabSz="1066800">
                <a:lnSpc>
                  <a:spcPct val="90000"/>
                </a:lnSpc>
                <a:spcBef>
                  <a:spcPct val="0"/>
                </a:spcBef>
                <a:spcAft>
                  <a:spcPct val="35000"/>
                </a:spcAft>
                <a:buNone/>
              </a:pPr>
              <a:r>
                <a:rPr lang="en-US" sz="2400" kern="1200" dirty="0">
                  <a:latin typeface="Comic Sans MS" panose="030F0702030302020204" pitchFamily="66" charset="0"/>
                </a:rPr>
                <a:t>Entry Criteria</a:t>
              </a:r>
            </a:p>
            <a:p>
              <a:pPr marL="171450" lvl="1" indent="-171450" algn="l" defTabSz="844550">
                <a:lnSpc>
                  <a:spcPct val="90000"/>
                </a:lnSpc>
                <a:spcBef>
                  <a:spcPct val="0"/>
                </a:spcBef>
                <a:spcAft>
                  <a:spcPct val="15000"/>
                </a:spcAft>
                <a:buChar char="•"/>
              </a:pPr>
              <a:r>
                <a:rPr lang="en-US" sz="1900" kern="1200" dirty="0">
                  <a:latin typeface="Comic Sans MS" panose="030F0702030302020204" pitchFamily="66" charset="0"/>
                </a:rPr>
                <a:t>All the pre-requisites that must be achieved/completed for entering into the phase</a:t>
              </a:r>
            </a:p>
          </p:txBody>
        </p:sp>
      </p:grpSp>
      <p:grpSp>
        <p:nvGrpSpPr>
          <p:cNvPr id="11" name="Group 10">
            <a:extLst>
              <a:ext uri="{FF2B5EF4-FFF2-40B4-BE49-F238E27FC236}">
                <a16:creationId xmlns:a16="http://schemas.microsoft.com/office/drawing/2014/main" id="{5618A08B-D06B-DB59-F5D1-FA554CF86B86}"/>
              </a:ext>
            </a:extLst>
          </p:cNvPr>
          <p:cNvGrpSpPr/>
          <p:nvPr/>
        </p:nvGrpSpPr>
        <p:grpSpPr>
          <a:xfrm>
            <a:off x="7292460" y="1828885"/>
            <a:ext cx="3988199" cy="3190559"/>
            <a:chOff x="6385679" y="9671"/>
            <a:chExt cx="3988199" cy="3190559"/>
          </a:xfrm>
        </p:grpSpPr>
        <p:sp>
          <p:nvSpPr>
            <p:cNvPr id="12" name="Arrow: Chevron 11">
              <a:extLst>
                <a:ext uri="{FF2B5EF4-FFF2-40B4-BE49-F238E27FC236}">
                  <a16:creationId xmlns:a16="http://schemas.microsoft.com/office/drawing/2014/main" id="{48918922-7DE2-8043-AF01-897BC6867CA1}"/>
                </a:ext>
              </a:extLst>
            </p:cNvPr>
            <p:cNvSpPr/>
            <p:nvPr/>
          </p:nvSpPr>
          <p:spPr>
            <a:xfrm>
              <a:off x="6385679" y="9671"/>
              <a:ext cx="3988199" cy="3190559"/>
            </a:xfrm>
            <a:prstGeom prst="chevron">
              <a:avLst>
                <a:gd name="adj" fmla="val 25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IN">
                <a:latin typeface="Comic Sans MS" panose="030F0702030302020204" pitchFamily="66" charset="0"/>
              </a:endParaRPr>
            </a:p>
          </p:txBody>
        </p:sp>
        <p:sp>
          <p:nvSpPr>
            <p:cNvPr id="13" name="Arrow: Chevron 8">
              <a:extLst>
                <a:ext uri="{FF2B5EF4-FFF2-40B4-BE49-F238E27FC236}">
                  <a16:creationId xmlns:a16="http://schemas.microsoft.com/office/drawing/2014/main" id="{0BB3817A-AD58-56AE-C68A-F70275BFF87D}"/>
                </a:ext>
              </a:extLst>
            </p:cNvPr>
            <p:cNvSpPr txBox="1"/>
            <p:nvPr/>
          </p:nvSpPr>
          <p:spPr>
            <a:xfrm>
              <a:off x="7183319" y="9671"/>
              <a:ext cx="2392919" cy="319055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0695" tIns="60960" rIns="140695" bIns="60960" numCol="1" spcCol="1270" anchor="t" anchorCtr="0">
              <a:noAutofit/>
            </a:bodyPr>
            <a:lstStyle/>
            <a:p>
              <a:pPr marL="0" lvl="0" indent="0" algn="l" defTabSz="1066800">
                <a:lnSpc>
                  <a:spcPct val="90000"/>
                </a:lnSpc>
                <a:spcBef>
                  <a:spcPct val="0"/>
                </a:spcBef>
                <a:spcAft>
                  <a:spcPct val="35000"/>
                </a:spcAft>
                <a:buNone/>
              </a:pPr>
              <a:r>
                <a:rPr lang="en-US" sz="2400" kern="1200">
                  <a:latin typeface="Comic Sans MS" panose="030F0702030302020204" pitchFamily="66" charset="0"/>
                </a:rPr>
                <a:t>Exit Criteria</a:t>
              </a:r>
            </a:p>
            <a:p>
              <a:pPr marL="171450" lvl="1" indent="-171450" algn="l" defTabSz="844550">
                <a:lnSpc>
                  <a:spcPct val="90000"/>
                </a:lnSpc>
                <a:spcBef>
                  <a:spcPct val="0"/>
                </a:spcBef>
                <a:spcAft>
                  <a:spcPct val="15000"/>
                </a:spcAft>
                <a:buChar char="•"/>
              </a:pPr>
              <a:r>
                <a:rPr lang="en-US" sz="1900" kern="1200">
                  <a:latin typeface="Comic Sans MS" panose="030F0702030302020204" pitchFamily="66" charset="0"/>
                </a:rPr>
                <a:t>All the things that must be completed before concluding the phase</a:t>
              </a:r>
            </a:p>
          </p:txBody>
        </p:sp>
      </p:grpSp>
    </p:spTree>
    <p:extLst>
      <p:ext uri="{BB962C8B-B14F-4D97-AF65-F5344CB8AC3E}">
        <p14:creationId xmlns:p14="http://schemas.microsoft.com/office/powerpoint/2010/main" val="2024162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318B2-FC4F-121A-C83D-D7C71DF62C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C215E-3B08-90FD-F6B0-5127B71D1549}"/>
              </a:ext>
            </a:extLst>
          </p:cNvPr>
          <p:cNvSpPr>
            <a:spLocks noGrp="1"/>
          </p:cNvSpPr>
          <p:nvPr>
            <p:ph type="title"/>
          </p:nvPr>
        </p:nvSpPr>
        <p:spPr>
          <a:xfrm>
            <a:off x="457200" y="436880"/>
            <a:ext cx="11277600" cy="415498"/>
          </a:xfrm>
        </p:spPr>
        <p:txBody>
          <a:bodyPr/>
          <a:lstStyle/>
          <a:p>
            <a:r>
              <a:rPr lang="en-US" sz="3000" dirty="0"/>
              <a:t>Requirement Analysis</a:t>
            </a:r>
            <a:endParaRPr lang="en-IN" sz="3000" dirty="0"/>
          </a:p>
        </p:txBody>
      </p:sp>
      <p:sp>
        <p:nvSpPr>
          <p:cNvPr id="4" name="Footer Placeholder 3">
            <a:extLst>
              <a:ext uri="{FF2B5EF4-FFF2-40B4-BE49-F238E27FC236}">
                <a16:creationId xmlns:a16="http://schemas.microsoft.com/office/drawing/2014/main" id="{65C40BC8-7F59-1F98-27FC-95C38A6BB18F}"/>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AF09A7DE-BA3C-45E6-9B15-F12755640B82}"/>
              </a:ext>
            </a:extLst>
          </p:cNvPr>
          <p:cNvSpPr>
            <a:spLocks noGrp="1"/>
          </p:cNvSpPr>
          <p:nvPr>
            <p:ph type="sldNum" sz="quarter" idx="12"/>
          </p:nvPr>
        </p:nvSpPr>
        <p:spPr/>
        <p:txBody>
          <a:bodyPr/>
          <a:lstStyle/>
          <a:p>
            <a:fld id="{38826FC0-333C-E549-9FA3-0EE43DF298A3}" type="slidenum">
              <a:rPr lang="en-US" smtClean="0"/>
              <a:pPr/>
              <a:t>5</a:t>
            </a:fld>
            <a:endParaRPr lang="en-US" dirty="0"/>
          </a:p>
        </p:txBody>
      </p:sp>
      <p:graphicFrame>
        <p:nvGraphicFramePr>
          <p:cNvPr id="3" name="Content Placeholder 6">
            <a:extLst>
              <a:ext uri="{FF2B5EF4-FFF2-40B4-BE49-F238E27FC236}">
                <a16:creationId xmlns:a16="http://schemas.microsoft.com/office/drawing/2014/main" id="{791A586F-E158-D4AC-3BEE-2081EAFEBB48}"/>
              </a:ext>
            </a:extLst>
          </p:cNvPr>
          <p:cNvGraphicFramePr>
            <a:graphicFrameLocks noGrp="1"/>
          </p:cNvGraphicFramePr>
          <p:nvPr>
            <p:ph idx="1"/>
            <p:extLst>
              <p:ext uri="{D42A27DB-BD31-4B8C-83A1-F6EECF244321}">
                <p14:modId xmlns:p14="http://schemas.microsoft.com/office/powerpoint/2010/main" val="1765831179"/>
              </p:ext>
            </p:extLst>
          </p:nvPr>
        </p:nvGraphicFramePr>
        <p:xfrm>
          <a:off x="838200" y="1450919"/>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844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CF73A-F351-6AFD-5A3B-0C2DC2336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AC136-14F8-7B72-5283-0EB8B1CE4754}"/>
              </a:ext>
            </a:extLst>
          </p:cNvPr>
          <p:cNvSpPr>
            <a:spLocks noGrp="1"/>
          </p:cNvSpPr>
          <p:nvPr>
            <p:ph type="title"/>
          </p:nvPr>
        </p:nvSpPr>
        <p:spPr>
          <a:xfrm>
            <a:off x="457200" y="436880"/>
            <a:ext cx="11277600" cy="415498"/>
          </a:xfrm>
        </p:spPr>
        <p:txBody>
          <a:bodyPr/>
          <a:lstStyle/>
          <a:p>
            <a:r>
              <a:rPr lang="en-US" sz="3000" dirty="0"/>
              <a:t>Test Planning</a:t>
            </a:r>
            <a:endParaRPr lang="en-IN" sz="3000" dirty="0"/>
          </a:p>
        </p:txBody>
      </p:sp>
      <p:sp>
        <p:nvSpPr>
          <p:cNvPr id="4" name="Footer Placeholder 3">
            <a:extLst>
              <a:ext uri="{FF2B5EF4-FFF2-40B4-BE49-F238E27FC236}">
                <a16:creationId xmlns:a16="http://schemas.microsoft.com/office/drawing/2014/main" id="{83F6D680-8494-FEC4-0D2D-5C05DFE58307}"/>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C8A4D197-8C9F-6E99-3B72-610529A67D4E}"/>
              </a:ext>
            </a:extLst>
          </p:cNvPr>
          <p:cNvSpPr>
            <a:spLocks noGrp="1"/>
          </p:cNvSpPr>
          <p:nvPr>
            <p:ph type="sldNum" sz="quarter" idx="12"/>
          </p:nvPr>
        </p:nvSpPr>
        <p:spPr/>
        <p:txBody>
          <a:bodyPr/>
          <a:lstStyle/>
          <a:p>
            <a:fld id="{38826FC0-333C-E549-9FA3-0EE43DF298A3}" type="slidenum">
              <a:rPr lang="en-US" smtClean="0"/>
              <a:pPr/>
              <a:t>6</a:t>
            </a:fld>
            <a:endParaRPr lang="en-US" dirty="0"/>
          </a:p>
        </p:txBody>
      </p:sp>
      <p:graphicFrame>
        <p:nvGraphicFramePr>
          <p:cNvPr id="8" name="Content Placeholder 7">
            <a:extLst>
              <a:ext uri="{FF2B5EF4-FFF2-40B4-BE49-F238E27FC236}">
                <a16:creationId xmlns:a16="http://schemas.microsoft.com/office/drawing/2014/main" id="{72A07F3C-F7CE-848A-F95E-9F7334FA1B0F}"/>
              </a:ext>
            </a:extLst>
          </p:cNvPr>
          <p:cNvGraphicFramePr>
            <a:graphicFrameLocks noGrp="1"/>
          </p:cNvGraphicFramePr>
          <p:nvPr>
            <p:ph idx="1"/>
            <p:extLst>
              <p:ext uri="{D42A27DB-BD31-4B8C-83A1-F6EECF244321}">
                <p14:modId xmlns:p14="http://schemas.microsoft.com/office/powerpoint/2010/main" val="4110813849"/>
              </p:ext>
            </p:extLst>
          </p:nvPr>
        </p:nvGraphicFramePr>
        <p:xfrm>
          <a:off x="696686" y="1110343"/>
          <a:ext cx="10515600" cy="51537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69804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7D01-1460-F58E-672D-49F2ABF01E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CF35CF-2399-053A-E2B4-261D2BD02AE0}"/>
              </a:ext>
            </a:extLst>
          </p:cNvPr>
          <p:cNvSpPr>
            <a:spLocks noGrp="1"/>
          </p:cNvSpPr>
          <p:nvPr>
            <p:ph type="title"/>
          </p:nvPr>
        </p:nvSpPr>
        <p:spPr>
          <a:xfrm>
            <a:off x="457200" y="436880"/>
            <a:ext cx="11277600" cy="415498"/>
          </a:xfrm>
        </p:spPr>
        <p:txBody>
          <a:bodyPr/>
          <a:lstStyle/>
          <a:p>
            <a:r>
              <a:rPr lang="en-US" sz="3000" dirty="0"/>
              <a:t>Test Designing</a:t>
            </a:r>
            <a:endParaRPr lang="en-IN" sz="3000" dirty="0"/>
          </a:p>
        </p:txBody>
      </p:sp>
      <p:sp>
        <p:nvSpPr>
          <p:cNvPr id="4" name="Footer Placeholder 3">
            <a:extLst>
              <a:ext uri="{FF2B5EF4-FFF2-40B4-BE49-F238E27FC236}">
                <a16:creationId xmlns:a16="http://schemas.microsoft.com/office/drawing/2014/main" id="{6E25D518-43C3-7A31-50F1-469BF13086D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E1D84FD-B308-3A1A-7A4C-644B1D84FD3A}"/>
              </a:ext>
            </a:extLst>
          </p:cNvPr>
          <p:cNvSpPr>
            <a:spLocks noGrp="1"/>
          </p:cNvSpPr>
          <p:nvPr>
            <p:ph type="sldNum" sz="quarter" idx="12"/>
          </p:nvPr>
        </p:nvSpPr>
        <p:spPr/>
        <p:txBody>
          <a:bodyPr/>
          <a:lstStyle/>
          <a:p>
            <a:fld id="{38826FC0-333C-E549-9FA3-0EE43DF298A3}" type="slidenum">
              <a:rPr lang="en-US" smtClean="0"/>
              <a:pPr/>
              <a:t>7</a:t>
            </a:fld>
            <a:endParaRPr lang="en-US" dirty="0"/>
          </a:p>
        </p:txBody>
      </p:sp>
      <p:sp>
        <p:nvSpPr>
          <p:cNvPr id="7" name="Text Placeholder 2">
            <a:extLst>
              <a:ext uri="{FF2B5EF4-FFF2-40B4-BE49-F238E27FC236}">
                <a16:creationId xmlns:a16="http://schemas.microsoft.com/office/drawing/2014/main" id="{E90141F5-A845-87D2-2E34-3AFB868EBC52}"/>
              </a:ext>
            </a:extLst>
          </p:cNvPr>
          <p:cNvSpPr>
            <a:spLocks noGrp="1"/>
          </p:cNvSpPr>
          <p:nvPr>
            <p:ph idx="1"/>
          </p:nvPr>
        </p:nvSpPr>
        <p:spPr>
          <a:xfrm>
            <a:off x="1005840" y="1249819"/>
            <a:ext cx="8351520" cy="4089261"/>
          </a:xfrm>
          <a:solidFill>
            <a:srgbClr val="F6F6F5"/>
          </a:solidFill>
        </p:spPr>
        <p:txBody>
          <a:bodyPr anchor="t">
            <a:normAutofit/>
          </a:bodyPr>
          <a:lstStyle/>
          <a:p>
            <a:pPr marL="0" indent="0" fontAlgn="base">
              <a:buNone/>
            </a:pPr>
            <a:r>
              <a:rPr lang="en-US" sz="1700" b="1" dirty="0">
                <a:latin typeface="Comic Sans MS" panose="030F0702030302020204" pitchFamily="66" charset="0"/>
              </a:rPr>
              <a:t>Entry Criteria</a:t>
            </a:r>
          </a:p>
          <a:p>
            <a:pPr marL="800100" lvl="1" indent="-342900" fontAlgn="base"/>
            <a:r>
              <a:rPr lang="en-US" sz="1700" dirty="0">
                <a:latin typeface="Comic Sans MS" panose="030F0702030302020204" pitchFamily="66" charset="0"/>
              </a:rPr>
              <a:t>Test Plan Document</a:t>
            </a:r>
          </a:p>
          <a:p>
            <a:pPr marL="800100" lvl="1" indent="-342900" fontAlgn="base"/>
            <a:endParaRPr lang="en-US" sz="1700" dirty="0">
              <a:latin typeface="Comic Sans MS" panose="030F0702030302020204" pitchFamily="66" charset="0"/>
            </a:endParaRPr>
          </a:p>
          <a:p>
            <a:pPr marL="0" indent="0" fontAlgn="base">
              <a:buNone/>
            </a:pPr>
            <a:r>
              <a:rPr lang="en-US" sz="1700" b="1" dirty="0">
                <a:latin typeface="Comic Sans MS" panose="030F0702030302020204" pitchFamily="66" charset="0"/>
              </a:rPr>
              <a:t>Activities Performed</a:t>
            </a:r>
          </a:p>
          <a:p>
            <a:pPr lvl="1" fontAlgn="base"/>
            <a:r>
              <a:rPr lang="en-US" sz="1700" dirty="0">
                <a:latin typeface="Comic Sans MS" panose="030F0702030302020204" pitchFamily="66" charset="0"/>
              </a:rPr>
              <a:t>Test Scenarios Creation (View Test Scenarios document here)</a:t>
            </a:r>
          </a:p>
          <a:p>
            <a:pPr lvl="1" fontAlgn="base"/>
            <a:r>
              <a:rPr lang="en-US" sz="1700" dirty="0">
                <a:latin typeface="Comic Sans MS" panose="030F0702030302020204" pitchFamily="66" charset="0"/>
              </a:rPr>
              <a:t>Test Cases Creation (Test Description - Test Steps)View Test Cases document here)</a:t>
            </a:r>
          </a:p>
          <a:p>
            <a:pPr lvl="1" fontAlgn="base"/>
            <a:r>
              <a:rPr lang="en-US" sz="1700" dirty="0">
                <a:latin typeface="Comic Sans MS" panose="030F0702030302020204" pitchFamily="66" charset="0"/>
              </a:rPr>
              <a:t>Review of Test Cases and Sign-off </a:t>
            </a:r>
          </a:p>
          <a:p>
            <a:pPr lvl="1" fontAlgn="base"/>
            <a:r>
              <a:rPr lang="en-US" sz="1700" dirty="0">
                <a:latin typeface="Comic Sans MS" panose="030F0702030302020204" pitchFamily="66" charset="0"/>
              </a:rPr>
              <a:t>Requirements Traceability Matrix Creation</a:t>
            </a:r>
          </a:p>
          <a:p>
            <a:pPr marL="0" indent="0" fontAlgn="base">
              <a:buNone/>
            </a:pPr>
            <a:r>
              <a:rPr lang="en-US" sz="1700" dirty="0">
                <a:latin typeface="Comic Sans MS" panose="030F0702030302020204" pitchFamily="66" charset="0"/>
              </a:rPr>
              <a:t> </a:t>
            </a:r>
            <a:r>
              <a:rPr lang="en-US" sz="1700" b="1" dirty="0">
                <a:latin typeface="Comic Sans MS" panose="030F0702030302020204" pitchFamily="66" charset="0"/>
              </a:rPr>
              <a:t>Exit Criteria</a:t>
            </a:r>
          </a:p>
          <a:p>
            <a:pPr lvl="1" fontAlgn="base"/>
            <a:r>
              <a:rPr lang="en-US" sz="1700" dirty="0">
                <a:latin typeface="Comic Sans MS" panose="030F0702030302020204" pitchFamily="66" charset="0"/>
              </a:rPr>
              <a:t>Test Scenarios, Test Cases and Requirements Traceability Matrix</a:t>
            </a:r>
            <a:endParaRPr lang="en-IN" sz="1700" dirty="0">
              <a:latin typeface="Comic Sans MS" panose="030F0702030302020204" pitchFamily="66" charset="0"/>
            </a:endParaRPr>
          </a:p>
        </p:txBody>
      </p:sp>
    </p:spTree>
    <p:extLst>
      <p:ext uri="{BB962C8B-B14F-4D97-AF65-F5344CB8AC3E}">
        <p14:creationId xmlns:p14="http://schemas.microsoft.com/office/powerpoint/2010/main" val="3668033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D8970-44D7-7009-CE68-5EC98A21C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90953D-6D8D-4CB6-80E5-7A5E5678E883}"/>
              </a:ext>
            </a:extLst>
          </p:cNvPr>
          <p:cNvSpPr>
            <a:spLocks noGrp="1"/>
          </p:cNvSpPr>
          <p:nvPr>
            <p:ph type="title"/>
          </p:nvPr>
        </p:nvSpPr>
        <p:spPr>
          <a:xfrm>
            <a:off x="457200" y="436880"/>
            <a:ext cx="11277600" cy="415498"/>
          </a:xfrm>
        </p:spPr>
        <p:txBody>
          <a:bodyPr/>
          <a:lstStyle/>
          <a:p>
            <a:r>
              <a:rPr lang="en-US" sz="3000" dirty="0"/>
              <a:t>Test Execution</a:t>
            </a:r>
            <a:endParaRPr lang="en-IN" sz="3000" dirty="0"/>
          </a:p>
        </p:txBody>
      </p:sp>
      <p:sp>
        <p:nvSpPr>
          <p:cNvPr id="4" name="Footer Placeholder 3">
            <a:extLst>
              <a:ext uri="{FF2B5EF4-FFF2-40B4-BE49-F238E27FC236}">
                <a16:creationId xmlns:a16="http://schemas.microsoft.com/office/drawing/2014/main" id="{EC1B637F-A226-D194-3158-B43E3A343ED8}"/>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7CD1DF6-BD2F-62E7-EFB1-7510646F84C1}"/>
              </a:ext>
            </a:extLst>
          </p:cNvPr>
          <p:cNvSpPr>
            <a:spLocks noGrp="1"/>
          </p:cNvSpPr>
          <p:nvPr>
            <p:ph type="sldNum" sz="quarter" idx="12"/>
          </p:nvPr>
        </p:nvSpPr>
        <p:spPr/>
        <p:txBody>
          <a:bodyPr/>
          <a:lstStyle/>
          <a:p>
            <a:fld id="{38826FC0-333C-E549-9FA3-0EE43DF298A3}" type="slidenum">
              <a:rPr lang="en-US" smtClean="0"/>
              <a:pPr/>
              <a:t>8</a:t>
            </a:fld>
            <a:endParaRPr lang="en-US" dirty="0"/>
          </a:p>
        </p:txBody>
      </p:sp>
      <p:graphicFrame>
        <p:nvGraphicFramePr>
          <p:cNvPr id="9" name="Text Placeholder 2">
            <a:extLst>
              <a:ext uri="{FF2B5EF4-FFF2-40B4-BE49-F238E27FC236}">
                <a16:creationId xmlns:a16="http://schemas.microsoft.com/office/drawing/2014/main" id="{0B9BBCE0-5D17-1E2F-7780-E046C9711B61}"/>
              </a:ext>
            </a:extLst>
          </p:cNvPr>
          <p:cNvGraphicFramePr>
            <a:graphicFrameLocks noGrp="1"/>
          </p:cNvGraphicFramePr>
          <p:nvPr>
            <p:ph idx="1"/>
            <p:extLst>
              <p:ext uri="{D42A27DB-BD31-4B8C-83A1-F6EECF244321}">
                <p14:modId xmlns:p14="http://schemas.microsoft.com/office/powerpoint/2010/main" val="1929360027"/>
              </p:ext>
            </p:extLst>
          </p:nvPr>
        </p:nvGraphicFramePr>
        <p:xfrm>
          <a:off x="622440" y="1248630"/>
          <a:ext cx="10733314" cy="53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8866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70812-61D9-70D1-672B-103ED5186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2F9966-C4F1-E19E-4C52-C4862AFB3EAE}"/>
              </a:ext>
            </a:extLst>
          </p:cNvPr>
          <p:cNvSpPr>
            <a:spLocks noGrp="1"/>
          </p:cNvSpPr>
          <p:nvPr>
            <p:ph type="title"/>
          </p:nvPr>
        </p:nvSpPr>
        <p:spPr>
          <a:xfrm>
            <a:off x="457200" y="436880"/>
            <a:ext cx="11277600" cy="415498"/>
          </a:xfrm>
        </p:spPr>
        <p:txBody>
          <a:bodyPr/>
          <a:lstStyle/>
          <a:p>
            <a:r>
              <a:rPr lang="en-US" sz="3000" dirty="0"/>
              <a:t>Test Closure</a:t>
            </a:r>
            <a:endParaRPr lang="en-IN" sz="3000" dirty="0"/>
          </a:p>
        </p:txBody>
      </p:sp>
      <p:sp>
        <p:nvSpPr>
          <p:cNvPr id="4" name="Footer Placeholder 3">
            <a:extLst>
              <a:ext uri="{FF2B5EF4-FFF2-40B4-BE49-F238E27FC236}">
                <a16:creationId xmlns:a16="http://schemas.microsoft.com/office/drawing/2014/main" id="{3B67A5D0-D024-0D68-3F13-78460DAD359C}"/>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92CF8078-DF3B-0B94-170E-89CD392B34B4}"/>
              </a:ext>
            </a:extLst>
          </p:cNvPr>
          <p:cNvSpPr>
            <a:spLocks noGrp="1"/>
          </p:cNvSpPr>
          <p:nvPr>
            <p:ph type="sldNum" sz="quarter" idx="12"/>
          </p:nvPr>
        </p:nvSpPr>
        <p:spPr/>
        <p:txBody>
          <a:bodyPr/>
          <a:lstStyle/>
          <a:p>
            <a:fld id="{38826FC0-333C-E549-9FA3-0EE43DF298A3}" type="slidenum">
              <a:rPr lang="en-US" smtClean="0"/>
              <a:pPr/>
              <a:t>9</a:t>
            </a:fld>
            <a:endParaRPr lang="en-US" dirty="0"/>
          </a:p>
        </p:txBody>
      </p:sp>
      <p:sp>
        <p:nvSpPr>
          <p:cNvPr id="9" name="Text Placeholder 2">
            <a:extLst>
              <a:ext uri="{FF2B5EF4-FFF2-40B4-BE49-F238E27FC236}">
                <a16:creationId xmlns:a16="http://schemas.microsoft.com/office/drawing/2014/main" id="{B5081D96-9E2D-4ADF-34A3-41DC86FDE396}"/>
              </a:ext>
            </a:extLst>
          </p:cNvPr>
          <p:cNvSpPr>
            <a:spLocks noGrp="1"/>
          </p:cNvSpPr>
          <p:nvPr>
            <p:ph idx="1"/>
          </p:nvPr>
        </p:nvSpPr>
        <p:spPr>
          <a:xfrm>
            <a:off x="1600200" y="1117431"/>
            <a:ext cx="7767320" cy="5018314"/>
          </a:xfrm>
          <a:solidFill>
            <a:srgbClr val="F6F6F5"/>
          </a:solidFill>
        </p:spPr>
        <p:txBody>
          <a:bodyPr>
            <a:normAutofit/>
          </a:bodyPr>
          <a:lstStyle/>
          <a:p>
            <a:pPr marL="0" indent="0">
              <a:buNone/>
            </a:pPr>
            <a:r>
              <a:rPr lang="en-US" sz="1700" b="1" dirty="0">
                <a:latin typeface="Comic Sans MS" panose="030F0702030302020204" pitchFamily="66" charset="0"/>
              </a:rPr>
              <a:t>Entry Criteria</a:t>
            </a:r>
          </a:p>
          <a:p>
            <a:pPr lvl="1"/>
            <a:r>
              <a:rPr lang="en-US" sz="1700" dirty="0">
                <a:latin typeface="Comic Sans MS" panose="030F0702030302020204" pitchFamily="66" charset="0"/>
              </a:rPr>
              <a:t>Test Reports, Defect Reports and Test Status (Stable test results)</a:t>
            </a:r>
          </a:p>
          <a:p>
            <a:endParaRPr lang="en-US" sz="1700" dirty="0">
              <a:latin typeface="Comic Sans MS" panose="030F0702030302020204" pitchFamily="66" charset="0"/>
            </a:endParaRPr>
          </a:p>
          <a:p>
            <a:pPr marL="0" indent="0">
              <a:buNone/>
            </a:pPr>
            <a:r>
              <a:rPr lang="en-US" sz="1700" b="1" dirty="0">
                <a:latin typeface="Comic Sans MS" panose="030F0702030302020204" pitchFamily="66" charset="0"/>
              </a:rPr>
              <a:t>Activities Performed</a:t>
            </a:r>
          </a:p>
          <a:p>
            <a:r>
              <a:rPr lang="en-US" sz="1700" dirty="0">
                <a:latin typeface="Comic Sans MS" panose="030F0702030302020204" pitchFamily="66" charset="0"/>
              </a:rPr>
              <a:t>Analyze the Test Reports</a:t>
            </a:r>
          </a:p>
          <a:p>
            <a:r>
              <a:rPr lang="en-US" sz="1700" dirty="0">
                <a:latin typeface="Comic Sans MS" panose="030F0702030302020204" pitchFamily="66" charset="0"/>
              </a:rPr>
              <a:t>Analyze the Defect Reports</a:t>
            </a:r>
          </a:p>
          <a:p>
            <a:r>
              <a:rPr lang="en-US" sz="1700" dirty="0">
                <a:latin typeface="Comic Sans MS" panose="030F0702030302020204" pitchFamily="66" charset="0"/>
              </a:rPr>
              <a:t>Analyze the current Test Status</a:t>
            </a:r>
          </a:p>
          <a:p>
            <a:r>
              <a:rPr lang="en-US" sz="1700" dirty="0">
                <a:latin typeface="Comic Sans MS" panose="030F0702030302020204" pitchFamily="66" charset="0"/>
              </a:rPr>
              <a:t>Review</a:t>
            </a:r>
          </a:p>
          <a:p>
            <a:r>
              <a:rPr lang="en-US" sz="1700" dirty="0">
                <a:latin typeface="Comic Sans MS" panose="030F0702030302020204" pitchFamily="66" charset="0"/>
              </a:rPr>
              <a:t>Meetings of Testing Status and</a:t>
            </a:r>
          </a:p>
          <a:p>
            <a:r>
              <a:rPr lang="en-US" sz="1700" dirty="0">
                <a:latin typeface="Comic Sans MS" panose="030F0702030302020204" pitchFamily="66" charset="0"/>
              </a:rPr>
              <a:t> Evaluating Exit Criteria</a:t>
            </a:r>
          </a:p>
          <a:p>
            <a:r>
              <a:rPr lang="en-US" sz="1700" dirty="0">
                <a:latin typeface="Comic Sans MS" panose="030F0702030302020204" pitchFamily="66" charset="0"/>
              </a:rPr>
              <a:t>Test Summary Reports creation</a:t>
            </a:r>
          </a:p>
          <a:p>
            <a:endParaRPr lang="en-US" sz="1700" dirty="0">
              <a:latin typeface="Comic Sans MS" panose="030F0702030302020204" pitchFamily="66" charset="0"/>
            </a:endParaRPr>
          </a:p>
          <a:p>
            <a:pPr marL="0" indent="0">
              <a:buNone/>
            </a:pPr>
            <a:r>
              <a:rPr lang="en-US" sz="1700" b="1" dirty="0">
                <a:latin typeface="Comic Sans MS" panose="030F0702030302020204" pitchFamily="66" charset="0"/>
              </a:rPr>
              <a:t>Exit Criteria</a:t>
            </a:r>
          </a:p>
          <a:p>
            <a:pPr lvl="1"/>
            <a:r>
              <a:rPr lang="en-US" sz="1700" dirty="0">
                <a:latin typeface="Comic Sans MS" panose="030F0702030302020204" pitchFamily="66" charset="0"/>
              </a:rPr>
              <a:t>Test Summary Reports</a:t>
            </a:r>
            <a:endParaRPr lang="en-IN" sz="1700" dirty="0">
              <a:latin typeface="Comic Sans MS" panose="030F0702030302020204" pitchFamily="66" charset="0"/>
            </a:endParaRPr>
          </a:p>
        </p:txBody>
      </p:sp>
      <p:sp>
        <p:nvSpPr>
          <p:cNvPr id="10" name="Cloud 9">
            <a:extLst>
              <a:ext uri="{FF2B5EF4-FFF2-40B4-BE49-F238E27FC236}">
                <a16:creationId xmlns:a16="http://schemas.microsoft.com/office/drawing/2014/main" id="{54D456E2-20D4-5E8A-3412-5A9EDD1E7DC9}"/>
              </a:ext>
            </a:extLst>
          </p:cNvPr>
          <p:cNvSpPr/>
          <p:nvPr/>
        </p:nvSpPr>
        <p:spPr>
          <a:xfrm>
            <a:off x="7344229" y="1451349"/>
            <a:ext cx="4735285" cy="5436962"/>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dirty="0">
                <a:latin typeface="Comic Sans MS" panose="030F0702030302020204" pitchFamily="66" charset="0"/>
              </a:rPr>
              <a:t>How many defects reported so far? </a:t>
            </a:r>
          </a:p>
          <a:p>
            <a:r>
              <a:rPr lang="en-US" sz="1500" dirty="0">
                <a:latin typeface="Comic Sans MS" panose="030F0702030302020204" pitchFamily="66" charset="0"/>
              </a:rPr>
              <a:t>How many defects still exits? How many defects already got</a:t>
            </a:r>
          </a:p>
          <a:p>
            <a:r>
              <a:rPr lang="en-US" sz="1500" dirty="0">
                <a:latin typeface="Comic Sans MS" panose="030F0702030302020204" pitchFamily="66" charset="0"/>
              </a:rPr>
              <a:t>fixed?</a:t>
            </a:r>
          </a:p>
          <a:p>
            <a:r>
              <a:rPr lang="en-US" sz="1500" dirty="0">
                <a:latin typeface="Comic Sans MS" panose="030F0702030302020204" pitchFamily="66" charset="0"/>
              </a:rPr>
              <a:t>Whether they are major or minor defects?</a:t>
            </a:r>
          </a:p>
          <a:p>
            <a:r>
              <a:rPr lang="en-US" sz="1500" dirty="0">
                <a:latin typeface="Comic Sans MS" panose="030F0702030302020204" pitchFamily="66" charset="0"/>
              </a:rPr>
              <a:t>Do we have to fix these defects or not?</a:t>
            </a:r>
          </a:p>
          <a:p>
            <a:r>
              <a:rPr lang="en-US" sz="1500" dirty="0">
                <a:latin typeface="Comic Sans MS" panose="030F0702030302020204" pitchFamily="66" charset="0"/>
              </a:rPr>
              <a:t>Do we have more time for testing?</a:t>
            </a:r>
          </a:p>
          <a:p>
            <a:r>
              <a:rPr lang="en-US" sz="1500" dirty="0">
                <a:latin typeface="Comic Sans MS" panose="030F0702030302020204" pitchFamily="66" charset="0"/>
              </a:rPr>
              <a:t>Did we do complete Test Coverage in all the Test Environments?</a:t>
            </a:r>
          </a:p>
          <a:p>
            <a:r>
              <a:rPr lang="en-US" sz="1500" dirty="0">
                <a:latin typeface="Comic Sans MS" panose="030F0702030302020204" pitchFamily="66" charset="0"/>
              </a:rPr>
              <a:t>Any other pending tasks left?</a:t>
            </a:r>
          </a:p>
          <a:p>
            <a:r>
              <a:rPr lang="en-US" sz="1500" dirty="0">
                <a:latin typeface="Comic Sans MS" panose="030F0702030302020204" pitchFamily="66" charset="0"/>
              </a:rPr>
              <a:t>Is the application stable enough?</a:t>
            </a:r>
            <a:endParaRPr lang="en-IN" sz="1500" dirty="0">
              <a:latin typeface="Comic Sans MS" panose="030F0702030302020204" pitchFamily="66" charset="0"/>
            </a:endParaRPr>
          </a:p>
        </p:txBody>
      </p:sp>
    </p:spTree>
    <p:extLst>
      <p:ext uri="{BB962C8B-B14F-4D97-AF65-F5344CB8AC3E}">
        <p14:creationId xmlns:p14="http://schemas.microsoft.com/office/powerpoint/2010/main" val="3438875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628B9-59CA-E254-F9A5-CBE4AD0F1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32F7C-96E1-0E0F-3DE0-ADCDFDF7E919}"/>
              </a:ext>
            </a:extLst>
          </p:cNvPr>
          <p:cNvSpPr>
            <a:spLocks noGrp="1"/>
          </p:cNvSpPr>
          <p:nvPr>
            <p:ph type="title"/>
          </p:nvPr>
        </p:nvSpPr>
        <p:spPr>
          <a:xfrm>
            <a:off x="457200" y="436880"/>
            <a:ext cx="11277600" cy="415498"/>
          </a:xfrm>
        </p:spPr>
        <p:txBody>
          <a:bodyPr/>
          <a:lstStyle/>
          <a:p>
            <a:r>
              <a:rPr lang="en-US" sz="3000" dirty="0"/>
              <a:t>Test Environment Setup</a:t>
            </a:r>
            <a:endParaRPr lang="en-IN" sz="3000" dirty="0"/>
          </a:p>
        </p:txBody>
      </p:sp>
      <p:sp>
        <p:nvSpPr>
          <p:cNvPr id="4" name="Footer Placeholder 3">
            <a:extLst>
              <a:ext uri="{FF2B5EF4-FFF2-40B4-BE49-F238E27FC236}">
                <a16:creationId xmlns:a16="http://schemas.microsoft.com/office/drawing/2014/main" id="{477B4FDB-3101-F2E4-FE81-6F4C6FC8907F}"/>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33AAD2A4-5F7C-D70F-B71E-FE305A3AF5DC}"/>
              </a:ext>
            </a:extLst>
          </p:cNvPr>
          <p:cNvSpPr>
            <a:spLocks noGrp="1"/>
          </p:cNvSpPr>
          <p:nvPr>
            <p:ph type="sldNum" sz="quarter" idx="12"/>
          </p:nvPr>
        </p:nvSpPr>
        <p:spPr/>
        <p:txBody>
          <a:bodyPr/>
          <a:lstStyle/>
          <a:p>
            <a:fld id="{38826FC0-333C-E549-9FA3-0EE43DF298A3}" type="slidenum">
              <a:rPr lang="en-US" smtClean="0"/>
              <a:pPr/>
              <a:t>10</a:t>
            </a:fld>
            <a:endParaRPr lang="en-US" dirty="0"/>
          </a:p>
        </p:txBody>
      </p:sp>
      <p:graphicFrame>
        <p:nvGraphicFramePr>
          <p:cNvPr id="8" name="Content Placeholder 3">
            <a:extLst>
              <a:ext uri="{FF2B5EF4-FFF2-40B4-BE49-F238E27FC236}">
                <a16:creationId xmlns:a16="http://schemas.microsoft.com/office/drawing/2014/main" id="{A112990C-590B-ECDC-ECF9-1278CACC7F36}"/>
              </a:ext>
            </a:extLst>
          </p:cNvPr>
          <p:cNvGraphicFramePr>
            <a:graphicFrameLocks noGrp="1"/>
          </p:cNvGraphicFramePr>
          <p:nvPr>
            <p:ph idx="1"/>
            <p:extLst>
              <p:ext uri="{D42A27DB-BD31-4B8C-83A1-F6EECF244321}">
                <p14:modId xmlns:p14="http://schemas.microsoft.com/office/powerpoint/2010/main" val="1705251277"/>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3153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94687-F6F6-DAF6-0199-F595C2FB6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E0D662-ED1D-57C1-E1B4-82E34FCEEA5E}"/>
              </a:ext>
            </a:extLst>
          </p:cNvPr>
          <p:cNvSpPr>
            <a:spLocks noGrp="1"/>
          </p:cNvSpPr>
          <p:nvPr>
            <p:ph type="title"/>
          </p:nvPr>
        </p:nvSpPr>
        <p:spPr>
          <a:xfrm>
            <a:off x="457200" y="436880"/>
            <a:ext cx="11277600" cy="443198"/>
          </a:xfrm>
        </p:spPr>
        <p:txBody>
          <a:bodyPr/>
          <a:lstStyle/>
          <a:p>
            <a:r>
              <a:rPr lang="en-IN" sz="3200" dirty="0"/>
              <a:t>Importance of Test Environment</a:t>
            </a:r>
            <a:endParaRPr lang="en-IN" sz="3000" dirty="0"/>
          </a:p>
        </p:txBody>
      </p:sp>
      <p:sp>
        <p:nvSpPr>
          <p:cNvPr id="4" name="Footer Placeholder 3">
            <a:extLst>
              <a:ext uri="{FF2B5EF4-FFF2-40B4-BE49-F238E27FC236}">
                <a16:creationId xmlns:a16="http://schemas.microsoft.com/office/drawing/2014/main" id="{481E6B6E-9EE3-F06C-E3DD-14E4077BFFB9}"/>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FB214EE-18EA-3CDB-5508-3BC86ED51D60}"/>
              </a:ext>
            </a:extLst>
          </p:cNvPr>
          <p:cNvSpPr>
            <a:spLocks noGrp="1"/>
          </p:cNvSpPr>
          <p:nvPr>
            <p:ph type="sldNum" sz="quarter" idx="12"/>
          </p:nvPr>
        </p:nvSpPr>
        <p:spPr/>
        <p:txBody>
          <a:bodyPr/>
          <a:lstStyle/>
          <a:p>
            <a:fld id="{38826FC0-333C-E549-9FA3-0EE43DF298A3}" type="slidenum">
              <a:rPr lang="en-US" smtClean="0"/>
              <a:pPr/>
              <a:t>11</a:t>
            </a:fld>
            <a:endParaRPr lang="en-US" dirty="0"/>
          </a:p>
        </p:txBody>
      </p:sp>
      <p:graphicFrame>
        <p:nvGraphicFramePr>
          <p:cNvPr id="9" name="Content Placeholder 2">
            <a:extLst>
              <a:ext uri="{FF2B5EF4-FFF2-40B4-BE49-F238E27FC236}">
                <a16:creationId xmlns:a16="http://schemas.microsoft.com/office/drawing/2014/main" id="{19A82677-0D2A-483F-2FAB-4E65FAB99DA1}"/>
              </a:ext>
            </a:extLst>
          </p:cNvPr>
          <p:cNvGraphicFramePr>
            <a:graphicFrameLocks noGrp="1"/>
          </p:cNvGraphicFramePr>
          <p:nvPr>
            <p:ph idx="1"/>
            <p:extLst>
              <p:ext uri="{D42A27DB-BD31-4B8C-83A1-F6EECF244321}">
                <p14:modId xmlns:p14="http://schemas.microsoft.com/office/powerpoint/2010/main" val="883090590"/>
              </p:ext>
            </p:extLst>
          </p:nvPr>
        </p:nvGraphicFramePr>
        <p:xfrm>
          <a:off x="2570480" y="1342754"/>
          <a:ext cx="6573520" cy="45953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40565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B761-F919-4347-357C-434D6905DB92}"/>
              </a:ext>
            </a:extLst>
          </p:cNvPr>
          <p:cNvSpPr>
            <a:spLocks noGrp="1"/>
          </p:cNvSpPr>
          <p:nvPr>
            <p:ph type="title"/>
          </p:nvPr>
        </p:nvSpPr>
        <p:spPr/>
        <p:txBody>
          <a:bodyPr/>
          <a:lstStyle/>
          <a:p>
            <a:r>
              <a:rPr lang="en-IN" dirty="0"/>
              <a:t>Test Plan</a:t>
            </a:r>
          </a:p>
        </p:txBody>
      </p:sp>
      <p:sp>
        <p:nvSpPr>
          <p:cNvPr id="4" name="Footer Placeholder 3">
            <a:extLst>
              <a:ext uri="{FF2B5EF4-FFF2-40B4-BE49-F238E27FC236}">
                <a16:creationId xmlns:a16="http://schemas.microsoft.com/office/drawing/2014/main" id="{CFEC8E17-3DE5-7E63-FD26-ADAD4F28C61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DCC24BF2-1452-A2C0-C6CA-BD4F5AB66581}"/>
              </a:ext>
            </a:extLst>
          </p:cNvPr>
          <p:cNvSpPr>
            <a:spLocks noGrp="1"/>
          </p:cNvSpPr>
          <p:nvPr>
            <p:ph type="sldNum" sz="quarter" idx="12"/>
          </p:nvPr>
        </p:nvSpPr>
        <p:spPr/>
        <p:txBody>
          <a:bodyPr/>
          <a:lstStyle/>
          <a:p>
            <a:fld id="{38826FC0-333C-E549-9FA3-0EE43DF298A3}" type="slidenum">
              <a:rPr lang="en-US" smtClean="0"/>
              <a:pPr/>
              <a:t>12</a:t>
            </a:fld>
            <a:endParaRPr lang="en-US" dirty="0"/>
          </a:p>
        </p:txBody>
      </p:sp>
      <p:sp>
        <p:nvSpPr>
          <p:cNvPr id="6" name="Text Placeholder 2">
            <a:extLst>
              <a:ext uri="{FF2B5EF4-FFF2-40B4-BE49-F238E27FC236}">
                <a16:creationId xmlns:a16="http://schemas.microsoft.com/office/drawing/2014/main" id="{89F67194-B5B7-D865-6D3A-88F828B5E408}"/>
              </a:ext>
            </a:extLst>
          </p:cNvPr>
          <p:cNvSpPr>
            <a:spLocks noGrp="1"/>
          </p:cNvSpPr>
          <p:nvPr>
            <p:ph idx="1"/>
          </p:nvPr>
        </p:nvSpPr>
        <p:spPr>
          <a:xfrm>
            <a:off x="457200" y="1076960"/>
            <a:ext cx="11074400" cy="5034915"/>
          </a:xfrm>
        </p:spPr>
        <p:txBody>
          <a:bodyPr anchor="ctr">
            <a:normAutofit/>
          </a:bodyPr>
          <a:lstStyle/>
          <a:p>
            <a:pPr marL="342900" indent="-342900">
              <a:buFont typeface="Arial" panose="020B0604020202020204" pitchFamily="34" charset="0"/>
              <a:buChar char="•"/>
            </a:pPr>
            <a:r>
              <a:rPr lang="en-US" sz="2200" dirty="0">
                <a:latin typeface="Comic Sans MS" panose="030F0702030302020204" pitchFamily="66" charset="0"/>
              </a:rPr>
              <a:t>A </a:t>
            </a:r>
            <a:r>
              <a:rPr lang="en-US" sz="2200" b="1" u="sng" dirty="0">
                <a:latin typeface="Comic Sans MS" panose="030F0702030302020204" pitchFamily="66" charset="0"/>
              </a:rPr>
              <a:t>test plan </a:t>
            </a:r>
            <a:r>
              <a:rPr lang="en-US" sz="2200" dirty="0">
                <a:latin typeface="Comic Sans MS" panose="030F0702030302020204" pitchFamily="66" charset="0"/>
              </a:rPr>
              <a:t>is a document that consists of all future testing-related activities.</a:t>
            </a:r>
          </a:p>
          <a:p>
            <a:pPr marL="342900" indent="-342900">
              <a:buFont typeface="Arial" panose="020B0604020202020204" pitchFamily="34" charset="0"/>
              <a:buChar char="•"/>
            </a:pPr>
            <a:r>
              <a:rPr lang="en-US" sz="2200" dirty="0">
                <a:latin typeface="Comic Sans MS" panose="030F0702030302020204" pitchFamily="66" charset="0"/>
              </a:rPr>
              <a:t>It is prepared at the project level and in general, it defines work products to be tested, how they will be tested, and test type distribution among the testers.</a:t>
            </a:r>
          </a:p>
          <a:p>
            <a:pPr marL="342900" indent="-342900">
              <a:buFont typeface="Arial" panose="020B0604020202020204" pitchFamily="34" charset="0"/>
              <a:buChar char="•"/>
            </a:pPr>
            <a:r>
              <a:rPr lang="en-US" sz="2200" dirty="0">
                <a:latin typeface="Comic Sans MS" panose="030F0702030302020204" pitchFamily="66" charset="0"/>
              </a:rPr>
              <a:t>Before starting testing there will be a test manager who will be preparing a test plan.</a:t>
            </a:r>
          </a:p>
          <a:p>
            <a:pPr marL="342900" indent="-342900" fontAlgn="base">
              <a:buFont typeface="Arial" panose="020B0604020202020204" pitchFamily="34" charset="0"/>
              <a:buChar char="•"/>
            </a:pPr>
            <a:r>
              <a:rPr lang="en-US" sz="2200" dirty="0">
                <a:latin typeface="Comic Sans MS" panose="030F0702030302020204" pitchFamily="66" charset="0"/>
              </a:rPr>
              <a:t>The test plan serves as the blueprint that changes according to the progressions in the project and stays current at all times.</a:t>
            </a:r>
          </a:p>
          <a:p>
            <a:pPr marL="342900" indent="-342900" fontAlgn="base">
              <a:buFont typeface="Arial" panose="020B0604020202020204" pitchFamily="34" charset="0"/>
              <a:buChar char="•"/>
            </a:pPr>
            <a:r>
              <a:rPr lang="en-US" sz="2200" dirty="0">
                <a:latin typeface="Comic Sans MS" panose="030F0702030302020204" pitchFamily="66" charset="0"/>
              </a:rPr>
              <a:t>It serves as a base for conducting testing activities and coordinating activities among a QA team.</a:t>
            </a:r>
          </a:p>
          <a:p>
            <a:pPr marL="342900" indent="-342900" fontAlgn="base">
              <a:buFont typeface="Arial" panose="020B0604020202020204" pitchFamily="34" charset="0"/>
              <a:buChar char="•"/>
            </a:pPr>
            <a:r>
              <a:rPr lang="en-US" sz="2200" dirty="0">
                <a:latin typeface="Comic Sans MS" panose="030F0702030302020204" pitchFamily="66" charset="0"/>
              </a:rPr>
              <a:t>It is shared with Business Analysts, Project Managers, and anyone associated with the project.</a:t>
            </a:r>
          </a:p>
          <a:p>
            <a:endParaRPr lang="en-IN" sz="2200" dirty="0">
              <a:latin typeface="Comic Sans MS" panose="030F0702030302020204" pitchFamily="66" charset="0"/>
            </a:endParaRPr>
          </a:p>
        </p:txBody>
      </p:sp>
    </p:spTree>
    <p:extLst>
      <p:ext uri="{BB962C8B-B14F-4D97-AF65-F5344CB8AC3E}">
        <p14:creationId xmlns:p14="http://schemas.microsoft.com/office/powerpoint/2010/main" val="739233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880E3-535E-45BC-4155-A586969A6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A37623-F9A8-E29C-F022-53B9EDF70243}"/>
              </a:ext>
            </a:extLst>
          </p:cNvPr>
          <p:cNvSpPr>
            <a:spLocks noGrp="1"/>
          </p:cNvSpPr>
          <p:nvPr>
            <p:ph type="title"/>
          </p:nvPr>
        </p:nvSpPr>
        <p:spPr/>
        <p:txBody>
          <a:bodyPr/>
          <a:lstStyle/>
          <a:p>
            <a:r>
              <a:rPr lang="en-IN" dirty="0"/>
              <a:t>Test Plan – How to create a Test Plan?</a:t>
            </a:r>
          </a:p>
        </p:txBody>
      </p:sp>
      <p:sp>
        <p:nvSpPr>
          <p:cNvPr id="4" name="Footer Placeholder 3">
            <a:extLst>
              <a:ext uri="{FF2B5EF4-FFF2-40B4-BE49-F238E27FC236}">
                <a16:creationId xmlns:a16="http://schemas.microsoft.com/office/drawing/2014/main" id="{72B2FABB-4A81-B2CF-4185-E9565FC475DF}"/>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93E56543-3748-9557-18B6-D24AB7D1CDC9}"/>
              </a:ext>
            </a:extLst>
          </p:cNvPr>
          <p:cNvSpPr>
            <a:spLocks noGrp="1"/>
          </p:cNvSpPr>
          <p:nvPr>
            <p:ph type="sldNum" sz="quarter" idx="12"/>
          </p:nvPr>
        </p:nvSpPr>
        <p:spPr/>
        <p:txBody>
          <a:bodyPr/>
          <a:lstStyle/>
          <a:p>
            <a:fld id="{38826FC0-333C-E549-9FA3-0EE43DF298A3}" type="slidenum">
              <a:rPr lang="en-US" smtClean="0"/>
              <a:pPr/>
              <a:t>13</a:t>
            </a:fld>
            <a:endParaRPr lang="en-US" dirty="0"/>
          </a:p>
        </p:txBody>
      </p:sp>
      <p:pic>
        <p:nvPicPr>
          <p:cNvPr id="8" name="Content Placeholder 4">
            <a:extLst>
              <a:ext uri="{FF2B5EF4-FFF2-40B4-BE49-F238E27FC236}">
                <a16:creationId xmlns:a16="http://schemas.microsoft.com/office/drawing/2014/main" id="{6BB0080D-189A-9911-1F8B-75EE015EB7E1}"/>
              </a:ext>
            </a:extLst>
          </p:cNvPr>
          <p:cNvPicPr>
            <a:picLocks noGrp="1" noChangeAspect="1"/>
          </p:cNvPicPr>
          <p:nvPr>
            <p:ph idx="1"/>
          </p:nvPr>
        </p:nvPicPr>
        <p:blipFill>
          <a:blip r:embed="rId2"/>
          <a:stretch>
            <a:fillRect/>
          </a:stretch>
        </p:blipFill>
        <p:spPr>
          <a:xfrm>
            <a:off x="1471749" y="1503680"/>
            <a:ext cx="8515532" cy="4539506"/>
          </a:xfrm>
        </p:spPr>
      </p:pic>
    </p:spTree>
    <p:extLst>
      <p:ext uri="{BB962C8B-B14F-4D97-AF65-F5344CB8AC3E}">
        <p14:creationId xmlns:p14="http://schemas.microsoft.com/office/powerpoint/2010/main" val="3206764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1E1A1-9B99-A9CF-D680-717DB90799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E3FC31-CA3C-6B36-DC0A-8CCB427AEBA4}"/>
              </a:ext>
            </a:extLst>
          </p:cNvPr>
          <p:cNvSpPr>
            <a:spLocks noGrp="1"/>
          </p:cNvSpPr>
          <p:nvPr>
            <p:ph type="title"/>
          </p:nvPr>
        </p:nvSpPr>
        <p:spPr/>
        <p:txBody>
          <a:bodyPr/>
          <a:lstStyle/>
          <a:p>
            <a:r>
              <a:rPr lang="en-IN" dirty="0"/>
              <a:t>Test Plan - Components</a:t>
            </a:r>
          </a:p>
        </p:txBody>
      </p:sp>
      <p:sp>
        <p:nvSpPr>
          <p:cNvPr id="4" name="Footer Placeholder 3">
            <a:extLst>
              <a:ext uri="{FF2B5EF4-FFF2-40B4-BE49-F238E27FC236}">
                <a16:creationId xmlns:a16="http://schemas.microsoft.com/office/drawing/2014/main" id="{1B3F0A4A-7980-EFFC-ADAC-0F0D63C45BA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0A23AE60-C0B1-A9BC-9268-00EC7FE6D98A}"/>
              </a:ext>
            </a:extLst>
          </p:cNvPr>
          <p:cNvSpPr>
            <a:spLocks noGrp="1"/>
          </p:cNvSpPr>
          <p:nvPr>
            <p:ph type="sldNum" sz="quarter" idx="12"/>
          </p:nvPr>
        </p:nvSpPr>
        <p:spPr/>
        <p:txBody>
          <a:bodyPr/>
          <a:lstStyle/>
          <a:p>
            <a:fld id="{38826FC0-333C-E549-9FA3-0EE43DF298A3}" type="slidenum">
              <a:rPr lang="en-US" smtClean="0"/>
              <a:pPr/>
              <a:t>14</a:t>
            </a:fld>
            <a:endParaRPr lang="en-US" dirty="0"/>
          </a:p>
        </p:txBody>
      </p:sp>
      <p:pic>
        <p:nvPicPr>
          <p:cNvPr id="8" name="Content Placeholder 4">
            <a:extLst>
              <a:ext uri="{FF2B5EF4-FFF2-40B4-BE49-F238E27FC236}">
                <a16:creationId xmlns:a16="http://schemas.microsoft.com/office/drawing/2014/main" id="{E3EA2A17-8CF6-4B15-E141-EEABCA307873}"/>
              </a:ext>
            </a:extLst>
          </p:cNvPr>
          <p:cNvPicPr>
            <a:picLocks noGrp="1" noChangeAspect="1"/>
          </p:cNvPicPr>
          <p:nvPr>
            <p:ph idx="1"/>
          </p:nvPr>
        </p:nvPicPr>
        <p:blipFill>
          <a:blip r:embed="rId2"/>
          <a:stretch>
            <a:fillRect/>
          </a:stretch>
        </p:blipFill>
        <p:spPr>
          <a:xfrm>
            <a:off x="1691640" y="1247662"/>
            <a:ext cx="8933702" cy="4003179"/>
          </a:xfrm>
        </p:spPr>
      </p:pic>
    </p:spTree>
    <p:extLst>
      <p:ext uri="{BB962C8B-B14F-4D97-AF65-F5344CB8AC3E}">
        <p14:creationId xmlns:p14="http://schemas.microsoft.com/office/powerpoint/2010/main" val="1828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D8105-4E6B-5FE0-DD25-EF0B1A16D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0E8AC-BFCD-D064-07BA-322E302A1F35}"/>
              </a:ext>
            </a:extLst>
          </p:cNvPr>
          <p:cNvSpPr>
            <a:spLocks noGrp="1"/>
          </p:cNvSpPr>
          <p:nvPr>
            <p:ph type="title"/>
          </p:nvPr>
        </p:nvSpPr>
        <p:spPr/>
        <p:txBody>
          <a:bodyPr/>
          <a:lstStyle/>
          <a:p>
            <a:r>
              <a:rPr lang="en-US" dirty="0"/>
              <a:t>Test Strategy</a:t>
            </a:r>
            <a:endParaRPr lang="en-IN" dirty="0"/>
          </a:p>
        </p:txBody>
      </p:sp>
      <p:sp>
        <p:nvSpPr>
          <p:cNvPr id="4" name="Footer Placeholder 3">
            <a:extLst>
              <a:ext uri="{FF2B5EF4-FFF2-40B4-BE49-F238E27FC236}">
                <a16:creationId xmlns:a16="http://schemas.microsoft.com/office/drawing/2014/main" id="{06CB7151-0872-8F4D-D94D-371C1AAA3F8E}"/>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861E84E6-9902-EC45-0B0C-86FCDC73FDAA}"/>
              </a:ext>
            </a:extLst>
          </p:cNvPr>
          <p:cNvSpPr>
            <a:spLocks noGrp="1"/>
          </p:cNvSpPr>
          <p:nvPr>
            <p:ph type="sldNum" sz="quarter" idx="12"/>
          </p:nvPr>
        </p:nvSpPr>
        <p:spPr/>
        <p:txBody>
          <a:bodyPr/>
          <a:lstStyle/>
          <a:p>
            <a:fld id="{38826FC0-333C-E549-9FA3-0EE43DF298A3}" type="slidenum">
              <a:rPr lang="en-US" smtClean="0"/>
              <a:pPr/>
              <a:t>15</a:t>
            </a:fld>
            <a:endParaRPr lang="en-US" dirty="0"/>
          </a:p>
        </p:txBody>
      </p:sp>
      <p:graphicFrame>
        <p:nvGraphicFramePr>
          <p:cNvPr id="3" name="Content Placeholder 2">
            <a:extLst>
              <a:ext uri="{FF2B5EF4-FFF2-40B4-BE49-F238E27FC236}">
                <a16:creationId xmlns:a16="http://schemas.microsoft.com/office/drawing/2014/main" id="{235C83DE-E6FC-1A3D-FB36-54FFD4C4F3CE}"/>
              </a:ext>
            </a:extLst>
          </p:cNvPr>
          <p:cNvGraphicFramePr>
            <a:graphicFrameLocks noGrp="1"/>
          </p:cNvGraphicFramePr>
          <p:nvPr>
            <p:ph idx="1"/>
            <p:extLst>
              <p:ext uri="{D42A27DB-BD31-4B8C-83A1-F6EECF244321}">
                <p14:modId xmlns:p14="http://schemas.microsoft.com/office/powerpoint/2010/main" val="993735208"/>
              </p:ext>
            </p:extLst>
          </p:nvPr>
        </p:nvGraphicFramePr>
        <p:xfrm>
          <a:off x="1910080" y="1188720"/>
          <a:ext cx="8097520" cy="4958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1075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98867-87A8-457B-3FEB-9CA8773D6807}"/>
              </a:ext>
            </a:extLst>
          </p:cNvPr>
          <p:cNvSpPr>
            <a:spLocks noGrp="1"/>
          </p:cNvSpPr>
          <p:nvPr>
            <p:ph type="title"/>
          </p:nvPr>
        </p:nvSpPr>
        <p:spPr/>
        <p:txBody>
          <a:bodyPr/>
          <a:lstStyle/>
          <a:p>
            <a:r>
              <a:rPr lang="en-US" dirty="0"/>
              <a:t>Use Case</a:t>
            </a:r>
            <a:endParaRPr lang="en-IN" dirty="0"/>
          </a:p>
        </p:txBody>
      </p:sp>
      <p:sp>
        <p:nvSpPr>
          <p:cNvPr id="4" name="Footer Placeholder 3">
            <a:extLst>
              <a:ext uri="{FF2B5EF4-FFF2-40B4-BE49-F238E27FC236}">
                <a16:creationId xmlns:a16="http://schemas.microsoft.com/office/drawing/2014/main" id="{3684D489-2ED7-BD84-0659-102F2B1DF03E}"/>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2873434B-6A4E-34F9-CC83-83B8196F5BEB}"/>
              </a:ext>
            </a:extLst>
          </p:cNvPr>
          <p:cNvSpPr>
            <a:spLocks noGrp="1"/>
          </p:cNvSpPr>
          <p:nvPr>
            <p:ph type="sldNum" sz="quarter" idx="12"/>
          </p:nvPr>
        </p:nvSpPr>
        <p:spPr/>
        <p:txBody>
          <a:bodyPr/>
          <a:lstStyle/>
          <a:p>
            <a:fld id="{38826FC0-333C-E549-9FA3-0EE43DF298A3}" type="slidenum">
              <a:rPr lang="en-US" smtClean="0"/>
              <a:pPr/>
              <a:t>16</a:t>
            </a:fld>
            <a:endParaRPr lang="en-US" dirty="0"/>
          </a:p>
        </p:txBody>
      </p:sp>
      <p:graphicFrame>
        <p:nvGraphicFramePr>
          <p:cNvPr id="7" name="Text Placeholder 2">
            <a:extLst>
              <a:ext uri="{FF2B5EF4-FFF2-40B4-BE49-F238E27FC236}">
                <a16:creationId xmlns:a16="http://schemas.microsoft.com/office/drawing/2014/main" id="{65EAD113-2335-BE2E-F86A-3373D2550532}"/>
              </a:ext>
            </a:extLst>
          </p:cNvPr>
          <p:cNvGraphicFramePr/>
          <p:nvPr>
            <p:extLst>
              <p:ext uri="{D42A27DB-BD31-4B8C-83A1-F6EECF244321}">
                <p14:modId xmlns:p14="http://schemas.microsoft.com/office/powerpoint/2010/main" val="2262748127"/>
              </p:ext>
            </p:extLst>
          </p:nvPr>
        </p:nvGraphicFramePr>
        <p:xfrm>
          <a:off x="1116693" y="1313023"/>
          <a:ext cx="10618107" cy="35423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71793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E0BB2-4D46-B62C-2F5F-70B6077D3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8B6F1-FB58-AA34-7AFC-9D427226F8DC}"/>
              </a:ext>
            </a:extLst>
          </p:cNvPr>
          <p:cNvSpPr>
            <a:spLocks noGrp="1"/>
          </p:cNvSpPr>
          <p:nvPr>
            <p:ph type="title"/>
          </p:nvPr>
        </p:nvSpPr>
        <p:spPr/>
        <p:txBody>
          <a:bodyPr/>
          <a:lstStyle/>
          <a:p>
            <a:r>
              <a:rPr lang="en-US" dirty="0"/>
              <a:t>Test Scenario</a:t>
            </a:r>
            <a:endParaRPr lang="en-IN" dirty="0"/>
          </a:p>
        </p:txBody>
      </p:sp>
      <p:sp>
        <p:nvSpPr>
          <p:cNvPr id="4" name="Footer Placeholder 3">
            <a:extLst>
              <a:ext uri="{FF2B5EF4-FFF2-40B4-BE49-F238E27FC236}">
                <a16:creationId xmlns:a16="http://schemas.microsoft.com/office/drawing/2014/main" id="{11A7ED2E-E422-918C-DD7D-0B953087D14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4A40D8F-0A42-955B-4221-7989AF445CAC}"/>
              </a:ext>
            </a:extLst>
          </p:cNvPr>
          <p:cNvSpPr>
            <a:spLocks noGrp="1"/>
          </p:cNvSpPr>
          <p:nvPr>
            <p:ph type="sldNum" sz="quarter" idx="12"/>
          </p:nvPr>
        </p:nvSpPr>
        <p:spPr/>
        <p:txBody>
          <a:bodyPr/>
          <a:lstStyle/>
          <a:p>
            <a:fld id="{38826FC0-333C-E549-9FA3-0EE43DF298A3}" type="slidenum">
              <a:rPr lang="en-US" smtClean="0"/>
              <a:pPr/>
              <a:t>17</a:t>
            </a:fld>
            <a:endParaRPr lang="en-US" dirty="0"/>
          </a:p>
        </p:txBody>
      </p:sp>
      <p:graphicFrame>
        <p:nvGraphicFramePr>
          <p:cNvPr id="3" name="Text Placeholder 2">
            <a:extLst>
              <a:ext uri="{FF2B5EF4-FFF2-40B4-BE49-F238E27FC236}">
                <a16:creationId xmlns:a16="http://schemas.microsoft.com/office/drawing/2014/main" id="{241FFEE8-CF1B-CD7E-7314-948BBE188A11}"/>
              </a:ext>
            </a:extLst>
          </p:cNvPr>
          <p:cNvGraphicFramePr/>
          <p:nvPr>
            <p:extLst>
              <p:ext uri="{D42A27DB-BD31-4B8C-83A1-F6EECF244321}">
                <p14:modId xmlns:p14="http://schemas.microsoft.com/office/powerpoint/2010/main" val="3745831878"/>
              </p:ext>
            </p:extLst>
          </p:nvPr>
        </p:nvGraphicFramePr>
        <p:xfrm>
          <a:off x="731520" y="1174054"/>
          <a:ext cx="11097079" cy="36077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5714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6F54A-3FB8-DB9C-A0EB-A82440700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2D85A-75BD-8D1E-96D4-64332237C943}"/>
              </a:ext>
            </a:extLst>
          </p:cNvPr>
          <p:cNvSpPr>
            <a:spLocks noGrp="1"/>
          </p:cNvSpPr>
          <p:nvPr>
            <p:ph type="title"/>
          </p:nvPr>
        </p:nvSpPr>
        <p:spPr/>
        <p:txBody>
          <a:bodyPr/>
          <a:lstStyle/>
          <a:p>
            <a:r>
              <a:rPr lang="en-US" dirty="0"/>
              <a:t>Test Case</a:t>
            </a:r>
            <a:endParaRPr lang="en-IN" dirty="0"/>
          </a:p>
        </p:txBody>
      </p:sp>
      <p:sp>
        <p:nvSpPr>
          <p:cNvPr id="4" name="Footer Placeholder 3">
            <a:extLst>
              <a:ext uri="{FF2B5EF4-FFF2-40B4-BE49-F238E27FC236}">
                <a16:creationId xmlns:a16="http://schemas.microsoft.com/office/drawing/2014/main" id="{02A3A7E7-F932-1DC5-007E-07A365E4CE60}"/>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D3214D4-4E17-BB48-7EF5-48E5CC69923E}"/>
              </a:ext>
            </a:extLst>
          </p:cNvPr>
          <p:cNvSpPr>
            <a:spLocks noGrp="1"/>
          </p:cNvSpPr>
          <p:nvPr>
            <p:ph type="sldNum" sz="quarter" idx="12"/>
          </p:nvPr>
        </p:nvSpPr>
        <p:spPr/>
        <p:txBody>
          <a:bodyPr/>
          <a:lstStyle/>
          <a:p>
            <a:fld id="{38826FC0-333C-E549-9FA3-0EE43DF298A3}" type="slidenum">
              <a:rPr lang="en-US" smtClean="0"/>
              <a:pPr/>
              <a:t>18</a:t>
            </a:fld>
            <a:endParaRPr lang="en-US" dirty="0"/>
          </a:p>
        </p:txBody>
      </p:sp>
      <p:graphicFrame>
        <p:nvGraphicFramePr>
          <p:cNvPr id="9" name="Text Placeholder 2">
            <a:extLst>
              <a:ext uri="{FF2B5EF4-FFF2-40B4-BE49-F238E27FC236}">
                <a16:creationId xmlns:a16="http://schemas.microsoft.com/office/drawing/2014/main" id="{648CEB80-7E37-A0AB-66F1-35375A7CC714}"/>
              </a:ext>
            </a:extLst>
          </p:cNvPr>
          <p:cNvGraphicFramePr/>
          <p:nvPr>
            <p:extLst>
              <p:ext uri="{D42A27DB-BD31-4B8C-83A1-F6EECF244321}">
                <p14:modId xmlns:p14="http://schemas.microsoft.com/office/powerpoint/2010/main" val="2944378539"/>
              </p:ext>
            </p:extLst>
          </p:nvPr>
        </p:nvGraphicFramePr>
        <p:xfrm>
          <a:off x="640080" y="1366521"/>
          <a:ext cx="11157857" cy="38970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1949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4A3C7-D672-D850-BD53-68A63A542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E9F61-1DC1-F228-92AC-AA70900A9944}"/>
              </a:ext>
            </a:extLst>
          </p:cNvPr>
          <p:cNvSpPr>
            <a:spLocks noGrp="1"/>
          </p:cNvSpPr>
          <p:nvPr>
            <p:ph type="title"/>
          </p:nvPr>
        </p:nvSpPr>
        <p:spPr/>
        <p:txBody>
          <a:bodyPr/>
          <a:lstStyle/>
          <a:p>
            <a:r>
              <a:rPr lang="en-US" dirty="0"/>
              <a:t>Test Case</a:t>
            </a:r>
            <a:endParaRPr lang="en-IN" dirty="0"/>
          </a:p>
        </p:txBody>
      </p:sp>
      <p:sp>
        <p:nvSpPr>
          <p:cNvPr id="4" name="Footer Placeholder 3">
            <a:extLst>
              <a:ext uri="{FF2B5EF4-FFF2-40B4-BE49-F238E27FC236}">
                <a16:creationId xmlns:a16="http://schemas.microsoft.com/office/drawing/2014/main" id="{31B0DBF1-5D79-877E-D561-60DA09C05746}"/>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40C189AE-72BC-7841-7567-4884B705FBE1}"/>
              </a:ext>
            </a:extLst>
          </p:cNvPr>
          <p:cNvSpPr>
            <a:spLocks noGrp="1"/>
          </p:cNvSpPr>
          <p:nvPr>
            <p:ph type="sldNum" sz="quarter" idx="12"/>
          </p:nvPr>
        </p:nvSpPr>
        <p:spPr/>
        <p:txBody>
          <a:bodyPr/>
          <a:lstStyle/>
          <a:p>
            <a:fld id="{38826FC0-333C-E549-9FA3-0EE43DF298A3}" type="slidenum">
              <a:rPr lang="en-US" smtClean="0"/>
              <a:pPr/>
              <a:t>19</a:t>
            </a:fld>
            <a:endParaRPr lang="en-US" dirty="0"/>
          </a:p>
        </p:txBody>
      </p:sp>
      <p:sp>
        <p:nvSpPr>
          <p:cNvPr id="3" name="Google Shape;265;p39">
            <a:extLst>
              <a:ext uri="{FF2B5EF4-FFF2-40B4-BE49-F238E27FC236}">
                <a16:creationId xmlns:a16="http://schemas.microsoft.com/office/drawing/2014/main" id="{CD9558A2-E6FE-CA01-63CE-B9E9902A075F}"/>
              </a:ext>
            </a:extLst>
          </p:cNvPr>
          <p:cNvSpPr txBox="1"/>
          <p:nvPr/>
        </p:nvSpPr>
        <p:spPr>
          <a:xfrm>
            <a:off x="816864" y="1087041"/>
            <a:ext cx="7584821" cy="4755118"/>
          </a:xfrm>
          <a:prstGeom prst="rect">
            <a:avLst/>
          </a:prstGeom>
          <a:noFill/>
          <a:ln>
            <a:noFill/>
          </a:ln>
        </p:spPr>
        <p:txBody>
          <a:bodyPr spcFirstLastPara="1" wrap="square" lIns="91425" tIns="91425" rIns="91425" bIns="91425" anchor="t" anchorCtr="0">
            <a:spAutoFit/>
          </a:bodyPr>
          <a:lstStyle/>
          <a:p>
            <a:pPr>
              <a:lnSpc>
                <a:spcPct val="150000"/>
              </a:lnSpc>
            </a:pPr>
            <a:r>
              <a:rPr lang="en-US" sz="1800" b="1" dirty="0">
                <a:solidFill>
                  <a:schemeClr val="tx1"/>
                </a:solidFill>
                <a:latin typeface="Comic Sans MS" panose="030F0702030302020204" pitchFamily="66" charset="0"/>
              </a:rPr>
              <a:t>Key Components of Test Cases</a:t>
            </a:r>
          </a:p>
          <a:p>
            <a:pPr marL="285750" indent="-285750">
              <a:lnSpc>
                <a:spcPct val="150000"/>
              </a:lnSpc>
              <a:buFont typeface="Arial" panose="020B0604020202020204" pitchFamily="34" charset="0"/>
              <a:buChar char="•"/>
            </a:pPr>
            <a:r>
              <a:rPr lang="en-US" sz="1800" dirty="0">
                <a:solidFill>
                  <a:schemeClr val="tx1"/>
                </a:solidFill>
                <a:latin typeface="Comic Sans MS" panose="030F0702030302020204" pitchFamily="66" charset="0"/>
              </a:rPr>
              <a:t>Test Case ID &amp; Title: Unique identifiers and descriptions.</a:t>
            </a:r>
          </a:p>
          <a:p>
            <a:pPr marL="285750" indent="-285750">
              <a:lnSpc>
                <a:spcPct val="150000"/>
              </a:lnSpc>
              <a:buFont typeface="Arial" panose="020B0604020202020204" pitchFamily="34" charset="0"/>
              <a:buChar char="•"/>
            </a:pPr>
            <a:r>
              <a:rPr lang="en-US" sz="1800" dirty="0">
                <a:solidFill>
                  <a:schemeClr val="tx1"/>
                </a:solidFill>
                <a:latin typeface="Comic Sans MS" panose="030F0702030302020204" pitchFamily="66" charset="0"/>
              </a:rPr>
              <a:t>Test Input: Specific actions or behaviors (e.g., fund transfer).</a:t>
            </a:r>
          </a:p>
          <a:p>
            <a:pPr marL="285750" indent="-285750">
              <a:lnSpc>
                <a:spcPct val="150000"/>
              </a:lnSpc>
              <a:buFont typeface="Arial" panose="020B0604020202020204" pitchFamily="34" charset="0"/>
              <a:buChar char="•"/>
            </a:pPr>
            <a:r>
              <a:rPr lang="en-US" sz="1800" dirty="0">
                <a:solidFill>
                  <a:schemeClr val="tx1"/>
                </a:solidFill>
                <a:latin typeface="Comic Sans MS" panose="030F0702030302020204" pitchFamily="66" charset="0"/>
              </a:rPr>
              <a:t>Expected Output: The expected result of the action (e.g., successful transfer).</a:t>
            </a:r>
          </a:p>
          <a:p>
            <a:pPr marL="285750" indent="-285750">
              <a:lnSpc>
                <a:spcPct val="150000"/>
              </a:lnSpc>
              <a:buFont typeface="Arial" panose="020B0604020202020204" pitchFamily="34" charset="0"/>
              <a:buChar char="•"/>
            </a:pPr>
            <a:r>
              <a:rPr lang="en-US" sz="1800" dirty="0">
                <a:solidFill>
                  <a:schemeClr val="tx1"/>
                </a:solidFill>
                <a:latin typeface="Comic Sans MS" panose="030F0702030302020204" pitchFamily="66" charset="0"/>
              </a:rPr>
              <a:t>Test Steps: Clear steps to simulate user actions and trigger the functionality.</a:t>
            </a:r>
          </a:p>
          <a:p>
            <a:pPr marL="285750" indent="-285750">
              <a:lnSpc>
                <a:spcPct val="150000"/>
              </a:lnSpc>
              <a:buFont typeface="Arial" panose="020B0604020202020204" pitchFamily="34" charset="0"/>
              <a:buChar char="•"/>
            </a:pPr>
            <a:r>
              <a:rPr lang="en-US" sz="1800" dirty="0">
                <a:solidFill>
                  <a:schemeClr val="tx1"/>
                </a:solidFill>
                <a:latin typeface="Comic Sans MS" panose="030F0702030302020204" pitchFamily="66" charset="0"/>
              </a:rPr>
              <a:t>Pass/Fail Criteria: Conditions under which the test passes or fails.</a:t>
            </a:r>
          </a:p>
          <a:p>
            <a:pPr marL="285750" indent="-285750">
              <a:lnSpc>
                <a:spcPct val="150000"/>
              </a:lnSpc>
              <a:buFont typeface="Arial" panose="020B0604020202020204" pitchFamily="34" charset="0"/>
              <a:buChar char="•"/>
            </a:pPr>
            <a:r>
              <a:rPr lang="en-US" sz="1800" dirty="0">
                <a:solidFill>
                  <a:schemeClr val="tx1"/>
                </a:solidFill>
                <a:latin typeface="Comic Sans MS" panose="030F0702030302020204" pitchFamily="66" charset="0"/>
              </a:rPr>
              <a:t>Test Data: Required data for the test, such as account details and transfer amount.</a:t>
            </a:r>
          </a:p>
          <a:p>
            <a:pPr>
              <a:lnSpc>
                <a:spcPct val="150000"/>
              </a:lnSpc>
            </a:pPr>
            <a:endParaRPr lang="en-US" sz="1800" dirty="0">
              <a:solidFill>
                <a:schemeClr val="tx1"/>
              </a:solidFill>
              <a:latin typeface="Comic Sans MS" panose="030F0702030302020204" pitchFamily="66" charset="0"/>
            </a:endParaRPr>
          </a:p>
        </p:txBody>
      </p:sp>
      <p:pic>
        <p:nvPicPr>
          <p:cNvPr id="6" name="Picture 2" descr="PPT - How to Create Effective Test Plans and Test Cases for Software ...">
            <a:extLst>
              <a:ext uri="{FF2B5EF4-FFF2-40B4-BE49-F238E27FC236}">
                <a16:creationId xmlns:a16="http://schemas.microsoft.com/office/drawing/2014/main" id="{65931409-BDB3-8BE7-CB9A-70E455F9E5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6008" t="19180"/>
          <a:stretch/>
        </p:blipFill>
        <p:spPr bwMode="auto">
          <a:xfrm>
            <a:off x="8592838" y="1565458"/>
            <a:ext cx="2702749" cy="3338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4838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12942-8EDF-B87C-6EAD-FFC97E853841}"/>
              </a:ext>
            </a:extLst>
          </p:cNvPr>
          <p:cNvSpPr>
            <a:spLocks noGrp="1"/>
          </p:cNvSpPr>
          <p:nvPr>
            <p:ph type="title"/>
          </p:nvPr>
        </p:nvSpPr>
        <p:spPr/>
        <p:txBody>
          <a:bodyPr/>
          <a:lstStyle/>
          <a:p>
            <a:r>
              <a:rPr lang="en-IN" dirty="0"/>
              <a:t>Use Case - Example</a:t>
            </a:r>
          </a:p>
        </p:txBody>
      </p:sp>
      <p:sp>
        <p:nvSpPr>
          <p:cNvPr id="4" name="Footer Placeholder 3">
            <a:extLst>
              <a:ext uri="{FF2B5EF4-FFF2-40B4-BE49-F238E27FC236}">
                <a16:creationId xmlns:a16="http://schemas.microsoft.com/office/drawing/2014/main" id="{65AC6BCF-21E1-92AA-0474-E20995AA1DE0}"/>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94CF21D5-D26A-83D0-A7F5-95E01A9034E7}"/>
              </a:ext>
            </a:extLst>
          </p:cNvPr>
          <p:cNvSpPr>
            <a:spLocks noGrp="1"/>
          </p:cNvSpPr>
          <p:nvPr>
            <p:ph type="sldNum" sz="quarter" idx="12"/>
          </p:nvPr>
        </p:nvSpPr>
        <p:spPr/>
        <p:txBody>
          <a:bodyPr/>
          <a:lstStyle/>
          <a:p>
            <a:fld id="{38826FC0-333C-E549-9FA3-0EE43DF298A3}" type="slidenum">
              <a:rPr lang="en-US" smtClean="0"/>
              <a:pPr/>
              <a:t>20</a:t>
            </a:fld>
            <a:endParaRPr lang="en-US" dirty="0"/>
          </a:p>
        </p:txBody>
      </p:sp>
      <p:sp>
        <p:nvSpPr>
          <p:cNvPr id="6" name="Rectangle 5">
            <a:extLst>
              <a:ext uri="{FF2B5EF4-FFF2-40B4-BE49-F238E27FC236}">
                <a16:creationId xmlns:a16="http://schemas.microsoft.com/office/drawing/2014/main" id="{2F75A129-F784-A51A-3DC8-9795FAC8BB84}"/>
              </a:ext>
            </a:extLst>
          </p:cNvPr>
          <p:cNvSpPr>
            <a:spLocks noChangeArrowheads="1"/>
          </p:cNvSpPr>
          <p:nvPr/>
        </p:nvSpPr>
        <p:spPr bwMode="auto">
          <a:xfrm>
            <a:off x="711200" y="1187264"/>
            <a:ext cx="10173003" cy="448347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a:ln>
                  <a:noFill/>
                </a:ln>
                <a:effectLst/>
                <a:latin typeface="Comic Sans MS" panose="030F0702030302020204" pitchFamily="66" charset="0"/>
                <a:cs typeface="Open Sans" panose="020B0606030504020204" pitchFamily="34" charset="0"/>
              </a:rPr>
              <a:t>Use Case: Online Shopping - Place an Order for an Item</a:t>
            </a:r>
            <a:endParaRPr kumimoji="0" lang="en-US" altLang="en-US" sz="1600" b="0" i="0" u="none" strike="noStrike" cap="none" normalizeH="0" baseline="0" dirty="0">
              <a:ln>
                <a:noFill/>
              </a:ln>
              <a:effectLst/>
              <a:latin typeface="Comic Sans MS" panose="030F0702030302020204" pitchFamily="66"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a:ln>
                  <a:noFill/>
                </a:ln>
                <a:effectLst/>
                <a:latin typeface="Comic Sans MS" panose="030F0702030302020204" pitchFamily="66" charset="0"/>
              </a:rPr>
              <a:t>Actor: </a:t>
            </a:r>
            <a:r>
              <a:rPr kumimoji="0" lang="en-US" altLang="en-US" sz="1600" b="0" i="0" u="none" strike="noStrike" cap="none" normalizeH="0" baseline="0" dirty="0">
                <a:ln>
                  <a:noFill/>
                </a:ln>
                <a:effectLst/>
                <a:latin typeface="Comic Sans MS" panose="030F0702030302020204" pitchFamily="66" charset="0"/>
              </a:rPr>
              <a:t>Online Shopper</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a:ln>
                  <a:noFill/>
                </a:ln>
                <a:effectLst/>
                <a:latin typeface="Comic Sans MS" panose="030F0702030302020204" pitchFamily="66" charset="0"/>
              </a:rPr>
              <a:t>Basic Flow/Action:</a:t>
            </a:r>
            <a:endParaRPr kumimoji="0" lang="en-US" altLang="en-US" sz="1600" b="0" i="0" u="none" strike="noStrike" cap="none" normalizeH="0" baseline="0" dirty="0">
              <a:ln>
                <a:noFill/>
              </a:ln>
              <a:effectLst/>
              <a:latin typeface="Comic Sans MS" panose="030F0702030302020204" pitchFamily="66"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effectLst/>
                <a:latin typeface="Comic Sans MS" panose="030F0702030302020204" pitchFamily="66" charset="0"/>
              </a:rPr>
              <a:t>The shopper logs into the online shopping application.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effectLst/>
                <a:latin typeface="Comic Sans MS" panose="030F0702030302020204" pitchFamily="66" charset="0"/>
              </a:rPr>
              <a:t>Navigates to the "Electronics" category.</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effectLst/>
                <a:latin typeface="Comic Sans MS" panose="030F0702030302020204" pitchFamily="66" charset="0"/>
              </a:rPr>
              <a:t>Selects the "Smartphones" subcategory.</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effectLst/>
                <a:latin typeface="Comic Sans MS" panose="030F0702030302020204" pitchFamily="66" charset="0"/>
              </a:rPr>
              <a:t>Chooses a specific smartphone model for details.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effectLst/>
                <a:latin typeface="Comic Sans MS" panose="030F0702030302020204" pitchFamily="66" charset="0"/>
              </a:rPr>
              <a:t>Adds the selected smartphone to the shopping cart.</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effectLst/>
                <a:latin typeface="Comic Sans MS" panose="030F0702030302020204" pitchFamily="66" charset="0"/>
              </a:rPr>
              <a:t>Proceeds to checkout.</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effectLst/>
                <a:latin typeface="Comic Sans MS" panose="030F0702030302020204" pitchFamily="66" charset="0"/>
              </a:rPr>
              <a:t>Enters shipping information.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effectLst/>
                <a:latin typeface="Comic Sans MS" panose="030F0702030302020204" pitchFamily="66" charset="0"/>
              </a:rPr>
              <a:t>Reviews and confirms the order.</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a:ln>
                  <a:noFill/>
                </a:ln>
                <a:effectLst/>
                <a:latin typeface="Comic Sans MS" panose="030F0702030302020204" pitchFamily="66" charset="0"/>
              </a:rPr>
              <a:t>Goal/Outcome : </a:t>
            </a:r>
            <a:r>
              <a:rPr kumimoji="0" lang="en-US" altLang="en-US" sz="1600" b="0" i="0" u="none" strike="noStrike" cap="none" normalizeH="0" baseline="0" dirty="0">
                <a:ln>
                  <a:noFill/>
                </a:ln>
                <a:effectLst/>
                <a:latin typeface="Comic Sans MS" panose="030F0702030302020204" pitchFamily="66" charset="0"/>
              </a:rPr>
              <a:t>The system generates an order confirmation.</a:t>
            </a:r>
          </a:p>
        </p:txBody>
      </p:sp>
    </p:spTree>
    <p:extLst>
      <p:ext uri="{BB962C8B-B14F-4D97-AF65-F5344CB8AC3E}">
        <p14:creationId xmlns:p14="http://schemas.microsoft.com/office/powerpoint/2010/main" val="4013683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2AB28-F75D-7652-628D-76C7770018DA}"/>
              </a:ext>
            </a:extLst>
          </p:cNvPr>
          <p:cNvSpPr>
            <a:spLocks noGrp="1"/>
          </p:cNvSpPr>
          <p:nvPr>
            <p:ph type="title"/>
          </p:nvPr>
        </p:nvSpPr>
        <p:spPr/>
        <p:txBody>
          <a:bodyPr/>
          <a:lstStyle/>
          <a:p>
            <a:r>
              <a:rPr lang="en-IN" dirty="0"/>
              <a:t>Test Scenario - Example</a:t>
            </a:r>
          </a:p>
        </p:txBody>
      </p:sp>
      <p:sp>
        <p:nvSpPr>
          <p:cNvPr id="4" name="Footer Placeholder 3">
            <a:extLst>
              <a:ext uri="{FF2B5EF4-FFF2-40B4-BE49-F238E27FC236}">
                <a16:creationId xmlns:a16="http://schemas.microsoft.com/office/drawing/2014/main" id="{59EF402A-C036-F5D1-B3FB-5DF75D7E2819}"/>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386A9AB1-5AEC-214E-D24C-FC5459785DD0}"/>
              </a:ext>
            </a:extLst>
          </p:cNvPr>
          <p:cNvSpPr>
            <a:spLocks noGrp="1"/>
          </p:cNvSpPr>
          <p:nvPr>
            <p:ph type="sldNum" sz="quarter" idx="12"/>
          </p:nvPr>
        </p:nvSpPr>
        <p:spPr/>
        <p:txBody>
          <a:bodyPr/>
          <a:lstStyle/>
          <a:p>
            <a:fld id="{38826FC0-333C-E549-9FA3-0EE43DF298A3}" type="slidenum">
              <a:rPr lang="en-US" smtClean="0"/>
              <a:pPr/>
              <a:t>21</a:t>
            </a:fld>
            <a:endParaRPr lang="en-US" dirty="0"/>
          </a:p>
        </p:txBody>
      </p:sp>
      <p:sp>
        <p:nvSpPr>
          <p:cNvPr id="6" name="Rectangle 1">
            <a:extLst>
              <a:ext uri="{FF2B5EF4-FFF2-40B4-BE49-F238E27FC236}">
                <a16:creationId xmlns:a16="http://schemas.microsoft.com/office/drawing/2014/main" id="{669533C3-56AF-DF93-D9A0-B3EE4460819A}"/>
              </a:ext>
            </a:extLst>
          </p:cNvPr>
          <p:cNvSpPr>
            <a:spLocks noGrp="1" noChangeArrowheads="1"/>
          </p:cNvSpPr>
          <p:nvPr>
            <p:ph idx="1"/>
          </p:nvPr>
        </p:nvSpPr>
        <p:spPr bwMode="auto">
          <a:xfrm>
            <a:off x="812800" y="991433"/>
            <a:ext cx="10546080" cy="5409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2"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Login Functionality:</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Verify that the shopper can successfully log into the online shopping application.</a:t>
            </a:r>
          </a:p>
          <a:p>
            <a:pPr marL="0" marR="0" lvl="0" indent="0" algn="l" defTabSz="914400" rtl="0" eaLnBrk="0" fontAlgn="base" latinLnBrk="0" hangingPunct="0">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Validate the system's response to incorrect login credentials.</a:t>
            </a:r>
          </a:p>
          <a:p>
            <a:pPr marL="0" marR="0" lvl="0" indent="0" algn="l" defTabSz="914400" rtl="0" eaLnBrk="0" fontAlgn="base" latinLnBrk="0" hangingPunct="0">
              <a:spcBef>
                <a:spcPct val="0"/>
              </a:spcBef>
              <a:spcAft>
                <a:spcPct val="0"/>
              </a:spcAft>
              <a:buClrTx/>
              <a:buSzTx/>
              <a:tabLst/>
            </a:pP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Browse and Select Product:</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Confirm that the shopper can navigate to the "Electronics" category and select "Smartphones."</a:t>
            </a:r>
          </a:p>
          <a:p>
            <a:pPr marL="0" marR="0" lvl="0" indent="0" algn="l" defTabSz="914400" rtl="0" eaLnBrk="0" fontAlgn="base" latinLnBrk="0" hangingPunct="0">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Ensure that the selected smartphone details are correctly displayed.</a:t>
            </a:r>
          </a:p>
          <a:p>
            <a:pPr marL="0" marR="0" lvl="0" indent="0" algn="l" defTabSz="914400" rtl="0" eaLnBrk="0" fontAlgn="base" latinLnBrk="0" hangingPunct="0">
              <a:spcBef>
                <a:spcPct val="0"/>
              </a:spcBef>
              <a:spcAft>
                <a:spcPct val="0"/>
              </a:spcAft>
              <a:buClrTx/>
              <a:buSzTx/>
              <a:buFontTx/>
              <a:buChar char="•"/>
              <a:tabLst/>
            </a:pP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Add to Cart:</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Check that the shopper can successfully add the selected smartphone to the shopping cart.</a:t>
            </a:r>
          </a:p>
          <a:p>
            <a:pPr marL="0" marR="0" lvl="0" indent="0" algn="l" defTabSz="914400" rtl="0" eaLnBrk="0" fontAlgn="base" latinLnBrk="0" hangingPunct="0">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Verify the system's behavior if the item is out of stock during the addition process.</a:t>
            </a:r>
          </a:p>
          <a:p>
            <a:pPr marL="0" marR="0" lvl="0" indent="0" algn="l" defTabSz="914400" rtl="0" eaLnBrk="0" fontAlgn="base" latinLnBrk="0" hangingPunct="0">
              <a:spcBef>
                <a:spcPct val="0"/>
              </a:spcBef>
              <a:spcAft>
                <a:spcPct val="0"/>
              </a:spcAft>
              <a:buClrTx/>
              <a:buSzTx/>
              <a:buFontTx/>
              <a:buChar char="•"/>
              <a:tabLst/>
            </a:pPr>
            <a:endParaRPr lang="en-US" altLang="en-US" sz="1500" dirty="0">
              <a:latin typeface="Comic Sans MS" panose="030F0702030302020204" pitchFamily="66" charset="0"/>
            </a:endParaRPr>
          </a:p>
          <a:p>
            <a:pPr marL="0" marR="0" lvl="0" indent="0" algn="l" defTabSz="914400" rtl="0" eaLnBrk="0" fontAlgn="base" latinLnBrk="0" hangingPunct="0">
              <a:spcBef>
                <a:spcPct val="0"/>
              </a:spcBef>
              <a:spcAft>
                <a:spcPct val="0"/>
              </a:spcAft>
              <a:buClrTx/>
              <a:buSzTx/>
              <a:buFontTx/>
              <a:buChar char="•"/>
              <a:tabLst/>
            </a:pP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spcBef>
                <a:spcPct val="0"/>
              </a:spcBef>
              <a:spcAft>
                <a:spcPct val="0"/>
              </a:spcAft>
              <a:buClrTx/>
              <a:buSzTx/>
              <a:buNone/>
              <a:tabLst/>
            </a:pP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spcBef>
                <a:spcPct val="0"/>
              </a:spcBef>
              <a:spcAft>
                <a:spcPct val="0"/>
              </a:spcAft>
              <a:buClrTx/>
              <a:buSzTx/>
              <a:buFontTx/>
              <a:buChar char="•"/>
              <a:tabLst/>
            </a:pP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Checkout Process:</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Test the flow of proceeding to checkout after adding the item to the cart.</a:t>
            </a:r>
          </a:p>
          <a:p>
            <a:pPr marL="0" marR="0" lvl="0" indent="0" algn="l" defTabSz="914400" rtl="0" eaLnBrk="0" fontAlgn="base" latinLnBrk="0" hangingPunct="0">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Validate the system's response if the shopper attempts to proceed without adding any items.</a:t>
            </a:r>
          </a:p>
          <a:p>
            <a:pPr marL="0" marR="0" lvl="0" indent="0" algn="l" defTabSz="914400" rtl="0" eaLnBrk="0" fontAlgn="base" latinLnBrk="0" hangingPunct="0">
              <a:spcBef>
                <a:spcPct val="0"/>
              </a:spcBef>
              <a:spcAft>
                <a:spcPct val="0"/>
              </a:spcAft>
              <a:buClrTx/>
              <a:buSzTx/>
              <a:buFontTx/>
              <a:buChar char="•"/>
              <a:tabLst/>
            </a:pP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Enter Shipping Information:</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Confirm that the shopper can enter valid shipping information.</a:t>
            </a:r>
          </a:p>
          <a:p>
            <a:pPr marL="0" marR="0" lvl="0" indent="0" algn="l" defTabSz="914400" rtl="0" eaLnBrk="0" fontAlgn="base" latinLnBrk="0" hangingPunct="0">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Verify the system's handling of invalid or missing shipping details.</a:t>
            </a:r>
          </a:p>
          <a:p>
            <a:pPr marL="0" marR="0" lvl="0" indent="0" algn="l" defTabSz="914400" rtl="0" eaLnBrk="0" fontAlgn="base" latinLnBrk="0" hangingPunct="0">
              <a:spcBef>
                <a:spcPct val="0"/>
              </a:spcBef>
              <a:spcAft>
                <a:spcPct val="0"/>
              </a:spcAft>
              <a:buClrTx/>
              <a:buSzTx/>
              <a:buFontTx/>
              <a:buChar char="•"/>
              <a:tabLst/>
            </a:pP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Review and Confirm Order:</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Check that the order details are accurately displayed for review.</a:t>
            </a:r>
          </a:p>
          <a:p>
            <a:pPr marL="0" marR="0" lvl="0" indent="0" algn="l" defTabSz="914400" rtl="0" eaLnBrk="0" fontAlgn="base" latinLnBrk="0" hangingPunct="0">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Validate the order confirmation process.</a:t>
            </a:r>
          </a:p>
          <a:p>
            <a:pPr marL="0" marR="0" lvl="0" indent="0" algn="l" defTabSz="914400" rtl="0" eaLnBrk="0" fontAlgn="base" latinLnBrk="0" hangingPunct="0">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Comic Sans MS" panose="030F0702030302020204" pitchFamily="66" charset="0"/>
            </a:endParaRPr>
          </a:p>
        </p:txBody>
      </p:sp>
    </p:spTree>
    <p:extLst>
      <p:ext uri="{BB962C8B-B14F-4D97-AF65-F5344CB8AC3E}">
        <p14:creationId xmlns:p14="http://schemas.microsoft.com/office/powerpoint/2010/main" val="21124540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AC60A-C272-A612-4549-CE2D56CBCEA0}"/>
              </a:ext>
            </a:extLst>
          </p:cNvPr>
          <p:cNvSpPr>
            <a:spLocks noGrp="1"/>
          </p:cNvSpPr>
          <p:nvPr>
            <p:ph type="title"/>
          </p:nvPr>
        </p:nvSpPr>
        <p:spPr/>
        <p:txBody>
          <a:bodyPr/>
          <a:lstStyle/>
          <a:p>
            <a:r>
              <a:rPr lang="en-IN" dirty="0"/>
              <a:t>Test Case - Example</a:t>
            </a:r>
          </a:p>
        </p:txBody>
      </p:sp>
      <p:sp>
        <p:nvSpPr>
          <p:cNvPr id="4" name="Footer Placeholder 3">
            <a:extLst>
              <a:ext uri="{FF2B5EF4-FFF2-40B4-BE49-F238E27FC236}">
                <a16:creationId xmlns:a16="http://schemas.microsoft.com/office/drawing/2014/main" id="{52D76B8C-F460-FF79-29A9-D55EA4B21E19}"/>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2E1E590D-1725-7CE0-1071-0A7EA114C3B5}"/>
              </a:ext>
            </a:extLst>
          </p:cNvPr>
          <p:cNvSpPr>
            <a:spLocks noGrp="1"/>
          </p:cNvSpPr>
          <p:nvPr>
            <p:ph type="sldNum" sz="quarter" idx="12"/>
          </p:nvPr>
        </p:nvSpPr>
        <p:spPr/>
        <p:txBody>
          <a:bodyPr/>
          <a:lstStyle/>
          <a:p>
            <a:fld id="{38826FC0-333C-E549-9FA3-0EE43DF298A3}" type="slidenum">
              <a:rPr lang="en-US" smtClean="0"/>
              <a:pPr/>
              <a:t>22</a:t>
            </a:fld>
            <a:endParaRPr lang="en-US" dirty="0"/>
          </a:p>
        </p:txBody>
      </p:sp>
      <p:sp>
        <p:nvSpPr>
          <p:cNvPr id="6" name="Rectangle 1">
            <a:extLst>
              <a:ext uri="{FF2B5EF4-FFF2-40B4-BE49-F238E27FC236}">
                <a16:creationId xmlns:a16="http://schemas.microsoft.com/office/drawing/2014/main" id="{780BBE8E-E071-D956-941F-0D96BAB929E8}"/>
              </a:ext>
            </a:extLst>
          </p:cNvPr>
          <p:cNvSpPr>
            <a:spLocks noGrp="1" noChangeArrowheads="1"/>
          </p:cNvSpPr>
          <p:nvPr>
            <p:ph idx="1"/>
          </p:nvPr>
        </p:nvSpPr>
        <p:spPr bwMode="auto">
          <a:xfrm>
            <a:off x="457200" y="1112664"/>
            <a:ext cx="6695440"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TC1: Login Functionality:</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Test Steps:</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Enter valid username and password.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Click the "Login" button.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Expected Result: Successfully logged into the online shopping application.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Actual Result: [Outcome]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TC2: Browse and Select Product:</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Test Steps:</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Navigate to "Electronics" &gt; "Smartphones."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Click on a specific smartphone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Expected Result: Smartphone details page is displayed.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Actual Result: [Outcome]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TC3: Add to Cart:</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Test Steps:</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Click "Add to Cart" for a selected smartphone.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Verify the item is added to the shopping cart.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Expected Result: Item added to the cart successfully.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Actual Result: [Outcome]</a:t>
            </a:r>
          </a:p>
        </p:txBody>
      </p:sp>
      <p:sp>
        <p:nvSpPr>
          <p:cNvPr id="7" name="TextBox 6">
            <a:extLst>
              <a:ext uri="{FF2B5EF4-FFF2-40B4-BE49-F238E27FC236}">
                <a16:creationId xmlns:a16="http://schemas.microsoft.com/office/drawing/2014/main" id="{3C12A345-9027-3913-1F5D-F08E1F487D6E}"/>
              </a:ext>
            </a:extLst>
          </p:cNvPr>
          <p:cNvSpPr txBox="1"/>
          <p:nvPr/>
        </p:nvSpPr>
        <p:spPr>
          <a:xfrm>
            <a:off x="6332158" y="1112664"/>
            <a:ext cx="5687122" cy="493981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TC4: Checkout Process:</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Test Steps:</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Click "Proceed to Checkout" from the cart.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Expected Result: Redirected to the checkout process.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Actual Result: [Outcome]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TC5: Enter Shipping Information:</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Test Steps:</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Fill in valid shipping details.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Click "Continue" to proceed.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Expected Result: Able to enter shipping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Actual Result: [Outcome]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TC6: Review and Confirm Order:</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Comic Sans MS" panose="030F0702030302020204" pitchFamily="66" charset="0"/>
              </a:rPr>
              <a:t>Test Steps:</a:t>
            </a:r>
            <a:endParaRPr kumimoji="0" lang="en-US" altLang="en-US" sz="1500" b="0" i="0" u="none" strike="noStrike" cap="none" normalizeH="0" baseline="0" dirty="0">
              <a:ln>
                <a:noFill/>
              </a:ln>
              <a:solidFill>
                <a:schemeClr val="tx1"/>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Review order details.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Click "Place Order."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Expected Result: Order confirmation is generated.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Comic Sans MS" panose="030F0702030302020204" pitchFamily="66" charset="0"/>
              </a:rPr>
              <a:t>Actual Result: [Outcome]</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500" b="0" i="0" u="none" strike="noStrike" cap="none" normalizeH="0" baseline="0" dirty="0">
                <a:ln>
                  <a:noFill/>
                </a:ln>
                <a:solidFill>
                  <a:srgbClr val="464343"/>
                </a:solidFill>
                <a:effectLst/>
                <a:latin typeface="Comic Sans MS" panose="030F0702030302020204" pitchFamily="66" charset="0"/>
                <a:cs typeface="Open Sans" panose="020B0606030504020204" pitchFamily="34" charset="0"/>
              </a:rPr>
            </a:br>
            <a:endParaRPr kumimoji="0" lang="en-US" altLang="en-US" sz="1500" b="0" i="0" u="none" strike="noStrike" cap="none" normalizeH="0" baseline="0" dirty="0">
              <a:ln>
                <a:noFill/>
              </a:ln>
              <a:solidFill>
                <a:schemeClr val="tx1"/>
              </a:solidFill>
              <a:effectLst/>
              <a:latin typeface="Comic Sans MS" panose="030F0702030302020204" pitchFamily="66" charset="0"/>
            </a:endParaRPr>
          </a:p>
        </p:txBody>
      </p:sp>
    </p:spTree>
    <p:extLst>
      <p:ext uri="{BB962C8B-B14F-4D97-AF65-F5344CB8AC3E}">
        <p14:creationId xmlns:p14="http://schemas.microsoft.com/office/powerpoint/2010/main" val="7058224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A2D07-B831-E703-6E9E-314F9E3BD8E1}"/>
              </a:ext>
            </a:extLst>
          </p:cNvPr>
          <p:cNvSpPr>
            <a:spLocks noGrp="1"/>
          </p:cNvSpPr>
          <p:nvPr>
            <p:ph type="title"/>
          </p:nvPr>
        </p:nvSpPr>
        <p:spPr/>
        <p:txBody>
          <a:bodyPr/>
          <a:lstStyle/>
          <a:p>
            <a:r>
              <a:rPr lang="en-IN" dirty="0"/>
              <a:t>RTM</a:t>
            </a:r>
          </a:p>
        </p:txBody>
      </p:sp>
      <p:sp>
        <p:nvSpPr>
          <p:cNvPr id="4" name="Footer Placeholder 3">
            <a:extLst>
              <a:ext uri="{FF2B5EF4-FFF2-40B4-BE49-F238E27FC236}">
                <a16:creationId xmlns:a16="http://schemas.microsoft.com/office/drawing/2014/main" id="{9F599686-B2F0-B9C3-D26A-7F11EBC702E8}"/>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CC857A4-BDB6-F207-30CB-25FC4F2A78AE}"/>
              </a:ext>
            </a:extLst>
          </p:cNvPr>
          <p:cNvSpPr>
            <a:spLocks noGrp="1"/>
          </p:cNvSpPr>
          <p:nvPr>
            <p:ph type="sldNum" sz="quarter" idx="12"/>
          </p:nvPr>
        </p:nvSpPr>
        <p:spPr/>
        <p:txBody>
          <a:bodyPr/>
          <a:lstStyle/>
          <a:p>
            <a:fld id="{38826FC0-333C-E549-9FA3-0EE43DF298A3}" type="slidenum">
              <a:rPr lang="en-US" smtClean="0"/>
              <a:pPr/>
              <a:t>23</a:t>
            </a:fld>
            <a:endParaRPr lang="en-US" dirty="0"/>
          </a:p>
        </p:txBody>
      </p:sp>
      <p:sp>
        <p:nvSpPr>
          <p:cNvPr id="6" name="Google Shape;265;p39">
            <a:extLst>
              <a:ext uri="{FF2B5EF4-FFF2-40B4-BE49-F238E27FC236}">
                <a16:creationId xmlns:a16="http://schemas.microsoft.com/office/drawing/2014/main" id="{42B60103-5B2B-6069-8298-E2F72AF0CEF0}"/>
              </a:ext>
            </a:extLst>
          </p:cNvPr>
          <p:cNvSpPr txBox="1"/>
          <p:nvPr/>
        </p:nvSpPr>
        <p:spPr>
          <a:xfrm>
            <a:off x="816864" y="1087041"/>
            <a:ext cx="10460736" cy="2677626"/>
          </a:xfrm>
          <a:prstGeom prst="rect">
            <a:avLst/>
          </a:prstGeom>
          <a:noFill/>
          <a:ln>
            <a:noFill/>
          </a:ln>
        </p:spPr>
        <p:txBody>
          <a:bodyPr spcFirstLastPara="1" wrap="square" lIns="91425" tIns="91425" rIns="91425" bIns="91425" anchor="t" anchorCtr="0">
            <a:spAutoFit/>
          </a:bodyPr>
          <a:lstStyle/>
          <a:p>
            <a:pPr marL="285750" indent="-285750">
              <a:lnSpc>
                <a:spcPct val="150000"/>
              </a:lnSpc>
              <a:buFont typeface="Arial" panose="020B0604020202020204" pitchFamily="34" charset="0"/>
              <a:buChar char="•"/>
            </a:pPr>
            <a:r>
              <a:rPr lang="en-US" sz="1800" dirty="0">
                <a:solidFill>
                  <a:schemeClr val="tx1"/>
                </a:solidFill>
                <a:latin typeface="Comic Sans MS" panose="030F0702030302020204" pitchFamily="66" charset="0"/>
              </a:rPr>
              <a:t>The Requirement Traceability Matrix (RTM) is a document that establishes a mapping between requirements and test cases. </a:t>
            </a:r>
          </a:p>
          <a:p>
            <a:pPr marL="285750" indent="-285750">
              <a:lnSpc>
                <a:spcPct val="150000"/>
              </a:lnSpc>
              <a:buFont typeface="Arial" panose="020B0604020202020204" pitchFamily="34" charset="0"/>
              <a:buChar char="•"/>
            </a:pPr>
            <a:r>
              <a:rPr lang="en-US" sz="1800" dirty="0">
                <a:solidFill>
                  <a:schemeClr val="tx1"/>
                </a:solidFill>
                <a:latin typeface="Comic Sans MS" panose="030F0702030302020204" pitchFamily="66" charset="0"/>
              </a:rPr>
              <a:t>Its primary purpose is to ensure that all the requirements specified for a system are covered by corresponding test cases.</a:t>
            </a:r>
          </a:p>
          <a:p>
            <a:pPr marL="285750" indent="-285750">
              <a:lnSpc>
                <a:spcPct val="150000"/>
              </a:lnSpc>
              <a:buFont typeface="Arial" panose="020B0604020202020204" pitchFamily="34" charset="0"/>
              <a:buChar char="•"/>
            </a:pPr>
            <a:r>
              <a:rPr lang="en-US" sz="1800" dirty="0">
                <a:solidFill>
                  <a:schemeClr val="tx1"/>
                </a:solidFill>
                <a:latin typeface="Comic Sans MS" panose="030F0702030302020204" pitchFamily="66" charset="0"/>
              </a:rPr>
              <a:t>The RTM helps in tracking the progress of testing activities and ensures that each requirement has been validated.</a:t>
            </a:r>
          </a:p>
        </p:txBody>
      </p:sp>
      <p:graphicFrame>
        <p:nvGraphicFramePr>
          <p:cNvPr id="7" name="Table 6">
            <a:extLst>
              <a:ext uri="{FF2B5EF4-FFF2-40B4-BE49-F238E27FC236}">
                <a16:creationId xmlns:a16="http://schemas.microsoft.com/office/drawing/2014/main" id="{F3C60BD3-93E6-5EB7-3AB6-5492D8010AF7}"/>
              </a:ext>
            </a:extLst>
          </p:cNvPr>
          <p:cNvGraphicFramePr>
            <a:graphicFrameLocks noGrp="1"/>
          </p:cNvGraphicFramePr>
          <p:nvPr>
            <p:extLst>
              <p:ext uri="{D42A27DB-BD31-4B8C-83A1-F6EECF244321}">
                <p14:modId xmlns:p14="http://schemas.microsoft.com/office/powerpoint/2010/main" val="677524868"/>
              </p:ext>
            </p:extLst>
          </p:nvPr>
        </p:nvGraphicFramePr>
        <p:xfrm>
          <a:off x="680719" y="4036010"/>
          <a:ext cx="10596881" cy="1958309"/>
        </p:xfrm>
        <a:graphic>
          <a:graphicData uri="http://schemas.openxmlformats.org/drawingml/2006/table">
            <a:tbl>
              <a:tblPr/>
              <a:tblGrid>
                <a:gridCol w="2682241">
                  <a:extLst>
                    <a:ext uri="{9D8B030D-6E8A-4147-A177-3AD203B41FA5}">
                      <a16:colId xmlns:a16="http://schemas.microsoft.com/office/drawing/2014/main" val="3737826624"/>
                    </a:ext>
                  </a:extLst>
                </a:gridCol>
                <a:gridCol w="4715454">
                  <a:extLst>
                    <a:ext uri="{9D8B030D-6E8A-4147-A177-3AD203B41FA5}">
                      <a16:colId xmlns:a16="http://schemas.microsoft.com/office/drawing/2014/main" val="3977511285"/>
                    </a:ext>
                  </a:extLst>
                </a:gridCol>
                <a:gridCol w="3199186">
                  <a:extLst>
                    <a:ext uri="{9D8B030D-6E8A-4147-A177-3AD203B41FA5}">
                      <a16:colId xmlns:a16="http://schemas.microsoft.com/office/drawing/2014/main" val="1987444339"/>
                    </a:ext>
                  </a:extLst>
                </a:gridCol>
              </a:tblGrid>
              <a:tr h="334973">
                <a:tc>
                  <a:txBody>
                    <a:bodyPr/>
                    <a:lstStyle/>
                    <a:p>
                      <a:pPr algn="ctr" fontAlgn="b"/>
                      <a:r>
                        <a:rPr lang="en-IN" sz="1600" b="1" dirty="0">
                          <a:solidFill>
                            <a:schemeClr val="tx1"/>
                          </a:solidFill>
                          <a:effectLst/>
                          <a:latin typeface="Comic Sans MS" panose="030F0702030302020204" pitchFamily="66" charset="0"/>
                        </a:rPr>
                        <a:t>Requirement ID</a:t>
                      </a:r>
                    </a:p>
                  </a:txBody>
                  <a:tcPr marL="58236" marR="58236" marT="29118" marB="29118"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algn="ctr" fontAlgn="b"/>
                      <a:r>
                        <a:rPr lang="en-IN" sz="1600" b="1" dirty="0">
                          <a:solidFill>
                            <a:schemeClr val="tx1"/>
                          </a:solidFill>
                          <a:effectLst/>
                          <a:latin typeface="Comic Sans MS" panose="030F0702030302020204" pitchFamily="66" charset="0"/>
                        </a:rPr>
                        <a:t>Requirement Description</a:t>
                      </a:r>
                    </a:p>
                  </a:txBody>
                  <a:tcPr marL="58236" marR="58236" marT="29118" marB="29118"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algn="ctr" fontAlgn="b"/>
                      <a:r>
                        <a:rPr lang="en-IN" sz="1600" b="1" dirty="0">
                          <a:solidFill>
                            <a:schemeClr val="tx1"/>
                          </a:solidFill>
                          <a:effectLst/>
                          <a:latin typeface="Comic Sans MS" panose="030F0702030302020204" pitchFamily="66" charset="0"/>
                        </a:rPr>
                        <a:t>Test Case ID's</a:t>
                      </a:r>
                    </a:p>
                  </a:txBody>
                  <a:tcPr marL="58236" marR="58236" marT="29118" marB="29118"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848015082"/>
                  </a:ext>
                </a:extLst>
              </a:tr>
              <a:tr h="438043">
                <a:tc>
                  <a:txBody>
                    <a:bodyPr/>
                    <a:lstStyle/>
                    <a:p>
                      <a:pPr algn="ctr" fontAlgn="base"/>
                      <a:r>
                        <a:rPr lang="en-IN" sz="1600" dirty="0">
                          <a:solidFill>
                            <a:schemeClr val="tx1"/>
                          </a:solidFill>
                          <a:effectLst/>
                          <a:latin typeface="Comic Sans MS" panose="030F0702030302020204" pitchFamily="66" charset="0"/>
                        </a:rPr>
                        <a:t>REQ001</a:t>
                      </a:r>
                    </a:p>
                  </a:txBody>
                  <a:tcPr marL="58236" marR="58236" marT="29118" marB="29118"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algn="ctr" fontAlgn="base"/>
                      <a:r>
                        <a:rPr lang="en-US" sz="1600" dirty="0">
                          <a:solidFill>
                            <a:schemeClr val="tx1"/>
                          </a:solidFill>
                          <a:effectLst/>
                          <a:latin typeface="Comic Sans MS" panose="030F0702030302020204" pitchFamily="66" charset="0"/>
                        </a:rPr>
                        <a:t>User should be able to log in</a:t>
                      </a:r>
                    </a:p>
                  </a:txBody>
                  <a:tcPr marL="58236" marR="58236" marT="29118" marB="29118"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algn="ctr" fontAlgn="base"/>
                      <a:r>
                        <a:rPr lang="en-IN" sz="1600">
                          <a:solidFill>
                            <a:schemeClr val="tx1"/>
                          </a:solidFill>
                          <a:effectLst/>
                          <a:latin typeface="Comic Sans MS" panose="030F0702030302020204" pitchFamily="66" charset="0"/>
                        </a:rPr>
                        <a:t>TC001, TC002</a:t>
                      </a:r>
                    </a:p>
                  </a:txBody>
                  <a:tcPr marL="58236" marR="58236" marT="29118" marB="29118"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1470908238"/>
                  </a:ext>
                </a:extLst>
              </a:tr>
              <a:tr h="541112">
                <a:tc>
                  <a:txBody>
                    <a:bodyPr/>
                    <a:lstStyle/>
                    <a:p>
                      <a:pPr algn="ctr" fontAlgn="base"/>
                      <a:r>
                        <a:rPr lang="en-IN" sz="1600">
                          <a:solidFill>
                            <a:schemeClr val="tx1"/>
                          </a:solidFill>
                          <a:effectLst/>
                          <a:latin typeface="Comic Sans MS" panose="030F0702030302020204" pitchFamily="66" charset="0"/>
                        </a:rPr>
                        <a:t>REQ002</a:t>
                      </a:r>
                    </a:p>
                  </a:txBody>
                  <a:tcPr marL="58236" marR="58236" marT="29118" marB="29118"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algn="ctr" fontAlgn="base"/>
                      <a:r>
                        <a:rPr lang="en-US" sz="1600" dirty="0">
                          <a:solidFill>
                            <a:schemeClr val="tx1"/>
                          </a:solidFill>
                          <a:effectLst/>
                          <a:latin typeface="Comic Sans MS" panose="030F0702030302020204" pitchFamily="66" charset="0"/>
                        </a:rPr>
                        <a:t>System should display product details</a:t>
                      </a:r>
                    </a:p>
                  </a:txBody>
                  <a:tcPr marL="58236" marR="58236" marT="29118" marB="29118"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tc>
                  <a:txBody>
                    <a:bodyPr/>
                    <a:lstStyle/>
                    <a:p>
                      <a:pPr algn="ctr" fontAlgn="base"/>
                      <a:r>
                        <a:rPr lang="en-IN" sz="1600">
                          <a:solidFill>
                            <a:schemeClr val="tx1"/>
                          </a:solidFill>
                          <a:effectLst/>
                          <a:latin typeface="Comic Sans MS" panose="030F0702030302020204" pitchFamily="66" charset="0"/>
                        </a:rPr>
                        <a:t>TC003, TC004</a:t>
                      </a:r>
                    </a:p>
                  </a:txBody>
                  <a:tcPr marL="58236" marR="58236" marT="29118" marB="29118"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2680789944"/>
                  </a:ext>
                </a:extLst>
              </a:tr>
              <a:tr h="644181">
                <a:tc>
                  <a:txBody>
                    <a:bodyPr/>
                    <a:lstStyle/>
                    <a:p>
                      <a:pPr algn="ctr" fontAlgn="base"/>
                      <a:r>
                        <a:rPr lang="en-IN" sz="1600">
                          <a:solidFill>
                            <a:schemeClr val="tx1"/>
                          </a:solidFill>
                          <a:effectLst/>
                          <a:latin typeface="Comic Sans MS" panose="030F0702030302020204" pitchFamily="66" charset="0"/>
                        </a:rPr>
                        <a:t>REQ003</a:t>
                      </a:r>
                    </a:p>
                  </a:txBody>
                  <a:tcPr marL="58236" marR="58236" marT="29118" marB="29118"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6350" cap="flat" cmpd="sng" algn="ctr">
                      <a:solidFill>
                        <a:srgbClr val="D9D9E3"/>
                      </a:solidFill>
                      <a:prstDash val="solid"/>
                      <a:round/>
                      <a:headEnd type="none" w="med" len="med"/>
                      <a:tailEnd type="none" w="med" len="med"/>
                    </a:lnB>
                    <a:solidFill>
                      <a:srgbClr val="FFFFFF"/>
                    </a:solidFill>
                  </a:tcPr>
                </a:tc>
                <a:tc>
                  <a:txBody>
                    <a:bodyPr/>
                    <a:lstStyle/>
                    <a:p>
                      <a:pPr algn="ctr" fontAlgn="base"/>
                      <a:r>
                        <a:rPr lang="en-US" sz="1600">
                          <a:solidFill>
                            <a:schemeClr val="tx1"/>
                          </a:solidFill>
                          <a:effectLst/>
                          <a:latin typeface="Comic Sans MS" panose="030F0702030302020204" pitchFamily="66" charset="0"/>
                        </a:rPr>
                        <a:t>User can add items to the shopping cart</a:t>
                      </a:r>
                    </a:p>
                  </a:txBody>
                  <a:tcPr marL="58236" marR="58236" marT="29118" marB="29118"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6350" cap="flat" cmpd="sng" algn="ctr">
                      <a:solidFill>
                        <a:srgbClr val="D9D9E3"/>
                      </a:solidFill>
                      <a:prstDash val="solid"/>
                      <a:round/>
                      <a:headEnd type="none" w="med" len="med"/>
                      <a:tailEnd type="none" w="med" len="med"/>
                    </a:lnB>
                    <a:solidFill>
                      <a:srgbClr val="FFFFFF"/>
                    </a:solidFill>
                  </a:tcPr>
                </a:tc>
                <a:tc>
                  <a:txBody>
                    <a:bodyPr/>
                    <a:lstStyle/>
                    <a:p>
                      <a:pPr algn="ctr" fontAlgn="base"/>
                      <a:r>
                        <a:rPr lang="en-IN" sz="1600" dirty="0">
                          <a:solidFill>
                            <a:schemeClr val="tx1"/>
                          </a:solidFill>
                          <a:effectLst/>
                          <a:latin typeface="Comic Sans MS" panose="030F0702030302020204" pitchFamily="66" charset="0"/>
                        </a:rPr>
                        <a:t>TC005, TC006</a:t>
                      </a:r>
                    </a:p>
                  </a:txBody>
                  <a:tcPr marL="58236" marR="58236" marT="29118" marB="29118"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6350" cap="flat" cmpd="sng" algn="ctr">
                      <a:solidFill>
                        <a:srgbClr val="D9D9E3"/>
                      </a:solidFill>
                      <a:prstDash val="solid"/>
                      <a:round/>
                      <a:headEnd type="none" w="med" len="med"/>
                      <a:tailEnd type="none" w="med" len="med"/>
                    </a:lnB>
                    <a:solidFill>
                      <a:srgbClr val="FFFFFF"/>
                    </a:solidFill>
                  </a:tcPr>
                </a:tc>
                <a:extLst>
                  <a:ext uri="{0D108BD9-81ED-4DB2-BD59-A6C34878D82A}">
                    <a16:rowId xmlns:a16="http://schemas.microsoft.com/office/drawing/2014/main" val="3349363438"/>
                  </a:ext>
                </a:extLst>
              </a:tr>
            </a:tbl>
          </a:graphicData>
        </a:graphic>
      </p:graphicFrame>
    </p:spTree>
    <p:extLst>
      <p:ext uri="{BB962C8B-B14F-4D97-AF65-F5344CB8AC3E}">
        <p14:creationId xmlns:p14="http://schemas.microsoft.com/office/powerpoint/2010/main" val="3552013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83D4F-4E0B-1254-61FB-A70C4AF1D52E}"/>
              </a:ext>
            </a:extLst>
          </p:cNvPr>
          <p:cNvSpPr>
            <a:spLocks noGrp="1"/>
          </p:cNvSpPr>
          <p:nvPr>
            <p:ph type="title"/>
          </p:nvPr>
        </p:nvSpPr>
        <p:spPr/>
        <p:txBody>
          <a:bodyPr/>
          <a:lstStyle/>
          <a:p>
            <a:r>
              <a:rPr lang="en-IN" dirty="0"/>
              <a:t>Defect - Definition</a:t>
            </a:r>
          </a:p>
        </p:txBody>
      </p:sp>
      <p:sp>
        <p:nvSpPr>
          <p:cNvPr id="4" name="Footer Placeholder 3">
            <a:extLst>
              <a:ext uri="{FF2B5EF4-FFF2-40B4-BE49-F238E27FC236}">
                <a16:creationId xmlns:a16="http://schemas.microsoft.com/office/drawing/2014/main" id="{EE2DDCF5-021A-3B29-2310-A394CD53068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AA5575AF-D238-C2EC-4D4B-00CD188A628F}"/>
              </a:ext>
            </a:extLst>
          </p:cNvPr>
          <p:cNvSpPr>
            <a:spLocks noGrp="1"/>
          </p:cNvSpPr>
          <p:nvPr>
            <p:ph type="sldNum" sz="quarter" idx="12"/>
          </p:nvPr>
        </p:nvSpPr>
        <p:spPr/>
        <p:txBody>
          <a:bodyPr/>
          <a:lstStyle/>
          <a:p>
            <a:fld id="{38826FC0-333C-E549-9FA3-0EE43DF298A3}" type="slidenum">
              <a:rPr lang="en-US" smtClean="0"/>
              <a:pPr/>
              <a:t>24</a:t>
            </a:fld>
            <a:endParaRPr lang="en-US" dirty="0"/>
          </a:p>
        </p:txBody>
      </p:sp>
      <p:graphicFrame>
        <p:nvGraphicFramePr>
          <p:cNvPr id="6" name="Text Placeholder 2">
            <a:extLst>
              <a:ext uri="{FF2B5EF4-FFF2-40B4-BE49-F238E27FC236}">
                <a16:creationId xmlns:a16="http://schemas.microsoft.com/office/drawing/2014/main" id="{915C5A86-65A9-D69F-70BF-E3233E2EFA72}"/>
              </a:ext>
            </a:extLst>
          </p:cNvPr>
          <p:cNvGraphicFramePr/>
          <p:nvPr>
            <p:extLst>
              <p:ext uri="{D42A27DB-BD31-4B8C-83A1-F6EECF244321}">
                <p14:modId xmlns:p14="http://schemas.microsoft.com/office/powerpoint/2010/main" val="3603045729"/>
              </p:ext>
            </p:extLst>
          </p:nvPr>
        </p:nvGraphicFramePr>
        <p:xfrm>
          <a:off x="748846" y="1375954"/>
          <a:ext cx="10694307" cy="38907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12941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42801-DD1A-47D5-B11B-A9C3A744F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D6F026-A4E8-AA34-41C0-7DB852C25795}"/>
              </a:ext>
            </a:extLst>
          </p:cNvPr>
          <p:cNvSpPr>
            <a:spLocks noGrp="1"/>
          </p:cNvSpPr>
          <p:nvPr>
            <p:ph type="title"/>
          </p:nvPr>
        </p:nvSpPr>
        <p:spPr/>
        <p:txBody>
          <a:bodyPr/>
          <a:lstStyle/>
          <a:p>
            <a:r>
              <a:rPr lang="en-IN" dirty="0"/>
              <a:t>Defect - Sample Defects</a:t>
            </a:r>
          </a:p>
        </p:txBody>
      </p:sp>
      <p:sp>
        <p:nvSpPr>
          <p:cNvPr id="4" name="Footer Placeholder 3">
            <a:extLst>
              <a:ext uri="{FF2B5EF4-FFF2-40B4-BE49-F238E27FC236}">
                <a16:creationId xmlns:a16="http://schemas.microsoft.com/office/drawing/2014/main" id="{7E441795-8658-F6E6-71C7-5F3F1B310BA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1202A5E1-5422-C4AE-0322-B0059E6912C6}"/>
              </a:ext>
            </a:extLst>
          </p:cNvPr>
          <p:cNvSpPr>
            <a:spLocks noGrp="1"/>
          </p:cNvSpPr>
          <p:nvPr>
            <p:ph type="sldNum" sz="quarter" idx="12"/>
          </p:nvPr>
        </p:nvSpPr>
        <p:spPr/>
        <p:txBody>
          <a:bodyPr/>
          <a:lstStyle/>
          <a:p>
            <a:fld id="{38826FC0-333C-E549-9FA3-0EE43DF298A3}" type="slidenum">
              <a:rPr lang="en-US" smtClean="0"/>
              <a:pPr/>
              <a:t>25</a:t>
            </a:fld>
            <a:endParaRPr lang="en-US" dirty="0"/>
          </a:p>
        </p:txBody>
      </p:sp>
      <p:graphicFrame>
        <p:nvGraphicFramePr>
          <p:cNvPr id="3" name="Text Placeholder 2">
            <a:extLst>
              <a:ext uri="{FF2B5EF4-FFF2-40B4-BE49-F238E27FC236}">
                <a16:creationId xmlns:a16="http://schemas.microsoft.com/office/drawing/2014/main" id="{D24BA1F3-9F83-DA05-BDAC-8DAA22912CC8}"/>
              </a:ext>
            </a:extLst>
          </p:cNvPr>
          <p:cNvGraphicFramePr/>
          <p:nvPr>
            <p:extLst>
              <p:ext uri="{D42A27DB-BD31-4B8C-83A1-F6EECF244321}">
                <p14:modId xmlns:p14="http://schemas.microsoft.com/office/powerpoint/2010/main" val="1053857791"/>
              </p:ext>
            </p:extLst>
          </p:nvPr>
        </p:nvGraphicFramePr>
        <p:xfrm>
          <a:off x="1005840" y="2041717"/>
          <a:ext cx="10476593" cy="31069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8717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9688A-FC00-60E0-2495-6FFB01ABF575}"/>
              </a:ext>
            </a:extLst>
          </p:cNvPr>
          <p:cNvSpPr>
            <a:spLocks noGrp="1"/>
          </p:cNvSpPr>
          <p:nvPr>
            <p:ph type="title"/>
          </p:nvPr>
        </p:nvSpPr>
        <p:spPr/>
        <p:txBody>
          <a:bodyPr/>
          <a:lstStyle/>
          <a:p>
            <a:r>
              <a:rPr lang="en-IN" dirty="0"/>
              <a:t>Defect – Types of Defects</a:t>
            </a:r>
          </a:p>
        </p:txBody>
      </p:sp>
      <p:sp>
        <p:nvSpPr>
          <p:cNvPr id="4" name="Footer Placeholder 3">
            <a:extLst>
              <a:ext uri="{FF2B5EF4-FFF2-40B4-BE49-F238E27FC236}">
                <a16:creationId xmlns:a16="http://schemas.microsoft.com/office/drawing/2014/main" id="{A4658B26-10A7-CED1-0DF4-739F8E9A8993}"/>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C20233F9-BB75-D8D9-306D-E2B2FB584C68}"/>
              </a:ext>
            </a:extLst>
          </p:cNvPr>
          <p:cNvSpPr>
            <a:spLocks noGrp="1"/>
          </p:cNvSpPr>
          <p:nvPr>
            <p:ph type="sldNum" sz="quarter" idx="12"/>
          </p:nvPr>
        </p:nvSpPr>
        <p:spPr/>
        <p:txBody>
          <a:bodyPr/>
          <a:lstStyle/>
          <a:p>
            <a:fld id="{38826FC0-333C-E549-9FA3-0EE43DF298A3}" type="slidenum">
              <a:rPr lang="en-US" smtClean="0"/>
              <a:pPr/>
              <a:t>26</a:t>
            </a:fld>
            <a:endParaRPr lang="en-US" dirty="0"/>
          </a:p>
        </p:txBody>
      </p:sp>
      <p:graphicFrame>
        <p:nvGraphicFramePr>
          <p:cNvPr id="6" name="Text Placeholder 2">
            <a:extLst>
              <a:ext uri="{FF2B5EF4-FFF2-40B4-BE49-F238E27FC236}">
                <a16:creationId xmlns:a16="http://schemas.microsoft.com/office/drawing/2014/main" id="{FAE5B823-70FE-CCE1-8A42-45747EAE8843}"/>
              </a:ext>
            </a:extLst>
          </p:cNvPr>
          <p:cNvGraphicFramePr/>
          <p:nvPr>
            <p:extLst>
              <p:ext uri="{D42A27DB-BD31-4B8C-83A1-F6EECF244321}">
                <p14:modId xmlns:p14="http://schemas.microsoft.com/office/powerpoint/2010/main" val="616866360"/>
              </p:ext>
            </p:extLst>
          </p:nvPr>
        </p:nvGraphicFramePr>
        <p:xfrm>
          <a:off x="457200" y="1229360"/>
          <a:ext cx="10972800" cy="45656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9029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74A39-7180-1F76-4786-95279FA94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0360FB-F1D9-9DC8-FC8B-44A13CE711AF}"/>
              </a:ext>
            </a:extLst>
          </p:cNvPr>
          <p:cNvSpPr>
            <a:spLocks noGrp="1"/>
          </p:cNvSpPr>
          <p:nvPr>
            <p:ph type="title"/>
          </p:nvPr>
        </p:nvSpPr>
        <p:spPr/>
        <p:txBody>
          <a:bodyPr/>
          <a:lstStyle/>
          <a:p>
            <a:r>
              <a:rPr lang="en-IN" dirty="0"/>
              <a:t>Defect – Classification</a:t>
            </a:r>
          </a:p>
        </p:txBody>
      </p:sp>
      <p:sp>
        <p:nvSpPr>
          <p:cNvPr id="4" name="Footer Placeholder 3">
            <a:extLst>
              <a:ext uri="{FF2B5EF4-FFF2-40B4-BE49-F238E27FC236}">
                <a16:creationId xmlns:a16="http://schemas.microsoft.com/office/drawing/2014/main" id="{C55D2C39-5928-D893-D947-EC33B25B5543}"/>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D3E65513-F654-01A7-047E-F77213480EAE}"/>
              </a:ext>
            </a:extLst>
          </p:cNvPr>
          <p:cNvSpPr>
            <a:spLocks noGrp="1"/>
          </p:cNvSpPr>
          <p:nvPr>
            <p:ph type="sldNum" sz="quarter" idx="12"/>
          </p:nvPr>
        </p:nvSpPr>
        <p:spPr/>
        <p:txBody>
          <a:bodyPr/>
          <a:lstStyle/>
          <a:p>
            <a:fld id="{38826FC0-333C-E549-9FA3-0EE43DF298A3}" type="slidenum">
              <a:rPr lang="en-US" smtClean="0"/>
              <a:pPr/>
              <a:t>27</a:t>
            </a:fld>
            <a:endParaRPr lang="en-US" dirty="0"/>
          </a:p>
        </p:txBody>
      </p:sp>
      <p:graphicFrame>
        <p:nvGraphicFramePr>
          <p:cNvPr id="3" name="Text Placeholder 2">
            <a:extLst>
              <a:ext uri="{FF2B5EF4-FFF2-40B4-BE49-F238E27FC236}">
                <a16:creationId xmlns:a16="http://schemas.microsoft.com/office/drawing/2014/main" id="{6611978C-3C9E-451A-7A5B-298C5042EA7C}"/>
              </a:ext>
            </a:extLst>
          </p:cNvPr>
          <p:cNvGraphicFramePr/>
          <p:nvPr>
            <p:extLst>
              <p:ext uri="{D42A27DB-BD31-4B8C-83A1-F6EECF244321}">
                <p14:modId xmlns:p14="http://schemas.microsoft.com/office/powerpoint/2010/main" val="628625262"/>
              </p:ext>
            </p:extLst>
          </p:nvPr>
        </p:nvGraphicFramePr>
        <p:xfrm>
          <a:off x="640080" y="1487794"/>
          <a:ext cx="10602686" cy="33134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07021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BF70-BCC5-CCE0-7A90-EA1FC6DACF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057C4-6C2E-DD34-7266-4C2E8F196F65}"/>
              </a:ext>
            </a:extLst>
          </p:cNvPr>
          <p:cNvSpPr>
            <a:spLocks noGrp="1"/>
          </p:cNvSpPr>
          <p:nvPr>
            <p:ph type="title"/>
          </p:nvPr>
        </p:nvSpPr>
        <p:spPr/>
        <p:txBody>
          <a:bodyPr/>
          <a:lstStyle/>
          <a:p>
            <a:r>
              <a:rPr lang="en-IN" dirty="0"/>
              <a:t>Defect Classification - Severity</a:t>
            </a:r>
          </a:p>
        </p:txBody>
      </p:sp>
      <p:sp>
        <p:nvSpPr>
          <p:cNvPr id="4" name="Footer Placeholder 3">
            <a:extLst>
              <a:ext uri="{FF2B5EF4-FFF2-40B4-BE49-F238E27FC236}">
                <a16:creationId xmlns:a16="http://schemas.microsoft.com/office/drawing/2014/main" id="{55F3EC31-FB92-8574-3C2A-3D07B090228D}"/>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4A607EE-CB91-74D2-8592-86C40541F7B9}"/>
              </a:ext>
            </a:extLst>
          </p:cNvPr>
          <p:cNvSpPr>
            <a:spLocks noGrp="1"/>
          </p:cNvSpPr>
          <p:nvPr>
            <p:ph type="sldNum" sz="quarter" idx="12"/>
          </p:nvPr>
        </p:nvSpPr>
        <p:spPr/>
        <p:txBody>
          <a:bodyPr/>
          <a:lstStyle/>
          <a:p>
            <a:fld id="{38826FC0-333C-E549-9FA3-0EE43DF298A3}" type="slidenum">
              <a:rPr lang="en-US" smtClean="0"/>
              <a:pPr/>
              <a:t>28</a:t>
            </a:fld>
            <a:endParaRPr lang="en-US" dirty="0"/>
          </a:p>
        </p:txBody>
      </p:sp>
      <p:sp>
        <p:nvSpPr>
          <p:cNvPr id="7" name="TextBox 6">
            <a:extLst>
              <a:ext uri="{FF2B5EF4-FFF2-40B4-BE49-F238E27FC236}">
                <a16:creationId xmlns:a16="http://schemas.microsoft.com/office/drawing/2014/main" id="{9591B105-32E3-2E5C-3018-D5354FBB79EA}"/>
              </a:ext>
            </a:extLst>
          </p:cNvPr>
          <p:cNvSpPr txBox="1"/>
          <p:nvPr/>
        </p:nvSpPr>
        <p:spPr>
          <a:xfrm>
            <a:off x="640080" y="1584477"/>
            <a:ext cx="3810000" cy="2539350"/>
          </a:xfrm>
          <a:prstGeom prst="rect">
            <a:avLst/>
          </a:prstGeom>
          <a:solidFill>
            <a:srgbClr val="ECECEB"/>
          </a:solidFill>
        </p:spPr>
        <p:txBody>
          <a:bodyPr wrap="square">
            <a:spAutoFit/>
          </a:bodyPr>
          <a:lstStyle/>
          <a:p>
            <a:pPr marL="285750" indent="-285750">
              <a:lnSpc>
                <a:spcPct val="150000"/>
              </a:lnSpc>
              <a:buFont typeface="Arial" panose="020B0604020202020204" pitchFamily="34" charset="0"/>
              <a:buChar char="•"/>
            </a:pPr>
            <a:r>
              <a:rPr lang="en-US" dirty="0">
                <a:latin typeface="Comic Sans MS" panose="030F0702030302020204" pitchFamily="66" charset="0"/>
              </a:rPr>
              <a:t>Severity describes the seriousness of defect and how much impact on business workflow. (Degree of impact)</a:t>
            </a:r>
          </a:p>
          <a:p>
            <a:pPr marL="285750" indent="-285750">
              <a:lnSpc>
                <a:spcPct val="150000"/>
              </a:lnSpc>
              <a:buFont typeface="Arial" panose="020B0604020202020204" pitchFamily="34" charset="0"/>
              <a:buChar char="•"/>
            </a:pPr>
            <a:r>
              <a:rPr lang="en-US" dirty="0">
                <a:latin typeface="Comic Sans MS" panose="030F0702030302020204" pitchFamily="66" charset="0"/>
              </a:rPr>
              <a:t>Tester decides the Severity of the defect.</a:t>
            </a:r>
          </a:p>
        </p:txBody>
      </p:sp>
      <p:graphicFrame>
        <p:nvGraphicFramePr>
          <p:cNvPr id="9" name="Text Placeholder 2">
            <a:extLst>
              <a:ext uri="{FF2B5EF4-FFF2-40B4-BE49-F238E27FC236}">
                <a16:creationId xmlns:a16="http://schemas.microsoft.com/office/drawing/2014/main" id="{427EDF0C-D565-60E0-9003-DC7295A2BAFE}"/>
              </a:ext>
            </a:extLst>
          </p:cNvPr>
          <p:cNvGraphicFramePr>
            <a:graphicFrameLocks noGrp="1"/>
          </p:cNvGraphicFramePr>
          <p:nvPr>
            <p:ph idx="1"/>
            <p:extLst>
              <p:ext uri="{D42A27DB-BD31-4B8C-83A1-F6EECF244321}">
                <p14:modId xmlns:p14="http://schemas.microsoft.com/office/powerpoint/2010/main" val="1319153024"/>
              </p:ext>
            </p:extLst>
          </p:nvPr>
        </p:nvGraphicFramePr>
        <p:xfrm>
          <a:off x="4905052" y="750439"/>
          <a:ext cx="6666833" cy="56503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69804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7EA94-5CA3-4153-1C61-F37CC79CD9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E8578-E5C7-7987-F3A3-3310FC6E7BD4}"/>
              </a:ext>
            </a:extLst>
          </p:cNvPr>
          <p:cNvSpPr>
            <a:spLocks noGrp="1"/>
          </p:cNvSpPr>
          <p:nvPr>
            <p:ph type="title"/>
          </p:nvPr>
        </p:nvSpPr>
        <p:spPr/>
        <p:txBody>
          <a:bodyPr/>
          <a:lstStyle/>
          <a:p>
            <a:r>
              <a:rPr lang="en-IN" dirty="0"/>
              <a:t>Defect Classification - Priority</a:t>
            </a:r>
          </a:p>
        </p:txBody>
      </p:sp>
      <p:sp>
        <p:nvSpPr>
          <p:cNvPr id="4" name="Footer Placeholder 3">
            <a:extLst>
              <a:ext uri="{FF2B5EF4-FFF2-40B4-BE49-F238E27FC236}">
                <a16:creationId xmlns:a16="http://schemas.microsoft.com/office/drawing/2014/main" id="{0A2F4218-BE5B-14A5-BED1-9D78842EADE6}"/>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CC715D45-344E-4A1D-66C1-85BE86FBB5CC}"/>
              </a:ext>
            </a:extLst>
          </p:cNvPr>
          <p:cNvSpPr>
            <a:spLocks noGrp="1"/>
          </p:cNvSpPr>
          <p:nvPr>
            <p:ph type="sldNum" sz="quarter" idx="12"/>
          </p:nvPr>
        </p:nvSpPr>
        <p:spPr/>
        <p:txBody>
          <a:bodyPr/>
          <a:lstStyle/>
          <a:p>
            <a:fld id="{38826FC0-333C-E549-9FA3-0EE43DF298A3}" type="slidenum">
              <a:rPr lang="en-US" smtClean="0"/>
              <a:pPr/>
              <a:t>29</a:t>
            </a:fld>
            <a:endParaRPr lang="en-US" dirty="0"/>
          </a:p>
        </p:txBody>
      </p:sp>
      <p:sp>
        <p:nvSpPr>
          <p:cNvPr id="7" name="TextBox 6">
            <a:extLst>
              <a:ext uri="{FF2B5EF4-FFF2-40B4-BE49-F238E27FC236}">
                <a16:creationId xmlns:a16="http://schemas.microsoft.com/office/drawing/2014/main" id="{B8952493-8745-36D0-BE9F-B265C54240F0}"/>
              </a:ext>
            </a:extLst>
          </p:cNvPr>
          <p:cNvSpPr txBox="1"/>
          <p:nvPr/>
        </p:nvSpPr>
        <p:spPr>
          <a:xfrm>
            <a:off x="640080" y="1584477"/>
            <a:ext cx="3810000" cy="3370346"/>
          </a:xfrm>
          <a:prstGeom prst="rect">
            <a:avLst/>
          </a:prstGeom>
          <a:solidFill>
            <a:srgbClr val="ECECEB"/>
          </a:solidFill>
        </p:spPr>
        <p:txBody>
          <a:bodyPr wrap="square">
            <a:spAutoFit/>
          </a:bodyPr>
          <a:lstStyle/>
          <a:p>
            <a:pPr>
              <a:lnSpc>
                <a:spcPct val="150000"/>
              </a:lnSpc>
            </a:pPr>
            <a:r>
              <a:rPr lang="en-US" dirty="0">
                <a:latin typeface="Comic Sans MS" panose="030F0702030302020204" pitchFamily="66" charset="0"/>
              </a:rPr>
              <a:t>Priority describes the importance of defect. (Degree of urgency)</a:t>
            </a:r>
          </a:p>
          <a:p>
            <a:pPr marL="285750" indent="-285750">
              <a:lnSpc>
                <a:spcPct val="150000"/>
              </a:lnSpc>
              <a:buFont typeface="Arial" panose="020B0604020202020204" pitchFamily="34" charset="0"/>
              <a:buChar char="•"/>
            </a:pPr>
            <a:r>
              <a:rPr lang="en-US" dirty="0">
                <a:latin typeface="Comic Sans MS" panose="030F0702030302020204" pitchFamily="66" charset="0"/>
              </a:rPr>
              <a:t>Tester decides the Priority of the defect. Developer or product manager can change priority later if needed. </a:t>
            </a:r>
          </a:p>
          <a:p>
            <a:pPr marL="285750" indent="-285750">
              <a:lnSpc>
                <a:spcPct val="150000"/>
              </a:lnSpc>
              <a:buFont typeface="Arial" panose="020B0604020202020204" pitchFamily="34" charset="0"/>
              <a:buChar char="•"/>
            </a:pPr>
            <a:r>
              <a:rPr lang="en-US" dirty="0">
                <a:latin typeface="Comic Sans MS" panose="030F0702030302020204" pitchFamily="66" charset="0"/>
              </a:rPr>
              <a:t>Defects will be fixed by developer based on priority.</a:t>
            </a:r>
          </a:p>
        </p:txBody>
      </p:sp>
      <p:graphicFrame>
        <p:nvGraphicFramePr>
          <p:cNvPr id="8" name="Text Placeholder 2">
            <a:extLst>
              <a:ext uri="{FF2B5EF4-FFF2-40B4-BE49-F238E27FC236}">
                <a16:creationId xmlns:a16="http://schemas.microsoft.com/office/drawing/2014/main" id="{60F716B7-E325-38D1-3D3B-3F6EA0BF0A73}"/>
              </a:ext>
            </a:extLst>
          </p:cNvPr>
          <p:cNvGraphicFramePr>
            <a:graphicFrameLocks noGrp="1"/>
          </p:cNvGraphicFramePr>
          <p:nvPr>
            <p:ph idx="1"/>
            <p:extLst>
              <p:ext uri="{D42A27DB-BD31-4B8C-83A1-F6EECF244321}">
                <p14:modId xmlns:p14="http://schemas.microsoft.com/office/powerpoint/2010/main" val="192277410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66823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8044E-F0A5-3DC1-A4CB-0AC2F1915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1DDBC-8979-EE00-73CC-567DE5CE9922}"/>
              </a:ext>
            </a:extLst>
          </p:cNvPr>
          <p:cNvSpPr>
            <a:spLocks noGrp="1"/>
          </p:cNvSpPr>
          <p:nvPr>
            <p:ph type="title"/>
          </p:nvPr>
        </p:nvSpPr>
        <p:spPr/>
        <p:txBody>
          <a:bodyPr/>
          <a:lstStyle/>
          <a:p>
            <a:r>
              <a:rPr lang="en-IN" dirty="0"/>
              <a:t>Defect – Defect Lifecycle</a:t>
            </a:r>
          </a:p>
        </p:txBody>
      </p:sp>
      <p:sp>
        <p:nvSpPr>
          <p:cNvPr id="4" name="Footer Placeholder 3">
            <a:extLst>
              <a:ext uri="{FF2B5EF4-FFF2-40B4-BE49-F238E27FC236}">
                <a16:creationId xmlns:a16="http://schemas.microsoft.com/office/drawing/2014/main" id="{CC224F67-452D-DFDB-48F9-D9B85C3C197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1F39C0C1-9890-9BEC-A879-025A750CDE8F}"/>
              </a:ext>
            </a:extLst>
          </p:cNvPr>
          <p:cNvSpPr>
            <a:spLocks noGrp="1"/>
          </p:cNvSpPr>
          <p:nvPr>
            <p:ph type="sldNum" sz="quarter" idx="12"/>
          </p:nvPr>
        </p:nvSpPr>
        <p:spPr/>
        <p:txBody>
          <a:bodyPr/>
          <a:lstStyle/>
          <a:p>
            <a:fld id="{38826FC0-333C-E549-9FA3-0EE43DF298A3}" type="slidenum">
              <a:rPr lang="en-US" smtClean="0"/>
              <a:pPr/>
              <a:t>30</a:t>
            </a:fld>
            <a:endParaRPr lang="en-US" dirty="0"/>
          </a:p>
        </p:txBody>
      </p:sp>
      <p:pic>
        <p:nvPicPr>
          <p:cNvPr id="3" name="Picture 2">
            <a:extLst>
              <a:ext uri="{FF2B5EF4-FFF2-40B4-BE49-F238E27FC236}">
                <a16:creationId xmlns:a16="http://schemas.microsoft.com/office/drawing/2014/main" id="{F1562A50-4C45-D764-D0B5-A42639C47362}"/>
              </a:ext>
            </a:extLst>
          </p:cNvPr>
          <p:cNvPicPr>
            <a:picLocks noChangeAspect="1"/>
          </p:cNvPicPr>
          <p:nvPr/>
        </p:nvPicPr>
        <p:blipFill>
          <a:blip r:embed="rId2"/>
          <a:stretch>
            <a:fillRect/>
          </a:stretch>
        </p:blipFill>
        <p:spPr>
          <a:xfrm>
            <a:off x="7782560" y="1564975"/>
            <a:ext cx="3952240" cy="4060447"/>
          </a:xfrm>
          <a:prstGeom prst="rect">
            <a:avLst/>
          </a:prstGeom>
        </p:spPr>
      </p:pic>
      <p:sp>
        <p:nvSpPr>
          <p:cNvPr id="8" name="TextBox 7">
            <a:extLst>
              <a:ext uri="{FF2B5EF4-FFF2-40B4-BE49-F238E27FC236}">
                <a16:creationId xmlns:a16="http://schemas.microsoft.com/office/drawing/2014/main" id="{2EA5FD38-7B9F-B910-2915-E64814986EA9}"/>
              </a:ext>
            </a:extLst>
          </p:cNvPr>
          <p:cNvSpPr txBox="1"/>
          <p:nvPr/>
        </p:nvSpPr>
        <p:spPr>
          <a:xfrm>
            <a:off x="365760" y="1109067"/>
            <a:ext cx="7609840" cy="4939814"/>
          </a:xfrm>
          <a:prstGeom prst="rect">
            <a:avLst/>
          </a:prstGeom>
          <a:noFill/>
        </p:spPr>
        <p:txBody>
          <a:bodyPr wrap="square">
            <a:spAutoFit/>
          </a:bodyPr>
          <a:lstStyle/>
          <a:p>
            <a:pPr marL="285750" indent="-285750">
              <a:buFont typeface="Arial" panose="020B0604020202020204" pitchFamily="34" charset="0"/>
              <a:buChar char="•"/>
            </a:pPr>
            <a:r>
              <a:rPr lang="en-US" sz="1500" dirty="0">
                <a:latin typeface="Comic Sans MS" panose="030F0702030302020204" pitchFamily="66" charset="0"/>
              </a:rPr>
              <a:t>New: -Once the QA logs any defect in the tool, the status is default set to New.</a:t>
            </a:r>
          </a:p>
          <a:p>
            <a:pPr marL="285750" indent="-285750">
              <a:buFont typeface="Arial" panose="020B0604020202020204" pitchFamily="34" charset="0"/>
              <a:buChar char="•"/>
            </a:pPr>
            <a:endParaRPr lang="en-US" sz="1500" dirty="0">
              <a:latin typeface="Comic Sans MS" panose="030F0702030302020204" pitchFamily="66" charset="0"/>
            </a:endParaRPr>
          </a:p>
          <a:p>
            <a:pPr marL="285750" indent="-285750">
              <a:buFont typeface="Arial" panose="020B0604020202020204" pitchFamily="34" charset="0"/>
              <a:buChar char="•"/>
            </a:pPr>
            <a:r>
              <a:rPr lang="en-US" sz="1500" dirty="0">
                <a:latin typeface="Comic Sans MS" panose="030F0702030302020204" pitchFamily="66" charset="0"/>
              </a:rPr>
              <a:t>Assigned: QA assigns the defect to the developer.</a:t>
            </a:r>
            <a:br>
              <a:rPr lang="en-US" sz="1500" dirty="0">
                <a:latin typeface="Comic Sans MS" panose="030F0702030302020204" pitchFamily="66" charset="0"/>
              </a:rPr>
            </a:br>
            <a:endParaRPr lang="en-US" sz="1500" dirty="0">
              <a:latin typeface="Comic Sans MS" panose="030F0702030302020204" pitchFamily="66" charset="0"/>
            </a:endParaRPr>
          </a:p>
          <a:p>
            <a:pPr marL="285750" indent="-285750">
              <a:buFont typeface="Arial" panose="020B0604020202020204" pitchFamily="34" charset="0"/>
              <a:buChar char="•"/>
            </a:pPr>
            <a:r>
              <a:rPr lang="en-US" sz="1500" dirty="0">
                <a:latin typeface="Comic Sans MS" panose="030F0702030302020204" pitchFamily="66" charset="0"/>
              </a:rPr>
              <a:t>Open: Development work begins.</a:t>
            </a:r>
            <a:br>
              <a:rPr lang="en-US" sz="1500" dirty="0">
                <a:latin typeface="Comic Sans MS" panose="030F0702030302020204" pitchFamily="66" charset="0"/>
              </a:rPr>
            </a:br>
            <a:endParaRPr lang="en-US" sz="1500" dirty="0">
              <a:latin typeface="Comic Sans MS" panose="030F0702030302020204" pitchFamily="66" charset="0"/>
            </a:endParaRPr>
          </a:p>
          <a:p>
            <a:pPr marL="285750" indent="-285750">
              <a:buFont typeface="Arial" panose="020B0604020202020204" pitchFamily="34" charset="0"/>
              <a:buChar char="•"/>
            </a:pPr>
            <a:r>
              <a:rPr lang="en-US" sz="1500" dirty="0">
                <a:latin typeface="Comic Sans MS" panose="030F0702030302020204" pitchFamily="66" charset="0"/>
              </a:rPr>
              <a:t>Fixed: Issue is resolved by the developer</a:t>
            </a:r>
            <a:br>
              <a:rPr lang="en-US" sz="1500" dirty="0">
                <a:latin typeface="Comic Sans MS" panose="030F0702030302020204" pitchFamily="66" charset="0"/>
              </a:rPr>
            </a:br>
            <a:endParaRPr lang="en-US" sz="1500" dirty="0">
              <a:latin typeface="Comic Sans MS" panose="030F0702030302020204" pitchFamily="66" charset="0"/>
            </a:endParaRPr>
          </a:p>
          <a:p>
            <a:pPr marL="285750" indent="-285750">
              <a:buFont typeface="Arial" panose="020B0604020202020204" pitchFamily="34" charset="0"/>
              <a:buChar char="•"/>
            </a:pPr>
            <a:r>
              <a:rPr lang="en-US" sz="1500" dirty="0">
                <a:latin typeface="Comic Sans MS" panose="030F0702030302020204" pitchFamily="66" charset="0"/>
              </a:rPr>
              <a:t>Retested: Verification of fix.</a:t>
            </a:r>
            <a:br>
              <a:rPr lang="en-US" sz="1500" dirty="0">
                <a:latin typeface="Comic Sans MS" panose="030F0702030302020204" pitchFamily="66" charset="0"/>
              </a:rPr>
            </a:br>
            <a:endParaRPr lang="en-US" sz="1500" dirty="0">
              <a:latin typeface="Comic Sans MS" panose="030F0702030302020204" pitchFamily="66" charset="0"/>
            </a:endParaRPr>
          </a:p>
          <a:p>
            <a:pPr marL="285750" indent="-285750">
              <a:buFont typeface="Arial" panose="020B0604020202020204" pitchFamily="34" charset="0"/>
              <a:buChar char="•"/>
            </a:pPr>
            <a:r>
              <a:rPr lang="en-US" sz="1500" dirty="0">
                <a:latin typeface="Comic Sans MS" panose="030F0702030302020204" pitchFamily="66" charset="0"/>
              </a:rPr>
              <a:t>Closed / Reopened: Defect is either closed if fixed or reopened if unresolved.</a:t>
            </a:r>
          </a:p>
          <a:p>
            <a:pPr marL="285750" indent="-285750">
              <a:buFont typeface="Arial" panose="020B0604020202020204" pitchFamily="34" charset="0"/>
              <a:buChar char="•"/>
            </a:pPr>
            <a:endParaRPr lang="en-US" sz="1500" dirty="0">
              <a:latin typeface="Comic Sans MS" panose="030F0702030302020204" pitchFamily="66" charset="0"/>
            </a:endParaRPr>
          </a:p>
          <a:p>
            <a:pPr marL="285750" indent="-285750">
              <a:buFont typeface="Arial" panose="020B0604020202020204" pitchFamily="34" charset="0"/>
              <a:buChar char="•"/>
            </a:pPr>
            <a:r>
              <a:rPr lang="en-US" sz="1500" dirty="0">
                <a:latin typeface="Comic Sans MS" panose="030F0702030302020204" pitchFamily="66" charset="0"/>
              </a:rPr>
              <a:t>Deferred :  - If the defect is determined to be an enhancement, the development team will set the status to Deferred.</a:t>
            </a:r>
          </a:p>
          <a:p>
            <a:endParaRPr lang="en-US" sz="1500" dirty="0">
              <a:latin typeface="Comic Sans MS" panose="030F0702030302020204" pitchFamily="66" charset="0"/>
            </a:endParaRPr>
          </a:p>
          <a:p>
            <a:pPr marL="285750" indent="-285750">
              <a:buFont typeface="Arial" panose="020B0604020202020204" pitchFamily="34" charset="0"/>
              <a:buChar char="•"/>
            </a:pPr>
            <a:r>
              <a:rPr lang="en-US" sz="1500" dirty="0">
                <a:latin typeface="Comic Sans MS" panose="030F0702030302020204" pitchFamily="66" charset="0"/>
              </a:rPr>
              <a:t>Rejected : If the reported defect is not a valid one as per the requirements/design, the development team will set the status as Rejected. A rejected defect can either be Closed-Rejected or Reopen</a:t>
            </a:r>
          </a:p>
          <a:p>
            <a:pPr marL="285750" indent="-285750">
              <a:buFont typeface="Arial" panose="020B0604020202020204" pitchFamily="34" charset="0"/>
              <a:buChar char="•"/>
            </a:pPr>
            <a:endParaRPr lang="en-US" sz="1500" dirty="0">
              <a:latin typeface="Comic Sans MS" panose="030F0702030302020204" pitchFamily="66" charset="0"/>
            </a:endParaRPr>
          </a:p>
          <a:p>
            <a:r>
              <a:rPr lang="en-US" sz="1500" dirty="0">
                <a:latin typeface="Comic Sans MS" panose="030F0702030302020204" pitchFamily="66" charset="0"/>
              </a:rPr>
              <a:t>Purpose: Ensures proper tracking, resolution, and quality control of defects.</a:t>
            </a:r>
          </a:p>
        </p:txBody>
      </p:sp>
    </p:spTree>
    <p:extLst>
      <p:ext uri="{BB962C8B-B14F-4D97-AF65-F5344CB8AC3E}">
        <p14:creationId xmlns:p14="http://schemas.microsoft.com/office/powerpoint/2010/main" val="27089844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A526A-9C8C-EF59-E392-168EC3934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8D2B5F-3980-55CF-E6D1-2C1CDAA15BE2}"/>
              </a:ext>
            </a:extLst>
          </p:cNvPr>
          <p:cNvSpPr>
            <a:spLocks noGrp="1"/>
          </p:cNvSpPr>
          <p:nvPr>
            <p:ph type="title"/>
          </p:nvPr>
        </p:nvSpPr>
        <p:spPr/>
        <p:txBody>
          <a:bodyPr/>
          <a:lstStyle/>
          <a:p>
            <a:r>
              <a:rPr lang="en-IN" dirty="0"/>
              <a:t>Test Metrics</a:t>
            </a:r>
          </a:p>
        </p:txBody>
      </p:sp>
      <p:sp>
        <p:nvSpPr>
          <p:cNvPr id="4" name="Footer Placeholder 3">
            <a:extLst>
              <a:ext uri="{FF2B5EF4-FFF2-40B4-BE49-F238E27FC236}">
                <a16:creationId xmlns:a16="http://schemas.microsoft.com/office/drawing/2014/main" id="{EBF97095-74A6-0248-648D-AAEEFE89981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A6938DD-2B3D-6649-179B-5E685BFBEC88}"/>
              </a:ext>
            </a:extLst>
          </p:cNvPr>
          <p:cNvSpPr>
            <a:spLocks noGrp="1"/>
          </p:cNvSpPr>
          <p:nvPr>
            <p:ph type="sldNum" sz="quarter" idx="12"/>
          </p:nvPr>
        </p:nvSpPr>
        <p:spPr/>
        <p:txBody>
          <a:bodyPr/>
          <a:lstStyle/>
          <a:p>
            <a:fld id="{38826FC0-333C-E549-9FA3-0EE43DF298A3}" type="slidenum">
              <a:rPr lang="en-US" smtClean="0"/>
              <a:pPr/>
              <a:t>31</a:t>
            </a:fld>
            <a:endParaRPr lang="en-US" dirty="0"/>
          </a:p>
        </p:txBody>
      </p:sp>
      <p:sp>
        <p:nvSpPr>
          <p:cNvPr id="10" name="TextBox 9">
            <a:extLst>
              <a:ext uri="{FF2B5EF4-FFF2-40B4-BE49-F238E27FC236}">
                <a16:creationId xmlns:a16="http://schemas.microsoft.com/office/drawing/2014/main" id="{4210D3AB-62B2-3AE8-5204-3BBF75B61752}"/>
              </a:ext>
            </a:extLst>
          </p:cNvPr>
          <p:cNvSpPr txBox="1"/>
          <p:nvPr/>
        </p:nvSpPr>
        <p:spPr>
          <a:xfrm>
            <a:off x="708007" y="1197026"/>
            <a:ext cx="10079736" cy="4247317"/>
          </a:xfrm>
          <a:prstGeom prst="rect">
            <a:avLst/>
          </a:prstGeom>
          <a:noFill/>
        </p:spPr>
        <p:txBody>
          <a:bodyPr wrap="square">
            <a:spAutoFit/>
          </a:bodyPr>
          <a:lstStyle/>
          <a:p>
            <a:r>
              <a:rPr lang="en-US" b="1" dirty="0">
                <a:latin typeface="Comic Sans MS" panose="030F0702030302020204" pitchFamily="66" charset="0"/>
              </a:rPr>
              <a:t>% of Test cases Executed:</a:t>
            </a:r>
          </a:p>
          <a:p>
            <a:r>
              <a:rPr lang="en-US" dirty="0">
                <a:latin typeface="Comic Sans MS" panose="030F0702030302020204" pitchFamily="66" charset="0"/>
              </a:rPr>
              <a:t>No. of Test cases executed / Total No. of Test cases written ) * 100</a:t>
            </a:r>
          </a:p>
          <a:p>
            <a:endParaRPr lang="en-US" dirty="0">
              <a:latin typeface="Comic Sans MS" panose="030F0702030302020204" pitchFamily="66" charset="0"/>
            </a:endParaRPr>
          </a:p>
          <a:p>
            <a:r>
              <a:rPr lang="en-US" b="1" dirty="0">
                <a:latin typeface="Comic Sans MS" panose="030F0702030302020204" pitchFamily="66" charset="0"/>
              </a:rPr>
              <a:t>% of test cases NOT executed:</a:t>
            </a:r>
          </a:p>
          <a:p>
            <a:r>
              <a:rPr lang="en-US" dirty="0">
                <a:latin typeface="Comic Sans MS" panose="030F0702030302020204" pitchFamily="66" charset="0"/>
              </a:rPr>
              <a:t>(No. of Test cases NOT executed/Total No. of Test cases written) * 100</a:t>
            </a:r>
          </a:p>
          <a:p>
            <a:r>
              <a:rPr lang="en-US" dirty="0">
                <a:latin typeface="Comic Sans MS" panose="030F0702030302020204" pitchFamily="66" charset="0"/>
              </a:rPr>
              <a:t> </a:t>
            </a:r>
          </a:p>
          <a:p>
            <a:r>
              <a:rPr lang="en-US" b="1" dirty="0">
                <a:latin typeface="Comic Sans MS" panose="030F0702030302020204" pitchFamily="66" charset="0"/>
              </a:rPr>
              <a:t>% Test cases passed:</a:t>
            </a:r>
          </a:p>
          <a:p>
            <a:r>
              <a:rPr lang="en-US" dirty="0">
                <a:latin typeface="Comic Sans MS" panose="030F0702030302020204" pitchFamily="66" charset="0"/>
              </a:rPr>
              <a:t>(No. of Test cases Passed /Total Test cases executed) * 100</a:t>
            </a:r>
          </a:p>
          <a:p>
            <a:endParaRPr lang="en-US" dirty="0">
              <a:latin typeface="Comic Sans MS" panose="030F0702030302020204" pitchFamily="66" charset="0"/>
            </a:endParaRPr>
          </a:p>
          <a:p>
            <a:r>
              <a:rPr lang="en-US" b="1" dirty="0">
                <a:latin typeface="Comic Sans MS" panose="030F0702030302020204" pitchFamily="66" charset="0"/>
              </a:rPr>
              <a:t>% Test cases failed:</a:t>
            </a:r>
          </a:p>
          <a:p>
            <a:r>
              <a:rPr lang="en-US" dirty="0">
                <a:latin typeface="Comic Sans MS" panose="030F0702030302020204" pitchFamily="66" charset="0"/>
              </a:rPr>
              <a:t>(No. of Test cases failed / Total Test cases executed) * 100</a:t>
            </a:r>
          </a:p>
          <a:p>
            <a:endParaRPr lang="en-US" dirty="0">
              <a:latin typeface="Comic Sans MS" panose="030F0702030302020204" pitchFamily="66" charset="0"/>
            </a:endParaRPr>
          </a:p>
          <a:p>
            <a:r>
              <a:rPr lang="en-US" b="1" dirty="0">
                <a:latin typeface="Comic Sans MS" panose="030F0702030302020204" pitchFamily="66" charset="0"/>
              </a:rPr>
              <a:t>%Test cases blocked:</a:t>
            </a:r>
          </a:p>
          <a:p>
            <a:r>
              <a:rPr lang="en-US" dirty="0">
                <a:latin typeface="Comic Sans MS" panose="030F0702030302020204" pitchFamily="66" charset="0"/>
              </a:rPr>
              <a:t>(No. of test cases blocked / Total Test cases executed ) * 100</a:t>
            </a:r>
          </a:p>
          <a:p>
            <a:endParaRPr lang="en-US" dirty="0">
              <a:latin typeface="Comic Sans MS" panose="030F0702030302020204" pitchFamily="66" charset="0"/>
            </a:endParaRPr>
          </a:p>
        </p:txBody>
      </p:sp>
    </p:spTree>
    <p:extLst>
      <p:ext uri="{BB962C8B-B14F-4D97-AF65-F5344CB8AC3E}">
        <p14:creationId xmlns:p14="http://schemas.microsoft.com/office/powerpoint/2010/main" val="1115818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B7A99-4D28-92AE-B887-320CE111AA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BC71BA-9B29-F885-EF5B-1843E5E03A23}"/>
              </a:ext>
            </a:extLst>
          </p:cNvPr>
          <p:cNvSpPr>
            <a:spLocks noGrp="1"/>
          </p:cNvSpPr>
          <p:nvPr>
            <p:ph type="title"/>
          </p:nvPr>
        </p:nvSpPr>
        <p:spPr/>
        <p:txBody>
          <a:bodyPr/>
          <a:lstStyle/>
          <a:p>
            <a:r>
              <a:rPr lang="en-IN" dirty="0"/>
              <a:t>Test Metrics</a:t>
            </a:r>
          </a:p>
        </p:txBody>
      </p:sp>
      <p:sp>
        <p:nvSpPr>
          <p:cNvPr id="4" name="Footer Placeholder 3">
            <a:extLst>
              <a:ext uri="{FF2B5EF4-FFF2-40B4-BE49-F238E27FC236}">
                <a16:creationId xmlns:a16="http://schemas.microsoft.com/office/drawing/2014/main" id="{AF6A38FB-99CF-4781-5041-3E5C0992667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8348F6E9-70BD-5E92-A11A-073A2FF0088A}"/>
              </a:ext>
            </a:extLst>
          </p:cNvPr>
          <p:cNvSpPr>
            <a:spLocks noGrp="1"/>
          </p:cNvSpPr>
          <p:nvPr>
            <p:ph type="sldNum" sz="quarter" idx="12"/>
          </p:nvPr>
        </p:nvSpPr>
        <p:spPr/>
        <p:txBody>
          <a:bodyPr/>
          <a:lstStyle/>
          <a:p>
            <a:fld id="{38826FC0-333C-E549-9FA3-0EE43DF298A3}" type="slidenum">
              <a:rPr lang="en-US" smtClean="0"/>
              <a:pPr/>
              <a:t>32</a:t>
            </a:fld>
            <a:endParaRPr lang="en-US" dirty="0"/>
          </a:p>
        </p:txBody>
      </p:sp>
      <p:sp>
        <p:nvSpPr>
          <p:cNvPr id="3" name="TextBox 2">
            <a:extLst>
              <a:ext uri="{FF2B5EF4-FFF2-40B4-BE49-F238E27FC236}">
                <a16:creationId xmlns:a16="http://schemas.microsoft.com/office/drawing/2014/main" id="{0D98385A-5953-5106-9B61-E851F503AA05}"/>
              </a:ext>
            </a:extLst>
          </p:cNvPr>
          <p:cNvSpPr txBox="1"/>
          <p:nvPr/>
        </p:nvSpPr>
        <p:spPr>
          <a:xfrm>
            <a:off x="426592" y="1045488"/>
            <a:ext cx="11338813" cy="4478149"/>
          </a:xfrm>
          <a:prstGeom prst="rect">
            <a:avLst/>
          </a:prstGeom>
          <a:noFill/>
        </p:spPr>
        <p:txBody>
          <a:bodyPr wrap="square">
            <a:spAutoFit/>
          </a:bodyPr>
          <a:lstStyle/>
          <a:p>
            <a:r>
              <a:rPr lang="en-US" sz="1500" b="1" dirty="0">
                <a:latin typeface="Comic Sans MS" panose="030F0702030302020204" pitchFamily="66" charset="0"/>
              </a:rPr>
              <a:t>Defect Density: </a:t>
            </a:r>
          </a:p>
          <a:p>
            <a:r>
              <a:rPr lang="en-US" sz="1500" b="1" dirty="0">
                <a:latin typeface="Comic Sans MS" panose="030F0702030302020204" pitchFamily="66" charset="0"/>
              </a:rPr>
              <a:t>	</a:t>
            </a:r>
            <a:r>
              <a:rPr lang="en-US" sz="1500" dirty="0">
                <a:latin typeface="Comic Sans MS" panose="030F0702030302020204" pitchFamily="66" charset="0"/>
              </a:rPr>
              <a:t>Defect Density is the number of confirmed defects detected in software/component during a defined period of development/operation divided by the size of the software/component. </a:t>
            </a:r>
            <a:r>
              <a:rPr lang="en-US" sz="1500" dirty="0">
                <a:highlight>
                  <a:srgbClr val="FFFF00"/>
                </a:highlight>
                <a:latin typeface="Comic Sans MS" panose="030F0702030302020204" pitchFamily="66" charset="0"/>
              </a:rPr>
              <a:t>Defect Density= Defects found/Size</a:t>
            </a:r>
          </a:p>
          <a:p>
            <a:endParaRPr lang="en-US" sz="1500" b="1" dirty="0">
              <a:latin typeface="Comic Sans MS" panose="030F0702030302020204" pitchFamily="66" charset="0"/>
            </a:endParaRPr>
          </a:p>
          <a:p>
            <a:r>
              <a:rPr lang="en-US" sz="1500" b="1" dirty="0">
                <a:latin typeface="Comic Sans MS" panose="030F0702030302020204" pitchFamily="66" charset="0"/>
              </a:rPr>
              <a:t>Defect Removal Efficiency (DRE):</a:t>
            </a:r>
          </a:p>
          <a:p>
            <a:r>
              <a:rPr lang="en-US" sz="1500" dirty="0">
                <a:highlight>
                  <a:srgbClr val="FFFF00"/>
                </a:highlight>
                <a:latin typeface="Comic Sans MS" panose="030F0702030302020204" pitchFamily="66" charset="0"/>
              </a:rPr>
              <a:t>Defect Removal Efficiency (DRE) = (E/ E+D) x 100</a:t>
            </a:r>
            <a:r>
              <a:rPr lang="en-US" sz="1500" dirty="0">
                <a:latin typeface="Comic Sans MS" panose="030F0702030302020204" pitchFamily="66" charset="0"/>
              </a:rPr>
              <a:t> where</a:t>
            </a:r>
          </a:p>
          <a:p>
            <a:r>
              <a:rPr lang="en-US" sz="1500" dirty="0">
                <a:latin typeface="Comic Sans MS" panose="030F0702030302020204" pitchFamily="66" charset="0"/>
              </a:rPr>
              <a:t>E = Pre-delivery errors (detected during all QA activities)</a:t>
            </a:r>
          </a:p>
          <a:p>
            <a:r>
              <a:rPr lang="en-US" sz="1500" dirty="0">
                <a:latin typeface="Comic Sans MS" panose="030F0702030302020204" pitchFamily="66" charset="0"/>
              </a:rPr>
              <a:t>D= Post-delivery Defect</a:t>
            </a:r>
          </a:p>
          <a:p>
            <a:endParaRPr lang="en-US" sz="1500" dirty="0">
              <a:latin typeface="Comic Sans MS" panose="030F0702030302020204" pitchFamily="66" charset="0"/>
            </a:endParaRPr>
          </a:p>
          <a:p>
            <a:r>
              <a:rPr lang="en-US" sz="1500" b="1" dirty="0">
                <a:latin typeface="Comic Sans MS" panose="030F0702030302020204" pitchFamily="66" charset="0"/>
              </a:rPr>
              <a:t>Defect Leakage:</a:t>
            </a:r>
          </a:p>
          <a:p>
            <a:r>
              <a:rPr lang="en-US" sz="1500" b="1" dirty="0">
                <a:latin typeface="Comic Sans MS" panose="030F0702030302020204" pitchFamily="66" charset="0"/>
              </a:rPr>
              <a:t>	</a:t>
            </a:r>
            <a:r>
              <a:rPr lang="en-US" sz="1500" dirty="0">
                <a:latin typeface="Comic Sans MS" panose="030F0702030302020204" pitchFamily="66" charset="0"/>
              </a:rPr>
              <a:t>The defects which were unidentified in system testing or UAT and it occurs in production it is called defect leakage. </a:t>
            </a:r>
            <a:r>
              <a:rPr lang="en-US" sz="1500" dirty="0">
                <a:highlight>
                  <a:srgbClr val="FFFF00"/>
                </a:highlight>
                <a:latin typeface="Comic Sans MS" panose="030F0702030302020204" pitchFamily="66" charset="0"/>
              </a:rPr>
              <a:t>(</a:t>
            </a:r>
            <a:r>
              <a:rPr lang="en-US" sz="1500" dirty="0" err="1">
                <a:highlight>
                  <a:srgbClr val="FFFF00"/>
                </a:highlight>
                <a:latin typeface="Comic Sans MS" panose="030F0702030302020204" pitchFamily="66" charset="0"/>
              </a:rPr>
              <a:t>No.of</a:t>
            </a:r>
            <a:r>
              <a:rPr lang="en-US" sz="1500" dirty="0">
                <a:highlight>
                  <a:srgbClr val="FFFF00"/>
                </a:highlight>
                <a:latin typeface="Comic Sans MS" panose="030F0702030302020204" pitchFamily="66" charset="0"/>
              </a:rPr>
              <a:t> defects slipped / No. of defects found in Testing) * 100</a:t>
            </a:r>
          </a:p>
          <a:p>
            <a:endParaRPr lang="en-US" sz="1500" dirty="0">
              <a:latin typeface="Comic Sans MS" panose="030F0702030302020204" pitchFamily="66" charset="0"/>
            </a:endParaRPr>
          </a:p>
          <a:p>
            <a:r>
              <a:rPr lang="en-US" sz="1500" b="1" dirty="0">
                <a:latin typeface="Comic Sans MS" panose="030F0702030302020204" pitchFamily="66" charset="0"/>
              </a:rPr>
              <a:t>Defect Detection Efficiency:</a:t>
            </a:r>
          </a:p>
          <a:p>
            <a:r>
              <a:rPr lang="en-US" sz="1500" dirty="0">
                <a:latin typeface="Comic Sans MS" panose="030F0702030302020204" pitchFamily="66" charset="0"/>
              </a:rPr>
              <a:t>	Defect Detection Efficiency (DDE) is the number of defects detected during a phase that are injected during that same phase divided by the total number of defects injected during that phase</a:t>
            </a:r>
          </a:p>
          <a:p>
            <a:r>
              <a:rPr lang="en-US" sz="1500" dirty="0">
                <a:latin typeface="Comic Sans MS" panose="030F0702030302020204" pitchFamily="66" charset="0"/>
              </a:rPr>
              <a:t>DDE = </a:t>
            </a:r>
            <a:r>
              <a:rPr lang="en-US" sz="1500" dirty="0">
                <a:highlight>
                  <a:srgbClr val="FFFF00"/>
                </a:highlight>
                <a:latin typeface="Comic Sans MS" panose="030F0702030302020204" pitchFamily="66" charset="0"/>
              </a:rPr>
              <a:t>(Number of Defects Injected AND Detected in a Phase / Total Number of Defects Injected in </a:t>
            </a:r>
          </a:p>
          <a:p>
            <a:r>
              <a:rPr lang="en-US" sz="1500" dirty="0">
                <a:highlight>
                  <a:srgbClr val="FFFF00"/>
                </a:highlight>
                <a:latin typeface="Comic Sans MS" panose="030F0702030302020204" pitchFamily="66" charset="0"/>
              </a:rPr>
              <a:t>that Phase) x 100 %. </a:t>
            </a:r>
            <a:r>
              <a:rPr lang="en-US" sz="1500" dirty="0">
                <a:latin typeface="Comic Sans MS" panose="030F0702030302020204" pitchFamily="66" charset="0"/>
              </a:rPr>
              <a:t>The ultimate target value for Defect Detection Efficiency is 100% which means that all defects injected during a phase are detected during that same phase and none are transmitted to subsequent phases</a:t>
            </a:r>
          </a:p>
        </p:txBody>
      </p:sp>
    </p:spTree>
    <p:extLst>
      <p:ext uri="{BB962C8B-B14F-4D97-AF65-F5344CB8AC3E}">
        <p14:creationId xmlns:p14="http://schemas.microsoft.com/office/powerpoint/2010/main" val="1235954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B439-2380-A30B-92B1-A7BF5C669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531FC0-6970-E5EF-0C63-F8C643EB8803}"/>
              </a:ext>
            </a:extLst>
          </p:cNvPr>
          <p:cNvSpPr>
            <a:spLocks noGrp="1"/>
          </p:cNvSpPr>
          <p:nvPr>
            <p:ph type="title"/>
          </p:nvPr>
        </p:nvSpPr>
        <p:spPr/>
        <p:txBody>
          <a:bodyPr/>
          <a:lstStyle/>
          <a:p>
            <a:r>
              <a:rPr lang="en-IN" dirty="0"/>
              <a:t>JIRA</a:t>
            </a:r>
          </a:p>
        </p:txBody>
      </p:sp>
      <p:sp>
        <p:nvSpPr>
          <p:cNvPr id="4" name="Footer Placeholder 3">
            <a:extLst>
              <a:ext uri="{FF2B5EF4-FFF2-40B4-BE49-F238E27FC236}">
                <a16:creationId xmlns:a16="http://schemas.microsoft.com/office/drawing/2014/main" id="{83B992AF-5C02-8C1A-9728-A9CD2F2011E7}"/>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CCCA776-4F22-7666-0142-5D0EE7EC33B4}"/>
              </a:ext>
            </a:extLst>
          </p:cNvPr>
          <p:cNvSpPr>
            <a:spLocks noGrp="1"/>
          </p:cNvSpPr>
          <p:nvPr>
            <p:ph type="sldNum" sz="quarter" idx="12"/>
          </p:nvPr>
        </p:nvSpPr>
        <p:spPr/>
        <p:txBody>
          <a:bodyPr/>
          <a:lstStyle/>
          <a:p>
            <a:fld id="{38826FC0-333C-E549-9FA3-0EE43DF298A3}" type="slidenum">
              <a:rPr lang="en-US" smtClean="0"/>
              <a:pPr/>
              <a:t>33</a:t>
            </a:fld>
            <a:endParaRPr lang="en-US" dirty="0"/>
          </a:p>
        </p:txBody>
      </p:sp>
      <p:sp>
        <p:nvSpPr>
          <p:cNvPr id="6" name="Content Placeholder 2">
            <a:extLst>
              <a:ext uri="{FF2B5EF4-FFF2-40B4-BE49-F238E27FC236}">
                <a16:creationId xmlns:a16="http://schemas.microsoft.com/office/drawing/2014/main" id="{D45FF9A5-FD25-5B36-25C9-0BCF65F2AFFE}"/>
              </a:ext>
            </a:extLst>
          </p:cNvPr>
          <p:cNvSpPr>
            <a:spLocks noGrp="1"/>
          </p:cNvSpPr>
          <p:nvPr>
            <p:ph idx="1"/>
          </p:nvPr>
        </p:nvSpPr>
        <p:spPr>
          <a:xfrm>
            <a:off x="1294362" y="1385813"/>
            <a:ext cx="9603275" cy="3013468"/>
          </a:xfrm>
        </p:spPr>
        <p:txBody>
          <a:bodyPr>
            <a:normAutofit/>
          </a:bodyPr>
          <a:lstStyle/>
          <a:p>
            <a:r>
              <a:rPr lang="en-US" dirty="0">
                <a:latin typeface="Comic Sans MS" panose="030F0702030302020204" pitchFamily="66" charset="0"/>
              </a:rPr>
              <a:t>Installation and Configuration of JIRA</a:t>
            </a:r>
          </a:p>
          <a:p>
            <a:r>
              <a:rPr lang="en-US" dirty="0">
                <a:latin typeface="Comic Sans MS" panose="030F0702030302020204" pitchFamily="66" charset="0"/>
              </a:rPr>
              <a:t>Project creation in Jira and user management</a:t>
            </a:r>
          </a:p>
          <a:p>
            <a:r>
              <a:rPr lang="en-US" dirty="0">
                <a:latin typeface="Comic Sans MS" panose="030F0702030302020204" pitchFamily="66" charset="0"/>
              </a:rPr>
              <a:t>Creating Backlog, Epic, and User Stories in JIRA</a:t>
            </a:r>
          </a:p>
          <a:p>
            <a:r>
              <a:rPr lang="en-US" dirty="0">
                <a:latin typeface="Comic Sans MS" panose="030F0702030302020204" pitchFamily="66" charset="0"/>
              </a:rPr>
              <a:t>Sprint creation and management</a:t>
            </a:r>
          </a:p>
          <a:p>
            <a:r>
              <a:rPr lang="en-US" dirty="0">
                <a:latin typeface="Comic Sans MS" panose="030F0702030302020204" pitchFamily="66" charset="0"/>
              </a:rPr>
              <a:t>Understanding the Sprint life cycle in JIRA</a:t>
            </a:r>
          </a:p>
          <a:p>
            <a:r>
              <a:rPr lang="en-US" dirty="0">
                <a:latin typeface="Comic Sans MS" panose="030F0702030302020204" pitchFamily="66" charset="0"/>
              </a:rPr>
              <a:t>Bug creation in Jira</a:t>
            </a:r>
          </a:p>
          <a:p>
            <a:r>
              <a:rPr lang="en-US" dirty="0">
                <a:latin typeface="Comic Sans MS" panose="030F0702030302020204" pitchFamily="66" charset="0"/>
              </a:rPr>
              <a:t>Writing test cases in JIRA with Zephyr plugin</a:t>
            </a:r>
          </a:p>
          <a:p>
            <a:r>
              <a:rPr lang="en-US" dirty="0">
                <a:latin typeface="Comic Sans MS" panose="030F0702030302020204" pitchFamily="66" charset="0"/>
              </a:rPr>
              <a:t>Creating Test Cycles and executing/updating Test Cases in Jira</a:t>
            </a:r>
          </a:p>
          <a:p>
            <a:endParaRPr lang="en-IN" dirty="0">
              <a:latin typeface="Comic Sans MS" panose="030F0702030302020204" pitchFamily="66" charset="0"/>
            </a:endParaRPr>
          </a:p>
        </p:txBody>
      </p:sp>
    </p:spTree>
    <p:extLst>
      <p:ext uri="{BB962C8B-B14F-4D97-AF65-F5344CB8AC3E}">
        <p14:creationId xmlns:p14="http://schemas.microsoft.com/office/powerpoint/2010/main" val="33560606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3B7C277-7563-48D9-B200-95B00BA2069F}">
  <ds:schemaRefs>
    <ds:schemaRef ds:uri="http://schemas.microsoft.com/sharepoint/v3/contenttype/forms"/>
  </ds:schemaRefs>
</ds:datastoreItem>
</file>

<file path=customXml/itemProps3.xml><?xml version="1.0" encoding="utf-8"?>
<ds:datastoreItem xmlns:ds="http://schemas.openxmlformats.org/officeDocument/2006/customXml" ds:itemID="{4A4B404F-09F1-40CA-84E2-FD9F4E5EB219}">
  <ds:schemaRefs>
    <ds:schemaRef ds:uri="http://schemas.microsoft.com/office/2006/metadata/properties"/>
    <ds:schemaRef ds:uri="http://schemas.microsoft.com/office/infopath/2007/PartnerControls"/>
    <ds:schemaRef ds:uri="2f5cf1d1-81f3-4f99-b146-10f5cb39d018"/>
    <ds:schemaRef ds:uri="3c35e321-f73a-4dae-ae38-a0459de24735"/>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22580</TotalTime>
  <Words>3011</Words>
  <Application>Microsoft Office PowerPoint</Application>
  <PresentationFormat>Widescreen</PresentationFormat>
  <Paragraphs>394</Paragraphs>
  <Slides>33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Comic Sans MS</vt:lpstr>
      <vt:lpstr>Tw Cen MT</vt:lpstr>
      <vt:lpstr>Cognizant_2024</vt:lpstr>
      <vt:lpstr>STLC</vt:lpstr>
      <vt:lpstr>STLC</vt:lpstr>
      <vt:lpstr>STLC</vt:lpstr>
      <vt:lpstr>Entry and Exit Criteria</vt:lpstr>
      <vt:lpstr>Requirement Analysis</vt:lpstr>
      <vt:lpstr>Test Planning</vt:lpstr>
      <vt:lpstr>Test Designing</vt:lpstr>
      <vt:lpstr>Test Execution</vt:lpstr>
      <vt:lpstr>Test Closure</vt:lpstr>
      <vt:lpstr>Test Environment Setup</vt:lpstr>
      <vt:lpstr>Importance of Test Environment</vt:lpstr>
      <vt:lpstr>Test Plan</vt:lpstr>
      <vt:lpstr>Test Plan – How to create a Test Plan?</vt:lpstr>
      <vt:lpstr>Test Plan - Components</vt:lpstr>
      <vt:lpstr>Test Strategy</vt:lpstr>
      <vt:lpstr>Use Case</vt:lpstr>
      <vt:lpstr>Test Scenario</vt:lpstr>
      <vt:lpstr>Test Case</vt:lpstr>
      <vt:lpstr>Test Case</vt:lpstr>
      <vt:lpstr>Use Case - Example</vt:lpstr>
      <vt:lpstr>Test Scenario - Example</vt:lpstr>
      <vt:lpstr>Test Case - Example</vt:lpstr>
      <vt:lpstr>RTM</vt:lpstr>
      <vt:lpstr>Defect - Definition</vt:lpstr>
      <vt:lpstr>Defect - Sample Defects</vt:lpstr>
      <vt:lpstr>Defect – Types of Defects</vt:lpstr>
      <vt:lpstr>Defect – Classification</vt:lpstr>
      <vt:lpstr>Defect Classification - Severity</vt:lpstr>
      <vt:lpstr>Defect Classification - Priority</vt:lpstr>
      <vt:lpstr>Defect – Defect Lifecycle</vt:lpstr>
      <vt:lpstr>Test Metrics</vt:lpstr>
      <vt:lpstr>Test Metrics</vt:lpstr>
      <vt:lpstr>JIRA</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lastModifiedBy>Mohan, Poornima Swarna (Cognizant)</cp:lastModifiedBy>
  <cp:revision>10</cp:revision>
  <dcterms:created xsi:type="dcterms:W3CDTF">2025-09-17T08:32:50Z</dcterms:created>
  <dcterms:modified xsi:type="dcterms:W3CDTF">2025-12-12T05:53:17Z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