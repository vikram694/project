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6" r:id="rId4"/>
  </p:sldMasterIdLst>
  <p:notesMasterIdLst>
    <p:notesMasterId r:id="rId22"/>
  </p:notesMasterIdLst>
  <p:handoutMasterIdLst>
    <p:handoutMasterId r:id="rId23"/>
  </p:handoutMasterIdLst>
  <p:sldIdLst>
    <p:sldId id="2147479184" r:id="rId5"/>
    <p:sldId id="2147479217" r:id="rId6"/>
    <p:sldId id="2147479218" r:id="rId7"/>
    <p:sldId id="2147479219" r:id="rId8"/>
    <p:sldId id="2147479220" r:id="rId9"/>
    <p:sldId id="2147479221" r:id="rId10"/>
    <p:sldId id="2147479222" r:id="rId11"/>
    <p:sldId id="2147479223" r:id="rId12"/>
    <p:sldId id="2147479224" r:id="rId13"/>
    <p:sldId id="2147479225" r:id="rId14"/>
    <p:sldId id="2147479227" r:id="rId15"/>
    <p:sldId id="2147479226" r:id="rId16"/>
    <p:sldId id="2147479229" r:id="rId17"/>
    <p:sldId id="2147479232" r:id="rId18"/>
    <p:sldId id="2147479230" r:id="rId19"/>
    <p:sldId id="2147479231" r:id="rId20"/>
    <p:sldId id="214747923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CF2"/>
    <a:srgbClr val="CAE8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3F0955-0759-4AE7-A3F1-E0AF1F46582C}" v="40" dt="2025-12-22T11:14:13.292"/>
  </p1510:revLst>
</p1510:revInfo>
</file>

<file path=ppt/tableStyles.xml><?xml version="1.0" encoding="utf-8"?>
<a:tblStyleLst xmlns:a="http://schemas.openxmlformats.org/drawingml/2006/main" def="{8EC20E35-A176-4012-BC5E-935CFFF8708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339" autoAdjust="0"/>
  </p:normalViewPr>
  <p:slideViewPr>
    <p:cSldViewPr snapToGrid="0">
      <p:cViewPr varScale="1">
        <p:scale>
          <a:sx n="63" d="100"/>
          <a:sy n="63" d="100"/>
        </p:scale>
        <p:origin x="804" y="56"/>
      </p:cViewPr>
      <p:guideLst/>
    </p:cSldViewPr>
  </p:slideViewPr>
  <p:outlineViewPr>
    <p:cViewPr>
      <p:scale>
        <a:sx n="33" d="100"/>
        <a:sy n="33" d="100"/>
      </p:scale>
      <p:origin x="0" y="-19659"/>
    </p:cViewPr>
  </p:outlineViewPr>
  <p:notesTextViewPr>
    <p:cViewPr>
      <p:scale>
        <a:sx n="125" d="100"/>
        <a:sy n="125" d="100"/>
      </p:scale>
      <p:origin x="0" y="0"/>
    </p:cViewPr>
  </p:notesTextViewPr>
  <p:sorterViewPr>
    <p:cViewPr varScale="1">
      <p:scale>
        <a:sx n="1" d="1"/>
        <a:sy n="1" d="1"/>
      </p:scale>
      <p:origin x="0" y="0"/>
    </p:cViewPr>
  </p:sorterViewPr>
  <p:notesViewPr>
    <p:cSldViewPr snapToGrid="0">
      <p:cViewPr>
        <p:scale>
          <a:sx n="86" d="100"/>
          <a:sy n="86" d="100"/>
        </p:scale>
        <p:origin x="6440" y="228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n, Poornima Swarna (Cognizant)" userId="36824357-ffbd-40a5-b000-b82d0f7dca89" providerId="ADAL" clId="{BB20CA10-5FC3-4CCD-8518-89B0931CAB48}"/>
    <pc:docChg chg="undo custSel addSld delSld modSld sldOrd">
      <pc:chgData name="Mohan, Poornima Swarna (Cognizant)" userId="36824357-ffbd-40a5-b000-b82d0f7dca89" providerId="ADAL" clId="{BB20CA10-5FC3-4CCD-8518-89B0931CAB48}" dt="2025-12-22T11:14:27.926" v="2973" actId="2710"/>
      <pc:docMkLst>
        <pc:docMk/>
      </pc:docMkLst>
      <pc:sldChg chg="modSp mod">
        <pc:chgData name="Mohan, Poornima Swarna (Cognizant)" userId="36824357-ffbd-40a5-b000-b82d0f7dca89" providerId="ADAL" clId="{BB20CA10-5FC3-4CCD-8518-89B0931CAB48}" dt="2025-12-22T09:04:05.655" v="2920" actId="20577"/>
        <pc:sldMkLst>
          <pc:docMk/>
          <pc:sldMk cId="2713534842" sldId="2147479184"/>
        </pc:sldMkLst>
        <pc:spChg chg="mod">
          <ac:chgData name="Mohan, Poornima Swarna (Cognizant)" userId="36824357-ffbd-40a5-b000-b82d0f7dca89" providerId="ADAL" clId="{BB20CA10-5FC3-4CCD-8518-89B0931CAB48}" dt="2025-12-22T09:04:05.655" v="2920" actId="20577"/>
          <ac:spMkLst>
            <pc:docMk/>
            <pc:sldMk cId="2713534842" sldId="2147479184"/>
            <ac:spMk id="5" creationId="{09D9EB17-9965-3523-3F99-EF5E53642703}"/>
          </ac:spMkLst>
        </pc:spChg>
      </pc:sldChg>
      <pc:sldChg chg="addSp delSp modSp add del mod">
        <pc:chgData name="Mohan, Poornima Swarna (Cognizant)" userId="36824357-ffbd-40a5-b000-b82d0f7dca89" providerId="ADAL" clId="{BB20CA10-5FC3-4CCD-8518-89B0931CAB48}" dt="2025-12-22T05:28:02.504" v="2541" actId="20577"/>
        <pc:sldMkLst>
          <pc:docMk/>
          <pc:sldMk cId="1241736782" sldId="2147479217"/>
        </pc:sldMkLst>
        <pc:spChg chg="mod">
          <ac:chgData name="Mohan, Poornima Swarna (Cognizant)" userId="36824357-ffbd-40a5-b000-b82d0f7dca89" providerId="ADAL" clId="{BB20CA10-5FC3-4CCD-8518-89B0931CAB48}" dt="2025-12-22T05:28:02.504" v="2541" actId="20577"/>
          <ac:spMkLst>
            <pc:docMk/>
            <pc:sldMk cId="1241736782" sldId="2147479217"/>
            <ac:spMk id="2" creationId="{0A7F37D4-D953-972F-D24F-C5EDF1AFF8B6}"/>
          </ac:spMkLst>
        </pc:spChg>
        <pc:spChg chg="add mod">
          <ac:chgData name="Mohan, Poornima Swarna (Cognizant)" userId="36824357-ffbd-40a5-b000-b82d0f7dca89" providerId="ADAL" clId="{BB20CA10-5FC3-4CCD-8518-89B0931CAB48}" dt="2025-12-22T05:17:48.199" v="2519" actId="14100"/>
          <ac:spMkLst>
            <pc:docMk/>
            <pc:sldMk cId="1241736782" sldId="2147479217"/>
            <ac:spMk id="3" creationId="{3113A098-67A5-0A89-4B82-194943662548}"/>
          </ac:spMkLst>
        </pc:spChg>
        <pc:spChg chg="add mod">
          <ac:chgData name="Mohan, Poornima Swarna (Cognizant)" userId="36824357-ffbd-40a5-b000-b82d0f7dca89" providerId="ADAL" clId="{BB20CA10-5FC3-4CCD-8518-89B0931CAB48}" dt="2025-12-22T05:18:23.455" v="2525" actId="20577"/>
          <ac:spMkLst>
            <pc:docMk/>
            <pc:sldMk cId="1241736782" sldId="2147479217"/>
            <ac:spMk id="6" creationId="{B4AFC629-A15D-5861-8296-088D60AE759F}"/>
          </ac:spMkLst>
        </pc:spChg>
        <pc:spChg chg="add mod">
          <ac:chgData name="Mohan, Poornima Swarna (Cognizant)" userId="36824357-ffbd-40a5-b000-b82d0f7dca89" providerId="ADAL" clId="{BB20CA10-5FC3-4CCD-8518-89B0931CAB48}" dt="2025-12-22T05:17:35.224" v="2516" actId="1076"/>
          <ac:spMkLst>
            <pc:docMk/>
            <pc:sldMk cId="1241736782" sldId="2147479217"/>
            <ac:spMk id="7" creationId="{204F8EFB-9132-F04C-4981-D8374D105C91}"/>
          </ac:spMkLst>
        </pc:spChg>
        <pc:spChg chg="add mod">
          <ac:chgData name="Mohan, Poornima Swarna (Cognizant)" userId="36824357-ffbd-40a5-b000-b82d0f7dca89" providerId="ADAL" clId="{BB20CA10-5FC3-4CCD-8518-89B0931CAB48}" dt="2025-12-22T05:18:33.313" v="2530" actId="14100"/>
          <ac:spMkLst>
            <pc:docMk/>
            <pc:sldMk cId="1241736782" sldId="2147479217"/>
            <ac:spMk id="8" creationId="{C9488DB1-BC95-0322-8C1C-4E26BA269491}"/>
          </ac:spMkLst>
        </pc:spChg>
        <pc:spChg chg="add mod">
          <ac:chgData name="Mohan, Poornima Swarna (Cognizant)" userId="36824357-ffbd-40a5-b000-b82d0f7dca89" providerId="ADAL" clId="{BB20CA10-5FC3-4CCD-8518-89B0931CAB48}" dt="2025-12-22T05:18:05.635" v="2522" actId="1076"/>
          <ac:spMkLst>
            <pc:docMk/>
            <pc:sldMk cId="1241736782" sldId="2147479217"/>
            <ac:spMk id="10" creationId="{DE66FE72-B24F-9B86-1D0A-8A3A69CE7FC1}"/>
          </ac:spMkLst>
        </pc:spChg>
        <pc:spChg chg="add del mod">
          <ac:chgData name="Mohan, Poornima Swarna (Cognizant)" userId="36824357-ffbd-40a5-b000-b82d0f7dca89" providerId="ADAL" clId="{BB20CA10-5FC3-4CCD-8518-89B0931CAB48}" dt="2025-12-22T05:15:39.822" v="2459" actId="478"/>
          <ac:spMkLst>
            <pc:docMk/>
            <pc:sldMk cId="1241736782" sldId="2147479217"/>
            <ac:spMk id="14" creationId="{30AFDD62-F6D6-19A4-3AB0-70F3DB562ADD}"/>
          </ac:spMkLst>
        </pc:spChg>
      </pc:sldChg>
      <pc:sldChg chg="addSp modSp add mod">
        <pc:chgData name="Mohan, Poornima Swarna (Cognizant)" userId="36824357-ffbd-40a5-b000-b82d0f7dca89" providerId="ADAL" clId="{BB20CA10-5FC3-4CCD-8518-89B0931CAB48}" dt="2025-12-22T05:28:42.047" v="2567" actId="1076"/>
        <pc:sldMkLst>
          <pc:docMk/>
          <pc:sldMk cId="2029042357" sldId="2147479218"/>
        </pc:sldMkLst>
        <pc:spChg chg="mod">
          <ac:chgData name="Mohan, Poornima Swarna (Cognizant)" userId="36824357-ffbd-40a5-b000-b82d0f7dca89" providerId="ADAL" clId="{BB20CA10-5FC3-4CCD-8518-89B0931CAB48}" dt="2025-12-22T05:28:13.618" v="2562" actId="20577"/>
          <ac:spMkLst>
            <pc:docMk/>
            <pc:sldMk cId="2029042357" sldId="2147479218"/>
            <ac:spMk id="2" creationId="{9486CF2E-8612-4592-6818-B06D80FA39D6}"/>
          </ac:spMkLst>
        </pc:spChg>
        <pc:spChg chg="add mod">
          <ac:chgData name="Mohan, Poornima Swarna (Cognizant)" userId="36824357-ffbd-40a5-b000-b82d0f7dca89" providerId="ADAL" clId="{BB20CA10-5FC3-4CCD-8518-89B0931CAB48}" dt="2025-12-22T05:28:42.047" v="2567" actId="1076"/>
          <ac:spMkLst>
            <pc:docMk/>
            <pc:sldMk cId="2029042357" sldId="2147479218"/>
            <ac:spMk id="3" creationId="{835C5FF1-2479-609B-A318-1AB0EF4C63AD}"/>
          </ac:spMkLst>
        </pc:spChg>
        <pc:spChg chg="add mod">
          <ac:chgData name="Mohan, Poornima Swarna (Cognizant)" userId="36824357-ffbd-40a5-b000-b82d0f7dca89" providerId="ADAL" clId="{BB20CA10-5FC3-4CCD-8518-89B0931CAB48}" dt="2025-12-22T05:28:33.026" v="2565" actId="255"/>
          <ac:spMkLst>
            <pc:docMk/>
            <pc:sldMk cId="2029042357" sldId="2147479218"/>
            <ac:spMk id="6" creationId="{566925D6-A4D0-E201-055C-C162B3D5202A}"/>
          </ac:spMkLst>
        </pc:spChg>
        <pc:spChg chg="add mod">
          <ac:chgData name="Mohan, Poornima Swarna (Cognizant)" userId="36824357-ffbd-40a5-b000-b82d0f7dca89" providerId="ADAL" clId="{BB20CA10-5FC3-4CCD-8518-89B0931CAB48}" dt="2025-12-22T05:28:37.428" v="2566" actId="1076"/>
          <ac:spMkLst>
            <pc:docMk/>
            <pc:sldMk cId="2029042357" sldId="2147479218"/>
            <ac:spMk id="7" creationId="{C0438AAA-6B46-B29B-C287-3A88F17714BB}"/>
          </ac:spMkLst>
        </pc:spChg>
      </pc:sldChg>
      <pc:sldChg chg="addSp delSp modSp add del mod">
        <pc:chgData name="Mohan, Poornima Swarna (Cognizant)" userId="36824357-ffbd-40a5-b000-b82d0f7dca89" providerId="ADAL" clId="{BB20CA10-5FC3-4CCD-8518-89B0931CAB48}" dt="2025-12-22T05:15:41.593" v="2460" actId="47"/>
        <pc:sldMkLst>
          <pc:docMk/>
          <pc:sldMk cId="2076785876" sldId="2147479218"/>
        </pc:sldMkLst>
      </pc:sldChg>
      <pc:sldChg chg="addSp delSp modSp add del mod">
        <pc:chgData name="Mohan, Poornima Swarna (Cognizant)" userId="36824357-ffbd-40a5-b000-b82d0f7dca89" providerId="ADAL" clId="{BB20CA10-5FC3-4CCD-8518-89B0931CAB48}" dt="2025-12-22T05:15:41.763" v="2461" actId="47"/>
        <pc:sldMkLst>
          <pc:docMk/>
          <pc:sldMk cId="1186226108" sldId="2147479219"/>
        </pc:sldMkLst>
      </pc:sldChg>
      <pc:sldChg chg="addSp delSp modSp add mod">
        <pc:chgData name="Mohan, Poornima Swarna (Cognizant)" userId="36824357-ffbd-40a5-b000-b82d0f7dca89" providerId="ADAL" clId="{BB20CA10-5FC3-4CCD-8518-89B0931CAB48}" dt="2025-12-22T05:34:36.463" v="2636" actId="1076"/>
        <pc:sldMkLst>
          <pc:docMk/>
          <pc:sldMk cId="1370667104" sldId="2147479219"/>
        </pc:sldMkLst>
        <pc:spChg chg="mod">
          <ac:chgData name="Mohan, Poornima Swarna (Cognizant)" userId="36824357-ffbd-40a5-b000-b82d0f7dca89" providerId="ADAL" clId="{BB20CA10-5FC3-4CCD-8518-89B0931CAB48}" dt="2025-12-22T05:29:57.603" v="2584" actId="20577"/>
          <ac:spMkLst>
            <pc:docMk/>
            <pc:sldMk cId="1370667104" sldId="2147479219"/>
            <ac:spMk id="2" creationId="{527B7DCA-9F80-7E90-CB4B-CE50A309A0CF}"/>
          </ac:spMkLst>
        </pc:spChg>
        <pc:spChg chg="add mod">
          <ac:chgData name="Mohan, Poornima Swarna (Cognizant)" userId="36824357-ffbd-40a5-b000-b82d0f7dca89" providerId="ADAL" clId="{BB20CA10-5FC3-4CCD-8518-89B0931CAB48}" dt="2025-12-22T05:32:24.129" v="2612" actId="207"/>
          <ac:spMkLst>
            <pc:docMk/>
            <pc:sldMk cId="1370667104" sldId="2147479219"/>
            <ac:spMk id="6" creationId="{86F1BAAD-54E4-EFAC-6E55-54CD240F94FB}"/>
          </ac:spMkLst>
        </pc:spChg>
        <pc:spChg chg="add mod">
          <ac:chgData name="Mohan, Poornima Swarna (Cognizant)" userId="36824357-ffbd-40a5-b000-b82d0f7dca89" providerId="ADAL" clId="{BB20CA10-5FC3-4CCD-8518-89B0931CAB48}" dt="2025-12-22T05:34:27.355" v="2634" actId="1076"/>
          <ac:spMkLst>
            <pc:docMk/>
            <pc:sldMk cId="1370667104" sldId="2147479219"/>
            <ac:spMk id="8" creationId="{6D93AE3B-06B8-C22C-AE44-5606BADC657C}"/>
          </ac:spMkLst>
        </pc:spChg>
        <pc:spChg chg="add mod">
          <ac:chgData name="Mohan, Poornima Swarna (Cognizant)" userId="36824357-ffbd-40a5-b000-b82d0f7dca89" providerId="ADAL" clId="{BB20CA10-5FC3-4CCD-8518-89B0931CAB48}" dt="2025-12-22T05:34:36.463" v="2636" actId="1076"/>
          <ac:spMkLst>
            <pc:docMk/>
            <pc:sldMk cId="1370667104" sldId="2147479219"/>
            <ac:spMk id="10" creationId="{57BAF736-FAE4-D1E7-B163-C6F0B8D20E24}"/>
          </ac:spMkLst>
        </pc:spChg>
        <pc:spChg chg="add mod">
          <ac:chgData name="Mohan, Poornima Swarna (Cognizant)" userId="36824357-ffbd-40a5-b000-b82d0f7dca89" providerId="ADAL" clId="{BB20CA10-5FC3-4CCD-8518-89B0931CAB48}" dt="2025-12-22T05:32:33.646" v="2613" actId="1076"/>
          <ac:spMkLst>
            <pc:docMk/>
            <pc:sldMk cId="1370667104" sldId="2147479219"/>
            <ac:spMk id="12" creationId="{98BC1F8E-FA80-3BB3-F340-47BDD4B80101}"/>
          </ac:spMkLst>
        </pc:spChg>
        <pc:spChg chg="add del mod">
          <ac:chgData name="Mohan, Poornima Swarna (Cognizant)" userId="36824357-ffbd-40a5-b000-b82d0f7dca89" providerId="ADAL" clId="{BB20CA10-5FC3-4CCD-8518-89B0931CAB48}" dt="2025-12-22T05:34:01.522" v="2627" actId="21"/>
          <ac:spMkLst>
            <pc:docMk/>
            <pc:sldMk cId="1370667104" sldId="2147479219"/>
            <ac:spMk id="13" creationId="{F1EFB285-43A5-4618-6172-D7CEC917CF5A}"/>
          </ac:spMkLst>
        </pc:spChg>
        <pc:spChg chg="add del mod">
          <ac:chgData name="Mohan, Poornima Swarna (Cognizant)" userId="36824357-ffbd-40a5-b000-b82d0f7dca89" providerId="ADAL" clId="{BB20CA10-5FC3-4CCD-8518-89B0931CAB48}" dt="2025-12-22T05:34:01.522" v="2627" actId="21"/>
          <ac:spMkLst>
            <pc:docMk/>
            <pc:sldMk cId="1370667104" sldId="2147479219"/>
            <ac:spMk id="14" creationId="{842873D8-8E28-7972-71CC-B890CC615E68}"/>
          </ac:spMkLst>
        </pc:spChg>
      </pc:sldChg>
      <pc:sldChg chg="addSp delSp modSp add del mod">
        <pc:chgData name="Mohan, Poornima Swarna (Cognizant)" userId="36824357-ffbd-40a5-b000-b82d0f7dca89" providerId="ADAL" clId="{BB20CA10-5FC3-4CCD-8518-89B0931CAB48}" dt="2025-12-22T05:15:41.917" v="2462" actId="47"/>
        <pc:sldMkLst>
          <pc:docMk/>
          <pc:sldMk cId="1083253743" sldId="2147479220"/>
        </pc:sldMkLst>
      </pc:sldChg>
      <pc:sldChg chg="addSp modSp add mod">
        <pc:chgData name="Mohan, Poornima Swarna (Cognizant)" userId="36824357-ffbd-40a5-b000-b82d0f7dca89" providerId="ADAL" clId="{BB20CA10-5FC3-4CCD-8518-89B0931CAB48}" dt="2025-12-22T05:48:47.366" v="2669"/>
        <pc:sldMkLst>
          <pc:docMk/>
          <pc:sldMk cId="2974628084" sldId="2147479220"/>
        </pc:sldMkLst>
        <pc:spChg chg="mod">
          <ac:chgData name="Mohan, Poornima Swarna (Cognizant)" userId="36824357-ffbd-40a5-b000-b82d0f7dca89" providerId="ADAL" clId="{BB20CA10-5FC3-4CCD-8518-89B0931CAB48}" dt="2025-12-22T05:48:47.366" v="2669"/>
          <ac:spMkLst>
            <pc:docMk/>
            <pc:sldMk cId="2974628084" sldId="2147479220"/>
            <ac:spMk id="2" creationId="{88559336-68D1-263F-1D47-A6484AD18558}"/>
          </ac:spMkLst>
        </pc:spChg>
        <pc:spChg chg="add mod">
          <ac:chgData name="Mohan, Poornima Swarna (Cognizant)" userId="36824357-ffbd-40a5-b000-b82d0f7dca89" providerId="ADAL" clId="{BB20CA10-5FC3-4CCD-8518-89B0931CAB48}" dt="2025-12-22T05:48:07.614" v="2663" actId="207"/>
          <ac:spMkLst>
            <pc:docMk/>
            <pc:sldMk cId="2974628084" sldId="2147479220"/>
            <ac:spMk id="3" creationId="{1664CA60-09DC-422C-1CEF-EB7C3811CDB5}"/>
          </ac:spMkLst>
        </pc:spChg>
        <pc:spChg chg="add mod">
          <ac:chgData name="Mohan, Poornima Swarna (Cognizant)" userId="36824357-ffbd-40a5-b000-b82d0f7dca89" providerId="ADAL" clId="{BB20CA10-5FC3-4CCD-8518-89B0931CAB48}" dt="2025-12-22T05:48:36.447" v="2668" actId="14100"/>
          <ac:spMkLst>
            <pc:docMk/>
            <pc:sldMk cId="2974628084" sldId="2147479220"/>
            <ac:spMk id="6" creationId="{F341AD9B-37E0-688D-69DA-99BD2C80B2E7}"/>
          </ac:spMkLst>
        </pc:spChg>
        <pc:spChg chg="add mod">
          <ac:chgData name="Mohan, Poornima Swarna (Cognizant)" userId="36824357-ffbd-40a5-b000-b82d0f7dca89" providerId="ADAL" clId="{BB20CA10-5FC3-4CCD-8518-89B0931CAB48}" dt="2025-12-22T05:48:30.770" v="2667" actId="2711"/>
          <ac:spMkLst>
            <pc:docMk/>
            <pc:sldMk cId="2974628084" sldId="2147479220"/>
            <ac:spMk id="7" creationId="{9BC2831F-61EB-3A0F-E427-D27A06E220CE}"/>
          </ac:spMkLst>
        </pc:spChg>
        <pc:spChg chg="add mod">
          <ac:chgData name="Mohan, Poornima Swarna (Cognizant)" userId="36824357-ffbd-40a5-b000-b82d0f7dca89" providerId="ADAL" clId="{BB20CA10-5FC3-4CCD-8518-89B0931CAB48}" dt="2025-12-22T05:47:54.323" v="2658" actId="1076"/>
          <ac:spMkLst>
            <pc:docMk/>
            <pc:sldMk cId="2974628084" sldId="2147479220"/>
            <ac:spMk id="13" creationId="{F1EFB285-43A5-4618-6172-D7CEC917CF5A}"/>
          </ac:spMkLst>
        </pc:spChg>
        <pc:spChg chg="add mod">
          <ac:chgData name="Mohan, Poornima Swarna (Cognizant)" userId="36824357-ffbd-40a5-b000-b82d0f7dca89" providerId="ADAL" clId="{BB20CA10-5FC3-4CCD-8518-89B0931CAB48}" dt="2025-12-22T05:47:57.439" v="2659" actId="1076"/>
          <ac:spMkLst>
            <pc:docMk/>
            <pc:sldMk cId="2974628084" sldId="2147479220"/>
            <ac:spMk id="14" creationId="{842873D8-8E28-7972-71CC-B890CC615E68}"/>
          </ac:spMkLst>
        </pc:spChg>
      </pc:sldChg>
      <pc:sldChg chg="addSp delSp modSp add mod">
        <pc:chgData name="Mohan, Poornima Swarna (Cognizant)" userId="36824357-ffbd-40a5-b000-b82d0f7dca89" providerId="ADAL" clId="{BB20CA10-5FC3-4CCD-8518-89B0931CAB48}" dt="2025-12-22T05:50:27.542" v="2695" actId="20577"/>
        <pc:sldMkLst>
          <pc:docMk/>
          <pc:sldMk cId="1285283159" sldId="2147479221"/>
        </pc:sldMkLst>
        <pc:spChg chg="del">
          <ac:chgData name="Mohan, Poornima Swarna (Cognizant)" userId="36824357-ffbd-40a5-b000-b82d0f7dca89" providerId="ADAL" clId="{BB20CA10-5FC3-4CCD-8518-89B0931CAB48}" dt="2025-12-22T05:48:56.340" v="2671" actId="478"/>
          <ac:spMkLst>
            <pc:docMk/>
            <pc:sldMk cId="1285283159" sldId="2147479221"/>
            <ac:spMk id="3" creationId="{DFF4FD43-8C1B-554F-09FC-64BCFE2CEC5E}"/>
          </ac:spMkLst>
        </pc:spChg>
        <pc:spChg chg="del">
          <ac:chgData name="Mohan, Poornima Swarna (Cognizant)" userId="36824357-ffbd-40a5-b000-b82d0f7dca89" providerId="ADAL" clId="{BB20CA10-5FC3-4CCD-8518-89B0931CAB48}" dt="2025-12-22T05:48:56.340" v="2671" actId="478"/>
          <ac:spMkLst>
            <pc:docMk/>
            <pc:sldMk cId="1285283159" sldId="2147479221"/>
            <ac:spMk id="6" creationId="{22F1A9FE-BC53-F4FF-E9D8-31E728902D38}"/>
          </ac:spMkLst>
        </pc:spChg>
        <pc:spChg chg="del">
          <ac:chgData name="Mohan, Poornima Swarna (Cognizant)" userId="36824357-ffbd-40a5-b000-b82d0f7dca89" providerId="ADAL" clId="{BB20CA10-5FC3-4CCD-8518-89B0931CAB48}" dt="2025-12-22T05:48:56.340" v="2671" actId="478"/>
          <ac:spMkLst>
            <pc:docMk/>
            <pc:sldMk cId="1285283159" sldId="2147479221"/>
            <ac:spMk id="7" creationId="{6CB3FC99-AC4A-8501-A00E-CF0E9171BC61}"/>
          </ac:spMkLst>
        </pc:spChg>
        <pc:spChg chg="add mod">
          <ac:chgData name="Mohan, Poornima Swarna (Cognizant)" userId="36824357-ffbd-40a5-b000-b82d0f7dca89" providerId="ADAL" clId="{BB20CA10-5FC3-4CCD-8518-89B0931CAB48}" dt="2025-12-22T05:49:53.253" v="2686" actId="20577"/>
          <ac:spMkLst>
            <pc:docMk/>
            <pc:sldMk cId="1285283159" sldId="2147479221"/>
            <ac:spMk id="9" creationId="{88A68164-630B-F9E4-9C13-B36D52536DAB}"/>
          </ac:spMkLst>
        </pc:spChg>
        <pc:spChg chg="add mod">
          <ac:chgData name="Mohan, Poornima Swarna (Cognizant)" userId="36824357-ffbd-40a5-b000-b82d0f7dca89" providerId="ADAL" clId="{BB20CA10-5FC3-4CCD-8518-89B0931CAB48}" dt="2025-12-22T05:50:27.542" v="2695" actId="20577"/>
          <ac:spMkLst>
            <pc:docMk/>
            <pc:sldMk cId="1285283159" sldId="2147479221"/>
            <ac:spMk id="11" creationId="{FBD044EE-140F-299B-0941-AC24B9895922}"/>
          </ac:spMkLst>
        </pc:spChg>
        <pc:spChg chg="del">
          <ac:chgData name="Mohan, Poornima Swarna (Cognizant)" userId="36824357-ffbd-40a5-b000-b82d0f7dca89" providerId="ADAL" clId="{BB20CA10-5FC3-4CCD-8518-89B0931CAB48}" dt="2025-12-22T05:48:56.340" v="2671" actId="478"/>
          <ac:spMkLst>
            <pc:docMk/>
            <pc:sldMk cId="1285283159" sldId="2147479221"/>
            <ac:spMk id="13" creationId="{8EB10C98-3130-1733-4DC9-087E15D12AF6}"/>
          </ac:spMkLst>
        </pc:spChg>
        <pc:spChg chg="del">
          <ac:chgData name="Mohan, Poornima Swarna (Cognizant)" userId="36824357-ffbd-40a5-b000-b82d0f7dca89" providerId="ADAL" clId="{BB20CA10-5FC3-4CCD-8518-89B0931CAB48}" dt="2025-12-22T05:48:56.340" v="2671" actId="478"/>
          <ac:spMkLst>
            <pc:docMk/>
            <pc:sldMk cId="1285283159" sldId="2147479221"/>
            <ac:spMk id="14" creationId="{4DE488CA-A78B-DE04-0F3C-359DC0C06B30}"/>
          </ac:spMkLst>
        </pc:spChg>
        <pc:spChg chg="add mod">
          <ac:chgData name="Mohan, Poornima Swarna (Cognizant)" userId="36824357-ffbd-40a5-b000-b82d0f7dca89" providerId="ADAL" clId="{BB20CA10-5FC3-4CCD-8518-89B0931CAB48}" dt="2025-12-22T05:50:00.934" v="2689" actId="255"/>
          <ac:spMkLst>
            <pc:docMk/>
            <pc:sldMk cId="1285283159" sldId="2147479221"/>
            <ac:spMk id="15" creationId="{4386EC9A-6EA1-7620-3586-37397D1F2D09}"/>
          </ac:spMkLst>
        </pc:spChg>
      </pc:sldChg>
      <pc:sldChg chg="addSp delSp modSp add del mod">
        <pc:chgData name="Mohan, Poornima Swarna (Cognizant)" userId="36824357-ffbd-40a5-b000-b82d0f7dca89" providerId="ADAL" clId="{BB20CA10-5FC3-4CCD-8518-89B0931CAB48}" dt="2025-12-22T05:15:42.059" v="2463" actId="47"/>
        <pc:sldMkLst>
          <pc:docMk/>
          <pc:sldMk cId="3994810661" sldId="2147479221"/>
        </pc:sldMkLst>
      </pc:sldChg>
      <pc:sldChg chg="addSp delSp modSp add mod">
        <pc:chgData name="Mohan, Poornima Swarna (Cognizant)" userId="36824357-ffbd-40a5-b000-b82d0f7dca89" providerId="ADAL" clId="{BB20CA10-5FC3-4CCD-8518-89B0931CAB48}" dt="2025-12-22T05:52:52.600" v="2764" actId="20577"/>
        <pc:sldMkLst>
          <pc:docMk/>
          <pc:sldMk cId="50298295" sldId="2147479222"/>
        </pc:sldMkLst>
        <pc:spChg chg="mod">
          <ac:chgData name="Mohan, Poornima Swarna (Cognizant)" userId="36824357-ffbd-40a5-b000-b82d0f7dca89" providerId="ADAL" clId="{BB20CA10-5FC3-4CCD-8518-89B0931CAB48}" dt="2025-12-22T05:51:54.684" v="2750" actId="20577"/>
          <ac:spMkLst>
            <pc:docMk/>
            <pc:sldMk cId="50298295" sldId="2147479222"/>
            <ac:spMk id="2" creationId="{1832C329-C0D0-F398-7969-7E5184FEE270}"/>
          </ac:spMkLst>
        </pc:spChg>
        <pc:spChg chg="add mod">
          <ac:chgData name="Mohan, Poornima Swarna (Cognizant)" userId="36824357-ffbd-40a5-b000-b82d0f7dca89" providerId="ADAL" clId="{BB20CA10-5FC3-4CCD-8518-89B0931CAB48}" dt="2025-12-22T05:52:17.221" v="2758" actId="2711"/>
          <ac:spMkLst>
            <pc:docMk/>
            <pc:sldMk cId="50298295" sldId="2147479222"/>
            <ac:spMk id="6" creationId="{BA484371-F8DA-BF6E-B2EA-6B95FEE020EC}"/>
          </ac:spMkLst>
        </pc:spChg>
        <pc:spChg chg="add mod">
          <ac:chgData name="Mohan, Poornima Swarna (Cognizant)" userId="36824357-ffbd-40a5-b000-b82d0f7dca89" providerId="ADAL" clId="{BB20CA10-5FC3-4CCD-8518-89B0931CAB48}" dt="2025-12-22T05:52:30.540" v="2761" actId="255"/>
          <ac:spMkLst>
            <pc:docMk/>
            <pc:sldMk cId="50298295" sldId="2147479222"/>
            <ac:spMk id="7" creationId="{E42F6850-8A18-2858-CAED-611E0D6EDD1B}"/>
          </ac:spMkLst>
        </pc:spChg>
        <pc:spChg chg="add mod">
          <ac:chgData name="Mohan, Poornima Swarna (Cognizant)" userId="36824357-ffbd-40a5-b000-b82d0f7dca89" providerId="ADAL" clId="{BB20CA10-5FC3-4CCD-8518-89B0931CAB48}" dt="2025-12-22T05:52:52.600" v="2764" actId="20577"/>
          <ac:spMkLst>
            <pc:docMk/>
            <pc:sldMk cId="50298295" sldId="2147479222"/>
            <ac:spMk id="8" creationId="{BFA4B64E-AEE4-E24D-6E1F-949D19A44A50}"/>
          </ac:spMkLst>
        </pc:spChg>
        <pc:spChg chg="del">
          <ac:chgData name="Mohan, Poornima Swarna (Cognizant)" userId="36824357-ffbd-40a5-b000-b82d0f7dca89" providerId="ADAL" clId="{BB20CA10-5FC3-4CCD-8518-89B0931CAB48}" dt="2025-12-22T05:51:58.425" v="2751" actId="478"/>
          <ac:spMkLst>
            <pc:docMk/>
            <pc:sldMk cId="50298295" sldId="2147479222"/>
            <ac:spMk id="9" creationId="{C06CDAF7-4917-1938-55FD-A13B922102EE}"/>
          </ac:spMkLst>
        </pc:spChg>
        <pc:spChg chg="del">
          <ac:chgData name="Mohan, Poornima Swarna (Cognizant)" userId="36824357-ffbd-40a5-b000-b82d0f7dca89" providerId="ADAL" clId="{BB20CA10-5FC3-4CCD-8518-89B0931CAB48}" dt="2025-12-22T05:51:58.425" v="2751" actId="478"/>
          <ac:spMkLst>
            <pc:docMk/>
            <pc:sldMk cId="50298295" sldId="2147479222"/>
            <ac:spMk id="11" creationId="{4AFA64D1-D620-A52D-F04D-6CA13E5B0D9B}"/>
          </ac:spMkLst>
        </pc:spChg>
        <pc:spChg chg="del">
          <ac:chgData name="Mohan, Poornima Swarna (Cognizant)" userId="36824357-ffbd-40a5-b000-b82d0f7dca89" providerId="ADAL" clId="{BB20CA10-5FC3-4CCD-8518-89B0931CAB48}" dt="2025-12-22T05:51:58.425" v="2751" actId="478"/>
          <ac:spMkLst>
            <pc:docMk/>
            <pc:sldMk cId="50298295" sldId="2147479222"/>
            <ac:spMk id="15" creationId="{1298AB48-070A-A211-0A75-5A40601E4E21}"/>
          </ac:spMkLst>
        </pc:spChg>
      </pc:sldChg>
      <pc:sldChg chg="modSp add del mod">
        <pc:chgData name="Mohan, Poornima Swarna (Cognizant)" userId="36824357-ffbd-40a5-b000-b82d0f7dca89" providerId="ADAL" clId="{BB20CA10-5FC3-4CCD-8518-89B0931CAB48}" dt="2025-12-22T05:15:42.199" v="2464" actId="47"/>
        <pc:sldMkLst>
          <pc:docMk/>
          <pc:sldMk cId="4122345632" sldId="2147479222"/>
        </pc:sldMkLst>
      </pc:sldChg>
      <pc:sldChg chg="modSp add del mod">
        <pc:chgData name="Mohan, Poornima Swarna (Cognizant)" userId="36824357-ffbd-40a5-b000-b82d0f7dca89" providerId="ADAL" clId="{BB20CA10-5FC3-4CCD-8518-89B0931CAB48}" dt="2025-12-22T05:15:42.348" v="2465" actId="47"/>
        <pc:sldMkLst>
          <pc:docMk/>
          <pc:sldMk cId="298076433" sldId="2147479223"/>
        </pc:sldMkLst>
      </pc:sldChg>
      <pc:sldChg chg="addSp modSp add mod">
        <pc:chgData name="Mohan, Poornima Swarna (Cognizant)" userId="36824357-ffbd-40a5-b000-b82d0f7dca89" providerId="ADAL" clId="{BB20CA10-5FC3-4CCD-8518-89B0931CAB48}" dt="2025-12-22T05:57:02.311" v="2855" actId="6549"/>
        <pc:sldMkLst>
          <pc:docMk/>
          <pc:sldMk cId="4074636864" sldId="2147479223"/>
        </pc:sldMkLst>
        <pc:spChg chg="mod">
          <ac:chgData name="Mohan, Poornima Swarna (Cognizant)" userId="36824357-ffbd-40a5-b000-b82d0f7dca89" providerId="ADAL" clId="{BB20CA10-5FC3-4CCD-8518-89B0931CAB48}" dt="2025-12-22T05:57:02.311" v="2855" actId="6549"/>
          <ac:spMkLst>
            <pc:docMk/>
            <pc:sldMk cId="4074636864" sldId="2147479223"/>
            <ac:spMk id="2" creationId="{1E276CA9-A9D4-4E7B-7ED3-B40E481835FA}"/>
          </ac:spMkLst>
        </pc:spChg>
        <pc:spChg chg="add mod">
          <ac:chgData name="Mohan, Poornima Swarna (Cognizant)" userId="36824357-ffbd-40a5-b000-b82d0f7dca89" providerId="ADAL" clId="{BB20CA10-5FC3-4CCD-8518-89B0931CAB48}" dt="2025-12-22T05:56:47.433" v="2841" actId="1035"/>
          <ac:spMkLst>
            <pc:docMk/>
            <pc:sldMk cId="4074636864" sldId="2147479223"/>
            <ac:spMk id="3" creationId="{59BECD0D-088F-01CF-ECF3-D26B6D288F6E}"/>
          </ac:spMkLst>
        </pc:spChg>
        <pc:spChg chg="add mod">
          <ac:chgData name="Mohan, Poornima Swarna (Cognizant)" userId="36824357-ffbd-40a5-b000-b82d0f7dca89" providerId="ADAL" clId="{BB20CA10-5FC3-4CCD-8518-89B0931CAB48}" dt="2025-12-22T05:55:44.871" v="2802" actId="1036"/>
          <ac:spMkLst>
            <pc:docMk/>
            <pc:sldMk cId="4074636864" sldId="2147479223"/>
            <ac:spMk id="6" creationId="{D40E22BB-C261-957B-0839-1AC7557F9B83}"/>
          </ac:spMkLst>
        </pc:spChg>
        <pc:spChg chg="add mod">
          <ac:chgData name="Mohan, Poornima Swarna (Cognizant)" userId="36824357-ffbd-40a5-b000-b82d0f7dca89" providerId="ADAL" clId="{BB20CA10-5FC3-4CCD-8518-89B0931CAB48}" dt="2025-12-22T05:56:47.433" v="2841" actId="1035"/>
          <ac:spMkLst>
            <pc:docMk/>
            <pc:sldMk cId="4074636864" sldId="2147479223"/>
            <ac:spMk id="7" creationId="{CEB49DAC-DA80-D1EC-12C9-F3F9AC633F55}"/>
          </ac:spMkLst>
        </pc:spChg>
        <pc:spChg chg="add mod">
          <ac:chgData name="Mohan, Poornima Swarna (Cognizant)" userId="36824357-ffbd-40a5-b000-b82d0f7dca89" providerId="ADAL" clId="{BB20CA10-5FC3-4CCD-8518-89B0931CAB48}" dt="2025-12-22T05:56:02.561" v="2807" actId="1076"/>
          <ac:spMkLst>
            <pc:docMk/>
            <pc:sldMk cId="4074636864" sldId="2147479223"/>
            <ac:spMk id="8" creationId="{CAF70366-489E-0FB8-8276-402629C5EF46}"/>
          </ac:spMkLst>
        </pc:spChg>
        <pc:spChg chg="add mod">
          <ac:chgData name="Mohan, Poornima Swarna (Cognizant)" userId="36824357-ffbd-40a5-b000-b82d0f7dca89" providerId="ADAL" clId="{BB20CA10-5FC3-4CCD-8518-89B0931CAB48}" dt="2025-12-22T05:55:53.520" v="2805" actId="255"/>
          <ac:spMkLst>
            <pc:docMk/>
            <pc:sldMk cId="4074636864" sldId="2147479223"/>
            <ac:spMk id="9" creationId="{020BF2B6-4415-CC7F-4E94-AC3FFD0B8E3D}"/>
          </ac:spMkLst>
        </pc:spChg>
        <pc:spChg chg="add mod">
          <ac:chgData name="Mohan, Poornima Swarna (Cognizant)" userId="36824357-ffbd-40a5-b000-b82d0f7dca89" providerId="ADAL" clId="{BB20CA10-5FC3-4CCD-8518-89B0931CAB48}" dt="2025-12-22T05:56:51.836" v="2853" actId="1036"/>
          <ac:spMkLst>
            <pc:docMk/>
            <pc:sldMk cId="4074636864" sldId="2147479223"/>
            <ac:spMk id="11" creationId="{CCE265DC-EB84-9D2C-0AA7-96DDD9E0D095}"/>
          </ac:spMkLst>
        </pc:spChg>
      </pc:sldChg>
      <pc:sldChg chg="addSp delSp modSp add del mod">
        <pc:chgData name="Mohan, Poornima Swarna (Cognizant)" userId="36824357-ffbd-40a5-b000-b82d0f7dca89" providerId="ADAL" clId="{BB20CA10-5FC3-4CCD-8518-89B0931CAB48}" dt="2025-12-22T05:15:42.496" v="2466" actId="47"/>
        <pc:sldMkLst>
          <pc:docMk/>
          <pc:sldMk cId="1359058921" sldId="2147479224"/>
        </pc:sldMkLst>
      </pc:sldChg>
      <pc:sldChg chg="addSp modSp add mod">
        <pc:chgData name="Mohan, Poornima Swarna (Cognizant)" userId="36824357-ffbd-40a5-b000-b82d0f7dca89" providerId="ADAL" clId="{BB20CA10-5FC3-4CCD-8518-89B0931CAB48}" dt="2025-12-22T05:57:25.437" v="2859" actId="14100"/>
        <pc:sldMkLst>
          <pc:docMk/>
          <pc:sldMk cId="4125198749" sldId="2147479224"/>
        </pc:sldMkLst>
        <pc:spChg chg="add mod">
          <ac:chgData name="Mohan, Poornima Swarna (Cognizant)" userId="36824357-ffbd-40a5-b000-b82d0f7dca89" providerId="ADAL" clId="{BB20CA10-5FC3-4CCD-8518-89B0931CAB48}" dt="2025-12-22T05:57:25.437" v="2859" actId="14100"/>
          <ac:spMkLst>
            <pc:docMk/>
            <pc:sldMk cId="4125198749" sldId="2147479224"/>
            <ac:spMk id="3" creationId="{F4634994-66DF-FB54-2691-E0EFE7E92F5B}"/>
          </ac:spMkLst>
        </pc:spChg>
        <pc:spChg chg="add mod">
          <ac:chgData name="Mohan, Poornima Swarna (Cognizant)" userId="36824357-ffbd-40a5-b000-b82d0f7dca89" providerId="ADAL" clId="{BB20CA10-5FC3-4CCD-8518-89B0931CAB48}" dt="2025-12-22T05:57:18.629" v="2857" actId="2711"/>
          <ac:spMkLst>
            <pc:docMk/>
            <pc:sldMk cId="4125198749" sldId="2147479224"/>
            <ac:spMk id="6" creationId="{4B4A66C5-2AB1-E695-1FDC-BDA64F25A9A1}"/>
          </ac:spMkLst>
        </pc:spChg>
      </pc:sldChg>
      <pc:sldChg chg="addSp modSp add mod">
        <pc:chgData name="Mohan, Poornima Swarna (Cognizant)" userId="36824357-ffbd-40a5-b000-b82d0f7dca89" providerId="ADAL" clId="{BB20CA10-5FC3-4CCD-8518-89B0931CAB48}" dt="2025-12-22T05:58:03.387" v="2864" actId="14100"/>
        <pc:sldMkLst>
          <pc:docMk/>
          <pc:sldMk cId="772024344" sldId="2147479225"/>
        </pc:sldMkLst>
        <pc:spChg chg="add mod">
          <ac:chgData name="Mohan, Poornima Swarna (Cognizant)" userId="36824357-ffbd-40a5-b000-b82d0f7dca89" providerId="ADAL" clId="{BB20CA10-5FC3-4CCD-8518-89B0931CAB48}" dt="2025-12-22T05:57:59.870" v="2863" actId="255"/>
          <ac:spMkLst>
            <pc:docMk/>
            <pc:sldMk cId="772024344" sldId="2147479225"/>
            <ac:spMk id="3" creationId="{2B8C20DC-B77F-7D71-618B-3FA0A50F5D88}"/>
          </ac:spMkLst>
        </pc:spChg>
        <pc:spChg chg="add mod">
          <ac:chgData name="Mohan, Poornima Swarna (Cognizant)" userId="36824357-ffbd-40a5-b000-b82d0f7dca89" providerId="ADAL" clId="{BB20CA10-5FC3-4CCD-8518-89B0931CAB48}" dt="2025-12-22T05:58:03.387" v="2864" actId="14100"/>
          <ac:spMkLst>
            <pc:docMk/>
            <pc:sldMk cId="772024344" sldId="2147479225"/>
            <ac:spMk id="6" creationId="{BD489265-7C1B-EED8-7A24-50711AEEEFE8}"/>
          </ac:spMkLst>
        </pc:spChg>
      </pc:sldChg>
      <pc:sldChg chg="addSp delSp modSp add del mod">
        <pc:chgData name="Mohan, Poornima Swarna (Cognizant)" userId="36824357-ffbd-40a5-b000-b82d0f7dca89" providerId="ADAL" clId="{BB20CA10-5FC3-4CCD-8518-89B0931CAB48}" dt="2025-12-22T05:15:42.642" v="2467" actId="47"/>
        <pc:sldMkLst>
          <pc:docMk/>
          <pc:sldMk cId="1775400806" sldId="2147479225"/>
        </pc:sldMkLst>
      </pc:sldChg>
      <pc:sldChg chg="addSp delSp modSp add mod">
        <pc:chgData name="Mohan, Poornima Swarna (Cognizant)" userId="36824357-ffbd-40a5-b000-b82d0f7dca89" providerId="ADAL" clId="{BB20CA10-5FC3-4CCD-8518-89B0931CAB48}" dt="2025-12-22T06:11:03.471" v="2905" actId="14100"/>
        <pc:sldMkLst>
          <pc:docMk/>
          <pc:sldMk cId="469741823" sldId="2147479226"/>
        </pc:sldMkLst>
        <pc:spChg chg="mod">
          <ac:chgData name="Mohan, Poornima Swarna (Cognizant)" userId="36824357-ffbd-40a5-b000-b82d0f7dca89" providerId="ADAL" clId="{BB20CA10-5FC3-4CCD-8518-89B0931CAB48}" dt="2025-12-22T06:09:17.156" v="2883" actId="20577"/>
          <ac:spMkLst>
            <pc:docMk/>
            <pc:sldMk cId="469741823" sldId="2147479226"/>
            <ac:spMk id="2" creationId="{E825049A-1904-8238-6729-35B08286D8D2}"/>
          </ac:spMkLst>
        </pc:spChg>
        <pc:spChg chg="del">
          <ac:chgData name="Mohan, Poornima Swarna (Cognizant)" userId="36824357-ffbd-40a5-b000-b82d0f7dca89" providerId="ADAL" clId="{BB20CA10-5FC3-4CCD-8518-89B0931CAB48}" dt="2025-12-22T06:09:20.393" v="2884" actId="478"/>
          <ac:spMkLst>
            <pc:docMk/>
            <pc:sldMk cId="469741823" sldId="2147479226"/>
            <ac:spMk id="3" creationId="{FB57A522-371E-25A5-D955-8941985F6CBC}"/>
          </ac:spMkLst>
        </pc:spChg>
        <pc:spChg chg="del">
          <ac:chgData name="Mohan, Poornima Swarna (Cognizant)" userId="36824357-ffbd-40a5-b000-b82d0f7dca89" providerId="ADAL" clId="{BB20CA10-5FC3-4CCD-8518-89B0931CAB48}" dt="2025-12-22T06:09:20.393" v="2884" actId="478"/>
          <ac:spMkLst>
            <pc:docMk/>
            <pc:sldMk cId="469741823" sldId="2147479226"/>
            <ac:spMk id="6" creationId="{A8545B96-6776-004D-9C59-3200E5C14254}"/>
          </ac:spMkLst>
        </pc:spChg>
        <pc:spChg chg="add mod">
          <ac:chgData name="Mohan, Poornima Swarna (Cognizant)" userId="36824357-ffbd-40a5-b000-b82d0f7dca89" providerId="ADAL" clId="{BB20CA10-5FC3-4CCD-8518-89B0931CAB48}" dt="2025-12-22T06:10:20.678" v="2899" actId="255"/>
          <ac:spMkLst>
            <pc:docMk/>
            <pc:sldMk cId="469741823" sldId="2147479226"/>
            <ac:spMk id="7" creationId="{4920BF70-8DE1-D578-FB34-098539BAB143}"/>
          </ac:spMkLst>
        </pc:spChg>
        <pc:spChg chg="add mod">
          <ac:chgData name="Mohan, Poornima Swarna (Cognizant)" userId="36824357-ffbd-40a5-b000-b82d0f7dca89" providerId="ADAL" clId="{BB20CA10-5FC3-4CCD-8518-89B0931CAB48}" dt="2025-12-22T06:11:03.471" v="2905" actId="14100"/>
          <ac:spMkLst>
            <pc:docMk/>
            <pc:sldMk cId="469741823" sldId="2147479226"/>
            <ac:spMk id="8" creationId="{BD7B00B3-1A5C-3C3C-AFF5-DD4734465324}"/>
          </ac:spMkLst>
        </pc:spChg>
        <pc:spChg chg="add mod">
          <ac:chgData name="Mohan, Poornima Swarna (Cognizant)" userId="36824357-ffbd-40a5-b000-b82d0f7dca89" providerId="ADAL" clId="{BB20CA10-5FC3-4CCD-8518-89B0931CAB48}" dt="2025-12-22T06:10:39.273" v="2902" actId="255"/>
          <ac:spMkLst>
            <pc:docMk/>
            <pc:sldMk cId="469741823" sldId="2147479226"/>
            <ac:spMk id="9" creationId="{749A460A-9ED7-0B29-0769-216864BECE2D}"/>
          </ac:spMkLst>
        </pc:spChg>
        <pc:graphicFrameChg chg="add mod modGraphic">
          <ac:chgData name="Mohan, Poornima Swarna (Cognizant)" userId="36824357-ffbd-40a5-b000-b82d0f7dca89" providerId="ADAL" clId="{BB20CA10-5FC3-4CCD-8518-89B0931CAB48}" dt="2025-12-22T06:10:48.082" v="2904" actId="255"/>
          <ac:graphicFrameMkLst>
            <pc:docMk/>
            <pc:sldMk cId="469741823" sldId="2147479226"/>
            <ac:graphicFrameMk id="10" creationId="{986B25B7-40E2-1490-6CB7-5C5D0B38F581}"/>
          </ac:graphicFrameMkLst>
        </pc:graphicFrameChg>
      </pc:sldChg>
      <pc:sldChg chg="addSp delSp modSp add del mod">
        <pc:chgData name="Mohan, Poornima Swarna (Cognizant)" userId="36824357-ffbd-40a5-b000-b82d0f7dca89" providerId="ADAL" clId="{BB20CA10-5FC3-4CCD-8518-89B0931CAB48}" dt="2025-12-22T05:15:44.182" v="2469" actId="47"/>
        <pc:sldMkLst>
          <pc:docMk/>
          <pc:sldMk cId="2754045913" sldId="2147479226"/>
        </pc:sldMkLst>
      </pc:sldChg>
      <pc:sldChg chg="addSp modSp add mod ord">
        <pc:chgData name="Mohan, Poornima Swarna (Cognizant)" userId="36824357-ffbd-40a5-b000-b82d0f7dca89" providerId="ADAL" clId="{BB20CA10-5FC3-4CCD-8518-89B0931CAB48}" dt="2025-12-22T06:10:11.764" v="2895"/>
        <pc:sldMkLst>
          <pc:docMk/>
          <pc:sldMk cId="622324159" sldId="2147479227"/>
        </pc:sldMkLst>
        <pc:spChg chg="add mod">
          <ac:chgData name="Mohan, Poornima Swarna (Cognizant)" userId="36824357-ffbd-40a5-b000-b82d0f7dca89" providerId="ADAL" clId="{BB20CA10-5FC3-4CCD-8518-89B0931CAB48}" dt="2025-12-22T06:09:35.152" v="2888" actId="255"/>
          <ac:spMkLst>
            <pc:docMk/>
            <pc:sldMk cId="622324159" sldId="2147479227"/>
            <ac:spMk id="3" creationId="{72F13BBD-62E8-A00B-9EF0-EEFF0F97BD5F}"/>
          </ac:spMkLst>
        </pc:spChg>
        <pc:spChg chg="add mod">
          <ac:chgData name="Mohan, Poornima Swarna (Cognizant)" userId="36824357-ffbd-40a5-b000-b82d0f7dca89" providerId="ADAL" clId="{BB20CA10-5FC3-4CCD-8518-89B0931CAB48}" dt="2025-12-22T06:09:55.210" v="2893" actId="1076"/>
          <ac:spMkLst>
            <pc:docMk/>
            <pc:sldMk cId="622324159" sldId="2147479227"/>
            <ac:spMk id="6" creationId="{98911E85-B999-C397-7561-7AB7CD66C9BC}"/>
          </ac:spMkLst>
        </pc:spChg>
      </pc:sldChg>
      <pc:sldChg chg="addSp delSp modSp add del mod">
        <pc:chgData name="Mohan, Poornima Swarna (Cognizant)" userId="36824357-ffbd-40a5-b000-b82d0f7dca89" providerId="ADAL" clId="{BB20CA10-5FC3-4CCD-8518-89B0931CAB48}" dt="2025-12-22T05:15:44.218" v="2470" actId="47"/>
        <pc:sldMkLst>
          <pc:docMk/>
          <pc:sldMk cId="2675666980" sldId="2147479227"/>
        </pc:sldMkLst>
      </pc:sldChg>
      <pc:sldChg chg="addSp modSp add del mod ord">
        <pc:chgData name="Mohan, Poornima Swarna (Cognizant)" userId="36824357-ffbd-40a5-b000-b82d0f7dca89" providerId="ADAL" clId="{BB20CA10-5FC3-4CCD-8518-89B0931CAB48}" dt="2025-12-22T05:15:43.668" v="2468" actId="47"/>
        <pc:sldMkLst>
          <pc:docMk/>
          <pc:sldMk cId="1960967062" sldId="2147479228"/>
        </pc:sldMkLst>
      </pc:sldChg>
      <pc:sldChg chg="addSp delSp new del mod">
        <pc:chgData name="Mohan, Poornima Swarna (Cognizant)" userId="36824357-ffbd-40a5-b000-b82d0f7dca89" providerId="ADAL" clId="{BB20CA10-5FC3-4CCD-8518-89B0931CAB48}" dt="2025-12-22T09:03:55.072" v="2912" actId="47"/>
        <pc:sldMkLst>
          <pc:docMk/>
          <pc:sldMk cId="2208333134" sldId="2147479228"/>
        </pc:sldMkLst>
        <pc:spChg chg="add del">
          <ac:chgData name="Mohan, Poornima Swarna (Cognizant)" userId="36824357-ffbd-40a5-b000-b82d0f7dca89" providerId="ADAL" clId="{BB20CA10-5FC3-4CCD-8518-89B0931CAB48}" dt="2025-12-22T09:03:46.011" v="2908" actId="22"/>
          <ac:spMkLst>
            <pc:docMk/>
            <pc:sldMk cId="2208333134" sldId="2147479228"/>
            <ac:spMk id="7" creationId="{C6EC2CB3-A97D-2B14-E7F3-4B648288F0D2}"/>
          </ac:spMkLst>
        </pc:spChg>
      </pc:sldChg>
      <pc:sldChg chg="addSp delSp modSp add del mod">
        <pc:chgData name="Mohan, Poornima Swarna (Cognizant)" userId="36824357-ffbd-40a5-b000-b82d0f7dca89" providerId="ADAL" clId="{BB20CA10-5FC3-4CCD-8518-89B0931CAB48}" dt="2025-12-22T05:15:44.246" v="2471" actId="47"/>
        <pc:sldMkLst>
          <pc:docMk/>
          <pc:sldMk cId="148417157" sldId="2147479229"/>
        </pc:sldMkLst>
      </pc:sldChg>
      <pc:sldChg chg="add ord">
        <pc:chgData name="Mohan, Poornima Swarna (Cognizant)" userId="36824357-ffbd-40a5-b000-b82d0f7dca89" providerId="ADAL" clId="{BB20CA10-5FC3-4CCD-8518-89B0931CAB48}" dt="2025-12-22T09:03:53.522" v="2911"/>
        <pc:sldMkLst>
          <pc:docMk/>
          <pc:sldMk cId="1611159055" sldId="2147479229"/>
        </pc:sldMkLst>
      </pc:sldChg>
      <pc:sldChg chg="addSp delSp modSp add del mod">
        <pc:chgData name="Mohan, Poornima Swarna (Cognizant)" userId="36824357-ffbd-40a5-b000-b82d0f7dca89" providerId="ADAL" clId="{BB20CA10-5FC3-4CCD-8518-89B0931CAB48}" dt="2025-12-22T05:15:44.277" v="2472" actId="47"/>
        <pc:sldMkLst>
          <pc:docMk/>
          <pc:sldMk cId="933008879" sldId="2147479230"/>
        </pc:sldMkLst>
      </pc:sldChg>
      <pc:sldChg chg="addSp delSp modSp add mod">
        <pc:chgData name="Mohan, Poornima Swarna (Cognizant)" userId="36824357-ffbd-40a5-b000-b82d0f7dca89" providerId="ADAL" clId="{BB20CA10-5FC3-4CCD-8518-89B0931CAB48}" dt="2025-12-22T11:03:51.103" v="2957" actId="113"/>
        <pc:sldMkLst>
          <pc:docMk/>
          <pc:sldMk cId="3721176286" sldId="2147479230"/>
        </pc:sldMkLst>
        <pc:spChg chg="mod">
          <ac:chgData name="Mohan, Poornima Swarna (Cognizant)" userId="36824357-ffbd-40a5-b000-b82d0f7dca89" providerId="ADAL" clId="{BB20CA10-5FC3-4CCD-8518-89B0931CAB48}" dt="2025-12-22T11:00:40.721" v="2928" actId="20577"/>
          <ac:spMkLst>
            <pc:docMk/>
            <pc:sldMk cId="3721176286" sldId="2147479230"/>
            <ac:spMk id="2" creationId="{31EAFEC8-7327-3E81-EF21-DBCE10A1DFE5}"/>
          </ac:spMkLst>
        </pc:spChg>
        <pc:spChg chg="add mod">
          <ac:chgData name="Mohan, Poornima Swarna (Cognizant)" userId="36824357-ffbd-40a5-b000-b82d0f7dca89" providerId="ADAL" clId="{BB20CA10-5FC3-4CCD-8518-89B0931CAB48}" dt="2025-12-22T11:03:51.103" v="2957" actId="113"/>
          <ac:spMkLst>
            <pc:docMk/>
            <pc:sldMk cId="3721176286" sldId="2147479230"/>
            <ac:spMk id="3" creationId="{441F3BBA-9CD2-3469-9059-6A46564117CC}"/>
          </ac:spMkLst>
        </pc:spChg>
        <pc:spChg chg="add mod">
          <ac:chgData name="Mohan, Poornima Swarna (Cognizant)" userId="36824357-ffbd-40a5-b000-b82d0f7dca89" providerId="ADAL" clId="{BB20CA10-5FC3-4CCD-8518-89B0931CAB48}" dt="2025-12-22T11:03:41.418" v="2954" actId="113"/>
          <ac:spMkLst>
            <pc:docMk/>
            <pc:sldMk cId="3721176286" sldId="2147479230"/>
            <ac:spMk id="6" creationId="{DF3563AD-C922-B048-517C-220ACFD04FC3}"/>
          </ac:spMkLst>
        </pc:spChg>
        <pc:spChg chg="del">
          <ac:chgData name="Mohan, Poornima Swarna (Cognizant)" userId="36824357-ffbd-40a5-b000-b82d0f7dca89" providerId="ADAL" clId="{BB20CA10-5FC3-4CCD-8518-89B0931CAB48}" dt="2025-12-22T11:00:44.769" v="2929" actId="478"/>
          <ac:spMkLst>
            <pc:docMk/>
            <pc:sldMk cId="3721176286" sldId="2147479230"/>
            <ac:spMk id="11" creationId="{3B3275CB-0647-BCA8-E2A2-71AC5723B0BA}"/>
          </ac:spMkLst>
        </pc:spChg>
        <pc:spChg chg="del">
          <ac:chgData name="Mohan, Poornima Swarna (Cognizant)" userId="36824357-ffbd-40a5-b000-b82d0f7dca89" providerId="ADAL" clId="{BB20CA10-5FC3-4CCD-8518-89B0931CAB48}" dt="2025-12-22T11:00:44.769" v="2929" actId="478"/>
          <ac:spMkLst>
            <pc:docMk/>
            <pc:sldMk cId="3721176286" sldId="2147479230"/>
            <ac:spMk id="12" creationId="{F3720492-7DE2-24B3-8255-C938E65E0AD3}"/>
          </ac:spMkLst>
        </pc:spChg>
        <pc:spChg chg="del">
          <ac:chgData name="Mohan, Poornima Swarna (Cognizant)" userId="36824357-ffbd-40a5-b000-b82d0f7dca89" providerId="ADAL" clId="{BB20CA10-5FC3-4CCD-8518-89B0931CAB48}" dt="2025-12-22T11:00:44.769" v="2929" actId="478"/>
          <ac:spMkLst>
            <pc:docMk/>
            <pc:sldMk cId="3721176286" sldId="2147479230"/>
            <ac:spMk id="13" creationId="{2D8A81CA-008D-55B8-B71A-26D0715B9C43}"/>
          </ac:spMkLst>
        </pc:spChg>
        <pc:spChg chg="del">
          <ac:chgData name="Mohan, Poornima Swarna (Cognizant)" userId="36824357-ffbd-40a5-b000-b82d0f7dca89" providerId="ADAL" clId="{BB20CA10-5FC3-4CCD-8518-89B0931CAB48}" dt="2025-12-22T11:00:44.769" v="2929" actId="478"/>
          <ac:spMkLst>
            <pc:docMk/>
            <pc:sldMk cId="3721176286" sldId="2147479230"/>
            <ac:spMk id="14" creationId="{06DB8A37-0BD4-9C30-956D-BE0A94B507EF}"/>
          </ac:spMkLst>
        </pc:spChg>
      </pc:sldChg>
      <pc:sldChg chg="addSp modSp add mod">
        <pc:chgData name="Mohan, Poornima Swarna (Cognizant)" userId="36824357-ffbd-40a5-b000-b82d0f7dca89" providerId="ADAL" clId="{BB20CA10-5FC3-4CCD-8518-89B0931CAB48}" dt="2025-12-22T11:14:05.226" v="2964" actId="1076"/>
        <pc:sldMkLst>
          <pc:docMk/>
          <pc:sldMk cId="3466635549" sldId="2147479231"/>
        </pc:sldMkLst>
        <pc:spChg chg="add mod">
          <ac:chgData name="Mohan, Poornima Swarna (Cognizant)" userId="36824357-ffbd-40a5-b000-b82d0f7dca89" providerId="ADAL" clId="{BB20CA10-5FC3-4CCD-8518-89B0931CAB48}" dt="2025-12-22T11:14:05.226" v="2964" actId="1076"/>
          <ac:spMkLst>
            <pc:docMk/>
            <pc:sldMk cId="3466635549" sldId="2147479231"/>
            <ac:spMk id="3" creationId="{64515841-7C76-A5AC-6EB9-8CB5C7DEF39E}"/>
          </ac:spMkLst>
        </pc:spChg>
      </pc:sldChg>
      <pc:sldChg chg="addSp modSp add mod ord">
        <pc:chgData name="Mohan, Poornima Swarna (Cognizant)" userId="36824357-ffbd-40a5-b000-b82d0f7dca89" providerId="ADAL" clId="{BB20CA10-5FC3-4CCD-8518-89B0931CAB48}" dt="2025-12-22T11:02:34.882" v="2945"/>
        <pc:sldMkLst>
          <pc:docMk/>
          <pc:sldMk cId="3408974516" sldId="2147479232"/>
        </pc:sldMkLst>
        <pc:spChg chg="add mod">
          <ac:chgData name="Mohan, Poornima Swarna (Cognizant)" userId="36824357-ffbd-40a5-b000-b82d0f7dca89" providerId="ADAL" clId="{BB20CA10-5FC3-4CCD-8518-89B0931CAB48}" dt="2025-12-22T11:02:04.362" v="2941" actId="1076"/>
          <ac:spMkLst>
            <pc:docMk/>
            <pc:sldMk cId="3408974516" sldId="2147479232"/>
            <ac:spMk id="3" creationId="{4B9A3AF1-7B98-1380-7924-EADDE621F229}"/>
          </ac:spMkLst>
        </pc:spChg>
        <pc:spChg chg="add mod">
          <ac:chgData name="Mohan, Poornima Swarna (Cognizant)" userId="36824357-ffbd-40a5-b000-b82d0f7dca89" providerId="ADAL" clId="{BB20CA10-5FC3-4CCD-8518-89B0931CAB48}" dt="2025-12-22T11:02:08.922" v="2943" actId="1076"/>
          <ac:spMkLst>
            <pc:docMk/>
            <pc:sldMk cId="3408974516" sldId="2147479232"/>
            <ac:spMk id="7" creationId="{080BCFA3-5AEF-5C1A-E011-DDBE9E1B8AA9}"/>
          </ac:spMkLst>
        </pc:spChg>
        <pc:picChg chg="add mod">
          <ac:chgData name="Mohan, Poornima Swarna (Cognizant)" userId="36824357-ffbd-40a5-b000-b82d0f7dca89" providerId="ADAL" clId="{BB20CA10-5FC3-4CCD-8518-89B0931CAB48}" dt="2025-12-22T11:02:05.736" v="2942" actId="1076"/>
          <ac:picMkLst>
            <pc:docMk/>
            <pc:sldMk cId="3408974516" sldId="2147479232"/>
            <ac:picMk id="6" creationId="{BC1D7A11-90F6-785B-5106-63BF9C15D191}"/>
          </ac:picMkLst>
        </pc:picChg>
      </pc:sldChg>
      <pc:sldChg chg="addSp delSp modSp add mod">
        <pc:chgData name="Mohan, Poornima Swarna (Cognizant)" userId="36824357-ffbd-40a5-b000-b82d0f7dca89" providerId="ADAL" clId="{BB20CA10-5FC3-4CCD-8518-89B0931CAB48}" dt="2025-12-22T11:14:27.926" v="2973" actId="2710"/>
        <pc:sldMkLst>
          <pc:docMk/>
          <pc:sldMk cId="1310607485" sldId="2147479233"/>
        </pc:sldMkLst>
        <pc:spChg chg="del">
          <ac:chgData name="Mohan, Poornima Swarna (Cognizant)" userId="36824357-ffbd-40a5-b000-b82d0f7dca89" providerId="ADAL" clId="{BB20CA10-5FC3-4CCD-8518-89B0931CAB48}" dt="2025-12-22T11:14:09.706" v="2966" actId="478"/>
          <ac:spMkLst>
            <pc:docMk/>
            <pc:sldMk cId="1310607485" sldId="2147479233"/>
            <ac:spMk id="3" creationId="{48A65530-1F15-8E2C-C29E-9FFF3C8E4345}"/>
          </ac:spMkLst>
        </pc:spChg>
        <pc:spChg chg="add mod">
          <ac:chgData name="Mohan, Poornima Swarna (Cognizant)" userId="36824357-ffbd-40a5-b000-b82d0f7dca89" providerId="ADAL" clId="{BB20CA10-5FC3-4CCD-8518-89B0931CAB48}" dt="2025-12-22T11:14:27.926" v="2973" actId="2710"/>
          <ac:spMkLst>
            <pc:docMk/>
            <pc:sldMk cId="1310607485" sldId="2147479233"/>
            <ac:spMk id="7" creationId="{6A1983BC-B1B9-1439-5436-3C9566B7770F}"/>
          </ac:spMkLst>
        </pc:spChg>
      </pc:sldChg>
      <pc:sldChg chg="add del">
        <pc:chgData name="Mohan, Poornima Swarna (Cognizant)" userId="36824357-ffbd-40a5-b000-b82d0f7dca89" providerId="ADAL" clId="{BB20CA10-5FC3-4CCD-8518-89B0931CAB48}" dt="2025-12-22T11:14:13.292" v="2968"/>
        <pc:sldMkLst>
          <pc:docMk/>
          <pc:sldMk cId="4125842942" sldId="2147479234"/>
        </pc:sldMkLst>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30F5A08-7575-F725-BFF1-D935F90F92AC}"/>
              </a:ext>
            </a:extLst>
          </p:cNvPr>
          <p:cNvSpPr>
            <a:spLocks noGrp="1"/>
          </p:cNvSpPr>
          <p:nvPr>
            <p:ph type="dt" sz="quarter" idx="1"/>
          </p:nvPr>
        </p:nvSpPr>
        <p:spPr>
          <a:xfrm>
            <a:off x="2743200" y="8778240"/>
            <a:ext cx="685800" cy="186772"/>
          </a:xfrm>
          <a:prstGeom prst="rect">
            <a:avLst/>
          </a:prstGeom>
        </p:spPr>
        <p:txBody>
          <a:bodyPr vert="horz" lIns="0" tIns="0" rIns="0" bIns="0" rtlCol="0" anchor="ctr"/>
          <a:lstStyle>
            <a:lvl1pPr algn="r">
              <a:defRPr sz="1200"/>
            </a:lvl1pPr>
          </a:lstStyle>
          <a:p>
            <a:pPr algn="l"/>
            <a:fld id="{29AC45B9-84CC-40E1-828C-10F71E33992E}" type="datetimeFigureOut">
              <a:rPr lang="en-US" sz="700" smtClean="0"/>
              <a:pPr algn="l"/>
              <a:t>12/22/2025</a:t>
            </a:fld>
            <a:endParaRPr lang="en-US" sz="700" dirty="0"/>
          </a:p>
        </p:txBody>
      </p:sp>
      <p:sp>
        <p:nvSpPr>
          <p:cNvPr id="4" name="Footer Placeholder 3">
            <a:extLst>
              <a:ext uri="{FF2B5EF4-FFF2-40B4-BE49-F238E27FC236}">
                <a16:creationId xmlns:a16="http://schemas.microsoft.com/office/drawing/2014/main" id="{37A56218-DB2F-0418-99B8-6A1ACC2C9AFC}"/>
              </a:ext>
            </a:extLst>
          </p:cNvPr>
          <p:cNvSpPr>
            <a:spLocks noGrp="1"/>
          </p:cNvSpPr>
          <p:nvPr>
            <p:ph type="ftr" sz="quarter" idx="2"/>
          </p:nvPr>
        </p:nvSpPr>
        <p:spPr>
          <a:xfrm>
            <a:off x="1005840" y="8778240"/>
            <a:ext cx="1645920" cy="186772"/>
          </a:xfrm>
          <a:prstGeom prst="rect">
            <a:avLst/>
          </a:prstGeom>
        </p:spPr>
        <p:txBody>
          <a:bodyPr vert="horz" lIns="0" tIns="0" rIns="0" bIns="0" rtlCol="0" anchor="ctr"/>
          <a:lstStyle>
            <a:lvl1pPr algn="l">
              <a:defRPr sz="1200"/>
            </a:lvl1pPr>
          </a:lstStyle>
          <a:p>
            <a:r>
              <a:rPr lang="en-US" sz="700" dirty="0"/>
              <a:t>© 2024 Cognizant | Private</a:t>
            </a:r>
          </a:p>
        </p:txBody>
      </p:sp>
      <p:sp>
        <p:nvSpPr>
          <p:cNvPr id="5" name="Slide Number Placeholder 4">
            <a:extLst>
              <a:ext uri="{FF2B5EF4-FFF2-40B4-BE49-F238E27FC236}">
                <a16:creationId xmlns:a16="http://schemas.microsoft.com/office/drawing/2014/main" id="{E623B4F1-BEDD-220B-3FE3-DF0A0400F465}"/>
              </a:ext>
            </a:extLst>
          </p:cNvPr>
          <p:cNvSpPr>
            <a:spLocks noGrp="1"/>
          </p:cNvSpPr>
          <p:nvPr>
            <p:ph type="sldNum" sz="quarter" idx="3"/>
          </p:nvPr>
        </p:nvSpPr>
        <p:spPr>
          <a:xfrm>
            <a:off x="457200" y="8778240"/>
            <a:ext cx="457200" cy="186772"/>
          </a:xfrm>
          <a:prstGeom prst="rect">
            <a:avLst/>
          </a:prstGeom>
        </p:spPr>
        <p:txBody>
          <a:bodyPr vert="horz" lIns="0" tIns="0" rIns="0" bIns="0" rtlCol="0" anchor="ctr"/>
          <a:lstStyle>
            <a:lvl1pPr algn="r">
              <a:defRPr sz="1200"/>
            </a:lvl1pPr>
          </a:lstStyle>
          <a:p>
            <a:pPr algn="l"/>
            <a:fld id="{885E0265-FDA2-4E8C-937F-39DAB9288447}" type="slidenum">
              <a:rPr lang="en-US" sz="700" smtClean="0"/>
              <a:pPr algn="l"/>
              <a:t>‹#›</a:t>
            </a:fld>
            <a:endParaRPr lang="en-US" sz="700" dirty="0"/>
          </a:p>
        </p:txBody>
      </p:sp>
      <p:pic>
        <p:nvPicPr>
          <p:cNvPr id="6" name="Cognizant Logo_rgb_pos_2023">
            <a:extLst>
              <a:ext uri="{FF2B5EF4-FFF2-40B4-BE49-F238E27FC236}">
                <a16:creationId xmlns:a16="http://schemas.microsoft.com/office/drawing/2014/main" id="{77CDF549-6216-3CBB-4649-15E94847D7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Tree>
    <p:extLst>
      <p:ext uri="{BB962C8B-B14F-4D97-AF65-F5344CB8AC3E}">
        <p14:creationId xmlns:p14="http://schemas.microsoft.com/office/powerpoint/2010/main" val="2023093806"/>
      </p:ext>
    </p:extLst>
  </p:cSld>
  <p:clrMap bg1="lt1" tx1="dk1" bg2="lt2" tx2="dk2" accent1="accent1" accent2="accent2" accent3="accent3" accent4="accent4" accent5="accent5" accent6="accent6" hlink="hlink" folHlink="folHlink"/>
  <p:hf dt="0"/>
  <p:extLst>
    <p:ext uri="{56416CCD-93CA-4268-BC5B-53C4BB910035}">
      <p15:sldGuideLst xmlns:p15="http://schemas.microsoft.com/office/powerpoint/2012/main">
        <p15:guide id="1" orient="horz" pos="288" userDrawn="1">
          <p15:clr>
            <a:srgbClr val="F26B43"/>
          </p15:clr>
        </p15:guide>
        <p15:guide id="2" pos="4008" userDrawn="1">
          <p15:clr>
            <a:srgbClr val="F26B43"/>
          </p15:clr>
        </p15:guide>
        <p15:guide id="3" pos="28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2743200" y="8778240"/>
            <a:ext cx="685800" cy="182880"/>
          </a:xfrm>
          <a:prstGeom prst="rect">
            <a:avLst/>
          </a:prstGeom>
        </p:spPr>
        <p:txBody>
          <a:bodyPr vert="horz" lIns="0" tIns="0" rIns="0" bIns="0" rtlCol="0" anchor="ctr"/>
          <a:lstStyle>
            <a:lvl1pPr algn="just">
              <a:defRPr sz="700">
                <a:solidFill>
                  <a:schemeClr val="tx1"/>
                </a:solidFill>
              </a:defRPr>
            </a:lvl1pPr>
          </a:lstStyle>
          <a:p>
            <a:fld id="{77F90463-ABF8-694C-8BD0-274F394D1536}" type="datetimeFigureOut">
              <a:rPr lang="en-US" smtClean="0"/>
              <a:pPr/>
              <a:t>12/22/2025</a:t>
            </a:fld>
            <a:endParaRPr lang="en-US" dirty="0"/>
          </a:p>
        </p:txBody>
      </p:sp>
      <p:sp>
        <p:nvSpPr>
          <p:cNvPr id="4" name="Slide Image Placeholder 3"/>
          <p:cNvSpPr>
            <a:spLocks noGrp="1" noRot="1" noChangeAspect="1"/>
          </p:cNvSpPr>
          <p:nvPr>
            <p:ph type="sldImg" idx="2"/>
          </p:nvPr>
        </p:nvSpPr>
        <p:spPr>
          <a:xfrm>
            <a:off x="685800" y="685800"/>
            <a:ext cx="5486400" cy="3086100"/>
          </a:xfrm>
          <a:prstGeom prst="rect">
            <a:avLst/>
          </a:prstGeom>
          <a:noFill/>
          <a:ln w="6350">
            <a:solidFill>
              <a:schemeClr val="accent6"/>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003766"/>
            <a:ext cx="5486400" cy="4572000"/>
          </a:xfrm>
          <a:prstGeom prst="rect">
            <a:avLst/>
          </a:prstGeom>
        </p:spPr>
        <p:txBody>
          <a:bodyPr vert="horz" lIns="0" tIns="0" rIns="0" bIns="0" numCol="2" spcCol="45720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Footer Placeholder 5"/>
          <p:cNvSpPr>
            <a:spLocks noGrp="1"/>
          </p:cNvSpPr>
          <p:nvPr>
            <p:ph type="ftr" sz="quarter" idx="4"/>
          </p:nvPr>
        </p:nvSpPr>
        <p:spPr>
          <a:xfrm>
            <a:off x="1005839" y="8778240"/>
            <a:ext cx="1645920" cy="182880"/>
          </a:xfrm>
          <a:prstGeom prst="rect">
            <a:avLst/>
          </a:prstGeom>
        </p:spPr>
        <p:txBody>
          <a:bodyPr vert="horz" lIns="0" tIns="0" rIns="0" bIns="0" rtlCol="0" anchor="ctr"/>
          <a:lstStyle>
            <a:lvl1pPr algn="l">
              <a:defRPr sz="700">
                <a:solidFill>
                  <a:schemeClr val="tx1"/>
                </a:solidFill>
              </a:defRPr>
            </a:lvl1pPr>
          </a:lstStyle>
          <a:p>
            <a:r>
              <a:rPr lang="en-US" dirty="0"/>
              <a:t>© 2024 Cognizant | Private</a:t>
            </a:r>
          </a:p>
        </p:txBody>
      </p:sp>
      <p:sp>
        <p:nvSpPr>
          <p:cNvPr id="7" name="Slide Number Placeholder 6"/>
          <p:cNvSpPr>
            <a:spLocks noGrp="1"/>
          </p:cNvSpPr>
          <p:nvPr>
            <p:ph type="sldNum" sz="quarter" idx="5"/>
          </p:nvPr>
        </p:nvSpPr>
        <p:spPr>
          <a:xfrm>
            <a:off x="457200" y="8778240"/>
            <a:ext cx="457200" cy="182880"/>
          </a:xfrm>
          <a:prstGeom prst="rect">
            <a:avLst/>
          </a:prstGeom>
        </p:spPr>
        <p:txBody>
          <a:bodyPr vert="horz" lIns="0" tIns="0" rIns="0" bIns="0" rtlCol="0" anchor="ctr"/>
          <a:lstStyle>
            <a:lvl1pPr algn="l">
              <a:defRPr sz="700">
                <a:solidFill>
                  <a:schemeClr val="tx1"/>
                </a:solidFill>
              </a:defRPr>
            </a:lvl1pPr>
          </a:lstStyle>
          <a:p>
            <a:fld id="{3B1EFD08-C94F-6048-8AD6-4B7ED2EB73E5}" type="slidenum">
              <a:rPr lang="en-US" smtClean="0"/>
              <a:pPr/>
              <a:t>‹#›</a:t>
            </a:fld>
            <a:endParaRPr lang="en-US" dirty="0"/>
          </a:p>
        </p:txBody>
      </p:sp>
      <p:pic>
        <p:nvPicPr>
          <p:cNvPr id="14" name="Cognizant Logo_rgb_pos_2023">
            <a:extLst>
              <a:ext uri="{FF2B5EF4-FFF2-40B4-BE49-F238E27FC236}">
                <a16:creationId xmlns:a16="http://schemas.microsoft.com/office/drawing/2014/main" id="{A2974059-71CF-4B2E-674F-C2960C7D06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
        <p:nvSpPr>
          <p:cNvPr id="9" name="TextBox 8">
            <a:extLst>
              <a:ext uri="{FF2B5EF4-FFF2-40B4-BE49-F238E27FC236}">
                <a16:creationId xmlns:a16="http://schemas.microsoft.com/office/drawing/2014/main" id="{A173F526-7A43-BDC0-E786-AC0B86C66A25}"/>
              </a:ext>
            </a:extLst>
          </p:cNvPr>
          <p:cNvSpPr txBox="1"/>
          <p:nvPr/>
        </p:nvSpPr>
        <p:spPr>
          <a:xfrm>
            <a:off x="7246125" y="4003766"/>
            <a:ext cx="2779024" cy="1061829"/>
          </a:xfrm>
          <a:prstGeom prst="rect">
            <a:avLst/>
          </a:prstGeom>
          <a:solidFill>
            <a:schemeClr val="accent6"/>
          </a:solidFill>
        </p:spPr>
        <p:txBody>
          <a:bodyPr wrap="square" rtlCol="0">
            <a:spAutoFit/>
          </a:bodyPr>
          <a:lstStyle/>
          <a:p>
            <a:r>
              <a:rPr lang="en-US" sz="1050" dirty="0">
                <a:solidFill>
                  <a:schemeClr val="tx1"/>
                </a:solidFill>
              </a:rPr>
              <a:t>Speaker Notes will automatically appear in the text box on the page. To design the handout page differently, insert any additional text boxes and graphics as needed, and move the Speaker Notes box off of the page, but do not delete it. </a:t>
            </a:r>
          </a:p>
        </p:txBody>
      </p:sp>
    </p:spTree>
    <p:extLst>
      <p:ext uri="{BB962C8B-B14F-4D97-AF65-F5344CB8AC3E}">
        <p14:creationId xmlns:p14="http://schemas.microsoft.com/office/powerpoint/2010/main" val="3393915420"/>
      </p:ext>
    </p:extLst>
  </p:cSld>
  <p:clrMap bg1="lt1" tx1="dk1" bg2="lt2" tx2="dk2" accent1="accent1" accent2="accent2" accent3="accent3" accent4="accent4" accent5="accent5" accent6="accent6" hlink="hlink" folHlink="folHlink"/>
  <p:hf dt="0"/>
  <p:notesStyle>
    <a:lvl1pPr marL="0" algn="l" defTabSz="914400" rtl="0" eaLnBrk="1" latinLnBrk="0" hangingPunct="1">
      <a:spcBef>
        <a:spcPts val="900"/>
      </a:spcBef>
      <a:defRPr sz="1050" kern="1200">
        <a:solidFill>
          <a:schemeClr val="tx1"/>
        </a:solidFill>
        <a:latin typeface="+mn-lt"/>
        <a:ea typeface="+mn-ea"/>
        <a:cs typeface="+mn-cs"/>
      </a:defRPr>
    </a:lvl1pPr>
    <a:lvl2pPr marL="231775"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2pPr>
    <a:lvl3pPr marL="411480"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3pPr>
    <a:lvl4pPr marL="573088" indent="-12700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4pPr>
    <a:lvl5pPr marL="1828800" algn="l" defTabSz="914400" rtl="0" eaLnBrk="1" latinLnBrk="0" hangingPunct="1">
      <a:spcBef>
        <a:spcPts val="900"/>
      </a:spcBef>
      <a:defRPr sz="105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432" userDrawn="1">
          <p15:clr>
            <a:srgbClr val="F26B43"/>
          </p15:clr>
        </p15:guide>
        <p15:guide id="3" pos="3888" userDrawn="1">
          <p15:clr>
            <a:srgbClr val="F26B43"/>
          </p15:clr>
        </p15:guide>
        <p15:guide id="4" orient="horz" pos="432" userDrawn="1">
          <p15:clr>
            <a:srgbClr val="F26B43"/>
          </p15:clr>
        </p15:guide>
        <p15:guide id="5" pos="2064" userDrawn="1">
          <p15:clr>
            <a:srgbClr val="F26B43"/>
          </p15:clr>
        </p15:guide>
        <p15:guide id="6" pos="225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Header Placeholder 4">
            <a:extLst>
              <a:ext uri="{FF2B5EF4-FFF2-40B4-BE49-F238E27FC236}">
                <a16:creationId xmlns:a16="http://schemas.microsoft.com/office/drawing/2014/main" id="{AD61830B-85AB-908F-E819-D770B13C7699}"/>
              </a:ext>
            </a:extLst>
          </p:cNvPr>
          <p:cNvSpPr>
            <a:spLocks noGrp="1"/>
          </p:cNvSpPr>
          <p:nvPr>
            <p:ph type="hdr" sz="quarter"/>
          </p:nvPr>
        </p:nvSpPr>
        <p:spPr>
          <a:xfrm>
            <a:off x="0" y="228600"/>
            <a:ext cx="3429000" cy="228600"/>
          </a:xfrm>
          <a:prstGeom prst="rect">
            <a:avLst/>
          </a:prstGeom>
        </p:spPr>
        <p:txBody>
          <a:bodyPr/>
          <a:lstStyle/>
          <a:p>
            <a:r>
              <a:rPr lang="en-US" dirty="0"/>
              <a:t>Presentation title</a:t>
            </a:r>
          </a:p>
        </p:txBody>
      </p:sp>
      <p:sp>
        <p:nvSpPr>
          <p:cNvPr id="6" name="Footer Placeholder 5">
            <a:extLst>
              <a:ext uri="{FF2B5EF4-FFF2-40B4-BE49-F238E27FC236}">
                <a16:creationId xmlns:a16="http://schemas.microsoft.com/office/drawing/2014/main" id="{5F2BB85D-C5E9-56A1-5B2C-F294052461D5}"/>
              </a:ext>
            </a:extLst>
          </p:cNvPr>
          <p:cNvSpPr>
            <a:spLocks noGrp="1"/>
          </p:cNvSpPr>
          <p:nvPr>
            <p:ph type="ftr" sz="quarter" idx="4"/>
          </p:nvPr>
        </p:nvSpPr>
        <p:spPr/>
        <p:txBody>
          <a:bodyPr/>
          <a:lstStyle/>
          <a:p>
            <a:r>
              <a:rPr lang="en-US" dirty="0"/>
              <a:t>© 2024 Cognizant | Private</a:t>
            </a:r>
          </a:p>
        </p:txBody>
      </p:sp>
      <p:sp>
        <p:nvSpPr>
          <p:cNvPr id="7" name="Slide Number Placeholder 6">
            <a:extLst>
              <a:ext uri="{FF2B5EF4-FFF2-40B4-BE49-F238E27FC236}">
                <a16:creationId xmlns:a16="http://schemas.microsoft.com/office/drawing/2014/main" id="{0FFF4630-F4DE-449C-EDFB-181F737A1EDF}"/>
              </a:ext>
            </a:extLst>
          </p:cNvPr>
          <p:cNvSpPr>
            <a:spLocks noGrp="1"/>
          </p:cNvSpPr>
          <p:nvPr>
            <p:ph type="sldNum" sz="quarter" idx="5"/>
          </p:nvPr>
        </p:nvSpPr>
        <p:spPr/>
        <p:txBody>
          <a:bodyPr/>
          <a:lstStyle/>
          <a:p>
            <a:fld id="{3B1EFD08-C94F-6048-8AD6-4B7ED2EB73E5}" type="slidenum">
              <a:rPr lang="en-US" smtClean="0"/>
              <a:pPr/>
              <a:t>1</a:t>
            </a:fld>
            <a:endParaRPr lang="en-US" dirty="0"/>
          </a:p>
        </p:txBody>
      </p:sp>
    </p:spTree>
    <p:extLst>
      <p:ext uri="{BB962C8B-B14F-4D97-AF65-F5344CB8AC3E}">
        <p14:creationId xmlns:p14="http://schemas.microsoft.com/office/powerpoint/2010/main" val="580408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600379" y="2407182"/>
            <a:ext cx="8991244"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COVERS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334358417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ver 1">
    <p:bg bwMode="auto">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8B373-B954-E6CF-C9C8-9AC20DDB2431}"/>
              </a:ext>
            </a:extLst>
          </p:cNvPr>
          <p:cNvSpPr>
            <a:spLocks noGrp="1"/>
          </p:cNvSpPr>
          <p:nvPr>
            <p:ph type="ctrTitle" hasCustomPrompt="1"/>
          </p:nvPr>
        </p:nvSpPr>
        <p:spPr bwMode="white">
          <a:xfrm>
            <a:off x="1005839" y="2936367"/>
            <a:ext cx="4023360" cy="997196"/>
          </a:xfrm>
        </p:spPr>
        <p:txBody>
          <a:bodyPr anchor="b"/>
          <a:lstStyle>
            <a:lvl1pPr algn="l">
              <a:defRPr sz="3600" b="1"/>
            </a:lvl1pPr>
          </a:lstStyle>
          <a:p>
            <a:r>
              <a:rPr lang="en-US" dirty="0"/>
              <a:t>Click to add title Arial 36pt bold</a:t>
            </a:r>
          </a:p>
        </p:txBody>
      </p:sp>
      <p:sp>
        <p:nvSpPr>
          <p:cNvPr id="3" name="Subtitle 2">
            <a:extLst>
              <a:ext uri="{FF2B5EF4-FFF2-40B4-BE49-F238E27FC236}">
                <a16:creationId xmlns:a16="http://schemas.microsoft.com/office/drawing/2014/main" id="{0C972F9C-09A7-DBD8-2D67-0D748097DF24}"/>
              </a:ext>
            </a:extLst>
          </p:cNvPr>
          <p:cNvSpPr>
            <a:spLocks noGrp="1"/>
          </p:cNvSpPr>
          <p:nvPr>
            <p:ph type="subTitle" idx="1" hasCustomPrompt="1"/>
          </p:nvPr>
        </p:nvSpPr>
        <p:spPr bwMode="white">
          <a:xfrm>
            <a:off x="1005839" y="4187952"/>
            <a:ext cx="4023360" cy="332399"/>
          </a:xfrm>
        </p:spPr>
        <p:txBody>
          <a:bodyPr>
            <a:spAutoFit/>
          </a:bodyPr>
          <a:lstStyle>
            <a:lvl1pPr marL="0" indent="0" algn="l">
              <a:lnSpc>
                <a:spcPct val="90000"/>
              </a:lnSpc>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6" name="Text Placeholder 15">
            <a:extLst>
              <a:ext uri="{FF2B5EF4-FFF2-40B4-BE49-F238E27FC236}">
                <a16:creationId xmlns:a16="http://schemas.microsoft.com/office/drawing/2014/main" id="{368BAD18-89D3-751D-5AD5-9D192969E4B8}"/>
              </a:ext>
            </a:extLst>
          </p:cNvPr>
          <p:cNvSpPr>
            <a:spLocks noGrp="1"/>
          </p:cNvSpPr>
          <p:nvPr>
            <p:ph type="body" sz="quarter" idx="13" hasCustomPrompt="1"/>
          </p:nvPr>
        </p:nvSpPr>
        <p:spPr bwMode="white">
          <a:xfrm>
            <a:off x="1005840" y="5221923"/>
            <a:ext cx="4023360" cy="187359"/>
          </a:xfrm>
        </p:spPr>
        <p:txBody>
          <a:bodyPr>
            <a:spAutoFit/>
          </a:bodyPr>
          <a:lstStyle>
            <a:lvl1pPr marL="0" indent="0">
              <a:buNone/>
              <a:defRPr sz="1200"/>
            </a:lvl1pPr>
          </a:lstStyle>
          <a:p>
            <a:pPr lvl="0"/>
            <a:r>
              <a:rPr lang="en-US" dirty="0"/>
              <a:t>Click to add date</a:t>
            </a:r>
          </a:p>
        </p:txBody>
      </p:sp>
      <p:pic>
        <p:nvPicPr>
          <p:cNvPr id="5" name="Cognizant Logo_rgb_rev_2023">
            <a:extLst>
              <a:ext uri="{FF2B5EF4-FFF2-40B4-BE49-F238E27FC236}">
                <a16:creationId xmlns:a16="http://schemas.microsoft.com/office/drawing/2014/main" id="{6D31EA89-5C1D-DE6B-0A5E-E426A85A66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7141" y="534665"/>
            <a:ext cx="1783080" cy="312988"/>
          </a:xfrm>
          <a:prstGeom prst="rect">
            <a:avLst/>
          </a:prstGeom>
        </p:spPr>
      </p:pic>
      <p:sp>
        <p:nvSpPr>
          <p:cNvPr id="4" name="Date Placeholder 3">
            <a:extLst>
              <a:ext uri="{FF2B5EF4-FFF2-40B4-BE49-F238E27FC236}">
                <a16:creationId xmlns:a16="http://schemas.microsoft.com/office/drawing/2014/main" id="{F704D708-80D4-E81A-396C-38F535D61CAA}"/>
              </a:ext>
            </a:extLst>
          </p:cNvPr>
          <p:cNvSpPr>
            <a:spLocks noGrp="1"/>
          </p:cNvSpPr>
          <p:nvPr>
            <p:ph type="dt" sz="half" idx="14"/>
          </p:nvPr>
        </p:nvSpPr>
        <p:spPr bwMode="white"/>
        <p:txBody>
          <a:bodyPr/>
          <a:lstStyle/>
          <a:p>
            <a:fld id="{C654E610-DB42-4088-BCAC-33270A5A4A3B}" type="datetime1">
              <a:rPr lang="en-US" smtClean="0"/>
              <a:t>12/22/2025</a:t>
            </a:fld>
            <a:endParaRPr lang="en-US" dirty="0"/>
          </a:p>
        </p:txBody>
      </p:sp>
      <p:sp>
        <p:nvSpPr>
          <p:cNvPr id="6" name="Footer Placeholder 5">
            <a:extLst>
              <a:ext uri="{FF2B5EF4-FFF2-40B4-BE49-F238E27FC236}">
                <a16:creationId xmlns:a16="http://schemas.microsoft.com/office/drawing/2014/main" id="{A7F602FB-08B6-9224-2ED9-82E1EB902A97}"/>
              </a:ext>
            </a:extLst>
          </p:cNvPr>
          <p:cNvSpPr>
            <a:spLocks noGrp="1"/>
          </p:cNvSpPr>
          <p:nvPr>
            <p:ph type="ftr" sz="quarter" idx="15"/>
          </p:nvPr>
        </p:nvSpPr>
        <p:spPr bwMode="white">
          <a:xfrm>
            <a:off x="1005840" y="6400800"/>
            <a:ext cx="1371600" cy="228600"/>
          </a:xfrm>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C08A7654-3A43-87A9-ABBA-350B88EB467E}"/>
              </a:ext>
            </a:extLst>
          </p:cNvPr>
          <p:cNvSpPr>
            <a:spLocks noGrp="1"/>
          </p:cNvSpPr>
          <p:nvPr>
            <p:ph type="sldNum" sz="quarter" idx="16"/>
          </p:nvPr>
        </p:nvSpPr>
        <p:spPr bwMode="white"/>
        <p:txBody>
          <a:bodyPr/>
          <a:lstStyle/>
          <a:p>
            <a:fld id="{38826FC0-333C-E549-9FA3-0EE43DF298A3}" type="slidenum">
              <a:rPr lang="en-US" smtClean="0"/>
              <a:pPr/>
              <a:t>‹#›</a:t>
            </a:fld>
            <a:endParaRPr lang="en-US" dirty="0"/>
          </a:p>
        </p:txBody>
      </p:sp>
      <p:pic>
        <p:nvPicPr>
          <p:cNvPr id="14" name="Picture 13">
            <a:extLst>
              <a:ext uri="{FF2B5EF4-FFF2-40B4-BE49-F238E27FC236}">
                <a16:creationId xmlns:a16="http://schemas.microsoft.com/office/drawing/2014/main" id="{D0F03245-CDE7-48AA-BD1B-F0D6935521F6}"/>
              </a:ext>
            </a:extLst>
          </p:cNvPr>
          <p:cNvPicPr>
            <a:picLocks noChangeAspect="1"/>
          </p:cNvPicPr>
          <p:nvPr/>
        </p:nvPicPr>
        <p:blipFill rotWithShape="1">
          <a:blip r:embed="rId4">
            <a:alphaModFix/>
          </a:blip>
          <a:srcRect l="-2" r="-9" b="23"/>
          <a:stretch/>
        </p:blipFill>
        <p:spPr>
          <a:xfrm>
            <a:off x="5221960" y="-2"/>
            <a:ext cx="6970040" cy="6858002"/>
          </a:xfrm>
          <a:prstGeom prst="rect">
            <a:avLst/>
          </a:prstGeom>
        </p:spPr>
      </p:pic>
    </p:spTree>
    <p:extLst>
      <p:ext uri="{BB962C8B-B14F-4D97-AF65-F5344CB8AC3E}">
        <p14:creationId xmlns:p14="http://schemas.microsoft.com/office/powerpoint/2010/main" val="8384312"/>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over 2">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hasCustomPrompt="1"/>
          </p:nvPr>
        </p:nvSpPr>
        <p:spPr>
          <a:xfrm>
            <a:off x="1005840" y="2431804"/>
            <a:ext cx="8712200" cy="997196"/>
          </a:xfrm>
        </p:spPr>
        <p:txBody>
          <a:bodyPr anchor="b">
            <a:spAutoFit/>
          </a:bodyPr>
          <a:lstStyle>
            <a:lvl1pPr algn="l">
              <a:defRPr sz="3600" b="1">
                <a:solidFill>
                  <a:schemeClr val="tx2"/>
                </a:solidFill>
              </a:defRPr>
            </a:lvl1pPr>
          </a:lstStyle>
          <a:p>
            <a:r>
              <a:rPr lang="en-US" dirty="0"/>
              <a:t>Click to add extra long presentation </a:t>
            </a:r>
            <a:br>
              <a:rPr lang="en-US" dirty="0"/>
            </a:br>
            <a:r>
              <a:rPr lang="en-US" dirty="0"/>
              <a:t>title Arial 36pt bold</a:t>
            </a:r>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hasCustomPrompt="1"/>
          </p:nvPr>
        </p:nvSpPr>
        <p:spPr>
          <a:xfrm>
            <a:off x="1005840" y="3885739"/>
            <a:ext cx="8712200" cy="276999"/>
          </a:xfrm>
          <a:prstGeom prst="rect">
            <a:avLst/>
          </a:prstGeom>
        </p:spPr>
        <p:txBody>
          <a:bodyPr wrap="square" lIns="0" tIns="0" rIns="0" bIns="0">
            <a:spAutoFit/>
          </a:bodyPr>
          <a:lstStyle>
            <a:lvl1pPr marL="0" indent="0" algn="l">
              <a:lnSpc>
                <a:spcPct val="90000"/>
              </a:lnSpc>
              <a:buNone/>
              <a:defRPr sz="20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005840" y="5221922"/>
            <a:ext cx="4023360" cy="187359"/>
          </a:xfrm>
          <a:prstGeom prst="rect">
            <a:avLst/>
          </a:prstGeom>
        </p:spPr>
        <p:txBody>
          <a:bodyPr wrap="none">
            <a:spAutoFit/>
          </a:bodyPr>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add date</a:t>
            </a:r>
          </a:p>
        </p:txBody>
      </p:sp>
      <p:pic>
        <p:nvPicPr>
          <p:cNvPr id="2" name="Cognizant Logo_rgb_rev_2023">
            <a:extLst>
              <a:ext uri="{FF2B5EF4-FFF2-40B4-BE49-F238E27FC236}">
                <a16:creationId xmlns:a16="http://schemas.microsoft.com/office/drawing/2014/main" id="{A289B6B7-484E-820F-55A6-B545B1D7FE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invGray">
          <a:xfrm>
            <a:off x="376990" y="1095300"/>
            <a:ext cx="2624328" cy="460654"/>
          </a:xfrm>
          <a:prstGeom prst="rect">
            <a:avLst/>
          </a:prstGeom>
        </p:spPr>
      </p:pic>
      <p:sp>
        <p:nvSpPr>
          <p:cNvPr id="5" name="Date Placeholder 4">
            <a:extLst>
              <a:ext uri="{FF2B5EF4-FFF2-40B4-BE49-F238E27FC236}">
                <a16:creationId xmlns:a16="http://schemas.microsoft.com/office/drawing/2014/main" id="{7ED7D619-D61B-E60B-63C9-B090CABB0105}"/>
              </a:ext>
            </a:extLst>
          </p:cNvPr>
          <p:cNvSpPr>
            <a:spLocks noGrp="1"/>
          </p:cNvSpPr>
          <p:nvPr>
            <p:ph type="dt" sz="half" idx="13"/>
          </p:nvPr>
        </p:nvSpPr>
        <p:spPr/>
        <p:txBody>
          <a:bodyPr/>
          <a:lstStyle/>
          <a:p>
            <a:fld id="{295A92A4-D239-4DAC-83D7-9560A78607E9}" type="datetime1">
              <a:rPr lang="en-US" smtClean="0"/>
              <a:t>12/22/2025</a:t>
            </a:fld>
            <a:endParaRPr lang="en-US" dirty="0"/>
          </a:p>
        </p:txBody>
      </p:sp>
      <p:sp>
        <p:nvSpPr>
          <p:cNvPr id="6" name="Footer Placeholder 5">
            <a:extLst>
              <a:ext uri="{FF2B5EF4-FFF2-40B4-BE49-F238E27FC236}">
                <a16:creationId xmlns:a16="http://schemas.microsoft.com/office/drawing/2014/main" id="{70F51BFC-5EC2-9CD1-7F12-40FA9671C977}"/>
              </a:ext>
            </a:extLst>
          </p:cNvPr>
          <p:cNvSpPr>
            <a:spLocks noGrp="1"/>
          </p:cNvSpPr>
          <p:nvPr>
            <p:ph type="ftr" sz="quarter" idx="14"/>
          </p:nvPr>
        </p:nvSpPr>
        <p:spPr>
          <a:xfrm>
            <a:off x="1005840" y="6400800"/>
            <a:ext cx="1371600" cy="228600"/>
          </a:xfrm>
        </p:spPr>
        <p:txBody>
          <a:bodyPr/>
          <a:lstStyle/>
          <a:p>
            <a:r>
              <a:rPr lang="en-US"/>
              <a:t>© 2025–2027 Cognizant | Private</a:t>
            </a:r>
            <a:endParaRPr lang="en-US" dirty="0"/>
          </a:p>
        </p:txBody>
      </p:sp>
      <p:sp>
        <p:nvSpPr>
          <p:cNvPr id="7" name="Slide Number Placeholder 6">
            <a:extLst>
              <a:ext uri="{FF2B5EF4-FFF2-40B4-BE49-F238E27FC236}">
                <a16:creationId xmlns:a16="http://schemas.microsoft.com/office/drawing/2014/main" id="{5A2E8399-6911-0E44-17E5-8C2D8297AA27}"/>
              </a:ext>
            </a:extLst>
          </p:cNvPr>
          <p:cNvSpPr>
            <a:spLocks noGrp="1"/>
          </p:cNvSpPr>
          <p:nvPr>
            <p:ph type="sldNum" sz="quarter" idx="1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9631327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Agenda - ligh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content</a:t>
            </a:r>
          </a:p>
          <a:p>
            <a:pPr lvl="1"/>
            <a:r>
              <a:rPr lang="en-US" dirty="0"/>
              <a:t>2nd level text</a:t>
            </a:r>
          </a:p>
          <a:p>
            <a:pPr lvl="2"/>
            <a:r>
              <a:rPr lang="en-US" dirty="0"/>
              <a:t>3rd level text</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31347B8F-702B-F8D2-3BCF-E1C9AEB86CEC}"/>
              </a:ext>
            </a:extLst>
          </p:cNvPr>
          <p:cNvSpPr>
            <a:spLocks noGrp="1"/>
          </p:cNvSpPr>
          <p:nvPr>
            <p:ph type="dt" sz="half" idx="10"/>
          </p:nvPr>
        </p:nvSpPr>
        <p:spPr/>
        <p:txBody>
          <a:bodyPr/>
          <a:lstStyle/>
          <a:p>
            <a:fld id="{7BD0C447-63DF-4D3E-8633-1F74B6350F13}" type="datetime1">
              <a:rPr lang="en-US" smtClean="0"/>
              <a:t>12/22/2025</a:t>
            </a:fld>
            <a:endParaRPr lang="en-US" dirty="0"/>
          </a:p>
        </p:txBody>
      </p:sp>
      <p:sp>
        <p:nvSpPr>
          <p:cNvPr id="8" name="Footer Placeholder 7">
            <a:extLst>
              <a:ext uri="{FF2B5EF4-FFF2-40B4-BE49-F238E27FC236}">
                <a16:creationId xmlns:a16="http://schemas.microsoft.com/office/drawing/2014/main" id="{2D295671-87C9-E086-9979-83CE71CF0FF1}"/>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3DF2403-9115-12D2-6006-6F820363A79D}"/>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5" name="Straight Connector 4">
            <a:extLst>
              <a:ext uri="{FF2B5EF4-FFF2-40B4-BE49-F238E27FC236}">
                <a16:creationId xmlns:a16="http://schemas.microsoft.com/office/drawing/2014/main" id="{46BFA7A6-B1A7-45E7-3AC5-3E0FB62C8ACD}"/>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72208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Agenda - dark">
    <p:bg bwMode="ltGray">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bwMode="white">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bwMode="white">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text</a:t>
            </a:r>
          </a:p>
          <a:p>
            <a:pPr lvl="1"/>
            <a:r>
              <a:rPr lang="en-US" dirty="0"/>
              <a:t>Second level</a:t>
            </a:r>
          </a:p>
          <a:p>
            <a:pPr lvl="2"/>
            <a:r>
              <a:rPr lang="en-US" dirty="0"/>
              <a:t>Third level</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10" name="Date Placeholder 9">
            <a:extLst>
              <a:ext uri="{FF2B5EF4-FFF2-40B4-BE49-F238E27FC236}">
                <a16:creationId xmlns:a16="http://schemas.microsoft.com/office/drawing/2014/main" id="{3721A195-6B8B-725F-D366-5DEA3DB95C6B}"/>
              </a:ext>
            </a:extLst>
          </p:cNvPr>
          <p:cNvSpPr>
            <a:spLocks noGrp="1"/>
          </p:cNvSpPr>
          <p:nvPr>
            <p:ph type="dt" sz="half" idx="10"/>
          </p:nvPr>
        </p:nvSpPr>
        <p:spPr bwMode="white"/>
        <p:txBody>
          <a:bodyPr/>
          <a:lstStyle/>
          <a:p>
            <a:fld id="{35804F47-C571-497F-BD65-F5BF142AEBFB}" type="datetime1">
              <a:rPr lang="en-US" smtClean="0"/>
              <a:t>12/22/2025</a:t>
            </a:fld>
            <a:endParaRPr lang="en-US" dirty="0"/>
          </a:p>
        </p:txBody>
      </p:sp>
      <p:sp>
        <p:nvSpPr>
          <p:cNvPr id="11" name="Footer Placeholder 10">
            <a:extLst>
              <a:ext uri="{FF2B5EF4-FFF2-40B4-BE49-F238E27FC236}">
                <a16:creationId xmlns:a16="http://schemas.microsoft.com/office/drawing/2014/main" id="{0526A62E-F7DF-7CEE-ED9A-0CD867A6E84B}"/>
              </a:ext>
            </a:extLst>
          </p:cNvPr>
          <p:cNvSpPr>
            <a:spLocks noGrp="1"/>
          </p:cNvSpPr>
          <p:nvPr>
            <p:ph type="ftr" sz="quarter" idx="11"/>
          </p:nvPr>
        </p:nvSpPr>
        <p:spPr bwMode="white"/>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7A014AE8-178B-A9BA-EAEA-F7363ADD19D1}"/>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cxnSp>
        <p:nvCxnSpPr>
          <p:cNvPr id="4" name="Straight Connector 3">
            <a:extLst>
              <a:ext uri="{FF2B5EF4-FFF2-40B4-BE49-F238E27FC236}">
                <a16:creationId xmlns:a16="http://schemas.microsoft.com/office/drawing/2014/main" id="{02972682-3F2E-080B-6434-DA84A8F99BEB}"/>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pic>
        <p:nvPicPr>
          <p:cNvPr id="5" name="Cognizant Logo_rgb_rev_2023" descr="Cognizant logo reversed, SVG format">
            <a:extLst>
              <a:ext uri="{FF2B5EF4-FFF2-40B4-BE49-F238E27FC236}">
                <a16:creationId xmlns:a16="http://schemas.microsoft.com/office/drawing/2014/main" id="{EC1DBD74-512D-7084-97CF-8AB4F27F93C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94748079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hasCustomPrompt="1"/>
          </p:nvPr>
        </p:nvSpPr>
        <p:spPr>
          <a:xfrm>
            <a:off x="1005840" y="2563670"/>
            <a:ext cx="6969760" cy="1477328"/>
          </a:xfrm>
        </p:spPr>
        <p:txBody>
          <a:bodyPr wrap="square" anchor="b" anchorCtr="0">
            <a:spAutoFit/>
          </a:bodyPr>
          <a:lstStyle>
            <a:lvl1pPr algn="l">
              <a:lnSpc>
                <a:spcPct val="80000"/>
              </a:lnSpc>
              <a:defRPr sz="6000" b="1">
                <a:solidFill>
                  <a:schemeClr val="tx1"/>
                </a:solidFill>
              </a:defRPr>
            </a:lvl1pPr>
          </a:lstStyle>
          <a:p>
            <a:r>
              <a:rPr lang="en-US" dirty="0"/>
              <a:t>Click to add thank you Arial 60pt bold</a:t>
            </a:r>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hasCustomPrompt="1"/>
          </p:nvPr>
        </p:nvSpPr>
        <p:spPr>
          <a:xfrm>
            <a:off x="1005839" y="4187952"/>
            <a:ext cx="6969759" cy="738664"/>
          </a:xfrm>
          <a:prstGeom prst="rect">
            <a:avLst/>
          </a:prstGeom>
        </p:spPr>
        <p:txBody>
          <a:bodyPr wrap="square">
            <a:spAutoFit/>
          </a:bodyPr>
          <a:lstStyle>
            <a:lvl1pPr marL="0" indent="0">
              <a:lnSpc>
                <a:spcPct val="100000"/>
              </a:lnSpc>
              <a:buNone/>
              <a:defRPr sz="2400"/>
            </a:lvl1pPr>
          </a:lstStyle>
          <a:p>
            <a:r>
              <a:rPr lang="en-US" dirty="0"/>
              <a:t>Presenter’s name will go here</a:t>
            </a:r>
            <a:br>
              <a:rPr lang="en-US" dirty="0"/>
            </a:br>
            <a:r>
              <a:rPr lang="en-US" dirty="0"/>
              <a:t>Contact information will go here</a:t>
            </a:r>
          </a:p>
        </p:txBody>
      </p:sp>
      <p:pic>
        <p:nvPicPr>
          <p:cNvPr id="4" name="Cognizant Logo_rgb_pos_2023">
            <a:extLst>
              <a:ext uri="{FF2B5EF4-FFF2-40B4-BE49-F238E27FC236}">
                <a16:creationId xmlns:a16="http://schemas.microsoft.com/office/drawing/2014/main" id="{933CBE7C-62A0-B842-444A-9CB149FE47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141" y="536757"/>
            <a:ext cx="1771158" cy="310896"/>
          </a:xfrm>
          <a:prstGeom prst="rect">
            <a:avLst/>
          </a:prstGeom>
        </p:spPr>
      </p:pic>
      <p:sp>
        <p:nvSpPr>
          <p:cNvPr id="8" name="Date Placeholder 7">
            <a:extLst>
              <a:ext uri="{FF2B5EF4-FFF2-40B4-BE49-F238E27FC236}">
                <a16:creationId xmlns:a16="http://schemas.microsoft.com/office/drawing/2014/main" id="{63AB218E-6446-9119-F020-EA0226D5EA00}"/>
              </a:ext>
            </a:extLst>
          </p:cNvPr>
          <p:cNvSpPr>
            <a:spLocks noGrp="1"/>
          </p:cNvSpPr>
          <p:nvPr>
            <p:ph type="dt" sz="half" idx="14"/>
          </p:nvPr>
        </p:nvSpPr>
        <p:spPr/>
        <p:txBody>
          <a:bodyPr/>
          <a:lstStyle/>
          <a:p>
            <a:fld id="{FC49663A-D29C-4B22-94EC-2FFD1DA1E12C}" type="datetime1">
              <a:rPr lang="en-US" smtClean="0"/>
              <a:t>12/22/2025</a:t>
            </a:fld>
            <a:endParaRPr lang="en-US" dirty="0"/>
          </a:p>
        </p:txBody>
      </p:sp>
      <p:sp>
        <p:nvSpPr>
          <p:cNvPr id="10" name="Footer Placeholder 9">
            <a:extLst>
              <a:ext uri="{FF2B5EF4-FFF2-40B4-BE49-F238E27FC236}">
                <a16:creationId xmlns:a16="http://schemas.microsoft.com/office/drawing/2014/main" id="{6A69099E-58E8-F0C3-D6AC-8BF8CA47CAAD}"/>
              </a:ext>
            </a:extLst>
          </p:cNvPr>
          <p:cNvSpPr>
            <a:spLocks noGrp="1"/>
          </p:cNvSpPr>
          <p:nvPr>
            <p:ph type="ftr" sz="quarter" idx="15"/>
          </p:nvPr>
        </p:nvSpPr>
        <p:spPr>
          <a:xfrm>
            <a:off x="1005840" y="6400800"/>
            <a:ext cx="1371600" cy="228600"/>
          </a:xfrm>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007F51C3-FF3D-0A66-9CCC-77DE445C7F3A}"/>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239070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68183" y="2407183"/>
            <a:ext cx="10055638"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DIVIDERS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7400077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1 - gradient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BD76384-5270-C4A7-D992-81F8ADBA5582}"/>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D23DD35-F8AD-429C-B3C1-6AFB057088C6}" type="datetime1">
              <a:rPr lang="en-US" smtClean="0"/>
              <a:t>12/22/2025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19955793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1 - gradient 2">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EED6A89-35BA-3F8A-D8BB-D4E661AF1A89}"/>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2025E2AA-42C1-4AB1-ACA0-4028843E7AE5}" type="datetime1">
              <a:rPr lang="en-US" smtClean="0"/>
              <a:t>12/22/2025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1193105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1 - gradient 3">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30394C-5C91-9DEE-E78B-8B2737F22E88}"/>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1F9A45AA-4C9B-4F3D-9B00-955010BFFB10}" type="datetime1">
              <a:rPr lang="en-US" smtClean="0"/>
              <a:t>12/22/2025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27006361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1">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B92954D4-551A-42ED-A500-34A95CD5658A}" type="datetime1">
              <a:rPr lang="en-US" smtClean="0"/>
              <a:t>12/22/2025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3" name="Picture 2">
            <a:extLst>
              <a:ext uri="{FF2B5EF4-FFF2-40B4-BE49-F238E27FC236}">
                <a16:creationId xmlns:a16="http://schemas.microsoft.com/office/drawing/2014/main" id="{B400FEF8-3A34-CD8C-A6FB-CE13CAA3B7DD}"/>
              </a:ext>
            </a:extLst>
          </p:cNvPr>
          <p:cNvPicPr>
            <a:picLocks noChangeAspect="1"/>
          </p:cNvPicPr>
          <p:nvPr userDrawn="1"/>
        </p:nvPicPr>
        <p:blipFill>
          <a:blip r:embed="rId2"/>
          <a:stretch>
            <a:fillRect/>
          </a:stretch>
        </p:blipFill>
        <p:spPr>
          <a:xfrm rot="16200000">
            <a:off x="4555191"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6" name="Cognizant Logo_rgb_rev_2023" descr="Cognizant logo reversed, SVG format">
            <a:extLst>
              <a:ext uri="{FF2B5EF4-FFF2-40B4-BE49-F238E27FC236}">
                <a16:creationId xmlns:a16="http://schemas.microsoft.com/office/drawing/2014/main" id="{82FF47A8-7CF0-F27D-023E-57FE9B71381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89766627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2">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AF7C349D-DFBC-444A-B2F5-B5608581AD28}" type="datetime1">
              <a:rPr lang="en-US" smtClean="0"/>
              <a:t>12/22/2025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6" name="Picture 5">
            <a:extLst>
              <a:ext uri="{FF2B5EF4-FFF2-40B4-BE49-F238E27FC236}">
                <a16:creationId xmlns:a16="http://schemas.microsoft.com/office/drawing/2014/main" id="{D7B5A0F4-9AAB-4DDF-CF55-9A7C1A97CF2F}"/>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3" name="Cognizant Logo_rgb_rev_2023" descr="Cognizant logo reversed, SVG format">
            <a:extLst>
              <a:ext uri="{FF2B5EF4-FFF2-40B4-BE49-F238E27FC236}">
                <a16:creationId xmlns:a16="http://schemas.microsoft.com/office/drawing/2014/main" id="{10928C0D-93E9-B015-DAA2-F15DE1B8AA5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693668669"/>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3">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10" name="Picture 9">
            <a:extLst>
              <a:ext uri="{FF2B5EF4-FFF2-40B4-BE49-F238E27FC236}">
                <a16:creationId xmlns:a16="http://schemas.microsoft.com/office/drawing/2014/main" id="{A7CFA061-257C-B680-CB8A-410FE77C6A85}"/>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05BEDD96-87AA-4299-8CE3-CAAE9239AB8E}" type="datetime1">
              <a:rPr lang="en-US" smtClean="0"/>
              <a:t>12/22/2025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9CDEB77C-83A9-471E-0DD7-632772E158A5}"/>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04379831"/>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1">
    <p:bg>
      <p:bgRef idx="1001">
        <a:schemeClr val="bg2"/>
      </p:bgRef>
    </p:bg>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6DF08015-38F6-54F7-EFDB-1C1EAF004ABF}"/>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rotWithShape="1">
          <a:blip r:embed="rId2"/>
          <a:srcRect t="20568"/>
          <a:stretch/>
        </p:blipFill>
        <p:spPr>
          <a:xfrm rot="16200000">
            <a:off x="-86681" y="86681"/>
            <a:ext cx="6858000" cy="6684639"/>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5005AE86-1640-4D8B-A4F0-019A930B54B1}" type="datetime1">
              <a:rPr lang="en-US" smtClean="0"/>
              <a:t>12/22/2025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7" name="Table Placeholder 6">
            <a:extLst>
              <a:ext uri="{FF2B5EF4-FFF2-40B4-BE49-F238E27FC236}">
                <a16:creationId xmlns:a16="http://schemas.microsoft.com/office/drawing/2014/main" id="{E6CF90BD-F1D4-0D82-4CDD-222505B22CE8}"/>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8096880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2">
    <p:bg>
      <p:bgRef idx="1001">
        <a:schemeClr val="bg2"/>
      </p:bgRef>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A0D8AB6-3AED-7935-402A-4053B324B5CB}"/>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6" name="Picture 25">
            <a:extLst>
              <a:ext uri="{FF2B5EF4-FFF2-40B4-BE49-F238E27FC236}">
                <a16:creationId xmlns:a16="http://schemas.microsoft.com/office/drawing/2014/main" id="{2E287986-5735-CAAE-7F1D-D641F5BF13F7}"/>
              </a:ext>
            </a:extLst>
          </p:cNvPr>
          <p:cNvPicPr>
            <a:picLocks noChangeAspect="1"/>
          </p:cNvPicPr>
          <p:nvPr userDrawn="1"/>
        </p:nvPicPr>
        <p:blipFill rotWithShape="1">
          <a:blip r:embed="rId2"/>
          <a:srcRect t="20568"/>
          <a:stretch/>
        </p:blipFill>
        <p:spPr>
          <a:xfrm rot="16200000">
            <a:off x="-86682" y="86681"/>
            <a:ext cx="6858000" cy="6684637"/>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03C1F63-A2DD-4DE2-8D77-4EDDD69835E5}" type="datetime1">
              <a:rPr lang="en-US" smtClean="0"/>
              <a:t>12/22/2025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5" name="Table Placeholder 6">
            <a:extLst>
              <a:ext uri="{FF2B5EF4-FFF2-40B4-BE49-F238E27FC236}">
                <a16:creationId xmlns:a16="http://schemas.microsoft.com/office/drawing/2014/main" id="{E57C6CAD-0EE0-4D1F-585B-3C9CA1A4DCF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858845412"/>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3">
    <p:bg>
      <p:bgRef idx="1001">
        <a:schemeClr val="bg2"/>
      </p:bgRef>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DE083EF2-B9ED-A8EB-E84E-F0E0FBE4C14E}"/>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4" name="Picture 23">
            <a:extLst>
              <a:ext uri="{FF2B5EF4-FFF2-40B4-BE49-F238E27FC236}">
                <a16:creationId xmlns:a16="http://schemas.microsoft.com/office/drawing/2014/main" id="{D3B5FB7A-3A13-9083-843A-06B731B02439}"/>
              </a:ext>
            </a:extLst>
          </p:cNvPr>
          <p:cNvPicPr>
            <a:picLocks noChangeAspect="1"/>
          </p:cNvPicPr>
          <p:nvPr userDrawn="1"/>
        </p:nvPicPr>
        <p:blipFill rotWithShape="1">
          <a:blip r:embed="rId2"/>
          <a:srcRect t="20568"/>
          <a:stretch/>
        </p:blipFill>
        <p:spPr>
          <a:xfrm rot="16200000">
            <a:off x="-86681" y="86682"/>
            <a:ext cx="6858000" cy="668463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 </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894E410E-EBAE-44D2-861A-9BA5FD172332}" type="datetime1">
              <a:rPr lang="en-US" smtClean="0"/>
              <a:t>12/22/2025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3" name="Table Placeholder 6">
            <a:extLst>
              <a:ext uri="{FF2B5EF4-FFF2-40B4-BE49-F238E27FC236}">
                <a16:creationId xmlns:a16="http://schemas.microsoft.com/office/drawing/2014/main" id="{14B17B9E-37F1-2E25-4E4D-4BE64E780B0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369510336"/>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4 - gradient 1">
    <p:bg>
      <p:bgRef idx="1001">
        <a:schemeClr val="bg1"/>
      </p:bgRef>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F4124EB5-51FD-40CC-8D44-0DC571C5E665}" type="datetime1">
              <a:rPr lang="en-US" smtClean="0"/>
              <a:t>12/22/2025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23640641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4 - gradient 2">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231D93-F448-189B-0481-564A24064BF8}"/>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C725206-C539-4CD5-9A96-6A6EA4047699}" type="datetime1">
              <a:rPr lang="en-US" smtClean="0"/>
              <a:t>12/22/2025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182028784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4 - gradient 3">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C6B776-428C-5C39-6B96-46437F782E11}"/>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09EE139-3B1D-4FC0-A0F3-A113B4CC045D}" type="datetime1">
              <a:rPr lang="en-US" smtClean="0"/>
              <a:t>12/22/2025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2271147822"/>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5 - gradient 1">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000023D-E955-5182-3282-0810B76F4603}"/>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3" name="Picture Placeholder 42">
            <a:extLst>
              <a:ext uri="{FF2B5EF4-FFF2-40B4-BE49-F238E27FC236}">
                <a16:creationId xmlns:a16="http://schemas.microsoft.com/office/drawing/2014/main" id="{EC842FEB-95BB-4FB4-3FA3-1E474B85B1F9}"/>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3EAF8B40-B29E-414A-9231-017F753B963C}" type="datetime1">
              <a:rPr lang="en-US" smtClean="0"/>
              <a:t>12/22/2025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44" name="Title 43">
            <a:extLst>
              <a:ext uri="{FF2B5EF4-FFF2-40B4-BE49-F238E27FC236}">
                <a16:creationId xmlns:a16="http://schemas.microsoft.com/office/drawing/2014/main" id="{B01F0658-A406-0A81-8740-42D0296493A0}"/>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2026314163"/>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5 - gradient 2">
    <p:bg>
      <p:bgRef idx="1001">
        <a:schemeClr val="bg1"/>
      </p:bgRef>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409E97D-0361-7DD7-5A21-A33316BCCCD6}"/>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9D2A95BB-6B24-408C-A56B-816E9D0158BB}" type="datetime1">
              <a:rPr lang="en-US" smtClean="0"/>
              <a:t>12/22/2025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C783E89B-070C-A8F7-620B-402672D863BE}"/>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6F701354-590A-2F87-01D8-E966A92E9AC2}"/>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14299524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5 - gradient 3">
    <p:bg>
      <p:bgRef idx="1001">
        <a:schemeClr val="bg1"/>
      </p:bgRef>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4C4F196-D7A9-ED2E-C141-813614D36A3A}"/>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8C4B3C08-E32E-46A6-9940-C674B78126A2}" type="datetime1">
              <a:rPr lang="en-US" smtClean="0"/>
              <a:t>12/22/2025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4C31AD8D-BE37-52EE-F12C-2DD4458EFD1C}"/>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142A0D92-C0EF-2935-ECF6-3D38467DA7E3}"/>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3167360719"/>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951966" y="2407183"/>
            <a:ext cx="10288073"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CONTENT</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984837384"/>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BAA707EB-F149-4F65-A059-3E9202505DFA}" type="datetime1">
              <a:rPr lang="en-US" smtClean="0"/>
              <a:t>12/22/2025</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541436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uper head, sub head, footnote - Super head, sub head, footnot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2"/>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2"/>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accent6">
                    <a:lumMod val="50000"/>
                  </a:schemeClr>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163F489F-9B53-4FCC-B3C2-252173530A19}" type="datetime1">
              <a:rPr lang="en-US" smtClean="0"/>
              <a:t>12/22/2025</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923293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 ligh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AE93934B-F4CE-AD9A-35D6-CC331792B5C3}"/>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3" name="Date Placeholder 2">
            <a:extLst>
              <a:ext uri="{FF2B5EF4-FFF2-40B4-BE49-F238E27FC236}">
                <a16:creationId xmlns:a16="http://schemas.microsoft.com/office/drawing/2014/main" id="{84022F7E-4713-F54B-0D06-50B8F5080741}"/>
              </a:ext>
            </a:extLst>
          </p:cNvPr>
          <p:cNvSpPr>
            <a:spLocks noGrp="1"/>
          </p:cNvSpPr>
          <p:nvPr>
            <p:ph type="dt" sz="half" idx="10"/>
          </p:nvPr>
        </p:nvSpPr>
        <p:spPr/>
        <p:txBody>
          <a:bodyPr/>
          <a:lstStyle/>
          <a:p>
            <a:fld id="{32523293-0015-4865-92C0-63029C67C08B}" type="datetime1">
              <a:rPr lang="en-US" smtClean="0"/>
              <a:t>12/22/2025</a:t>
            </a:fld>
            <a:endParaRPr lang="en-US" dirty="0"/>
          </a:p>
        </p:txBody>
      </p:sp>
      <p:sp>
        <p:nvSpPr>
          <p:cNvPr id="7" name="Footer Placeholder 6">
            <a:extLst>
              <a:ext uri="{FF2B5EF4-FFF2-40B4-BE49-F238E27FC236}">
                <a16:creationId xmlns:a16="http://schemas.microsoft.com/office/drawing/2014/main" id="{E800DDDC-1A7E-DB83-3DF7-C1422F0007E3}"/>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ACBA0657-9DC2-4B9A-96F7-59E8C05D92C8}"/>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471106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D0AD1154-7DA6-4D00-9C05-2C627858BDDF}" type="datetime1">
              <a:rPr lang="en-US" smtClean="0"/>
              <a:t>12/22/2025</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41404100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199" y="1447800"/>
            <a:ext cx="5212080"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lvl1pPr marL="0" indent="0">
              <a:buNone/>
              <a:defRPr/>
            </a:lvl1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CF52D24F-A919-4C36-9BB0-CC56D69F5134}" type="datetime1">
              <a:rPr lang="en-US" smtClean="0"/>
              <a:t>12/22/2025</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9334579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4th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54255A21-2286-48B2-85B8-09A3AB748CB1}" type="datetime1">
              <a:rPr lang="en-US" smtClean="0"/>
              <a:t>12/22/2025</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endParaRPr lang="en-US" dirty="0"/>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224414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1F36B69E-D9F9-452B-9074-A7489B939D17}" type="datetime1">
              <a:rPr lang="en-US" smtClean="0"/>
              <a:t>12/22/2025</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5" name="Straight Connector 4">
            <a:extLst>
              <a:ext uri="{FF2B5EF4-FFF2-40B4-BE49-F238E27FC236}">
                <a16:creationId xmlns:a16="http://schemas.microsoft.com/office/drawing/2014/main" id="{429A3035-2EDB-6331-792C-C204BF38F6AC}"/>
              </a:ext>
            </a:extLst>
          </p:cNvPr>
          <p:cNvCxnSpPr>
            <a:cxnSpLocks/>
          </p:cNvCxnSpPr>
          <p:nvPr/>
        </p:nvCxnSpPr>
        <p:spPr>
          <a:xfrm>
            <a:off x="452438" y="1342781"/>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6E72534-59BF-D450-E5D9-32D085C7E6D9}"/>
              </a:ext>
            </a:extLst>
          </p:cNvPr>
          <p:cNvCxnSpPr>
            <a:cxnSpLocks/>
          </p:cNvCxnSpPr>
          <p:nvPr/>
        </p:nvCxnSpPr>
        <p:spPr>
          <a:xfrm>
            <a:off x="3962400" y="1342781"/>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81774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0"/>
            <a:ext cx="5212080" cy="4571999"/>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0975437E-1DBA-4B9C-9581-0BBB1993339C}" type="datetime1">
              <a:rPr lang="en-US" smtClean="0"/>
              <a:t>12/22/2025</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6" name="Straight Connector 5">
            <a:extLst>
              <a:ext uri="{FF2B5EF4-FFF2-40B4-BE49-F238E27FC236}">
                <a16:creationId xmlns:a16="http://schemas.microsoft.com/office/drawing/2014/main" id="{124E5F2F-71BE-F7DA-234E-403E9123E2E3}"/>
              </a:ext>
            </a:extLst>
          </p:cNvPr>
          <p:cNvCxnSpPr>
            <a:cxnSpLocks/>
          </p:cNvCxnSpPr>
          <p:nvPr/>
        </p:nvCxnSpPr>
        <p:spPr>
          <a:xfrm>
            <a:off x="6096000" y="1444750"/>
            <a:ext cx="0" cy="4571997"/>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62424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29184"/>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F634C7C7-C4EF-4670-B999-297CDE7276C2}" type="datetime1">
              <a:rPr lang="en-US" smtClean="0"/>
              <a:t>12/22/2025</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013306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08E9509E-2D00-4425-8617-63AD21C2168D}" type="datetime1">
              <a:rPr lang="en-US" smtClean="0"/>
              <a:t>12/22/2025</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5250528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tatement - light">
    <p:bg>
      <p:bgRef idx="1001">
        <a:schemeClr val="bg2"/>
      </p:bgRef>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2"/>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dirty="0"/>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4" name="Date Placeholder 3">
            <a:extLst>
              <a:ext uri="{FF2B5EF4-FFF2-40B4-BE49-F238E27FC236}">
                <a16:creationId xmlns:a16="http://schemas.microsoft.com/office/drawing/2014/main" id="{A90C7F1F-725F-1A52-1D97-F08B00EAAD97}"/>
              </a:ext>
            </a:extLst>
          </p:cNvPr>
          <p:cNvSpPr>
            <a:spLocks noGrp="1"/>
          </p:cNvSpPr>
          <p:nvPr>
            <p:ph type="dt" sz="half" idx="14"/>
          </p:nvPr>
        </p:nvSpPr>
        <p:spPr/>
        <p:txBody>
          <a:bodyPr/>
          <a:lstStyle/>
          <a:p>
            <a:fld id="{B301B72F-569F-4EC1-BC0D-A48112D7E658}" type="datetime1">
              <a:rPr lang="en-US" smtClean="0"/>
              <a:t>12/22/2025</a:t>
            </a:fld>
            <a:endParaRPr lang="en-US" dirty="0"/>
          </a:p>
        </p:txBody>
      </p:sp>
      <p:sp>
        <p:nvSpPr>
          <p:cNvPr id="7" name="Footer Placeholder 6">
            <a:extLst>
              <a:ext uri="{FF2B5EF4-FFF2-40B4-BE49-F238E27FC236}">
                <a16:creationId xmlns:a16="http://schemas.microsoft.com/office/drawing/2014/main" id="{D50B4EFF-B670-387B-EBF2-318801CE65AB}"/>
              </a:ext>
            </a:extLst>
          </p:cNvPr>
          <p:cNvSpPr>
            <a:spLocks noGrp="1"/>
          </p:cNvSpPr>
          <p:nvPr>
            <p:ph type="ftr" sz="quarter" idx="15"/>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B54DEEBD-7FD8-B1BF-8875-FF2A60284D39}"/>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7264736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se study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42164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E240D85D-6E93-453E-9D10-D2844A4FB22C}" type="datetime1">
              <a:rPr lang="en-US" smtClean="0"/>
              <a:t>12/22/2025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24429341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ase study light - no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E73A3D6-80E4-AC3E-7815-5FDC789342D0}"/>
              </a:ext>
            </a:extLst>
          </p:cNvPr>
          <p:cNvSpPr/>
          <p:nvPr userDrawn="1"/>
        </p:nvSpPr>
        <p:spPr>
          <a:xfrm>
            <a:off x="0" y="0"/>
            <a:ext cx="42164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bg1"/>
                </a:solidFill>
              </a:defRPr>
            </a:lvl1pPr>
          </a:lstStyle>
          <a:p>
            <a:fld id="{3D4BFC8A-E4DD-4119-B3BA-BC9D4E473C99}" type="datetime1">
              <a:rPr lang="en-US" smtClean="0"/>
              <a:t>12/22/2025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1625816533"/>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DARK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775811" y="1385364"/>
            <a:ext cx="10640378" cy="4087273"/>
          </a:xfrm>
          <a:prstGeom prst="rect">
            <a:avLst/>
          </a:prstGeom>
          <a:noFill/>
        </p:spPr>
        <p:txBody>
          <a:bodyPr wrap="squar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DARK 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2891603830"/>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obj" preserve="1">
  <p:cSld name="Title and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F383D916-FBF7-8EA7-4311-2FD3E10E8254}"/>
              </a:ext>
            </a:extLst>
          </p:cNvPr>
          <p:cNvSpPr>
            <a:spLocks noGrp="1"/>
          </p:cNvSpPr>
          <p:nvPr>
            <p:ph type="dt" sz="half" idx="10"/>
          </p:nvPr>
        </p:nvSpPr>
        <p:spPr/>
        <p:txBody>
          <a:bodyPr/>
          <a:lstStyle/>
          <a:p>
            <a:fld id="{A8FE65DC-9B0C-48A5-898F-3399994D7A14}" type="datetime1">
              <a:rPr lang="en-US" smtClean="0"/>
              <a:t>12/22/2025</a:t>
            </a:fld>
            <a:endParaRPr lang="en-US" dirty="0"/>
          </a:p>
        </p:txBody>
      </p:sp>
      <p:sp>
        <p:nvSpPr>
          <p:cNvPr id="10" name="Footer Placeholder 9">
            <a:extLst>
              <a:ext uri="{FF2B5EF4-FFF2-40B4-BE49-F238E27FC236}">
                <a16:creationId xmlns:a16="http://schemas.microsoft.com/office/drawing/2014/main" id="{69D40ACC-00F3-03AD-3DB1-6487497FA161}"/>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1DA0B9D4-7BD8-9FB8-A351-972423D1D77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591ACBB7-11CF-0324-65ED-7CE580E3A1A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111587575"/>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uper head, sub head, footnote - Super head, sub head, footnote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3"/>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3"/>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tx1"/>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4D400A4B-814A-44AC-8B06-B181334875EB}" type="datetime1">
              <a:rPr lang="en-US" smtClean="0"/>
              <a:t>12/22/2025</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pic>
        <p:nvPicPr>
          <p:cNvPr id="6" name="Cognizant Logo_rgb_rev_2023" descr="Cognizant logo reversed, SVG format">
            <a:extLst>
              <a:ext uri="{FF2B5EF4-FFF2-40B4-BE49-F238E27FC236}">
                <a16:creationId xmlns:a16="http://schemas.microsoft.com/office/drawing/2014/main" id="{C58C5DC1-02D1-ACC1-37E9-20232B40787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62044694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Only" preserve="1">
  <p:cSld name="Title only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8" name="Date Placeholder 7">
            <a:extLst>
              <a:ext uri="{FF2B5EF4-FFF2-40B4-BE49-F238E27FC236}">
                <a16:creationId xmlns:a16="http://schemas.microsoft.com/office/drawing/2014/main" id="{D1C004D1-9C96-9E3A-B3CF-E648F1817884}"/>
              </a:ext>
            </a:extLst>
          </p:cNvPr>
          <p:cNvSpPr>
            <a:spLocks noGrp="1"/>
          </p:cNvSpPr>
          <p:nvPr>
            <p:ph type="dt" sz="half" idx="10"/>
          </p:nvPr>
        </p:nvSpPr>
        <p:spPr/>
        <p:txBody>
          <a:bodyPr/>
          <a:lstStyle/>
          <a:p>
            <a:fld id="{34B751B7-EDD5-4C32-B7E9-CF83F055A7D0}" type="datetime1">
              <a:rPr lang="en-US" smtClean="0"/>
              <a:t>12/22/2025</a:t>
            </a:fld>
            <a:endParaRPr lang="en-US" dirty="0"/>
          </a:p>
        </p:txBody>
      </p:sp>
      <p:sp>
        <p:nvSpPr>
          <p:cNvPr id="9" name="Footer Placeholder 8">
            <a:extLst>
              <a:ext uri="{FF2B5EF4-FFF2-40B4-BE49-F238E27FC236}">
                <a16:creationId xmlns:a16="http://schemas.microsoft.com/office/drawing/2014/main" id="{C8F63855-627B-94BE-7770-B3F2F8F1DAD6}"/>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64918DA7-E1E1-1CFE-6E02-09FE2AA2F07F}"/>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39ECF048-F463-0BC0-00A8-80B618B315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9099305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Blank - dark">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lstStyle>
            <a:lvl1pPr>
              <a:defRPr sz="1400">
                <a:solidFill>
                  <a:schemeClr val="bg1"/>
                </a:solidFill>
              </a:defRPr>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B8D9EEA2-7C16-4EBF-A4ED-6EE3F89E8D21}" type="datetime1">
              <a:rPr lang="en-US" smtClean="0"/>
              <a:t>12/22/2025</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F805300B-96D9-F036-71EF-3F86B3B72D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79443788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wo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7800"/>
            <a:ext cx="5212076"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a:t>
            </a:r>
          </a:p>
          <a:p>
            <a:pPr lvl="4"/>
            <a:r>
              <a:rPr lang="en-US" dirty="0"/>
              <a:t>Fifth level</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91C17549-EEBF-4F3F-AEC3-BD6253AA8F59}" type="datetime1">
              <a:rPr lang="en-US" smtClean="0"/>
              <a:t>12/22/2025</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1DE60F7F-2598-AFEF-3685-42666554AD0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92546887"/>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hree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80A36B52-8436-4389-9B2A-8C0F3227369F}" type="datetime1">
              <a:rPr lang="en-US" smtClean="0"/>
              <a:t>12/22/2025</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endParaRPr lang="en-US" dirty="0"/>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4D269101-9011-77BF-B029-F362C603BBB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205733390"/>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omparison horizontal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88600C33-2456-4AF5-B85D-EE39F485AD31}" type="datetime1">
              <a:rPr lang="en-US" smtClean="0"/>
              <a:t>12/22/2025</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3"/>
                </a:solidFill>
              </a:defRPr>
            </a:lvl1pPr>
          </a:lstStyle>
          <a:p>
            <a:pPr lvl="0"/>
            <a:r>
              <a:rPr lang="en-US" dirty="0"/>
              <a:t>Subtitle here</a:t>
            </a:r>
          </a:p>
        </p:txBody>
      </p:sp>
      <p:sp>
        <p:nvSpPr>
          <p:cNvPr id="4" name="Text Placeholder 7">
            <a:extLst>
              <a:ext uri="{FF2B5EF4-FFF2-40B4-BE49-F238E27FC236}">
                <a16:creationId xmlns:a16="http://schemas.microsoft.com/office/drawing/2014/main" id="{72C70445-48B0-9FD3-49CD-384BFCCB6776}"/>
              </a:ext>
            </a:extLst>
          </p:cNvPr>
          <p:cNvSpPr>
            <a:spLocks noGrp="1"/>
          </p:cNvSpPr>
          <p:nvPr>
            <p:ph type="body" sz="quarter" idx="18" hasCustomPrompt="1"/>
          </p:nvPr>
        </p:nvSpPr>
        <p:spPr>
          <a:xfrm>
            <a:off x="457200" y="5947090"/>
            <a:ext cx="11277600" cy="124906"/>
          </a:xfrm>
        </p:spPr>
        <p:txBody>
          <a:bodyPr anchor="b">
            <a:spAutoFit/>
          </a:bodyPr>
          <a:lstStyle>
            <a:lvl1pPr marL="0" indent="0">
              <a:buNone/>
              <a:defRPr sz="800">
                <a:solidFill>
                  <a:schemeClr val="tx1"/>
                </a:solidFill>
              </a:defRPr>
            </a:lvl1pPr>
          </a:lstStyle>
          <a:p>
            <a:pPr lvl="0"/>
            <a:r>
              <a:rPr lang="en-US"/>
              <a:t>Insert source or footnote here</a:t>
            </a:r>
          </a:p>
        </p:txBody>
      </p:sp>
      <p:cxnSp>
        <p:nvCxnSpPr>
          <p:cNvPr id="8" name="Straight Connector 7">
            <a:extLst>
              <a:ext uri="{FF2B5EF4-FFF2-40B4-BE49-F238E27FC236}">
                <a16:creationId xmlns:a16="http://schemas.microsoft.com/office/drawing/2014/main" id="{35EE48CC-AC3C-AD12-0F6B-6F8CB2E6EC5E}"/>
              </a:ext>
            </a:extLst>
          </p:cNvPr>
          <p:cNvCxnSpPr>
            <a:cxnSpLocks/>
          </p:cNvCxnSpPr>
          <p:nvPr/>
        </p:nvCxnSpPr>
        <p:spPr>
          <a:xfrm>
            <a:off x="452438" y="1342781"/>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28B6686-C28E-A83C-319D-33930A551B41}"/>
              </a:ext>
            </a:extLst>
          </p:cNvPr>
          <p:cNvCxnSpPr>
            <a:cxnSpLocks/>
          </p:cNvCxnSpPr>
          <p:nvPr/>
        </p:nvCxnSpPr>
        <p:spPr>
          <a:xfrm>
            <a:off x="3962400" y="1342781"/>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0" name="Cognizant Logo_rgb_rev_2023" descr="Cognizant logo reversed, SVG format">
            <a:extLst>
              <a:ext uri="{FF2B5EF4-FFF2-40B4-BE49-F238E27FC236}">
                <a16:creationId xmlns:a16="http://schemas.microsoft.com/office/drawing/2014/main" id="{8EF2B9B7-A970-B060-F759-FFA1C8972DF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2974737"/>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woObj" preserve="1">
  <p:cSld name="Two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757E0E9A-856D-4146-8D92-37E8551F25FC}" type="datetime1">
              <a:rPr lang="en-US" smtClean="0"/>
              <a:t>12/22/2025</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7" name="Straight Connector 6">
            <a:extLst>
              <a:ext uri="{FF2B5EF4-FFF2-40B4-BE49-F238E27FC236}">
                <a16:creationId xmlns:a16="http://schemas.microsoft.com/office/drawing/2014/main" id="{E37B872B-0E81-EACD-CA82-14E1DB182F48}"/>
              </a:ext>
            </a:extLst>
          </p:cNvPr>
          <p:cNvCxnSpPr>
            <a:cxnSpLocks/>
          </p:cNvCxnSpPr>
          <p:nvPr/>
        </p:nvCxnSpPr>
        <p:spPr>
          <a:xfrm>
            <a:off x="6096000" y="1444752"/>
            <a:ext cx="0" cy="45720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Cognizant Logo_rgb_rev_2023" descr="Cognizant logo reversed, SVG format">
            <a:extLst>
              <a:ext uri="{FF2B5EF4-FFF2-40B4-BE49-F238E27FC236}">
                <a16:creationId xmlns:a16="http://schemas.microsoft.com/office/drawing/2014/main" id="{FC29E878-865C-DE37-D860-F62A7822B47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3668469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marL="0" indent="0">
              <a:buNone/>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C113BBD8-F83C-431F-B9CD-851F5EF17787}" type="datetime1">
              <a:rPr lang="en-US" smtClean="0"/>
              <a:t>12/22/2025</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C4BD05FC-72E2-D49F-5723-85E3F31D26F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28391651"/>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15EE1895-83F9-4535-8AB0-D77A601E1BB9}" type="datetime1">
              <a:rPr lang="en-US" smtClean="0"/>
              <a:t>12/22/2025</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0967F69A-1700-3CED-CEEE-EDC58785000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88755820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tatement - dark">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3"/>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11" name="Date Placeholder 10">
            <a:extLst>
              <a:ext uri="{FF2B5EF4-FFF2-40B4-BE49-F238E27FC236}">
                <a16:creationId xmlns:a16="http://schemas.microsoft.com/office/drawing/2014/main" id="{37922929-B64F-A5FD-E813-DE4E4B47609B}"/>
              </a:ext>
            </a:extLst>
          </p:cNvPr>
          <p:cNvSpPr>
            <a:spLocks noGrp="1"/>
          </p:cNvSpPr>
          <p:nvPr>
            <p:ph type="dt" sz="half" idx="14"/>
          </p:nvPr>
        </p:nvSpPr>
        <p:spPr/>
        <p:txBody>
          <a:bodyPr/>
          <a:lstStyle/>
          <a:p>
            <a:fld id="{B1D548D1-88F1-4583-9328-BC85F87DFD98}" type="datetime1">
              <a:rPr lang="en-US" smtClean="0"/>
              <a:t>12/22/2025</a:t>
            </a:fld>
            <a:endParaRPr lang="en-US" dirty="0"/>
          </a:p>
        </p:txBody>
      </p:sp>
      <p:sp>
        <p:nvSpPr>
          <p:cNvPr id="12" name="Footer Placeholder 11">
            <a:extLst>
              <a:ext uri="{FF2B5EF4-FFF2-40B4-BE49-F238E27FC236}">
                <a16:creationId xmlns:a16="http://schemas.microsoft.com/office/drawing/2014/main" id="{A6D064D0-10B1-84E9-43BC-A587DFCF2552}"/>
              </a:ext>
            </a:extLst>
          </p:cNvPr>
          <p:cNvSpPr>
            <a:spLocks noGrp="1"/>
          </p:cNvSpPr>
          <p:nvPr>
            <p:ph type="ftr" sz="quarter" idx="15"/>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157F07D9-AB26-FAA7-F6B2-13FC833B9175}"/>
              </a:ext>
            </a:extLst>
          </p:cNvPr>
          <p:cNvSpPr>
            <a:spLocks noGrp="1"/>
          </p:cNvSpPr>
          <p:nvPr>
            <p:ph type="sldNum" sz="quarter" idx="16"/>
          </p:nvPr>
        </p:nvSpPr>
        <p:spPr/>
        <p:txBody>
          <a:bodyPr/>
          <a:lstStyle/>
          <a:p>
            <a:fld id="{38826FC0-333C-E549-9FA3-0EE43DF298A3}" type="slidenum">
              <a:rPr lang="en-US" smtClean="0"/>
              <a:pPr/>
              <a:t>‹#›</a:t>
            </a:fld>
            <a:endParaRPr lang="en-US" dirty="0"/>
          </a:p>
        </p:txBody>
      </p:sp>
      <p:pic>
        <p:nvPicPr>
          <p:cNvPr id="2" name="Cognizant Logo_rgb_rev_2023" descr="Cognizant logo reversed, SVG format">
            <a:extLst>
              <a:ext uri="{FF2B5EF4-FFF2-40B4-BE49-F238E27FC236}">
                <a16:creationId xmlns:a16="http://schemas.microsoft.com/office/drawing/2014/main" id="{3F28610E-22AA-1C1B-C7F0-DD2EE706F7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8930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IMAGERY">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128298" y="2407183"/>
            <a:ext cx="9935412"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IMAGERY</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833642144"/>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Full bleed image">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88C8F82A-3BDD-4832-FBE3-E4EA9DC8D02A}"/>
              </a:ext>
            </a:extLst>
          </p:cNvPr>
          <p:cNvSpPr>
            <a:spLocks noGrp="1"/>
          </p:cNvSpPr>
          <p:nvPr>
            <p:ph type="pic" sz="quarter" idx="10" hasCustomPrompt="1"/>
          </p:nvPr>
        </p:nvSpPr>
        <p:spPr>
          <a:xfrm>
            <a:off x="0" y="0"/>
            <a:ext cx="1219200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53B7DBAB-080F-4B67-994D-0695A8EEE08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4" name="Date Placeholder 3">
            <a:extLst>
              <a:ext uri="{FF2B5EF4-FFF2-40B4-BE49-F238E27FC236}">
                <a16:creationId xmlns:a16="http://schemas.microsoft.com/office/drawing/2014/main" id="{5BFB887B-6507-E9E7-6352-B825F1F0F5F9}"/>
              </a:ext>
            </a:extLst>
          </p:cNvPr>
          <p:cNvSpPr>
            <a:spLocks noGrp="1"/>
          </p:cNvSpPr>
          <p:nvPr>
            <p:ph type="dt" sz="half" idx="11"/>
          </p:nvPr>
        </p:nvSpPr>
        <p:spPr/>
        <p:txBody>
          <a:bodyPr/>
          <a:lstStyle>
            <a:lvl1pPr>
              <a:defRPr>
                <a:solidFill>
                  <a:schemeClr val="bg1"/>
                </a:solidFill>
              </a:defRPr>
            </a:lvl1pPr>
          </a:lstStyle>
          <a:p>
            <a:fld id="{2AB97785-BC91-433E-AAFD-12DF553140BB}" type="datetime1">
              <a:rPr lang="en-US" smtClean="0"/>
              <a:t>12/22/2025</a:t>
            </a:fld>
            <a:endParaRPr lang="en-US" dirty="0"/>
          </a:p>
        </p:txBody>
      </p:sp>
      <p:sp>
        <p:nvSpPr>
          <p:cNvPr id="5" name="Footer Placeholder 4">
            <a:extLst>
              <a:ext uri="{FF2B5EF4-FFF2-40B4-BE49-F238E27FC236}">
                <a16:creationId xmlns:a16="http://schemas.microsoft.com/office/drawing/2014/main" id="{6B5E64F9-7C61-C44F-A370-C65AE1081941}"/>
              </a:ext>
            </a:extLst>
          </p:cNvPr>
          <p:cNvSpPr>
            <a:spLocks noGrp="1"/>
          </p:cNvSpPr>
          <p:nvPr>
            <p:ph type="ftr" sz="quarter" idx="12"/>
          </p:nvPr>
        </p:nvSpPr>
        <p:spPr/>
        <p:txBody>
          <a:bodyPr/>
          <a:lstStyle>
            <a:lvl1pPr>
              <a:defRPr>
                <a:solidFill>
                  <a:schemeClr val="bg1"/>
                </a:solidFill>
              </a:defRPr>
            </a:lvl1pPr>
          </a:lstStyle>
          <a:p>
            <a:r>
              <a:rPr lang="en-US"/>
              <a:t>© 2025–2027 Cognizant | Private</a:t>
            </a:r>
            <a:endParaRPr lang="en-US" dirty="0"/>
          </a:p>
        </p:txBody>
      </p:sp>
      <p:sp>
        <p:nvSpPr>
          <p:cNvPr id="6" name="Slide Number Placeholder 5">
            <a:extLst>
              <a:ext uri="{FF2B5EF4-FFF2-40B4-BE49-F238E27FC236}">
                <a16:creationId xmlns:a16="http://schemas.microsoft.com/office/drawing/2014/main" id="{ED7E8873-455E-923B-1219-1607269A283F}"/>
              </a:ext>
            </a:extLst>
          </p:cNvPr>
          <p:cNvSpPr>
            <a:spLocks noGrp="1"/>
          </p:cNvSpPr>
          <p:nvPr>
            <p:ph type="sldNum" sz="quarter" idx="13"/>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5525849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Two full bleed images">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ADE4608A-2C9D-8AC0-0EE2-0A3DE403F95E}"/>
              </a:ext>
            </a:extLst>
          </p:cNvPr>
          <p:cNvSpPr>
            <a:spLocks noGrp="1"/>
          </p:cNvSpPr>
          <p:nvPr>
            <p:ph type="pic" sz="quarter" idx="10" hasCustomPrompt="1"/>
          </p:nvPr>
        </p:nvSpPr>
        <p:spPr>
          <a:xfrm>
            <a:off x="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Picture Placeholder 6">
            <a:extLst>
              <a:ext uri="{FF2B5EF4-FFF2-40B4-BE49-F238E27FC236}">
                <a16:creationId xmlns:a16="http://schemas.microsoft.com/office/drawing/2014/main" id="{18BDCDEC-14FD-8C34-93CD-BF169FDDE985}"/>
              </a:ext>
            </a:extLst>
          </p:cNvPr>
          <p:cNvSpPr>
            <a:spLocks noGrp="1"/>
          </p:cNvSpPr>
          <p:nvPr>
            <p:ph type="pic" sz="quarter" idx="11"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9E428EDA-797C-145E-CD31-0E63FC891181}"/>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Tree>
    <p:extLst>
      <p:ext uri="{BB962C8B-B14F-4D97-AF65-F5344CB8AC3E}">
        <p14:creationId xmlns:p14="http://schemas.microsoft.com/office/powerpoint/2010/main" val="15064838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Half image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endParaRPr lang="en-US" dirty="0"/>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BB5808C-19DB-4C41-84E0-48A1BD83855E}" type="datetime1">
              <a:rPr lang="en-US" smtClean="0"/>
              <a:t>12/22/2025</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74820804"/>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Half image - dark">
    <p:bg>
      <p:bgRef idx="1001">
        <a:schemeClr val="bg1"/>
      </p:bgRef>
    </p:bg>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endParaRPr lang="en-US" dirty="0"/>
          </a:p>
        </p:txBody>
      </p:sp>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p>
            <a:fld id="{4FA18C8D-234A-4CF1-A186-3B9D9D2193F7}" type="datetime1">
              <a:rPr lang="en-US" smtClean="0"/>
              <a:t>12/22/2025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708625479"/>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Half image big statement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A524937-147D-4B8D-B911-4B6401599AE1}" type="datetime1">
              <a:rPr lang="en-US" smtClean="0"/>
              <a:t>12/22/2025</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00417010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Half image big statement - dark">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32FDA553-34D9-4BF0-AE12-2F31CF77CB92}" type="datetime1">
              <a:rPr lang="en-US" smtClean="0"/>
              <a:t>12/22/2025</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8059231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io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9C8F0F23-A115-4B55-B0DC-1A145A15A985}" type="datetime1">
              <a:rPr lang="en-US" smtClean="0"/>
              <a:t>12/22/2025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6096112" y="1000124"/>
            <a:ext cx="5212079" cy="249812"/>
          </a:xfrm>
        </p:spPr>
        <p:txBody>
          <a:bodyPr wrap="square">
            <a:spAutoFit/>
          </a:bodyPr>
          <a:lstStyle>
            <a:lvl1pPr marL="0" indent="0">
              <a:lnSpc>
                <a:spcPct val="100000"/>
              </a:lnSpc>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bwMode="white">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Cognizant Logo_rgb_rev_2023" descr="Cognizant logo reversed, SVG format">
            <a:extLst>
              <a:ext uri="{FF2B5EF4-FFF2-40B4-BE49-F238E27FC236}">
                <a16:creationId xmlns:a16="http://schemas.microsoft.com/office/drawing/2014/main" id="{2B4BD740-217D-D8B8-0418-4E6D1550639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37795905"/>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io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BB37B52D-59B6-4C6B-B2D0-A7DB448212D2}" type="datetime1">
              <a:rPr lang="en-US" smtClean="0"/>
              <a:t>12/22/2025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6096112" y="1000124"/>
            <a:ext cx="5212079" cy="249812"/>
          </a:xfrm>
        </p:spPr>
        <p:txBody>
          <a:bodyPr wrap="square">
            <a:spAutoFit/>
          </a:bodyPr>
          <a:lstStyle>
            <a:lvl1pPr marL="0" indent="0">
              <a:lnSpc>
                <a:spcPct val="100000"/>
              </a:lnSpc>
              <a:buNone/>
              <a:defRPr>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97481656"/>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eam introduction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57AF3672-9971-4DF1-9084-EED87CB53896}" type="datetime1">
              <a:rPr lang="en-US" smtClean="0"/>
              <a:t>12/22/2025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1437641"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bwMode="white">
          <a:xfrm>
            <a:off x="3926605"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bwMode="white">
          <a:xfrm>
            <a:off x="3926605"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bwMode="white">
          <a:xfrm>
            <a:off x="643659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bwMode="white">
          <a:xfrm>
            <a:off x="643659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bwMode="white">
          <a:xfrm>
            <a:off x="894658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bwMode="white">
          <a:xfrm>
            <a:off x="894658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bwMode="white">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bwMode="white">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bwMode="white">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pic>
        <p:nvPicPr>
          <p:cNvPr id="3" name="Cognizant Logo_rgb_rev_2023" descr="Cognizant logo reversed, SVG format">
            <a:extLst>
              <a:ext uri="{FF2B5EF4-FFF2-40B4-BE49-F238E27FC236}">
                <a16:creationId xmlns:a16="http://schemas.microsoft.com/office/drawing/2014/main" id="{289D256D-EB50-B40B-6594-8D04791EFFC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42138913"/>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Bio alt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1619814"/>
            <a:ext cx="2799786" cy="2799786"/>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96977534-0DA3-4097-9D59-53EA5CBCE385}" type="datetime1">
              <a:rPr lang="en-US" smtClean="0"/>
              <a:t>12/22/2025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840598" y="3450611"/>
            <a:ext cx="5014602" cy="249812"/>
          </a:xfrm>
        </p:spPr>
        <p:txBody>
          <a:bodyPr wrap="square">
            <a:spAutoFit/>
          </a:bodyPr>
          <a:lstStyle>
            <a:lvl1pPr marL="0" indent="0">
              <a:buNone/>
              <a:defRPr sz="16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bwMode="white">
          <a:xfrm>
            <a:off x="4840597" y="3868550"/>
            <a:ext cx="5014599" cy="187359"/>
          </a:xfrm>
        </p:spPr>
        <p:txBody>
          <a:bodyPr wrap="square">
            <a:spAutoFit/>
          </a:bodyPr>
          <a:lstStyle>
            <a:lvl1pPr marL="0" indent="0">
              <a:lnSpc>
                <a:spcPct val="100000"/>
              </a:lnSpc>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pic>
        <p:nvPicPr>
          <p:cNvPr id="2" name="Cognizant Logo_rgb_rev_2023" descr="Cognizant logo reversed, SVG format">
            <a:extLst>
              <a:ext uri="{FF2B5EF4-FFF2-40B4-BE49-F238E27FC236}">
                <a16:creationId xmlns:a16="http://schemas.microsoft.com/office/drawing/2014/main" id="{BECD7034-456B-359A-4008-D8F48DBDB2E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918756601"/>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am introduction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DB5201A6-12F9-468B-B44F-50AEC23C7C5D}" type="datetime1">
              <a:rPr lang="en-US" smtClean="0"/>
              <a:t>12/22/2025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1437641"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a:xfrm>
            <a:off x="3926605"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a:xfrm>
            <a:off x="3926605"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a:xfrm>
            <a:off x="643659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a:xfrm>
            <a:off x="643659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a:xfrm>
            <a:off x="894658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a:xfrm>
            <a:off x="894658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Tree>
    <p:extLst>
      <p:ext uri="{BB962C8B-B14F-4D97-AF65-F5344CB8AC3E}">
        <p14:creationId xmlns:p14="http://schemas.microsoft.com/office/powerpoint/2010/main" val="2487450006"/>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o alt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1619814"/>
            <a:ext cx="2799786" cy="2799786"/>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8E8A5000-CFAF-48AA-A1F5-19ACBA8F9248}" type="datetime1">
              <a:rPr lang="en-US" smtClean="0"/>
              <a:t>12/22/2025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840598" y="3450611"/>
            <a:ext cx="5014602" cy="249812"/>
          </a:xfrm>
        </p:spPr>
        <p:txBody>
          <a:bodyPr wrap="square">
            <a:spAutoFit/>
          </a:bodyPr>
          <a:lstStyle>
            <a:lvl1pPr marL="0" indent="0">
              <a:buNone/>
              <a:defRPr sz="16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a:xfrm>
            <a:off x="4840597" y="3868550"/>
            <a:ext cx="5014599" cy="187359"/>
          </a:xfrm>
        </p:spPr>
        <p:txBody>
          <a:bodyPr wrap="square">
            <a:spAutoFit/>
          </a:bodyPr>
          <a:lstStyle>
            <a:lvl1pPr marL="0" indent="0">
              <a:lnSpc>
                <a:spcPct val="100000"/>
              </a:lnSpc>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spTree>
    <p:extLst>
      <p:ext uri="{BB962C8B-B14F-4D97-AF65-F5344CB8AC3E}">
        <p14:creationId xmlns:p14="http://schemas.microsoft.com/office/powerpoint/2010/main" val="4009223359"/>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se study">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121920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2685238"/>
            <a:ext cx="7518399" cy="492443"/>
          </a:xfrm>
        </p:spPr>
        <p:txBody>
          <a:bodyPr wrap="square" lIns="0" tIns="0" rIns="0" bIns="0" anchor="ctr" anchorCtr="0">
            <a:spAutoFit/>
          </a:bodyPr>
          <a:lstStyle>
            <a:lvl1pPr>
              <a:lnSpc>
                <a:spcPct val="100000"/>
              </a:lnSpc>
              <a:spcBef>
                <a:spcPts val="1200"/>
              </a:spcBef>
              <a:defRPr sz="32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D9C2A5B5-C493-46C7-A150-ADCF0F3EA550}" type="datetime1">
              <a:rPr lang="en-US" smtClean="0"/>
              <a:t>12/22/2025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692020149"/>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PRINT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10479" y="1385366"/>
            <a:ext cx="10171054" cy="4087273"/>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PRINT</a:t>
            </a:r>
            <a:br>
              <a:rPr kumimoji="0" lang="en-US" sz="16600" b="1" i="0" u="none" strike="noStrike" kern="0" cap="none" spc="0" normalizeH="0" baseline="0" noProof="0" dirty="0">
                <a:ln>
                  <a:noFill/>
                </a:ln>
                <a:solidFill>
                  <a:srgbClr val="FFFFFF"/>
                </a:solidFill>
                <a:effectLst/>
                <a:uLnTx/>
                <a:uFillTx/>
              </a:rPr>
            </a:br>
            <a:r>
              <a:rPr kumimoji="0" lang="en-US" sz="16600" b="1" i="0" u="none" strike="noStrike" kern="0" cap="none" spc="0" normalizeH="0" baseline="0" noProof="0" dirty="0">
                <a:ln>
                  <a:noFill/>
                </a:ln>
                <a:solidFill>
                  <a:srgbClr val="FFFFFF"/>
                </a:solidFill>
                <a:effectLst/>
                <a:uLnTx/>
                <a:uFillTx/>
              </a:rPr>
              <a:t>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432408760"/>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rint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8" name="Content Placeholder 4">
            <a:extLst>
              <a:ext uri="{FF2B5EF4-FFF2-40B4-BE49-F238E27FC236}">
                <a16:creationId xmlns:a16="http://schemas.microsoft.com/office/drawing/2014/main" id="{97C8D286-D420-EE2D-6164-1E5FF70C4225}"/>
              </a:ext>
            </a:extLst>
          </p:cNvPr>
          <p:cNvSpPr>
            <a:spLocks noGrp="1"/>
          </p:cNvSpPr>
          <p:nvPr>
            <p:ph sz="quarter" idx="13" hasCustomPrompt="1"/>
          </p:nvPr>
        </p:nvSpPr>
        <p:spPr>
          <a:xfrm>
            <a:off x="457200" y="1447800"/>
            <a:ext cx="112776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72328515-FC2B-A5A7-A51D-AD83EA148662}"/>
              </a:ext>
            </a:extLst>
          </p:cNvPr>
          <p:cNvSpPr>
            <a:spLocks noGrp="1"/>
          </p:cNvSpPr>
          <p:nvPr>
            <p:ph type="dt" sz="half" idx="14"/>
          </p:nvPr>
        </p:nvSpPr>
        <p:spPr/>
        <p:txBody>
          <a:bodyPr/>
          <a:lstStyle/>
          <a:p>
            <a:fld id="{243E7BF8-771B-44E1-8077-3B3D238EA0E8}" type="datetime1">
              <a:rPr lang="en-US" smtClean="0"/>
              <a:t>12/22/2025</a:t>
            </a:fld>
            <a:endParaRPr lang="en-US" dirty="0"/>
          </a:p>
        </p:txBody>
      </p:sp>
      <p:sp>
        <p:nvSpPr>
          <p:cNvPr id="7" name="Footer Placeholder 6">
            <a:extLst>
              <a:ext uri="{FF2B5EF4-FFF2-40B4-BE49-F238E27FC236}">
                <a16:creationId xmlns:a16="http://schemas.microsoft.com/office/drawing/2014/main" id="{8A78C47A-CC18-2B7E-01BA-B71033C96E49}"/>
              </a:ext>
            </a:extLst>
          </p:cNvPr>
          <p:cNvSpPr>
            <a:spLocks noGrp="1"/>
          </p:cNvSpPr>
          <p:nvPr>
            <p:ph type="ftr" sz="quarter" idx="15"/>
          </p:nvPr>
        </p:nvSpPr>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19B43DAB-918E-9FD2-A5E8-F9530136AAE1}"/>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732147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rint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6" name="Content Placeholder 4">
            <a:extLst>
              <a:ext uri="{FF2B5EF4-FFF2-40B4-BE49-F238E27FC236}">
                <a16:creationId xmlns:a16="http://schemas.microsoft.com/office/drawing/2014/main" id="{EFB2AB4E-99EA-866B-42DB-AA6B0640E978}"/>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8" name="Date Placeholder 7">
            <a:extLst>
              <a:ext uri="{FF2B5EF4-FFF2-40B4-BE49-F238E27FC236}">
                <a16:creationId xmlns:a16="http://schemas.microsoft.com/office/drawing/2014/main" id="{49FBA165-B4C4-9560-3B73-D4440E1274B4}"/>
              </a:ext>
            </a:extLst>
          </p:cNvPr>
          <p:cNvSpPr>
            <a:spLocks noGrp="1"/>
          </p:cNvSpPr>
          <p:nvPr>
            <p:ph type="dt" sz="half" idx="14"/>
          </p:nvPr>
        </p:nvSpPr>
        <p:spPr/>
        <p:txBody>
          <a:bodyPr/>
          <a:lstStyle/>
          <a:p>
            <a:fld id="{E1B9DF5E-9AD4-4087-B137-32CBE7F264D9}" type="datetime1">
              <a:rPr lang="en-US" smtClean="0"/>
              <a:t>12/22/2025</a:t>
            </a:fld>
            <a:endParaRPr lang="en-US" dirty="0"/>
          </a:p>
        </p:txBody>
      </p:sp>
      <p:sp>
        <p:nvSpPr>
          <p:cNvPr id="9" name="Footer Placeholder 8">
            <a:extLst>
              <a:ext uri="{FF2B5EF4-FFF2-40B4-BE49-F238E27FC236}">
                <a16:creationId xmlns:a16="http://schemas.microsoft.com/office/drawing/2014/main" id="{355393B2-66D7-C532-B4ED-1C7095A892B2}"/>
              </a:ext>
            </a:extLst>
          </p:cNvPr>
          <p:cNvSpPr>
            <a:spLocks noGrp="1"/>
          </p:cNvSpPr>
          <p:nvPr>
            <p:ph type="ftr" sz="quarter" idx="15"/>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3E96471B-AF2B-8429-A5BE-4098F30AC55D}"/>
              </a:ext>
            </a:extLst>
          </p:cNvPr>
          <p:cNvSpPr>
            <a:spLocks noGrp="1"/>
          </p:cNvSpPr>
          <p:nvPr>
            <p:ph type="sldNum" sz="quarter" idx="16"/>
          </p:nvPr>
        </p:nvSpPr>
        <p:spPr/>
        <p:txBody>
          <a:bodyPr/>
          <a:lstStyle/>
          <a:p>
            <a:fld id="{38826FC0-333C-E549-9FA3-0EE43DF298A3}" type="slidenum">
              <a:rPr lang="en-US" smtClean="0"/>
              <a:pPr/>
              <a:t>‹#›</a:t>
            </a:fld>
            <a:endParaRPr lang="en-US" dirty="0"/>
          </a:p>
        </p:txBody>
      </p:sp>
      <p:sp>
        <p:nvSpPr>
          <p:cNvPr id="11" name="Picture Placeholder 6">
            <a:extLst>
              <a:ext uri="{FF2B5EF4-FFF2-40B4-BE49-F238E27FC236}">
                <a16:creationId xmlns:a16="http://schemas.microsoft.com/office/drawing/2014/main" id="{FF811353-C714-762F-1AAE-32044BE7B552}"/>
              </a:ext>
            </a:extLst>
          </p:cNvPr>
          <p:cNvSpPr>
            <a:spLocks noGrp="1" noChangeAspect="1"/>
          </p:cNvSpPr>
          <p:nvPr>
            <p:ph type="pic" sz="quarter" idx="22" hasCustomPrompt="1"/>
          </p:nvPr>
        </p:nvSpPr>
        <p:spPr>
          <a:xfrm>
            <a:off x="8305800" y="1447800"/>
            <a:ext cx="3429000" cy="4716463"/>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Tree>
    <p:extLst>
      <p:ext uri="{BB962C8B-B14F-4D97-AF65-F5344CB8AC3E}">
        <p14:creationId xmlns:p14="http://schemas.microsoft.com/office/powerpoint/2010/main" val="33488216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rint layou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9" name="Content Placeholder 11">
            <a:extLst>
              <a:ext uri="{FF2B5EF4-FFF2-40B4-BE49-F238E27FC236}">
                <a16:creationId xmlns:a16="http://schemas.microsoft.com/office/drawing/2014/main" id="{259B0F51-32FC-A168-2D3A-C5941F904A9A}"/>
              </a:ext>
            </a:extLst>
          </p:cNvPr>
          <p:cNvSpPr>
            <a:spLocks noGrp="1"/>
          </p:cNvSpPr>
          <p:nvPr>
            <p:ph sz="quarter" idx="15" hasCustomPrompt="1"/>
          </p:nvPr>
        </p:nvSpPr>
        <p:spPr>
          <a:xfrm>
            <a:off x="8305800" y="1447800"/>
            <a:ext cx="3429000" cy="4716463"/>
          </a:xfrm>
          <a:noFill/>
        </p:spPr>
        <p:txBody>
          <a:bodyPr bIns="1280160" anchor="ctr" anchorCtr="0"/>
          <a:lstStyle>
            <a:lvl1pPr marL="0" indent="0" algn="ctr">
              <a:buNone/>
              <a:defRPr sz="1100">
                <a:solidFill>
                  <a:schemeClr val="tx1"/>
                </a:solidFill>
              </a:defRPr>
            </a:lvl1pPr>
          </a:lstStyle>
          <a:p>
            <a:pPr lvl="0"/>
            <a:r>
              <a:rPr lang="en-US" dirty="0"/>
              <a:t>Click to add content</a:t>
            </a:r>
          </a:p>
        </p:txBody>
      </p:sp>
      <p:sp>
        <p:nvSpPr>
          <p:cNvPr id="6" name="Content Placeholder 4">
            <a:extLst>
              <a:ext uri="{FF2B5EF4-FFF2-40B4-BE49-F238E27FC236}">
                <a16:creationId xmlns:a16="http://schemas.microsoft.com/office/drawing/2014/main" id="{E6871F2F-0300-3464-E2A2-7AF48ACCDA0E}"/>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7" name="Date Placeholder 6">
            <a:extLst>
              <a:ext uri="{FF2B5EF4-FFF2-40B4-BE49-F238E27FC236}">
                <a16:creationId xmlns:a16="http://schemas.microsoft.com/office/drawing/2014/main" id="{E7F5A834-2BF7-D718-8760-B751F1362C5B}"/>
              </a:ext>
            </a:extLst>
          </p:cNvPr>
          <p:cNvSpPr>
            <a:spLocks noGrp="1"/>
          </p:cNvSpPr>
          <p:nvPr>
            <p:ph type="dt" sz="half" idx="16"/>
          </p:nvPr>
        </p:nvSpPr>
        <p:spPr/>
        <p:txBody>
          <a:bodyPr/>
          <a:lstStyle/>
          <a:p>
            <a:fld id="{8B3334DE-0309-4316-9524-1C880826860D}" type="datetime1">
              <a:rPr lang="en-US" smtClean="0"/>
              <a:t>12/22/2025</a:t>
            </a:fld>
            <a:endParaRPr lang="en-US" dirty="0"/>
          </a:p>
        </p:txBody>
      </p:sp>
      <p:sp>
        <p:nvSpPr>
          <p:cNvPr id="8" name="Footer Placeholder 7">
            <a:extLst>
              <a:ext uri="{FF2B5EF4-FFF2-40B4-BE49-F238E27FC236}">
                <a16:creationId xmlns:a16="http://schemas.microsoft.com/office/drawing/2014/main" id="{BAD15E00-493E-DA78-52D5-886D4490A1D0}"/>
              </a:ext>
            </a:extLst>
          </p:cNvPr>
          <p:cNvSpPr>
            <a:spLocks noGrp="1"/>
          </p:cNvSpPr>
          <p:nvPr>
            <p:ph type="ftr" sz="quarter" idx="17"/>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A2550889-1E0E-444C-2EB8-5E1C1E1649C8}"/>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31153402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rint layou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7" name="Text Placeholder 9">
            <a:extLst>
              <a:ext uri="{FF2B5EF4-FFF2-40B4-BE49-F238E27FC236}">
                <a16:creationId xmlns:a16="http://schemas.microsoft.com/office/drawing/2014/main" id="{A497A1BE-986B-0BD6-76A5-85ABDFBA41E0}"/>
              </a:ext>
            </a:extLst>
          </p:cNvPr>
          <p:cNvSpPr>
            <a:spLocks noGrp="1"/>
          </p:cNvSpPr>
          <p:nvPr>
            <p:ph type="body" sz="quarter" idx="16" hasCustomPrompt="1"/>
          </p:nvPr>
        </p:nvSpPr>
        <p:spPr>
          <a:xfrm>
            <a:off x="8446381" y="2016681"/>
            <a:ext cx="3291841" cy="337080"/>
          </a:xfrm>
          <a:noFill/>
        </p:spPr>
        <p:txBody>
          <a:bodyPr wrap="square" lIns="0" tIns="0" rIns="0" bIns="0">
            <a:spAutoFit/>
          </a:bodyPr>
          <a:lstStyle>
            <a:lvl1pPr marL="0" indent="0">
              <a:lnSpc>
                <a:spcPct val="110000"/>
              </a:lnSpc>
              <a:spcBef>
                <a:spcPts val="1200"/>
              </a:spcBef>
              <a:buNone/>
              <a:defRPr sz="1100">
                <a:solidFill>
                  <a:schemeClr val="accent1"/>
                </a:solidFill>
              </a:defRPr>
            </a:lvl1pPr>
            <a:lvl2pPr marL="12700" marR="0" indent="0" algn="l" defTabSz="914171" rtl="0" eaLnBrk="1" fontAlgn="auto" latinLnBrk="0" hangingPunct="1">
              <a:lnSpc>
                <a:spcPct val="110000"/>
              </a:lnSpc>
              <a:spcBef>
                <a:spcPts val="1200"/>
              </a:spcBef>
              <a:spcAft>
                <a:spcPts val="1200"/>
              </a:spcAft>
              <a:buClr>
                <a:schemeClr val="accent1"/>
              </a:buClr>
              <a:buSzTx/>
              <a:buFont typeface="Arial" panose="020B0604020202020204" pitchFamily="34" charset="0"/>
              <a:buNone/>
              <a:tabLst/>
              <a:defRPr sz="900" i="1">
                <a:solidFill>
                  <a:schemeClr val="tx2"/>
                </a:solidFill>
              </a:defRPr>
            </a:lvl2pPr>
            <a:lvl3pPr marL="9525" indent="619125">
              <a:buFontTx/>
              <a:buNone/>
              <a:tabLst/>
              <a:defRPr sz="900"/>
            </a:lvl3pPr>
          </a:lstStyle>
          <a:p>
            <a:pPr lvl="0"/>
            <a:r>
              <a:rPr lang="en-US" dirty="0"/>
              <a:t>Click to edit text</a:t>
            </a:r>
          </a:p>
          <a:p>
            <a:pPr marL="12700" marR="0" lvl="1" indent="0" algn="l" defTabSz="914171" rtl="0" eaLnBrk="1" fontAlgn="auto" latinLnBrk="0" hangingPunct="1">
              <a:lnSpc>
                <a:spcPct val="120000"/>
              </a:lnSpc>
              <a:spcBef>
                <a:spcPts val="0"/>
              </a:spcBef>
              <a:spcAft>
                <a:spcPts val="1200"/>
              </a:spcAft>
              <a:buClr>
                <a:schemeClr val="accent1"/>
              </a:buClr>
              <a:buSzTx/>
              <a:buFont typeface="Arial" panose="020B0604020202020204" pitchFamily="34" charset="0"/>
              <a:buNone/>
              <a:tabLst/>
              <a:defRPr/>
            </a:pPr>
            <a:r>
              <a:rPr lang="en-US" dirty="0"/>
              <a:t>Click to edit text</a:t>
            </a:r>
          </a:p>
        </p:txBody>
      </p:sp>
      <p:cxnSp>
        <p:nvCxnSpPr>
          <p:cNvPr id="8" name="Straight Connector 7">
            <a:extLst>
              <a:ext uri="{FF2B5EF4-FFF2-40B4-BE49-F238E27FC236}">
                <a16:creationId xmlns:a16="http://schemas.microsoft.com/office/drawing/2014/main" id="{6CF16D66-A061-BB80-4196-FA88563E9FC5}"/>
              </a:ext>
            </a:extLst>
          </p:cNvPr>
          <p:cNvCxnSpPr>
            <a:cxnSpLocks noChangeAspect="1"/>
          </p:cNvCxnSpPr>
          <p:nvPr userDrawn="1"/>
        </p:nvCxnSpPr>
        <p:spPr>
          <a:xfrm>
            <a:off x="8446383" y="1455541"/>
            <a:ext cx="3154680" cy="0"/>
          </a:xfrm>
          <a:prstGeom prst="line">
            <a:avLst/>
          </a:prstGeom>
          <a:ln w="12700" cap="sq">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2" name="Content Placeholder 4">
            <a:extLst>
              <a:ext uri="{FF2B5EF4-FFF2-40B4-BE49-F238E27FC236}">
                <a16:creationId xmlns:a16="http://schemas.microsoft.com/office/drawing/2014/main" id="{443B4273-80BC-4D4B-45D3-71EA235891DD}"/>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j-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A8D18051-2FD4-FBBA-DF0A-5AA5724D4CED}"/>
              </a:ext>
            </a:extLst>
          </p:cNvPr>
          <p:cNvSpPr>
            <a:spLocks noGrp="1"/>
          </p:cNvSpPr>
          <p:nvPr>
            <p:ph type="dt" sz="half" idx="17"/>
          </p:nvPr>
        </p:nvSpPr>
        <p:spPr/>
        <p:txBody>
          <a:bodyPr/>
          <a:lstStyle/>
          <a:p>
            <a:fld id="{D83E5922-6737-4E14-A9A5-0383F4604B00}" type="datetime1">
              <a:rPr lang="en-US" smtClean="0"/>
              <a:t>12/22/2025</a:t>
            </a:fld>
            <a:endParaRPr lang="en-US" dirty="0"/>
          </a:p>
        </p:txBody>
      </p:sp>
      <p:sp>
        <p:nvSpPr>
          <p:cNvPr id="9" name="Footer Placeholder 8">
            <a:extLst>
              <a:ext uri="{FF2B5EF4-FFF2-40B4-BE49-F238E27FC236}">
                <a16:creationId xmlns:a16="http://schemas.microsoft.com/office/drawing/2014/main" id="{2674FFEF-C1C1-A6A5-579D-03460B4B7B4E}"/>
              </a:ext>
            </a:extLst>
          </p:cNvPr>
          <p:cNvSpPr>
            <a:spLocks noGrp="1"/>
          </p:cNvSpPr>
          <p:nvPr>
            <p:ph type="ftr" sz="quarter" idx="18"/>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3CD4671-5EA7-FBFD-25EC-C2EB1310BC27}"/>
              </a:ext>
            </a:extLst>
          </p:cNvPr>
          <p:cNvSpPr>
            <a:spLocks noGrp="1"/>
          </p:cNvSpPr>
          <p:nvPr>
            <p:ph type="sldNum" sz="quarter" idx="19"/>
          </p:nvPr>
        </p:nvSpPr>
        <p:spPr/>
        <p:txBody>
          <a:bodyPr/>
          <a:lstStyle/>
          <a:p>
            <a:fld id="{38826FC0-333C-E549-9FA3-0EE43DF298A3}" type="slidenum">
              <a:rPr lang="en-US" smtClean="0"/>
              <a:pPr/>
              <a:t>‹#›</a:t>
            </a:fld>
            <a:endParaRPr lang="en-US" dirty="0"/>
          </a:p>
        </p:txBody>
      </p:sp>
      <p:sp>
        <p:nvSpPr>
          <p:cNvPr id="16" name="Freeform 15">
            <a:extLst>
              <a:ext uri="{FF2B5EF4-FFF2-40B4-BE49-F238E27FC236}">
                <a16:creationId xmlns:a16="http://schemas.microsoft.com/office/drawing/2014/main" id="{B4239B95-1BE5-65A8-8088-4245AFE6DC2A}"/>
              </a:ext>
            </a:extLst>
          </p:cNvPr>
          <p:cNvSpPr>
            <a:spLocks noChangeAspect="1"/>
          </p:cNvSpPr>
          <p:nvPr userDrawn="1"/>
        </p:nvSpPr>
        <p:spPr>
          <a:xfrm>
            <a:off x="8450629" y="1583574"/>
            <a:ext cx="292608" cy="297056"/>
          </a:xfrm>
          <a:custGeom>
            <a:avLst/>
            <a:gdLst>
              <a:gd name="connsiteX0" fmla="*/ 305136 w 336446"/>
              <a:gd name="connsiteY0" fmla="*/ 0 h 341560"/>
              <a:gd name="connsiteX1" fmla="*/ 336446 w 336446"/>
              <a:gd name="connsiteY1" fmla="*/ 49811 h 341560"/>
              <a:gd name="connsiteX2" fmla="*/ 278808 w 336446"/>
              <a:gd name="connsiteY2" fmla="*/ 98554 h 341560"/>
              <a:gd name="connsiteX3" fmla="*/ 258172 w 336446"/>
              <a:gd name="connsiteY3" fmla="*/ 192839 h 341560"/>
              <a:gd name="connsiteX4" fmla="*/ 325061 w 336446"/>
              <a:gd name="connsiteY4" fmla="*/ 192839 h 341560"/>
              <a:gd name="connsiteX5" fmla="*/ 325061 w 336446"/>
              <a:gd name="connsiteY5" fmla="*/ 341560 h 341560"/>
              <a:gd name="connsiteX6" fmla="*/ 187725 w 336446"/>
              <a:gd name="connsiteY6" fmla="*/ 341560 h 341560"/>
              <a:gd name="connsiteX7" fmla="*/ 187725 w 336446"/>
              <a:gd name="connsiteY7" fmla="*/ 224149 h 341560"/>
              <a:gd name="connsiteX8" fmla="*/ 210495 w 336446"/>
              <a:gd name="connsiteY8" fmla="*/ 86101 h 341560"/>
              <a:gd name="connsiteX9" fmla="*/ 305136 w 336446"/>
              <a:gd name="connsiteY9" fmla="*/ 0 h 341560"/>
              <a:gd name="connsiteX10" fmla="*/ 117411 w 336446"/>
              <a:gd name="connsiteY10" fmla="*/ 0 h 341560"/>
              <a:gd name="connsiteX11" fmla="*/ 148721 w 336446"/>
              <a:gd name="connsiteY11" fmla="*/ 49811 h 341560"/>
              <a:gd name="connsiteX12" fmla="*/ 91083 w 336446"/>
              <a:gd name="connsiteY12" fmla="*/ 98554 h 341560"/>
              <a:gd name="connsiteX13" fmla="*/ 70447 w 336446"/>
              <a:gd name="connsiteY13" fmla="*/ 192839 h 341560"/>
              <a:gd name="connsiteX14" fmla="*/ 137336 w 336446"/>
              <a:gd name="connsiteY14" fmla="*/ 192839 h 341560"/>
              <a:gd name="connsiteX15" fmla="*/ 137336 w 336446"/>
              <a:gd name="connsiteY15" fmla="*/ 341560 h 341560"/>
              <a:gd name="connsiteX16" fmla="*/ 0 w 336446"/>
              <a:gd name="connsiteY16" fmla="*/ 341560 h 341560"/>
              <a:gd name="connsiteX17" fmla="*/ 0 w 336446"/>
              <a:gd name="connsiteY17" fmla="*/ 224149 h 341560"/>
              <a:gd name="connsiteX18" fmla="*/ 22770 w 336446"/>
              <a:gd name="connsiteY18" fmla="*/ 86101 h 341560"/>
              <a:gd name="connsiteX19" fmla="*/ 117411 w 336446"/>
              <a:gd name="connsiteY19" fmla="*/ 0 h 34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446" h="341560">
                <a:moveTo>
                  <a:pt x="305136" y="0"/>
                </a:moveTo>
                <a:lnTo>
                  <a:pt x="336446" y="49811"/>
                </a:lnTo>
                <a:cubicBezTo>
                  <a:pt x="310354" y="60722"/>
                  <a:pt x="291142" y="76969"/>
                  <a:pt x="278808" y="98554"/>
                </a:cubicBezTo>
                <a:cubicBezTo>
                  <a:pt x="266473" y="120139"/>
                  <a:pt x="259595" y="151567"/>
                  <a:pt x="258172" y="192839"/>
                </a:cubicBezTo>
                <a:lnTo>
                  <a:pt x="325061" y="192839"/>
                </a:lnTo>
                <a:lnTo>
                  <a:pt x="325061" y="341560"/>
                </a:lnTo>
                <a:lnTo>
                  <a:pt x="187725" y="341560"/>
                </a:lnTo>
                <a:lnTo>
                  <a:pt x="187725" y="224149"/>
                </a:lnTo>
                <a:cubicBezTo>
                  <a:pt x="187725" y="160581"/>
                  <a:pt x="195315" y="114565"/>
                  <a:pt x="210495" y="86101"/>
                </a:cubicBezTo>
                <a:cubicBezTo>
                  <a:pt x="230420" y="48150"/>
                  <a:pt x="261967" y="19450"/>
                  <a:pt x="305136" y="0"/>
                </a:cubicBezTo>
                <a:close/>
                <a:moveTo>
                  <a:pt x="117411" y="0"/>
                </a:moveTo>
                <a:lnTo>
                  <a:pt x="148721" y="49811"/>
                </a:lnTo>
                <a:cubicBezTo>
                  <a:pt x="122629" y="60722"/>
                  <a:pt x="103417" y="76969"/>
                  <a:pt x="91083" y="98554"/>
                </a:cubicBezTo>
                <a:cubicBezTo>
                  <a:pt x="78748" y="120139"/>
                  <a:pt x="71870" y="151567"/>
                  <a:pt x="70447" y="192839"/>
                </a:cubicBezTo>
                <a:lnTo>
                  <a:pt x="137336" y="192839"/>
                </a:lnTo>
                <a:lnTo>
                  <a:pt x="137336" y="341560"/>
                </a:lnTo>
                <a:lnTo>
                  <a:pt x="0" y="341560"/>
                </a:lnTo>
                <a:lnTo>
                  <a:pt x="0" y="224149"/>
                </a:lnTo>
                <a:cubicBezTo>
                  <a:pt x="0" y="160581"/>
                  <a:pt x="7590" y="114565"/>
                  <a:pt x="22770" y="86101"/>
                </a:cubicBezTo>
                <a:cubicBezTo>
                  <a:pt x="42695" y="48150"/>
                  <a:pt x="74242" y="19450"/>
                  <a:pt x="117411"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29646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DO NOT USE">
    <p:bg>
      <p:bgPr>
        <a:solidFill>
          <a:srgbClr val="B81F2D"/>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13BE4D0-FD2D-17A7-0CB5-5D6CBED1C32D}"/>
              </a:ext>
            </a:extLst>
          </p:cNvPr>
          <p:cNvSpPr txBox="1"/>
          <p:nvPr/>
        </p:nvSpPr>
        <p:spPr>
          <a:xfrm>
            <a:off x="1581464" y="662092"/>
            <a:ext cx="9029075" cy="5533823"/>
          </a:xfrm>
          <a:prstGeom prst="rect">
            <a:avLst/>
          </a:prstGeom>
          <a:noFill/>
        </p:spPr>
        <p:txBody>
          <a:bodyPr wrap="none" lIns="0" tIns="0" rIns="0" bIns="0" rtlCol="0" anchor="ctr">
            <a:spAutoFit/>
          </a:bodyPr>
          <a:lstStyle/>
          <a:p>
            <a:pPr algn="ctr">
              <a:lnSpc>
                <a:spcPct val="80000"/>
              </a:lnSpc>
              <a:spcAft>
                <a:spcPts val="1200"/>
              </a:spcAft>
            </a:pPr>
            <a:r>
              <a:rPr lang="en-US" sz="9600" b="1" dirty="0">
                <a:solidFill>
                  <a:schemeClr val="bg1"/>
                </a:solidFill>
              </a:rPr>
              <a:t>DO NOT USE </a:t>
            </a:r>
            <a:br>
              <a:rPr lang="en-US" sz="9600" b="1" dirty="0">
                <a:solidFill>
                  <a:schemeClr val="bg1"/>
                </a:solidFill>
              </a:rPr>
            </a:br>
            <a:r>
              <a:rPr lang="en-US" sz="9600" b="1" dirty="0">
                <a:solidFill>
                  <a:schemeClr val="bg1"/>
                </a:solidFill>
              </a:rPr>
              <a:t>ANY LAYOUTS </a:t>
            </a:r>
            <a:br>
              <a:rPr lang="en-US" sz="9600" b="1" dirty="0">
                <a:solidFill>
                  <a:schemeClr val="bg1"/>
                </a:solidFill>
              </a:rPr>
            </a:br>
            <a:r>
              <a:rPr lang="en-US" sz="9600" b="1" dirty="0">
                <a:solidFill>
                  <a:schemeClr val="bg1"/>
                </a:solidFill>
              </a:rPr>
              <a:t>BEYOND </a:t>
            </a:r>
            <a:br>
              <a:rPr lang="en-US" sz="9600" b="1" dirty="0">
                <a:solidFill>
                  <a:schemeClr val="bg1"/>
                </a:solidFill>
              </a:rPr>
            </a:br>
            <a:r>
              <a:rPr lang="en-US" sz="9600" b="1" dirty="0">
                <a:solidFill>
                  <a:schemeClr val="bg1"/>
                </a:solidFill>
              </a:rPr>
              <a:t>THIS POINT</a:t>
            </a:r>
          </a:p>
          <a:p>
            <a:pPr algn="ctr">
              <a:lnSpc>
                <a:spcPct val="90000"/>
              </a:lnSpc>
              <a:spcAft>
                <a:spcPts val="2400"/>
              </a:spcAft>
            </a:pPr>
            <a:r>
              <a:rPr lang="en-US" sz="3600" b="0" i="1" dirty="0">
                <a:solidFill>
                  <a:schemeClr val="bg1"/>
                </a:solidFill>
              </a:rPr>
              <a:t>They are not a part of the official template</a:t>
            </a:r>
          </a:p>
        </p:txBody>
      </p:sp>
    </p:spTree>
    <p:extLst>
      <p:ext uri="{BB962C8B-B14F-4D97-AF65-F5344CB8AC3E}">
        <p14:creationId xmlns:p14="http://schemas.microsoft.com/office/powerpoint/2010/main" val="119918847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F230B5-518B-24CC-5360-65ED114C9C97}"/>
              </a:ext>
            </a:extLst>
          </p:cNvPr>
          <p:cNvSpPr>
            <a:spLocks noGrp="1"/>
          </p:cNvSpPr>
          <p:nvPr>
            <p:ph type="title"/>
          </p:nvPr>
        </p:nvSpPr>
        <p:spPr>
          <a:xfrm>
            <a:off x="457200" y="457200"/>
            <a:ext cx="11277600" cy="332399"/>
          </a:xfrm>
          <a:prstGeom prst="rect">
            <a:avLst/>
          </a:prstGeom>
        </p:spPr>
        <p:txBody>
          <a:bodyPr vert="horz" wrap="square" lIns="0" tIns="0" rIns="0" bIns="0" rtlCol="0" anchor="t">
            <a:spAutoFit/>
          </a:bodyPr>
          <a:lstStyle/>
          <a:p>
            <a:r>
              <a:rPr lang="en-US" dirty="0"/>
              <a:t>Click to add title</a:t>
            </a:r>
          </a:p>
        </p:txBody>
      </p:sp>
      <p:sp>
        <p:nvSpPr>
          <p:cNvPr id="3" name="Text Placeholder 2">
            <a:extLst>
              <a:ext uri="{FF2B5EF4-FFF2-40B4-BE49-F238E27FC236}">
                <a16:creationId xmlns:a16="http://schemas.microsoft.com/office/drawing/2014/main" id="{3797B53D-6897-FB10-B4B4-55E663FD6108}"/>
              </a:ext>
            </a:extLst>
          </p:cNvPr>
          <p:cNvSpPr>
            <a:spLocks noGrp="1"/>
          </p:cNvSpPr>
          <p:nvPr>
            <p:ph type="body" idx="1"/>
          </p:nvPr>
        </p:nvSpPr>
        <p:spPr>
          <a:xfrm>
            <a:off x="457200" y="1447800"/>
            <a:ext cx="7518400" cy="4663440"/>
          </a:xfrm>
          <a:prstGeom prst="rect">
            <a:avLst/>
          </a:prstGeom>
        </p:spPr>
        <p:txBody>
          <a:bodyPr vert="horz" lIns="0" tIns="0" rIns="0" bIns="0" rtlCol="0">
            <a:noAutofit/>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a:p>
            <a:pPr lvl="5"/>
            <a:r>
              <a:rPr lang="en-US" dirty="0"/>
              <a:t>6th level text</a:t>
            </a:r>
          </a:p>
          <a:p>
            <a:pPr lvl="6"/>
            <a:r>
              <a:rPr lang="en-US" dirty="0"/>
              <a:t>7th level text</a:t>
            </a:r>
          </a:p>
          <a:p>
            <a:pPr lvl="7"/>
            <a:r>
              <a:rPr lang="en-US" dirty="0"/>
              <a:t>8th level text</a:t>
            </a:r>
          </a:p>
          <a:p>
            <a:pPr lvl="8"/>
            <a:r>
              <a:rPr lang="en-US" dirty="0"/>
              <a:t>9th level text</a:t>
            </a:r>
          </a:p>
        </p:txBody>
      </p:sp>
      <p:sp>
        <p:nvSpPr>
          <p:cNvPr id="6" name="Slide Number Placeholder 5">
            <a:extLst>
              <a:ext uri="{FF2B5EF4-FFF2-40B4-BE49-F238E27FC236}">
                <a16:creationId xmlns:a16="http://schemas.microsoft.com/office/drawing/2014/main" id="{F5A3681C-7AE6-4CE0-F456-C8E648A62642}"/>
              </a:ext>
            </a:extLst>
          </p:cNvPr>
          <p:cNvSpPr>
            <a:spLocks noGrp="1"/>
          </p:cNvSpPr>
          <p:nvPr>
            <p:ph type="sldNum" sz="quarter" idx="4"/>
          </p:nvPr>
        </p:nvSpPr>
        <p:spPr>
          <a:xfrm>
            <a:off x="457200" y="6400799"/>
            <a:ext cx="365760" cy="228600"/>
          </a:xfrm>
          <a:prstGeom prst="rect">
            <a:avLst/>
          </a:prstGeom>
        </p:spPr>
        <p:txBody>
          <a:bodyPr vert="horz" lIns="0" tIns="0" rIns="0" bIns="0" rtlCol="0" anchor="ctr"/>
          <a:lstStyle>
            <a:lvl1pPr algn="l">
              <a:defRPr sz="700" b="0">
                <a:solidFill>
                  <a:schemeClr val="tx1"/>
                </a:solidFill>
              </a:defRPr>
            </a:lvl1pPr>
          </a:lstStyle>
          <a:p>
            <a:fld id="{38826FC0-333C-E549-9FA3-0EE43DF298A3}" type="slidenum">
              <a:rPr lang="en-US" smtClean="0"/>
              <a:pPr/>
              <a:t>‹#›</a:t>
            </a:fld>
            <a:endParaRPr lang="en-US" dirty="0"/>
          </a:p>
        </p:txBody>
      </p:sp>
      <p:sp>
        <p:nvSpPr>
          <p:cNvPr id="8" name="Footer Placeholder 7">
            <a:extLst>
              <a:ext uri="{FF2B5EF4-FFF2-40B4-BE49-F238E27FC236}">
                <a16:creationId xmlns:a16="http://schemas.microsoft.com/office/drawing/2014/main" id="{677CCFE7-C984-DC56-6899-8A815F0548C0}"/>
              </a:ext>
              <a:ext uri="{C183D7F6-B498-43B3-948B-1728B52AA6E4}">
                <adec:decorative xmlns:adec="http://schemas.microsoft.com/office/drawing/2017/decorative" val="1"/>
              </a:ext>
            </a:extLst>
          </p:cNvPr>
          <p:cNvSpPr>
            <a:spLocks noGrp="1"/>
          </p:cNvSpPr>
          <p:nvPr>
            <p:ph type="ftr" sz="quarter" idx="3"/>
          </p:nvPr>
        </p:nvSpPr>
        <p:spPr>
          <a:xfrm>
            <a:off x="1005840" y="6400800"/>
            <a:ext cx="1371600" cy="228600"/>
          </a:xfrm>
          <a:prstGeom prst="rect">
            <a:avLst/>
          </a:prstGeom>
        </p:spPr>
        <p:txBody>
          <a:bodyPr vert="horz" lIns="0" tIns="0" rIns="0" bIns="0" rtlCol="0" anchor="ctr"/>
          <a:lstStyle>
            <a:lvl1pPr algn="l">
              <a:defRPr sz="700" b="0">
                <a:solidFill>
                  <a:schemeClr val="tx1"/>
                </a:solidFill>
              </a:defRPr>
            </a:lvl1pPr>
          </a:lstStyle>
          <a:p>
            <a:r>
              <a:rPr lang="en-US"/>
              <a:t>© 2025–2027 Cognizant | Private</a:t>
            </a:r>
            <a:endParaRPr lang="en-US" dirty="0"/>
          </a:p>
        </p:txBody>
      </p:sp>
      <p:sp>
        <p:nvSpPr>
          <p:cNvPr id="10" name="Date Placeholder 9">
            <a:extLst>
              <a:ext uri="{FF2B5EF4-FFF2-40B4-BE49-F238E27FC236}">
                <a16:creationId xmlns:a16="http://schemas.microsoft.com/office/drawing/2014/main" id="{42283347-4EBC-C7DD-65E3-791D4DBA61D0}"/>
              </a:ext>
            </a:extLst>
          </p:cNvPr>
          <p:cNvSpPr>
            <a:spLocks noGrp="1"/>
          </p:cNvSpPr>
          <p:nvPr>
            <p:ph type="dt" sz="half" idx="2"/>
          </p:nvPr>
        </p:nvSpPr>
        <p:spPr>
          <a:xfrm>
            <a:off x="2651760" y="6400800"/>
            <a:ext cx="1371600" cy="228600"/>
          </a:xfrm>
          <a:prstGeom prst="rect">
            <a:avLst/>
          </a:prstGeom>
        </p:spPr>
        <p:txBody>
          <a:bodyPr vert="horz" lIns="0" tIns="0" rIns="0" bIns="0" rtlCol="0" anchor="ctr"/>
          <a:lstStyle>
            <a:lvl1pPr algn="l">
              <a:defRPr sz="700" b="0">
                <a:solidFill>
                  <a:schemeClr val="tx1"/>
                </a:solidFill>
              </a:defRPr>
            </a:lvl1pPr>
          </a:lstStyle>
          <a:p>
            <a:fld id="{27AD22A3-AE78-4E0B-8A1E-6F5549BCCC30}" type="datetime1">
              <a:rPr lang="en-US" smtClean="0"/>
              <a:t>12/22/2025</a:t>
            </a:fld>
            <a:endParaRPr lang="en-US" dirty="0"/>
          </a:p>
        </p:txBody>
      </p:sp>
      <p:pic>
        <p:nvPicPr>
          <p:cNvPr id="4" name="Cognizant Logo_rgb_pos_2023">
            <a:extLst>
              <a:ext uri="{FF2B5EF4-FFF2-40B4-BE49-F238E27FC236}">
                <a16:creationId xmlns:a16="http://schemas.microsoft.com/office/drawing/2014/main" id="{322DD144-17A4-A3EC-5E8D-205928D3BDB2}"/>
              </a:ext>
              <a:ext uri="{C183D7F6-B498-43B3-948B-1728B52AA6E4}">
                <adec:decorative xmlns:adec="http://schemas.microsoft.com/office/drawing/2017/decorative" val="1"/>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10591729" y="6454070"/>
            <a:ext cx="1170432" cy="205449"/>
          </a:xfrm>
          <a:prstGeom prst="rect">
            <a:avLst/>
          </a:prstGeom>
        </p:spPr>
      </p:pic>
    </p:spTree>
    <p:extLst>
      <p:ext uri="{BB962C8B-B14F-4D97-AF65-F5344CB8AC3E}">
        <p14:creationId xmlns:p14="http://schemas.microsoft.com/office/powerpoint/2010/main" val="3692451791"/>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92" r:id="rId11"/>
    <p:sldLayoutId id="2147483993" r:id="rId12"/>
    <p:sldLayoutId id="2147483994" r:id="rId13"/>
    <p:sldLayoutId id="2147484006" r:id="rId14"/>
    <p:sldLayoutId id="2147484007" r:id="rId15"/>
    <p:sldLayoutId id="2147484008" r:id="rId16"/>
    <p:sldLayoutId id="2147483998" r:id="rId17"/>
    <p:sldLayoutId id="2147483999" r:id="rId18"/>
    <p:sldLayoutId id="2147484000" r:id="rId19"/>
    <p:sldLayoutId id="2147484001" r:id="rId20"/>
    <p:sldLayoutId id="2147484002" r:id="rId21"/>
    <p:sldLayoutId id="2147484003" r:id="rId22"/>
    <p:sldLayoutId id="2147483937" r:id="rId23"/>
    <p:sldLayoutId id="2147483938" r:id="rId24"/>
    <p:sldLayoutId id="2147483939" r:id="rId25"/>
    <p:sldLayoutId id="2147483940" r:id="rId26"/>
    <p:sldLayoutId id="2147483941" r:id="rId27"/>
    <p:sldLayoutId id="2147483942" r:id="rId28"/>
    <p:sldLayoutId id="2147483943" r:id="rId29"/>
    <p:sldLayoutId id="2147483944" r:id="rId30"/>
    <p:sldLayoutId id="2147483945" r:id="rId31"/>
    <p:sldLayoutId id="2147483946" r:id="rId32"/>
    <p:sldLayoutId id="2147483947" r:id="rId33"/>
    <p:sldLayoutId id="2147483948" r:id="rId34"/>
    <p:sldLayoutId id="2147483977" r:id="rId35"/>
    <p:sldLayoutId id="2147483978" r:id="rId36"/>
    <p:sldLayoutId id="2147483949" r:id="rId37"/>
    <p:sldLayoutId id="2147483950" r:id="rId38"/>
    <p:sldLayoutId id="2147483951" r:id="rId39"/>
    <p:sldLayoutId id="2147483952" r:id="rId40"/>
    <p:sldLayoutId id="2147483953" r:id="rId41"/>
    <p:sldLayoutId id="2147483954" r:id="rId42"/>
    <p:sldLayoutId id="2147483955" r:id="rId43"/>
    <p:sldLayoutId id="2147483956" r:id="rId44"/>
    <p:sldLayoutId id="2147483957" r:id="rId45"/>
    <p:sldLayoutId id="2147483958" r:id="rId46"/>
    <p:sldLayoutId id="2147483959" r:id="rId47"/>
    <p:sldLayoutId id="2147483960" r:id="rId48"/>
    <p:sldLayoutId id="2147483961" r:id="rId49"/>
    <p:sldLayoutId id="2147483962" r:id="rId50"/>
    <p:sldLayoutId id="2147483963" r:id="rId51"/>
    <p:sldLayoutId id="2147483964" r:id="rId52"/>
    <p:sldLayoutId id="2147483965" r:id="rId53"/>
    <p:sldLayoutId id="2147483966" r:id="rId54"/>
    <p:sldLayoutId id="2147483967" r:id="rId55"/>
    <p:sldLayoutId id="2147484004" r:id="rId56"/>
    <p:sldLayoutId id="2147484005" r:id="rId57"/>
    <p:sldLayoutId id="2147483973" r:id="rId58"/>
    <p:sldLayoutId id="2147483974" r:id="rId59"/>
    <p:sldLayoutId id="2147483975" r:id="rId60"/>
    <p:sldLayoutId id="2147483976" r:id="rId61"/>
    <p:sldLayoutId id="2147483979" r:id="rId62"/>
    <p:sldLayoutId id="2147483987" r:id="rId63"/>
    <p:sldLayoutId id="2147483988" r:id="rId64"/>
    <p:sldLayoutId id="2147483989" r:id="rId65"/>
    <p:sldLayoutId id="2147483990" r:id="rId66"/>
    <p:sldLayoutId id="2147483991" r:id="rId67"/>
    <p:sldLayoutId id="2147483968" r:id="rId68"/>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100" kern="1100">
          <a:solidFill>
            <a:schemeClr val="tx1"/>
          </a:solidFill>
          <a:latin typeface="+mn-lt"/>
          <a:ea typeface="+mn-ea"/>
          <a:cs typeface="+mn-cs"/>
        </a:defRPr>
      </a:lvl1pPr>
      <a:lvl2pPr marL="457200" algn="l" defTabSz="914400" rtl="0" eaLnBrk="1" latinLnBrk="0" hangingPunct="1">
        <a:defRPr sz="1100" kern="1100">
          <a:solidFill>
            <a:schemeClr val="tx1"/>
          </a:solidFill>
          <a:latin typeface="+mn-lt"/>
          <a:ea typeface="+mn-ea"/>
          <a:cs typeface="+mn-cs"/>
        </a:defRPr>
      </a:lvl2pPr>
      <a:lvl3pPr marL="914400" algn="l" defTabSz="914400" rtl="0" eaLnBrk="1" latinLnBrk="0" hangingPunct="1">
        <a:defRPr sz="1100" kern="1100">
          <a:solidFill>
            <a:schemeClr val="tx1"/>
          </a:solidFill>
          <a:latin typeface="+mn-lt"/>
          <a:ea typeface="+mn-ea"/>
          <a:cs typeface="+mn-cs"/>
        </a:defRPr>
      </a:lvl3pPr>
      <a:lvl4pPr marL="1371600" algn="l" defTabSz="914400" rtl="0" eaLnBrk="1" latinLnBrk="0" hangingPunct="1">
        <a:defRPr sz="1100" kern="1100">
          <a:solidFill>
            <a:schemeClr val="tx1"/>
          </a:solidFill>
          <a:latin typeface="+mn-lt"/>
          <a:ea typeface="+mn-ea"/>
          <a:cs typeface="+mn-cs"/>
        </a:defRPr>
      </a:lvl4pPr>
      <a:lvl5pPr marL="1828800" algn="l" defTabSz="914400" rtl="0" eaLnBrk="1" latinLnBrk="0" hangingPunct="1">
        <a:defRPr sz="1100" kern="1100">
          <a:solidFill>
            <a:schemeClr val="tx1"/>
          </a:solidFill>
          <a:latin typeface="+mn-lt"/>
          <a:ea typeface="+mn-ea"/>
          <a:cs typeface="+mn-cs"/>
        </a:defRPr>
      </a:lvl5pPr>
      <a:lvl6pPr marL="2286000" algn="l" defTabSz="914400" rtl="0" eaLnBrk="1" latinLnBrk="0" hangingPunct="1">
        <a:defRPr sz="1100" kern="1100">
          <a:solidFill>
            <a:schemeClr val="tx1"/>
          </a:solidFill>
          <a:latin typeface="+mn-lt"/>
          <a:ea typeface="+mn-ea"/>
          <a:cs typeface="+mn-cs"/>
        </a:defRPr>
      </a:lvl6pPr>
      <a:lvl7pPr marL="2743200" algn="l" defTabSz="914400" rtl="0" eaLnBrk="1" latinLnBrk="0" hangingPunct="1">
        <a:defRPr sz="1100" kern="1100">
          <a:solidFill>
            <a:schemeClr val="tx1"/>
          </a:solidFill>
          <a:latin typeface="+mn-lt"/>
          <a:ea typeface="+mn-ea"/>
          <a:cs typeface="+mn-cs"/>
        </a:defRPr>
      </a:lvl7pPr>
      <a:lvl8pPr marL="3200400" algn="l" defTabSz="914400" rtl="0" eaLnBrk="1" latinLnBrk="0" hangingPunct="1">
        <a:defRPr sz="1100" kern="1100">
          <a:solidFill>
            <a:schemeClr val="tx1"/>
          </a:solidFill>
          <a:latin typeface="+mn-lt"/>
          <a:ea typeface="+mn-ea"/>
          <a:cs typeface="+mn-cs"/>
        </a:defRPr>
      </a:lvl8pPr>
      <a:lvl9pPr marL="3657600" algn="l" defTabSz="914400" rtl="0" eaLnBrk="1" latinLnBrk="0" hangingPunct="1">
        <a:defRPr sz="1100" kern="1100">
          <a:solidFill>
            <a:schemeClr val="tx1"/>
          </a:solidFill>
          <a:latin typeface="+mn-lt"/>
          <a:ea typeface="+mn-ea"/>
          <a:cs typeface="+mn-cs"/>
        </a:defRPr>
      </a:lvl9pPr>
    </p:otherStyle>
  </p:txStyles>
  <p:extLst>
    <p:ext uri="{27BBF7A9-308A-43DC-89C8-2F10F3537804}">
      <p15:sldGuideLst xmlns:p15="http://schemas.microsoft.com/office/powerpoint/2012/main">
        <p15:guide id="19">
          <p15:clr>
            <a:srgbClr val="F26B43"/>
          </p15:clr>
        </p15:guide>
        <p15:guide id="20" pos="7680">
          <p15:clr>
            <a:srgbClr val="F26B43"/>
          </p15:clr>
        </p15:guide>
        <p15:guide id="21" pos="288">
          <p15:clr>
            <a:srgbClr val="F26B43"/>
          </p15:clr>
        </p15:guide>
        <p15:guide id="22" pos="1472">
          <p15:clr>
            <a:srgbClr val="F26B43"/>
          </p15:clr>
        </p15:guide>
        <p15:guide id="23" pos="2656">
          <p15:clr>
            <a:srgbClr val="F26B43"/>
          </p15:clr>
        </p15:guide>
        <p15:guide id="24" pos="3840">
          <p15:clr>
            <a:srgbClr val="F26B43"/>
          </p15:clr>
        </p15:guide>
        <p15:guide id="25" pos="5024">
          <p15:clr>
            <a:srgbClr val="F26B43"/>
          </p15:clr>
        </p15:guide>
        <p15:guide id="26" pos="6208">
          <p15:clr>
            <a:srgbClr val="F26B43"/>
          </p15:clr>
        </p15:guide>
        <p15:guide id="27" pos="7392">
          <p15:clr>
            <a:srgbClr val="F26B43"/>
          </p15:clr>
        </p15:guide>
        <p15:guide id="28" orient="horz">
          <p15:clr>
            <a:srgbClr val="F26B43"/>
          </p15:clr>
        </p15:guide>
        <p15:guide id="29" orient="horz" pos="4320">
          <p15:clr>
            <a:srgbClr val="F26B43"/>
          </p15:clr>
        </p15:guide>
        <p15:guide id="30" orient="horz" pos="288">
          <p15:clr>
            <a:srgbClr val="F26B43"/>
          </p15:clr>
        </p15:guide>
        <p15:guide id="31" orient="horz" pos="912">
          <p15:clr>
            <a:srgbClr val="F26B43"/>
          </p15:clr>
        </p15:guide>
        <p15:guide id="32" orient="horz" pos="1536">
          <p15:clr>
            <a:srgbClr val="F26B43"/>
          </p15:clr>
        </p15:guide>
        <p15:guide id="33" orient="horz" pos="2160">
          <p15:clr>
            <a:srgbClr val="F26B43"/>
          </p15:clr>
        </p15:guide>
        <p15:guide id="34" orient="horz" pos="2784">
          <p15:clr>
            <a:srgbClr val="F26B43"/>
          </p15:clr>
        </p15:guide>
        <p15:guide id="35" orient="horz" pos="3408">
          <p15:clr>
            <a:srgbClr val="F26B43"/>
          </p15:clr>
        </p15:guide>
        <p15:guide id="36"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by.name/" TargetMode="External"/><Relationship Id="rId2" Type="http://schemas.openxmlformats.org/officeDocument/2006/relationships/hyperlink" Target="http://radiomale.click/" TargetMode="External"/><Relationship Id="rId1" Type="http://schemas.openxmlformats.org/officeDocument/2006/relationships/slideLayout" Target="../slideLayouts/slideLayout24.xml"/><Relationship Id="rId4" Type="http://schemas.openxmlformats.org/officeDocument/2006/relationships/hyperlink" Target="http://radio.click/"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checkbox.click/" TargetMode="External"/><Relationship Id="rId2" Type="http://schemas.openxmlformats.org/officeDocument/2006/relationships/hyperlink" Target="http://by.id/" TargetMode="External"/><Relationship Id="rId1" Type="http://schemas.openxmlformats.org/officeDocument/2006/relationships/slideLayout" Target="../slideLayouts/slideLayout24.xml"/><Relationship Id="rId5" Type="http://schemas.openxmlformats.org/officeDocument/2006/relationships/hyperlink" Target="http://box.click/" TargetMode="External"/><Relationship Id="rId4" Type="http://schemas.openxmlformats.org/officeDocument/2006/relationships/hyperlink" Target="http://by.name/"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by.id/" TargetMode="External"/><Relationship Id="rId2" Type="http://schemas.openxmlformats.org/officeDocument/2006/relationships/hyperlink" Target="http://org.openqa.selenium.support/" TargetMode="External"/><Relationship Id="rId1" Type="http://schemas.openxmlformats.org/officeDocument/2006/relationships/slideLayout" Target="../slideLayouts/slideLayout24.xml"/><Relationship Id="rId4" Type="http://schemas.openxmlformats.org/officeDocument/2006/relationships/hyperlink" Target="http://by.nam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hyperlink" Target="http://option.click/" TargetMode="External"/><Relationship Id="rId2" Type="http://schemas.openxmlformats.org/officeDocument/2006/relationships/hyperlink" Target="http://by.id/" TargetMode="Externa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hyperlink" Target="http://by.id/" TargetMode="Externa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hyperlink" Target="https://example.com/" TargetMode="Externa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hyperlink" Target="https://example.com/" TargetMode="Externa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8C75C-71ED-FF20-51BE-E2A5F6EC62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9D9EB17-9965-3523-3F99-EF5E53642703}"/>
              </a:ext>
            </a:extLst>
          </p:cNvPr>
          <p:cNvSpPr>
            <a:spLocks noGrp="1"/>
          </p:cNvSpPr>
          <p:nvPr>
            <p:ph type="ctrTitle"/>
          </p:nvPr>
        </p:nvSpPr>
        <p:spPr>
          <a:xfrm>
            <a:off x="594358" y="2930402"/>
            <a:ext cx="4846322" cy="997196"/>
          </a:xfrm>
        </p:spPr>
        <p:txBody>
          <a:bodyPr/>
          <a:lstStyle/>
          <a:p>
            <a:r>
              <a:rPr lang="en-US" dirty="0"/>
              <a:t>Windows</a:t>
            </a:r>
            <a:r>
              <a:rPr lang="en-US"/>
              <a:t>, Frames, Alerts </a:t>
            </a:r>
            <a:r>
              <a:rPr lang="en-US" dirty="0"/>
              <a:t>Handling</a:t>
            </a:r>
          </a:p>
        </p:txBody>
      </p:sp>
      <p:sp>
        <p:nvSpPr>
          <p:cNvPr id="7" name="Text Placeholder 6">
            <a:extLst>
              <a:ext uri="{FF2B5EF4-FFF2-40B4-BE49-F238E27FC236}">
                <a16:creationId xmlns:a16="http://schemas.microsoft.com/office/drawing/2014/main" id="{E8B7C9CE-73D8-B618-3C6A-7BAC4AC03EFE}"/>
              </a:ext>
            </a:extLst>
          </p:cNvPr>
          <p:cNvSpPr>
            <a:spLocks noGrp="1"/>
          </p:cNvSpPr>
          <p:nvPr>
            <p:ph type="body" sz="quarter" idx="13"/>
          </p:nvPr>
        </p:nvSpPr>
        <p:spPr>
          <a:xfrm>
            <a:off x="650238" y="4235999"/>
            <a:ext cx="4023360" cy="234231"/>
          </a:xfrm>
        </p:spPr>
        <p:txBody>
          <a:bodyPr/>
          <a:lstStyle/>
          <a:p>
            <a:r>
              <a:rPr lang="en-US" sz="1500" dirty="0"/>
              <a:t>2025</a:t>
            </a:r>
          </a:p>
        </p:txBody>
      </p:sp>
      <p:sp>
        <p:nvSpPr>
          <p:cNvPr id="2" name="Slide Number Placeholder 1">
            <a:extLst>
              <a:ext uri="{FF2B5EF4-FFF2-40B4-BE49-F238E27FC236}">
                <a16:creationId xmlns:a16="http://schemas.microsoft.com/office/drawing/2014/main" id="{B50EFE23-3685-4631-7E52-9B16716BE8D2}"/>
              </a:ext>
            </a:extLst>
          </p:cNvPr>
          <p:cNvSpPr>
            <a:spLocks noGrp="1"/>
          </p:cNvSpPr>
          <p:nvPr>
            <p:ph type="sldNum" sz="quarter" idx="16"/>
          </p:nvPr>
        </p:nvSpPr>
        <p:spPr/>
        <p:txBody>
          <a:bodyPr/>
          <a:lstStyle/>
          <a:p>
            <a:fld id="{38826FC0-333C-E549-9FA3-0EE43DF298A3}" type="slidenum">
              <a:rPr lang="en-US" smtClean="0"/>
              <a:pPr/>
              <a:t>1</a:t>
            </a:fld>
            <a:endParaRPr lang="en-US" dirty="0"/>
          </a:p>
        </p:txBody>
      </p:sp>
      <p:sp>
        <p:nvSpPr>
          <p:cNvPr id="3" name="Footer Placeholder 2">
            <a:extLst>
              <a:ext uri="{FF2B5EF4-FFF2-40B4-BE49-F238E27FC236}">
                <a16:creationId xmlns:a16="http://schemas.microsoft.com/office/drawing/2014/main" id="{3DB8F2B5-5F1B-4FC5-A9C3-7494EA97D64D}"/>
              </a:ext>
            </a:extLst>
          </p:cNvPr>
          <p:cNvSpPr>
            <a:spLocks noGrp="1"/>
          </p:cNvSpPr>
          <p:nvPr>
            <p:ph type="ftr" sz="quarter" idx="15"/>
          </p:nvPr>
        </p:nvSpPr>
        <p:spPr/>
        <p:txBody>
          <a:bodyPr/>
          <a:lstStyle/>
          <a:p>
            <a:r>
              <a:rPr lang="en-US"/>
              <a:t>© 2025–2027 Cognizant | Private</a:t>
            </a:r>
            <a:endParaRPr lang="en-US" dirty="0"/>
          </a:p>
        </p:txBody>
      </p:sp>
      <p:sp>
        <p:nvSpPr>
          <p:cNvPr id="4" name="Text Placeholder 6">
            <a:extLst>
              <a:ext uri="{FF2B5EF4-FFF2-40B4-BE49-F238E27FC236}">
                <a16:creationId xmlns:a16="http://schemas.microsoft.com/office/drawing/2014/main" id="{AF39E553-E671-DA9F-82DC-92E03E58BA6B}"/>
              </a:ext>
            </a:extLst>
          </p:cNvPr>
          <p:cNvSpPr txBox="1">
            <a:spLocks/>
          </p:cNvSpPr>
          <p:nvPr/>
        </p:nvSpPr>
        <p:spPr bwMode="white">
          <a:xfrm>
            <a:off x="650238" y="5484001"/>
            <a:ext cx="4023360" cy="187359"/>
          </a:xfrm>
          <a:prstGeom prst="rect">
            <a:avLst/>
          </a:prstGeom>
        </p:spPr>
        <p:txBody>
          <a:bodyPr vert="horz" lIns="0" tIns="0" rIns="0" bIns="0" rtlCol="0">
            <a:spAutoFit/>
          </a:bodyPr>
          <a:lstStyle>
            <a:lvl1pPr marL="0" indent="0" algn="l" defTabSz="914400" rtl="0" eaLnBrk="1" latinLnBrk="0" hangingPunct="1">
              <a:lnSpc>
                <a:spcPct val="110000"/>
              </a:lnSpc>
              <a:spcBef>
                <a:spcPts val="600"/>
              </a:spcBef>
              <a:spcAft>
                <a:spcPts val="0"/>
              </a:spcAft>
              <a:buClr>
                <a:schemeClr val="tx1"/>
              </a:buClr>
              <a:buFont typeface="Arial" panose="020B0604020202020204" pitchFamily="34" charset="0"/>
              <a:buNone/>
              <a:tabLst/>
              <a:defRPr sz="12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r>
              <a:rPr lang="en-US" dirty="0"/>
              <a:t>Poornima</a:t>
            </a:r>
          </a:p>
        </p:txBody>
      </p:sp>
    </p:spTree>
    <p:extLst>
      <p:ext uri="{BB962C8B-B14F-4D97-AF65-F5344CB8AC3E}">
        <p14:creationId xmlns:p14="http://schemas.microsoft.com/office/powerpoint/2010/main" val="271353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F37D4-D953-972F-D24F-C5EDF1AFF8B6}"/>
              </a:ext>
            </a:extLst>
          </p:cNvPr>
          <p:cNvSpPr>
            <a:spLocks noGrp="1"/>
          </p:cNvSpPr>
          <p:nvPr>
            <p:ph type="title"/>
          </p:nvPr>
        </p:nvSpPr>
        <p:spPr/>
        <p:txBody>
          <a:bodyPr/>
          <a:lstStyle/>
          <a:p>
            <a:r>
              <a:rPr lang="en-IN" dirty="0"/>
              <a:t>Handling </a:t>
            </a:r>
            <a:r>
              <a:rPr lang="en-IN" dirty="0" err="1"/>
              <a:t>Radiobutton</a:t>
            </a:r>
            <a:endParaRPr lang="en-IN" dirty="0"/>
          </a:p>
        </p:txBody>
      </p:sp>
      <p:sp>
        <p:nvSpPr>
          <p:cNvPr id="4" name="Footer Placeholder 3">
            <a:extLst>
              <a:ext uri="{FF2B5EF4-FFF2-40B4-BE49-F238E27FC236}">
                <a16:creationId xmlns:a16="http://schemas.microsoft.com/office/drawing/2014/main" id="{F25043B8-320A-54F9-3432-CB9F522C42AB}"/>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671EF10F-4719-19E9-7CC4-E81C9BD00C2B}"/>
              </a:ext>
            </a:extLst>
          </p:cNvPr>
          <p:cNvSpPr>
            <a:spLocks noGrp="1"/>
          </p:cNvSpPr>
          <p:nvPr>
            <p:ph type="sldNum" sz="quarter" idx="12"/>
          </p:nvPr>
        </p:nvSpPr>
        <p:spPr/>
        <p:txBody>
          <a:bodyPr/>
          <a:lstStyle/>
          <a:p>
            <a:fld id="{38826FC0-333C-E549-9FA3-0EE43DF298A3}" type="slidenum">
              <a:rPr lang="en-US" smtClean="0"/>
              <a:pPr/>
              <a:t>2</a:t>
            </a:fld>
            <a:endParaRPr lang="en-US" dirty="0"/>
          </a:p>
        </p:txBody>
      </p:sp>
      <p:sp>
        <p:nvSpPr>
          <p:cNvPr id="3" name="TextBox 2">
            <a:extLst>
              <a:ext uri="{FF2B5EF4-FFF2-40B4-BE49-F238E27FC236}">
                <a16:creationId xmlns:a16="http://schemas.microsoft.com/office/drawing/2014/main" id="{3113A098-67A5-0A89-4B82-194943662548}"/>
              </a:ext>
            </a:extLst>
          </p:cNvPr>
          <p:cNvSpPr txBox="1"/>
          <p:nvPr/>
        </p:nvSpPr>
        <p:spPr>
          <a:xfrm>
            <a:off x="592182" y="1960438"/>
            <a:ext cx="6211389" cy="1308050"/>
          </a:xfrm>
          <a:prstGeom prst="rect">
            <a:avLst/>
          </a:prstGeom>
          <a:solidFill>
            <a:srgbClr val="ECECEB"/>
          </a:solidFill>
        </p:spPr>
        <p:txBody>
          <a:bodyPr wrap="square">
            <a:spAutoFit/>
          </a:bodyPr>
          <a:lstStyle/>
          <a:p>
            <a:pPr>
              <a:spcAft>
                <a:spcPts val="600"/>
              </a:spcAft>
              <a:buNone/>
            </a:pPr>
            <a:r>
              <a:rPr lang="en-IN" sz="1600" b="1" dirty="0">
                <a:latin typeface="Comic Sans MS" panose="030F0702030302020204" pitchFamily="66" charset="0"/>
              </a:rPr>
              <a:t>Basic HTML for Radio Buttons</a:t>
            </a:r>
            <a:endParaRPr lang="en-IN" sz="1600" dirty="0">
              <a:latin typeface="Comic Sans MS" panose="030F0702030302020204" pitchFamily="66" charset="0"/>
            </a:endParaRPr>
          </a:p>
          <a:p>
            <a:pPr>
              <a:spcAft>
                <a:spcPts val="600"/>
              </a:spcAft>
              <a:buNone/>
            </a:pPr>
            <a:r>
              <a:rPr lang="en-IN" sz="1600" dirty="0">
                <a:effectLst/>
                <a:latin typeface="Comic Sans MS" panose="030F0702030302020204" pitchFamily="66" charset="0"/>
              </a:rPr>
              <a:t>&lt;input type="radio" name="gender" value="male"&gt; Male&lt;</a:t>
            </a:r>
            <a:r>
              <a:rPr lang="en-IN" sz="1600" dirty="0" err="1">
                <a:effectLst/>
                <a:latin typeface="Comic Sans MS" panose="030F0702030302020204" pitchFamily="66" charset="0"/>
              </a:rPr>
              <a:t>br</a:t>
            </a:r>
            <a:r>
              <a:rPr lang="en-IN" sz="1600" dirty="0">
                <a:effectLst/>
                <a:latin typeface="Comic Sans MS" panose="030F0702030302020204" pitchFamily="66" charset="0"/>
              </a:rPr>
              <a:t>&gt;</a:t>
            </a:r>
            <a:endParaRPr lang="en-IN" sz="1600" dirty="0">
              <a:latin typeface="Comic Sans MS" panose="030F0702030302020204" pitchFamily="66" charset="0"/>
            </a:endParaRPr>
          </a:p>
          <a:p>
            <a:pPr>
              <a:spcAft>
                <a:spcPts val="600"/>
              </a:spcAft>
              <a:buNone/>
            </a:pPr>
            <a:r>
              <a:rPr lang="en-IN" sz="1600" dirty="0">
                <a:effectLst/>
                <a:latin typeface="Comic Sans MS" panose="030F0702030302020204" pitchFamily="66" charset="0"/>
              </a:rPr>
              <a:t>&lt;input type="radio" name="gender" value="female"&gt; Female&lt;</a:t>
            </a:r>
            <a:r>
              <a:rPr lang="en-IN" sz="1600" dirty="0" err="1">
                <a:effectLst/>
                <a:latin typeface="Comic Sans MS" panose="030F0702030302020204" pitchFamily="66" charset="0"/>
              </a:rPr>
              <a:t>br</a:t>
            </a:r>
            <a:r>
              <a:rPr lang="en-IN" sz="1600" dirty="0">
                <a:effectLst/>
                <a:latin typeface="Comic Sans MS" panose="030F0702030302020204" pitchFamily="66" charset="0"/>
              </a:rPr>
              <a:t>&gt;</a:t>
            </a:r>
          </a:p>
          <a:p>
            <a:pPr>
              <a:spcAft>
                <a:spcPts val="600"/>
              </a:spcAft>
              <a:buNone/>
            </a:pPr>
            <a:endParaRPr lang="en-IN" sz="1600" dirty="0">
              <a:latin typeface="Comic Sans MS" panose="030F0702030302020204" pitchFamily="66" charset="0"/>
            </a:endParaRPr>
          </a:p>
        </p:txBody>
      </p:sp>
      <p:sp>
        <p:nvSpPr>
          <p:cNvPr id="6" name="TextBox 5">
            <a:extLst>
              <a:ext uri="{FF2B5EF4-FFF2-40B4-BE49-F238E27FC236}">
                <a16:creationId xmlns:a16="http://schemas.microsoft.com/office/drawing/2014/main" id="{B4AFC629-A15D-5861-8296-088D60AE759F}"/>
              </a:ext>
            </a:extLst>
          </p:cNvPr>
          <p:cNvSpPr txBox="1"/>
          <p:nvPr/>
        </p:nvSpPr>
        <p:spPr>
          <a:xfrm>
            <a:off x="6897189" y="1793445"/>
            <a:ext cx="5294811" cy="907941"/>
          </a:xfrm>
          <a:prstGeom prst="rect">
            <a:avLst/>
          </a:prstGeom>
          <a:noFill/>
        </p:spPr>
        <p:txBody>
          <a:bodyPr wrap="square">
            <a:spAutoFit/>
          </a:bodyPr>
          <a:lstStyle/>
          <a:p>
            <a:pPr>
              <a:spcAft>
                <a:spcPts val="600"/>
              </a:spcAft>
              <a:buNone/>
            </a:pPr>
            <a:r>
              <a:rPr lang="en-US" sz="1600" b="1" dirty="0">
                <a:effectLst/>
                <a:latin typeface="Comic Sans MS" panose="030F0702030302020204" pitchFamily="66" charset="0"/>
              </a:rPr>
              <a:t>✅ 2. Directly Using </a:t>
            </a:r>
            <a:r>
              <a:rPr lang="en-US" sz="1600" b="1" dirty="0" err="1">
                <a:effectLst/>
                <a:latin typeface="Comic Sans MS" panose="030F0702030302020204" pitchFamily="66" charset="0"/>
              </a:rPr>
              <a:t>By.xpath</a:t>
            </a:r>
            <a:endParaRPr lang="en-US" sz="1600" dirty="0">
              <a:latin typeface="Comic Sans MS" panose="030F0702030302020204" pitchFamily="66" charset="0"/>
            </a:endParaRPr>
          </a:p>
          <a:p>
            <a:pPr>
              <a:spcAft>
                <a:spcPts val="600"/>
              </a:spcAft>
            </a:pPr>
            <a:r>
              <a:rPr lang="en-US" sz="1600" dirty="0" err="1">
                <a:effectLst/>
                <a:latin typeface="Comic Sans MS" panose="030F0702030302020204" pitchFamily="66" charset="0"/>
              </a:rPr>
              <a:t>driver.findElement</a:t>
            </a:r>
            <a:r>
              <a:rPr lang="en-US" sz="1600" dirty="0">
                <a:effectLst/>
                <a:latin typeface="Comic Sans MS" panose="030F0702030302020204" pitchFamily="66" charset="0"/>
              </a:rPr>
              <a:t>(</a:t>
            </a:r>
            <a:r>
              <a:rPr lang="en-US" sz="1600" dirty="0" err="1">
                <a:effectLst/>
                <a:latin typeface="Comic Sans MS" panose="030F0702030302020204" pitchFamily="66" charset="0"/>
              </a:rPr>
              <a:t>By.xpath</a:t>
            </a:r>
            <a:r>
              <a:rPr lang="en-US" sz="1600" dirty="0">
                <a:effectLst/>
                <a:latin typeface="Comic Sans MS" panose="030F0702030302020204" pitchFamily="66" charset="0"/>
              </a:rPr>
              <a:t>("//input[@name='gender' and @value='male']")).click();</a:t>
            </a:r>
            <a:endParaRPr lang="en-US" sz="1600" dirty="0">
              <a:latin typeface="Comic Sans MS" panose="030F0702030302020204" pitchFamily="66" charset="0"/>
            </a:endParaRPr>
          </a:p>
        </p:txBody>
      </p:sp>
      <p:sp>
        <p:nvSpPr>
          <p:cNvPr id="7" name="TextBox 6">
            <a:extLst>
              <a:ext uri="{FF2B5EF4-FFF2-40B4-BE49-F238E27FC236}">
                <a16:creationId xmlns:a16="http://schemas.microsoft.com/office/drawing/2014/main" id="{204F8EFB-9132-F04C-4981-D8374D105C91}"/>
              </a:ext>
            </a:extLst>
          </p:cNvPr>
          <p:cNvSpPr txBox="1"/>
          <p:nvPr/>
        </p:nvSpPr>
        <p:spPr>
          <a:xfrm>
            <a:off x="317863" y="1084256"/>
            <a:ext cx="11556274" cy="584775"/>
          </a:xfrm>
          <a:prstGeom prst="rect">
            <a:avLst/>
          </a:prstGeom>
          <a:noFill/>
        </p:spPr>
        <p:txBody>
          <a:bodyPr wrap="square">
            <a:spAutoFit/>
          </a:bodyPr>
          <a:lstStyle/>
          <a:p>
            <a:pPr>
              <a:spcAft>
                <a:spcPts val="600"/>
              </a:spcAft>
              <a:buNone/>
            </a:pPr>
            <a:r>
              <a:rPr lang="en-IN" sz="1600" dirty="0">
                <a:latin typeface="Comic Sans MS" panose="030F0702030302020204" pitchFamily="66" charset="0"/>
              </a:rPr>
              <a:t>To </a:t>
            </a:r>
            <a:r>
              <a:rPr lang="en-IN" sz="1600" b="1" dirty="0">
                <a:latin typeface="Comic Sans MS" panose="030F0702030302020204" pitchFamily="66" charset="0"/>
              </a:rPr>
              <a:t>find and interact with a radio button element</a:t>
            </a:r>
            <a:r>
              <a:rPr lang="en-IN" sz="1600" dirty="0">
                <a:latin typeface="Comic Sans MS" panose="030F0702030302020204" pitchFamily="66" charset="0"/>
              </a:rPr>
              <a:t> in Selenium (Java), you can use any suitable locator (</a:t>
            </a:r>
            <a:r>
              <a:rPr lang="en-IN" sz="1600" dirty="0">
                <a:effectLst/>
                <a:latin typeface="Comic Sans MS" panose="030F0702030302020204" pitchFamily="66" charset="0"/>
              </a:rPr>
              <a:t>id</a:t>
            </a:r>
            <a:r>
              <a:rPr lang="en-IN" sz="1600" dirty="0">
                <a:latin typeface="Comic Sans MS" panose="030F0702030302020204" pitchFamily="66" charset="0"/>
              </a:rPr>
              <a:t>, </a:t>
            </a:r>
            <a:r>
              <a:rPr lang="en-IN" sz="1600" dirty="0">
                <a:effectLst/>
                <a:latin typeface="Comic Sans MS" panose="030F0702030302020204" pitchFamily="66" charset="0"/>
              </a:rPr>
              <a:t>name</a:t>
            </a:r>
            <a:r>
              <a:rPr lang="en-IN" sz="1600" dirty="0">
                <a:latin typeface="Comic Sans MS" panose="030F0702030302020204" pitchFamily="66" charset="0"/>
              </a:rPr>
              <a:t>, </a:t>
            </a:r>
            <a:r>
              <a:rPr lang="en-IN" sz="1600" dirty="0" err="1">
                <a:effectLst/>
                <a:latin typeface="Comic Sans MS" panose="030F0702030302020204" pitchFamily="66" charset="0"/>
              </a:rPr>
              <a:t>xpath</a:t>
            </a:r>
            <a:r>
              <a:rPr lang="en-IN" sz="1600" dirty="0">
                <a:latin typeface="Comic Sans MS" panose="030F0702030302020204" pitchFamily="66" charset="0"/>
              </a:rPr>
              <a:t>, etc.) just like other elements.</a:t>
            </a:r>
          </a:p>
        </p:txBody>
      </p:sp>
      <p:sp>
        <p:nvSpPr>
          <p:cNvPr id="8" name="TextBox 7">
            <a:extLst>
              <a:ext uri="{FF2B5EF4-FFF2-40B4-BE49-F238E27FC236}">
                <a16:creationId xmlns:a16="http://schemas.microsoft.com/office/drawing/2014/main" id="{C9488DB1-BC95-0322-8C1C-4E26BA269491}"/>
              </a:ext>
            </a:extLst>
          </p:cNvPr>
          <p:cNvSpPr txBox="1"/>
          <p:nvPr/>
        </p:nvSpPr>
        <p:spPr>
          <a:xfrm>
            <a:off x="6823166" y="2952153"/>
            <a:ext cx="5294811" cy="3585597"/>
          </a:xfrm>
          <a:prstGeom prst="rect">
            <a:avLst/>
          </a:prstGeom>
          <a:noFill/>
        </p:spPr>
        <p:txBody>
          <a:bodyPr wrap="square">
            <a:spAutoFit/>
          </a:bodyPr>
          <a:lstStyle/>
          <a:p>
            <a:pPr>
              <a:spcAft>
                <a:spcPts val="600"/>
              </a:spcAft>
              <a:buNone/>
            </a:pPr>
            <a:r>
              <a:rPr lang="en-IN" sz="1600" b="1" dirty="0">
                <a:effectLst/>
                <a:latin typeface="Comic Sans MS" panose="030F0702030302020204" pitchFamily="66" charset="0"/>
              </a:rPr>
              <a:t>✅ 3. Check if Radio Button is Selected</a:t>
            </a:r>
            <a:endParaRPr lang="en-IN" sz="1600" dirty="0">
              <a:latin typeface="Comic Sans MS" panose="030F0702030302020204" pitchFamily="66" charset="0"/>
            </a:endParaRPr>
          </a:p>
          <a:p>
            <a:pPr>
              <a:spcAft>
                <a:spcPts val="600"/>
              </a:spcAft>
              <a:buNone/>
            </a:pPr>
            <a:r>
              <a:rPr lang="en-IN" sz="1600" dirty="0" err="1">
                <a:effectLst/>
                <a:latin typeface="Comic Sans MS" panose="030F0702030302020204" pitchFamily="66" charset="0"/>
              </a:rPr>
              <a:t>WebElement</a:t>
            </a:r>
            <a:r>
              <a:rPr lang="en-IN" sz="1600" dirty="0">
                <a:effectLst/>
                <a:latin typeface="Comic Sans MS" panose="030F0702030302020204" pitchFamily="66" charset="0"/>
              </a:rPr>
              <a:t> </a:t>
            </a:r>
            <a:r>
              <a:rPr lang="en-IN" sz="1600" dirty="0" err="1">
                <a:effectLst/>
                <a:latin typeface="Comic Sans MS" panose="030F0702030302020204" pitchFamily="66" charset="0"/>
              </a:rPr>
              <a:t>radioMale</a:t>
            </a:r>
            <a:r>
              <a:rPr lang="en-IN" sz="1600" dirty="0">
                <a:effectLst/>
                <a:latin typeface="Comic Sans MS" panose="030F0702030302020204" pitchFamily="66" charset="0"/>
              </a:rPr>
              <a:t> = </a:t>
            </a:r>
            <a:r>
              <a:rPr lang="en-IN" sz="1600" dirty="0" err="1">
                <a:effectLst/>
                <a:latin typeface="Comic Sans MS" panose="030F0702030302020204" pitchFamily="66" charset="0"/>
              </a:rPr>
              <a:t>driver.findElement</a:t>
            </a:r>
            <a:r>
              <a:rPr lang="en-IN" sz="1600" dirty="0">
                <a:effectLst/>
                <a:latin typeface="Comic Sans MS" panose="030F0702030302020204" pitchFamily="66" charset="0"/>
              </a:rPr>
              <a:t>(</a:t>
            </a:r>
            <a:r>
              <a:rPr lang="en-IN" sz="1600" dirty="0" err="1">
                <a:effectLst/>
                <a:latin typeface="Comic Sans MS" panose="030F0702030302020204" pitchFamily="66" charset="0"/>
              </a:rPr>
              <a:t>By.xpath</a:t>
            </a:r>
            <a:r>
              <a:rPr lang="en-IN" sz="1600" dirty="0">
                <a:effectLst/>
                <a:latin typeface="Comic Sans MS" panose="030F0702030302020204" pitchFamily="66" charset="0"/>
              </a:rPr>
              <a:t>("//input[@value='male']"));</a:t>
            </a:r>
            <a:endParaRPr lang="en-IN" sz="1600" dirty="0">
              <a:latin typeface="Comic Sans MS" panose="030F0702030302020204" pitchFamily="66" charset="0"/>
            </a:endParaRPr>
          </a:p>
          <a:p>
            <a:pPr>
              <a:spcAft>
                <a:spcPts val="600"/>
              </a:spcAft>
              <a:buNone/>
            </a:pPr>
            <a:r>
              <a:rPr lang="en-IN" sz="1600" dirty="0" err="1">
                <a:effectLst/>
                <a:latin typeface="Comic Sans MS" panose="030F0702030302020204" pitchFamily="66" charset="0"/>
              </a:rPr>
              <a:t>System.out.println</a:t>
            </a:r>
            <a:r>
              <a:rPr lang="en-IN" sz="1600" dirty="0">
                <a:effectLst/>
                <a:latin typeface="Comic Sans MS" panose="030F0702030302020204" pitchFamily="66" charset="0"/>
              </a:rPr>
              <a:t>("Is Male selected? " + </a:t>
            </a:r>
            <a:r>
              <a:rPr lang="en-IN" sz="1600" dirty="0" err="1">
                <a:effectLst/>
                <a:latin typeface="Comic Sans MS" panose="030F0702030302020204" pitchFamily="66" charset="0"/>
              </a:rPr>
              <a:t>radioMale.isSelected</a:t>
            </a:r>
            <a:r>
              <a:rPr lang="en-IN" sz="1600" dirty="0">
                <a:effectLst/>
                <a:latin typeface="Comic Sans MS" panose="030F0702030302020204" pitchFamily="66" charset="0"/>
              </a:rPr>
              <a:t>());</a:t>
            </a:r>
          </a:p>
          <a:p>
            <a:pPr>
              <a:spcAft>
                <a:spcPts val="600"/>
              </a:spcAft>
              <a:buNone/>
            </a:pPr>
            <a:endParaRPr lang="en-IN" sz="1600" dirty="0">
              <a:latin typeface="Comic Sans MS" panose="030F0702030302020204" pitchFamily="66" charset="0"/>
            </a:endParaRPr>
          </a:p>
          <a:p>
            <a:pPr>
              <a:spcAft>
                <a:spcPts val="600"/>
              </a:spcAft>
              <a:buNone/>
            </a:pPr>
            <a:r>
              <a:rPr lang="en-IN" sz="1600" b="1" dirty="0">
                <a:effectLst/>
                <a:latin typeface="Comic Sans MS" panose="030F0702030302020204" pitchFamily="66" charset="0"/>
              </a:rPr>
              <a:t>✅ 4. Check if Radio Button is Enabled/Displayed</a:t>
            </a:r>
            <a:endParaRPr lang="en-IN" sz="1600" dirty="0">
              <a:latin typeface="Comic Sans MS" panose="030F0702030302020204" pitchFamily="66" charset="0"/>
            </a:endParaRPr>
          </a:p>
          <a:p>
            <a:pPr>
              <a:spcAft>
                <a:spcPts val="600"/>
              </a:spcAft>
              <a:buNone/>
            </a:pPr>
            <a:r>
              <a:rPr lang="en-IN" sz="1600" dirty="0">
                <a:effectLst/>
                <a:latin typeface="Comic Sans MS" panose="030F0702030302020204" pitchFamily="66" charset="0"/>
              </a:rPr>
              <a:t>if (</a:t>
            </a:r>
            <a:r>
              <a:rPr lang="en-IN" sz="1600" dirty="0" err="1">
                <a:effectLst/>
                <a:latin typeface="Comic Sans MS" panose="030F0702030302020204" pitchFamily="66" charset="0"/>
              </a:rPr>
              <a:t>radioMale.isEnabled</a:t>
            </a:r>
            <a:r>
              <a:rPr lang="en-IN" sz="1600" dirty="0">
                <a:effectLst/>
                <a:latin typeface="Comic Sans MS" panose="030F0702030302020204" pitchFamily="66" charset="0"/>
              </a:rPr>
              <a:t>() &amp;&amp; </a:t>
            </a:r>
            <a:r>
              <a:rPr lang="en-IN" sz="1600" dirty="0" err="1">
                <a:effectLst/>
                <a:latin typeface="Comic Sans MS" panose="030F0702030302020204" pitchFamily="66" charset="0"/>
              </a:rPr>
              <a:t>radioMale.isDisplayed</a:t>
            </a:r>
            <a:r>
              <a:rPr lang="en-IN" sz="1600" dirty="0">
                <a:effectLst/>
                <a:latin typeface="Comic Sans MS" panose="030F0702030302020204" pitchFamily="66" charset="0"/>
              </a:rPr>
              <a:t>()) {</a:t>
            </a:r>
            <a:endParaRPr lang="en-IN" sz="1600" dirty="0">
              <a:latin typeface="Comic Sans MS" panose="030F0702030302020204" pitchFamily="66" charset="0"/>
            </a:endParaRPr>
          </a:p>
          <a:p>
            <a:pPr>
              <a:spcAft>
                <a:spcPts val="600"/>
              </a:spcAft>
              <a:buNone/>
            </a:pPr>
            <a:r>
              <a:rPr lang="en-IN" sz="1600" dirty="0" err="1">
                <a:effectLst/>
                <a:latin typeface="Comic Sans MS" panose="030F0702030302020204" pitchFamily="66" charset="0"/>
                <a:hlinkClick r:id="rId2" tooltip="http://radiomale.click/"/>
              </a:rPr>
              <a:t>radioMale.click</a:t>
            </a:r>
            <a:r>
              <a:rPr lang="en-IN" sz="1600" dirty="0">
                <a:effectLst/>
                <a:latin typeface="Comic Sans MS" panose="030F0702030302020204" pitchFamily="66" charset="0"/>
              </a:rPr>
              <a:t>();</a:t>
            </a:r>
            <a:endParaRPr lang="en-IN" sz="1600" dirty="0">
              <a:latin typeface="Comic Sans MS" panose="030F0702030302020204" pitchFamily="66" charset="0"/>
            </a:endParaRPr>
          </a:p>
          <a:p>
            <a:pPr>
              <a:spcAft>
                <a:spcPts val="600"/>
              </a:spcAft>
            </a:pPr>
            <a:r>
              <a:rPr lang="en-IN" sz="1600" dirty="0">
                <a:effectLst/>
                <a:latin typeface="Comic Sans MS" panose="030F0702030302020204" pitchFamily="66" charset="0"/>
              </a:rPr>
              <a:t>}</a:t>
            </a:r>
            <a:endParaRPr lang="en-IN" sz="1600" dirty="0">
              <a:latin typeface="Comic Sans MS" panose="030F0702030302020204" pitchFamily="66" charset="0"/>
            </a:endParaRPr>
          </a:p>
        </p:txBody>
      </p:sp>
      <p:sp>
        <p:nvSpPr>
          <p:cNvPr id="10" name="TextBox 9">
            <a:extLst>
              <a:ext uri="{FF2B5EF4-FFF2-40B4-BE49-F238E27FC236}">
                <a16:creationId xmlns:a16="http://schemas.microsoft.com/office/drawing/2014/main" id="{DE66FE72-B24F-9B86-1D0A-8A3A69CE7FC1}"/>
              </a:ext>
            </a:extLst>
          </p:cNvPr>
          <p:cNvSpPr txBox="1"/>
          <p:nvPr/>
        </p:nvSpPr>
        <p:spPr>
          <a:xfrm>
            <a:off x="707571" y="3567870"/>
            <a:ext cx="6096000" cy="2923877"/>
          </a:xfrm>
          <a:prstGeom prst="rect">
            <a:avLst/>
          </a:prstGeom>
          <a:noFill/>
        </p:spPr>
        <p:txBody>
          <a:bodyPr wrap="square">
            <a:spAutoFit/>
          </a:bodyPr>
          <a:lstStyle/>
          <a:p>
            <a:pPr>
              <a:spcAft>
                <a:spcPts val="600"/>
              </a:spcAft>
              <a:buNone/>
            </a:pPr>
            <a:r>
              <a:rPr lang="en-IN" sz="1600" b="1" dirty="0">
                <a:effectLst/>
                <a:latin typeface="Comic Sans MS" panose="030F0702030302020204" pitchFamily="66" charset="0"/>
              </a:rPr>
              <a:t>✅ 1. Find and Click a Radio Button in Selenium (Java)</a:t>
            </a:r>
            <a:endParaRPr lang="en-IN" sz="1600" dirty="0">
              <a:latin typeface="Comic Sans MS" panose="030F0702030302020204" pitchFamily="66" charset="0"/>
            </a:endParaRPr>
          </a:p>
          <a:p>
            <a:pPr>
              <a:spcAft>
                <a:spcPts val="600"/>
              </a:spcAft>
              <a:buNone/>
            </a:pPr>
            <a:r>
              <a:rPr lang="en-IN" sz="1600" b="1" dirty="0">
                <a:latin typeface="Comic Sans MS" panose="030F0702030302020204" pitchFamily="66" charset="0"/>
              </a:rPr>
              <a:t>🔹 Using </a:t>
            </a:r>
            <a:r>
              <a:rPr lang="en-IN" sz="1600" b="1" dirty="0">
                <a:effectLst/>
                <a:latin typeface="Comic Sans MS" panose="030F0702030302020204" pitchFamily="66" charset="0"/>
                <a:hlinkClick r:id="rId3" tooltip="http://by.name/"/>
              </a:rPr>
              <a:t>By.name</a:t>
            </a:r>
            <a:r>
              <a:rPr lang="en-IN" sz="1600" b="1" dirty="0">
                <a:latin typeface="Comic Sans MS" panose="030F0702030302020204" pitchFamily="66" charset="0"/>
              </a:rPr>
              <a:t> and </a:t>
            </a:r>
            <a:r>
              <a:rPr lang="en-IN" sz="1600" b="1" dirty="0">
                <a:effectLst/>
                <a:latin typeface="Comic Sans MS" panose="030F0702030302020204" pitchFamily="66" charset="0"/>
              </a:rPr>
              <a:t>value</a:t>
            </a:r>
            <a:r>
              <a:rPr lang="en-IN" sz="1600" b="1" dirty="0">
                <a:latin typeface="Comic Sans MS" panose="030F0702030302020204" pitchFamily="66" charset="0"/>
              </a:rPr>
              <a:t>:</a:t>
            </a:r>
            <a:endParaRPr lang="en-IN" sz="1600" dirty="0">
              <a:latin typeface="Comic Sans MS" panose="030F0702030302020204" pitchFamily="66" charset="0"/>
            </a:endParaRPr>
          </a:p>
          <a:p>
            <a:pPr>
              <a:spcAft>
                <a:spcPts val="600"/>
              </a:spcAft>
              <a:buNone/>
            </a:pPr>
            <a:r>
              <a:rPr lang="en-IN" sz="1600" dirty="0">
                <a:effectLst/>
                <a:latin typeface="Comic Sans MS" panose="030F0702030302020204" pitchFamily="66" charset="0"/>
              </a:rPr>
              <a:t>List </a:t>
            </a:r>
            <a:r>
              <a:rPr lang="en-IN" sz="1600" dirty="0" err="1">
                <a:effectLst/>
                <a:latin typeface="Comic Sans MS" panose="030F0702030302020204" pitchFamily="66" charset="0"/>
              </a:rPr>
              <a:t>radioButtons</a:t>
            </a:r>
            <a:r>
              <a:rPr lang="en-IN" sz="1600" dirty="0">
                <a:effectLst/>
                <a:latin typeface="Comic Sans MS" panose="030F0702030302020204" pitchFamily="66" charset="0"/>
              </a:rPr>
              <a:t> = </a:t>
            </a:r>
            <a:r>
              <a:rPr lang="en-IN" sz="1600" dirty="0" err="1">
                <a:effectLst/>
                <a:latin typeface="Comic Sans MS" panose="030F0702030302020204" pitchFamily="66" charset="0"/>
              </a:rPr>
              <a:t>driver.findElements</a:t>
            </a:r>
            <a:r>
              <a:rPr lang="en-IN" sz="1600" dirty="0">
                <a:effectLst/>
                <a:latin typeface="Comic Sans MS" panose="030F0702030302020204" pitchFamily="66" charset="0"/>
              </a:rPr>
              <a:t>(</a:t>
            </a:r>
            <a:r>
              <a:rPr lang="en-IN" sz="1600" dirty="0">
                <a:effectLst/>
                <a:latin typeface="Comic Sans MS" panose="030F0702030302020204" pitchFamily="66" charset="0"/>
                <a:hlinkClick r:id="rId3" tooltip="http://by.name/"/>
              </a:rPr>
              <a:t>By.name</a:t>
            </a:r>
            <a:r>
              <a:rPr lang="en-IN" sz="1600" dirty="0">
                <a:effectLst/>
                <a:latin typeface="Comic Sans MS" panose="030F0702030302020204" pitchFamily="66" charset="0"/>
              </a:rPr>
              <a:t>("gender"));</a:t>
            </a:r>
            <a:endParaRPr lang="en-IN" sz="1600" dirty="0">
              <a:latin typeface="Comic Sans MS" panose="030F0702030302020204" pitchFamily="66" charset="0"/>
            </a:endParaRPr>
          </a:p>
          <a:p>
            <a:pPr>
              <a:spcAft>
                <a:spcPts val="600"/>
              </a:spcAft>
              <a:buNone/>
            </a:pPr>
            <a:r>
              <a:rPr lang="en-IN" sz="1600" dirty="0">
                <a:effectLst/>
                <a:latin typeface="Comic Sans MS" panose="030F0702030302020204" pitchFamily="66" charset="0"/>
              </a:rPr>
              <a:t>for (</a:t>
            </a:r>
            <a:r>
              <a:rPr lang="en-IN" sz="1600" dirty="0" err="1">
                <a:effectLst/>
                <a:latin typeface="Comic Sans MS" panose="030F0702030302020204" pitchFamily="66" charset="0"/>
              </a:rPr>
              <a:t>WebElement</a:t>
            </a:r>
            <a:r>
              <a:rPr lang="en-IN" sz="1600" dirty="0">
                <a:effectLst/>
                <a:latin typeface="Comic Sans MS" panose="030F0702030302020204" pitchFamily="66" charset="0"/>
              </a:rPr>
              <a:t> radio : </a:t>
            </a:r>
            <a:r>
              <a:rPr lang="en-IN" sz="1600" dirty="0" err="1">
                <a:effectLst/>
                <a:latin typeface="Comic Sans MS" panose="030F0702030302020204" pitchFamily="66" charset="0"/>
              </a:rPr>
              <a:t>radioButtons</a:t>
            </a:r>
            <a:r>
              <a:rPr lang="en-IN" sz="1600" dirty="0">
                <a:effectLst/>
                <a:latin typeface="Comic Sans MS" panose="030F0702030302020204" pitchFamily="66" charset="0"/>
              </a:rPr>
              <a:t>) {</a:t>
            </a:r>
            <a:endParaRPr lang="en-IN" sz="1600" dirty="0">
              <a:latin typeface="Comic Sans MS" panose="030F0702030302020204" pitchFamily="66" charset="0"/>
            </a:endParaRPr>
          </a:p>
          <a:p>
            <a:pPr>
              <a:spcAft>
                <a:spcPts val="600"/>
              </a:spcAft>
              <a:buNone/>
            </a:pPr>
            <a:r>
              <a:rPr lang="en-IN" sz="1600" dirty="0">
                <a:effectLst/>
                <a:latin typeface="Comic Sans MS" panose="030F0702030302020204" pitchFamily="66" charset="0"/>
              </a:rPr>
              <a:t>    if (</a:t>
            </a:r>
            <a:r>
              <a:rPr lang="en-IN" sz="1600" dirty="0" err="1">
                <a:effectLst/>
                <a:latin typeface="Comic Sans MS" panose="030F0702030302020204" pitchFamily="66" charset="0"/>
              </a:rPr>
              <a:t>radio.getAttribute</a:t>
            </a:r>
            <a:r>
              <a:rPr lang="en-IN" sz="1600" dirty="0">
                <a:effectLst/>
                <a:latin typeface="Comic Sans MS" panose="030F0702030302020204" pitchFamily="66" charset="0"/>
              </a:rPr>
              <a:t>("value").equals("female")) {</a:t>
            </a:r>
            <a:endParaRPr lang="en-IN" sz="1600" dirty="0">
              <a:latin typeface="Comic Sans MS" panose="030F0702030302020204" pitchFamily="66" charset="0"/>
            </a:endParaRPr>
          </a:p>
          <a:p>
            <a:pPr>
              <a:spcAft>
                <a:spcPts val="600"/>
              </a:spcAft>
              <a:buNone/>
            </a:pPr>
            <a:r>
              <a:rPr lang="en-IN" sz="1600" dirty="0" err="1">
                <a:effectLst/>
                <a:latin typeface="Comic Sans MS" panose="030F0702030302020204" pitchFamily="66" charset="0"/>
                <a:hlinkClick r:id="rId4" tooltip="http://radio.click/"/>
              </a:rPr>
              <a:t>radio.click</a:t>
            </a:r>
            <a:r>
              <a:rPr lang="en-IN" sz="1600" dirty="0">
                <a:effectLst/>
                <a:latin typeface="Comic Sans MS" panose="030F0702030302020204" pitchFamily="66" charset="0"/>
              </a:rPr>
              <a:t>();</a:t>
            </a:r>
            <a:endParaRPr lang="en-IN" sz="1600" dirty="0">
              <a:latin typeface="Comic Sans MS" panose="030F0702030302020204" pitchFamily="66" charset="0"/>
            </a:endParaRPr>
          </a:p>
          <a:p>
            <a:pPr>
              <a:spcAft>
                <a:spcPts val="600"/>
              </a:spcAft>
              <a:buNone/>
            </a:pPr>
            <a:r>
              <a:rPr lang="en-IN" sz="1600" dirty="0">
                <a:effectLst/>
                <a:latin typeface="Comic Sans MS" panose="030F0702030302020204" pitchFamily="66" charset="0"/>
              </a:rPr>
              <a:t>        break;</a:t>
            </a:r>
            <a:endParaRPr lang="en-IN" sz="1600" dirty="0">
              <a:latin typeface="Comic Sans MS" panose="030F0702030302020204" pitchFamily="66" charset="0"/>
            </a:endParaRPr>
          </a:p>
          <a:p>
            <a:pPr>
              <a:spcAft>
                <a:spcPts val="600"/>
              </a:spcAft>
              <a:buNone/>
            </a:pPr>
            <a:r>
              <a:rPr lang="en-IN" sz="1600" dirty="0">
                <a:effectLst/>
                <a:latin typeface="Comic Sans MS" panose="030F0702030302020204" pitchFamily="66" charset="0"/>
              </a:rPr>
              <a:t>    }</a:t>
            </a:r>
            <a:endParaRPr lang="en-IN" sz="1600" dirty="0">
              <a:latin typeface="Comic Sans MS" panose="030F0702030302020204" pitchFamily="66" charset="0"/>
            </a:endParaRPr>
          </a:p>
          <a:p>
            <a:pPr>
              <a:spcAft>
                <a:spcPts val="600"/>
              </a:spcAft>
            </a:pPr>
            <a:r>
              <a:rPr lang="en-IN" sz="1600" dirty="0">
                <a:effectLst/>
                <a:latin typeface="Comic Sans MS" panose="030F0702030302020204" pitchFamily="66" charset="0"/>
              </a:rPr>
              <a:t>}</a:t>
            </a:r>
            <a:endParaRPr lang="en-IN" sz="1600" dirty="0">
              <a:latin typeface="Comic Sans MS" panose="030F0702030302020204" pitchFamily="66" charset="0"/>
            </a:endParaRPr>
          </a:p>
        </p:txBody>
      </p:sp>
    </p:spTree>
    <p:extLst>
      <p:ext uri="{BB962C8B-B14F-4D97-AF65-F5344CB8AC3E}">
        <p14:creationId xmlns:p14="http://schemas.microsoft.com/office/powerpoint/2010/main" val="1241736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3FBEF-7A85-5022-850A-048323DAA1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86CF2E-8612-4592-6818-B06D80FA39D6}"/>
              </a:ext>
            </a:extLst>
          </p:cNvPr>
          <p:cNvSpPr>
            <a:spLocks noGrp="1"/>
          </p:cNvSpPr>
          <p:nvPr>
            <p:ph type="title"/>
          </p:nvPr>
        </p:nvSpPr>
        <p:spPr/>
        <p:txBody>
          <a:bodyPr/>
          <a:lstStyle/>
          <a:p>
            <a:r>
              <a:rPr lang="en-IN" dirty="0"/>
              <a:t>Handling Checkbox</a:t>
            </a:r>
          </a:p>
        </p:txBody>
      </p:sp>
      <p:sp>
        <p:nvSpPr>
          <p:cNvPr id="4" name="Footer Placeholder 3">
            <a:extLst>
              <a:ext uri="{FF2B5EF4-FFF2-40B4-BE49-F238E27FC236}">
                <a16:creationId xmlns:a16="http://schemas.microsoft.com/office/drawing/2014/main" id="{82838FFD-0A81-9EC8-C5D4-9CE9CEA52754}"/>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BFCC631A-99C8-51F5-60E3-C64C831D69B4}"/>
              </a:ext>
            </a:extLst>
          </p:cNvPr>
          <p:cNvSpPr>
            <a:spLocks noGrp="1"/>
          </p:cNvSpPr>
          <p:nvPr>
            <p:ph type="sldNum" sz="quarter" idx="12"/>
          </p:nvPr>
        </p:nvSpPr>
        <p:spPr/>
        <p:txBody>
          <a:bodyPr/>
          <a:lstStyle/>
          <a:p>
            <a:fld id="{38826FC0-333C-E549-9FA3-0EE43DF298A3}" type="slidenum">
              <a:rPr lang="en-US" smtClean="0"/>
              <a:pPr/>
              <a:t>3</a:t>
            </a:fld>
            <a:endParaRPr lang="en-US" dirty="0"/>
          </a:p>
        </p:txBody>
      </p:sp>
      <p:sp>
        <p:nvSpPr>
          <p:cNvPr id="3" name="TextBox 2">
            <a:extLst>
              <a:ext uri="{FF2B5EF4-FFF2-40B4-BE49-F238E27FC236}">
                <a16:creationId xmlns:a16="http://schemas.microsoft.com/office/drawing/2014/main" id="{835C5FF1-2479-609B-A318-1AB0EF4C63AD}"/>
              </a:ext>
            </a:extLst>
          </p:cNvPr>
          <p:cNvSpPr txBox="1"/>
          <p:nvPr/>
        </p:nvSpPr>
        <p:spPr>
          <a:xfrm>
            <a:off x="383177" y="932439"/>
            <a:ext cx="11329852" cy="584775"/>
          </a:xfrm>
          <a:prstGeom prst="rect">
            <a:avLst/>
          </a:prstGeom>
          <a:noFill/>
        </p:spPr>
        <p:txBody>
          <a:bodyPr wrap="square">
            <a:spAutoFit/>
          </a:bodyPr>
          <a:lstStyle/>
          <a:p>
            <a:r>
              <a:rPr lang="en-US" sz="1600" dirty="0">
                <a:latin typeface="Comic Sans MS" panose="030F0702030302020204" pitchFamily="66" charset="0"/>
              </a:rPr>
              <a:t>Checkboxes are used for </a:t>
            </a:r>
            <a:r>
              <a:rPr lang="en-US" sz="1600" b="1" dirty="0">
                <a:latin typeface="Comic Sans MS" panose="030F0702030302020204" pitchFamily="66" charset="0"/>
              </a:rPr>
              <a:t>multi-select options</a:t>
            </a:r>
            <a:r>
              <a:rPr lang="en-US" sz="1600" dirty="0">
                <a:latin typeface="Comic Sans MS" panose="030F0702030302020204" pitchFamily="66" charset="0"/>
              </a:rPr>
              <a:t>, and Selenium provides methods to handle them like </a:t>
            </a:r>
            <a:r>
              <a:rPr lang="en-US" sz="1600" b="1" dirty="0">
                <a:latin typeface="Comic Sans MS" panose="030F0702030302020204" pitchFamily="66" charset="0"/>
              </a:rPr>
              <a:t>click</a:t>
            </a:r>
            <a:r>
              <a:rPr lang="en-US" sz="1600" dirty="0">
                <a:latin typeface="Comic Sans MS" panose="030F0702030302020204" pitchFamily="66" charset="0"/>
              </a:rPr>
              <a:t>, </a:t>
            </a:r>
            <a:r>
              <a:rPr lang="en-US" sz="1600" b="1" dirty="0">
                <a:latin typeface="Comic Sans MS" panose="030F0702030302020204" pitchFamily="66" charset="0"/>
              </a:rPr>
              <a:t>verify selection</a:t>
            </a:r>
            <a:r>
              <a:rPr lang="en-US" sz="1600" dirty="0">
                <a:latin typeface="Comic Sans MS" panose="030F0702030302020204" pitchFamily="66" charset="0"/>
              </a:rPr>
              <a:t>, and </a:t>
            </a:r>
            <a:r>
              <a:rPr lang="en-US" sz="1600" b="1" dirty="0">
                <a:latin typeface="Comic Sans MS" panose="030F0702030302020204" pitchFamily="66" charset="0"/>
              </a:rPr>
              <a:t>conditionally select/deselect</a:t>
            </a:r>
            <a:r>
              <a:rPr lang="en-US" sz="1600" dirty="0">
                <a:latin typeface="Comic Sans MS" panose="030F0702030302020204" pitchFamily="66" charset="0"/>
              </a:rPr>
              <a:t>.</a:t>
            </a:r>
            <a:endParaRPr lang="en-IN" sz="1600" dirty="0">
              <a:latin typeface="Comic Sans MS" panose="030F0702030302020204" pitchFamily="66" charset="0"/>
            </a:endParaRPr>
          </a:p>
        </p:txBody>
      </p:sp>
      <p:sp>
        <p:nvSpPr>
          <p:cNvPr id="6" name="TextBox 5">
            <a:extLst>
              <a:ext uri="{FF2B5EF4-FFF2-40B4-BE49-F238E27FC236}">
                <a16:creationId xmlns:a16="http://schemas.microsoft.com/office/drawing/2014/main" id="{566925D6-A4D0-E201-055C-C162B3D5202A}"/>
              </a:ext>
            </a:extLst>
          </p:cNvPr>
          <p:cNvSpPr txBox="1"/>
          <p:nvPr/>
        </p:nvSpPr>
        <p:spPr>
          <a:xfrm>
            <a:off x="383177" y="1933698"/>
            <a:ext cx="6096000" cy="4031873"/>
          </a:xfrm>
          <a:prstGeom prst="rect">
            <a:avLst/>
          </a:prstGeom>
          <a:noFill/>
        </p:spPr>
        <p:txBody>
          <a:bodyPr wrap="square">
            <a:spAutoFit/>
          </a:bodyPr>
          <a:lstStyle/>
          <a:p>
            <a:pPr>
              <a:buNone/>
            </a:pPr>
            <a:r>
              <a:rPr lang="en-IN" sz="1600" b="1" dirty="0">
                <a:latin typeface="Comic Sans MS" panose="030F0702030302020204" pitchFamily="66" charset="0"/>
              </a:rPr>
              <a:t>1️⃣ Locate the Checkbox</a:t>
            </a:r>
            <a:endParaRPr lang="en-IN" sz="1600" dirty="0">
              <a:latin typeface="Comic Sans MS" panose="030F0702030302020204" pitchFamily="66" charset="0"/>
            </a:endParaRPr>
          </a:p>
          <a:p>
            <a:pPr>
              <a:buNone/>
            </a:pPr>
            <a:r>
              <a:rPr lang="en-IN" sz="1600" dirty="0" err="1">
                <a:effectLst/>
                <a:latin typeface="Comic Sans MS" panose="030F0702030302020204" pitchFamily="66" charset="0"/>
              </a:rPr>
              <a:t>WebElement</a:t>
            </a:r>
            <a:r>
              <a:rPr lang="en-IN" sz="1600" dirty="0">
                <a:effectLst/>
                <a:latin typeface="Comic Sans MS" panose="030F0702030302020204" pitchFamily="66" charset="0"/>
              </a:rPr>
              <a:t> checkbox = </a:t>
            </a:r>
            <a:r>
              <a:rPr lang="en-IN" sz="1600" dirty="0" err="1">
                <a:effectLst/>
                <a:latin typeface="Comic Sans MS" panose="030F0702030302020204" pitchFamily="66" charset="0"/>
              </a:rPr>
              <a:t>driver.findElement</a:t>
            </a:r>
            <a:r>
              <a:rPr lang="en-IN" sz="1600" dirty="0">
                <a:effectLst/>
                <a:latin typeface="Comic Sans MS" panose="030F0702030302020204" pitchFamily="66" charset="0"/>
              </a:rPr>
              <a:t>(</a:t>
            </a:r>
            <a:r>
              <a:rPr lang="en-IN" sz="1600" dirty="0">
                <a:effectLst/>
                <a:latin typeface="Comic Sans MS" panose="030F0702030302020204" pitchFamily="66" charset="0"/>
                <a:hlinkClick r:id="rId2" tooltip="http://by.id/"/>
              </a:rPr>
              <a:t>By.id</a:t>
            </a:r>
            <a:r>
              <a:rPr lang="en-IN" sz="1600" dirty="0">
                <a:effectLst/>
                <a:latin typeface="Comic Sans MS" panose="030F0702030302020204" pitchFamily="66" charset="0"/>
              </a:rPr>
              <a:t>("</a:t>
            </a:r>
            <a:r>
              <a:rPr lang="en-IN" sz="1600" dirty="0" err="1">
                <a:effectLst/>
                <a:latin typeface="Comic Sans MS" panose="030F0702030302020204" pitchFamily="66" charset="0"/>
              </a:rPr>
              <a:t>subscribeCheckbox</a:t>
            </a:r>
            <a:r>
              <a:rPr lang="en-IN" sz="1600" dirty="0">
                <a:effectLst/>
                <a:latin typeface="Comic Sans MS" panose="030F0702030302020204" pitchFamily="66" charset="0"/>
              </a:rPr>
              <a:t>"));</a:t>
            </a:r>
          </a:p>
          <a:p>
            <a:pPr>
              <a:buNone/>
            </a:pPr>
            <a:endParaRPr lang="en-IN" sz="1600" dirty="0">
              <a:latin typeface="Comic Sans MS" panose="030F0702030302020204" pitchFamily="66" charset="0"/>
            </a:endParaRPr>
          </a:p>
          <a:p>
            <a:pPr>
              <a:buNone/>
            </a:pPr>
            <a:r>
              <a:rPr lang="en-IN" sz="1600" b="1" dirty="0">
                <a:effectLst/>
                <a:latin typeface="Comic Sans MS" panose="030F0702030302020204" pitchFamily="66" charset="0"/>
              </a:rPr>
              <a:t>2️⃣ Select the Checkbox (if not already selected)</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if (!</a:t>
            </a:r>
            <a:r>
              <a:rPr lang="en-IN" sz="1600" dirty="0" err="1">
                <a:effectLst/>
                <a:latin typeface="Comic Sans MS" panose="030F0702030302020204" pitchFamily="66" charset="0"/>
              </a:rPr>
              <a:t>checkbox.isSelected</a:t>
            </a:r>
            <a:r>
              <a:rPr lang="en-IN" sz="1600" dirty="0">
                <a:effectLst/>
                <a:latin typeface="Comic Sans MS" panose="030F0702030302020204" pitchFamily="66" charset="0"/>
              </a:rPr>
              <a:t>()) {</a:t>
            </a:r>
            <a:endParaRPr lang="en-IN" sz="1600" dirty="0">
              <a:latin typeface="Comic Sans MS" panose="030F0702030302020204" pitchFamily="66" charset="0"/>
            </a:endParaRPr>
          </a:p>
          <a:p>
            <a:pPr>
              <a:buNone/>
            </a:pPr>
            <a:r>
              <a:rPr lang="en-IN" sz="1600" dirty="0" err="1">
                <a:effectLst/>
                <a:latin typeface="Comic Sans MS" panose="030F0702030302020204" pitchFamily="66" charset="0"/>
                <a:hlinkClick r:id="rId3" tooltip="http://checkbox.click/"/>
              </a:rPr>
              <a:t>checkbox.click</a:t>
            </a: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b="1" dirty="0">
                <a:effectLst/>
                <a:latin typeface="Comic Sans MS" panose="030F0702030302020204" pitchFamily="66" charset="0"/>
              </a:rPr>
              <a:t>3️⃣ Deselect the Checkbox (if selected)</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if (</a:t>
            </a:r>
            <a:r>
              <a:rPr lang="en-IN" sz="1600" dirty="0" err="1">
                <a:effectLst/>
                <a:latin typeface="Comic Sans MS" panose="030F0702030302020204" pitchFamily="66" charset="0"/>
              </a:rPr>
              <a:t>checkbox.isSelected</a:t>
            </a:r>
            <a:r>
              <a:rPr lang="en-IN" sz="1600" dirty="0">
                <a:effectLst/>
                <a:latin typeface="Comic Sans MS" panose="030F0702030302020204" pitchFamily="66" charset="0"/>
              </a:rPr>
              <a:t>()) {</a:t>
            </a:r>
            <a:endParaRPr lang="en-IN" sz="1600" dirty="0">
              <a:latin typeface="Comic Sans MS" panose="030F0702030302020204" pitchFamily="66" charset="0"/>
            </a:endParaRPr>
          </a:p>
          <a:p>
            <a:pPr>
              <a:buNone/>
            </a:pPr>
            <a:r>
              <a:rPr lang="en-IN" sz="1600" dirty="0" err="1">
                <a:effectLst/>
                <a:latin typeface="Comic Sans MS" panose="030F0702030302020204" pitchFamily="66" charset="0"/>
                <a:hlinkClick r:id="rId3" tooltip="http://checkbox.click/"/>
              </a:rPr>
              <a:t>checkbox.click</a:t>
            </a: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a:t>
            </a:r>
          </a:p>
          <a:p>
            <a:pPr>
              <a:buNone/>
            </a:pPr>
            <a:endParaRPr lang="en-IN" sz="1600" dirty="0">
              <a:latin typeface="Comic Sans MS" panose="030F0702030302020204" pitchFamily="66" charset="0"/>
            </a:endParaRPr>
          </a:p>
          <a:p>
            <a:pPr>
              <a:buNone/>
            </a:pPr>
            <a:r>
              <a:rPr lang="en-IN" sz="1600" b="1" dirty="0">
                <a:effectLst/>
                <a:latin typeface="Comic Sans MS" panose="030F0702030302020204" pitchFamily="66" charset="0"/>
              </a:rPr>
              <a:t>4️⃣ Check Checkbox State</a:t>
            </a:r>
            <a:endParaRPr lang="en-IN" sz="1600" dirty="0">
              <a:latin typeface="Comic Sans MS" panose="030F0702030302020204" pitchFamily="66" charset="0"/>
            </a:endParaRPr>
          </a:p>
          <a:p>
            <a:pPr>
              <a:buNone/>
            </a:pPr>
            <a:r>
              <a:rPr lang="en-IN" sz="1600" dirty="0" err="1">
                <a:effectLst/>
                <a:latin typeface="Comic Sans MS" panose="030F0702030302020204" pitchFamily="66" charset="0"/>
              </a:rPr>
              <a:t>boolean</a:t>
            </a:r>
            <a:r>
              <a:rPr lang="en-IN" sz="1600" dirty="0">
                <a:effectLst/>
                <a:latin typeface="Comic Sans MS" panose="030F0702030302020204" pitchFamily="66" charset="0"/>
              </a:rPr>
              <a:t> </a:t>
            </a:r>
            <a:r>
              <a:rPr lang="en-IN" sz="1600" dirty="0" err="1">
                <a:effectLst/>
                <a:latin typeface="Comic Sans MS" panose="030F0702030302020204" pitchFamily="66" charset="0"/>
              </a:rPr>
              <a:t>isChecked</a:t>
            </a:r>
            <a:r>
              <a:rPr lang="en-IN" sz="1600" dirty="0">
                <a:effectLst/>
                <a:latin typeface="Comic Sans MS" panose="030F0702030302020204" pitchFamily="66" charset="0"/>
              </a:rPr>
              <a:t> = </a:t>
            </a:r>
            <a:r>
              <a:rPr lang="en-IN" sz="1600" dirty="0" err="1">
                <a:effectLst/>
                <a:latin typeface="Comic Sans MS" panose="030F0702030302020204" pitchFamily="66" charset="0"/>
              </a:rPr>
              <a:t>checkbox.isSelected</a:t>
            </a:r>
            <a:r>
              <a:rPr lang="en-IN" sz="1600" dirty="0">
                <a:effectLst/>
                <a:latin typeface="Comic Sans MS" panose="030F0702030302020204" pitchFamily="66" charset="0"/>
              </a:rPr>
              <a:t>();</a:t>
            </a:r>
            <a:endParaRPr lang="en-IN" sz="1600" dirty="0">
              <a:latin typeface="Comic Sans MS" panose="030F0702030302020204" pitchFamily="66" charset="0"/>
            </a:endParaRPr>
          </a:p>
          <a:p>
            <a:r>
              <a:rPr lang="en-IN" sz="1600" dirty="0" err="1">
                <a:effectLst/>
                <a:latin typeface="Comic Sans MS" panose="030F0702030302020204" pitchFamily="66" charset="0"/>
              </a:rPr>
              <a:t>System.out.println</a:t>
            </a:r>
            <a:r>
              <a:rPr lang="en-IN" sz="1600" dirty="0">
                <a:effectLst/>
                <a:latin typeface="Comic Sans MS" panose="030F0702030302020204" pitchFamily="66" charset="0"/>
              </a:rPr>
              <a:t>("Checkbox selected: " + </a:t>
            </a:r>
            <a:r>
              <a:rPr lang="en-IN" sz="1600" dirty="0" err="1">
                <a:effectLst/>
                <a:latin typeface="Comic Sans MS" panose="030F0702030302020204" pitchFamily="66" charset="0"/>
              </a:rPr>
              <a:t>isChecked</a:t>
            </a:r>
            <a:r>
              <a:rPr lang="en-IN" sz="1600" dirty="0">
                <a:effectLst/>
                <a:latin typeface="Comic Sans MS" panose="030F0702030302020204" pitchFamily="66" charset="0"/>
              </a:rPr>
              <a:t>);</a:t>
            </a:r>
            <a:endParaRPr lang="en-IN" sz="1600" dirty="0">
              <a:latin typeface="Comic Sans MS" panose="030F0702030302020204" pitchFamily="66" charset="0"/>
            </a:endParaRPr>
          </a:p>
        </p:txBody>
      </p:sp>
      <p:sp>
        <p:nvSpPr>
          <p:cNvPr id="7" name="TextBox 6">
            <a:extLst>
              <a:ext uri="{FF2B5EF4-FFF2-40B4-BE49-F238E27FC236}">
                <a16:creationId xmlns:a16="http://schemas.microsoft.com/office/drawing/2014/main" id="{C0438AAA-6B46-B29B-C287-3A88F17714BB}"/>
              </a:ext>
            </a:extLst>
          </p:cNvPr>
          <p:cNvSpPr txBox="1"/>
          <p:nvPr/>
        </p:nvSpPr>
        <p:spPr>
          <a:xfrm>
            <a:off x="5952309" y="1982035"/>
            <a:ext cx="5974080" cy="2800767"/>
          </a:xfrm>
          <a:prstGeom prst="rect">
            <a:avLst/>
          </a:prstGeom>
          <a:noFill/>
        </p:spPr>
        <p:txBody>
          <a:bodyPr wrap="square">
            <a:spAutoFit/>
          </a:bodyPr>
          <a:lstStyle/>
          <a:p>
            <a:pPr>
              <a:buNone/>
            </a:pPr>
            <a:r>
              <a:rPr lang="en-IN" sz="1600" b="1" dirty="0">
                <a:effectLst/>
                <a:latin typeface="Comic Sans MS" panose="030F0702030302020204" pitchFamily="66" charset="0"/>
              </a:rPr>
              <a:t>🔄 Handling Multiple Checkboxes</a:t>
            </a:r>
            <a:endParaRPr lang="en-IN" sz="1600" dirty="0">
              <a:latin typeface="Comic Sans MS" panose="030F0702030302020204" pitchFamily="66" charset="0"/>
            </a:endParaRPr>
          </a:p>
          <a:p>
            <a:pPr>
              <a:buNone/>
            </a:pPr>
            <a:r>
              <a:rPr lang="en-IN" sz="1600" dirty="0">
                <a:latin typeface="Comic Sans MS" panose="030F0702030302020204" pitchFamily="66" charset="0"/>
              </a:rPr>
              <a:t>If checkboxes have a common attribute (e.g., </a:t>
            </a:r>
            <a:r>
              <a:rPr lang="en-IN" sz="1600" dirty="0">
                <a:effectLst/>
                <a:latin typeface="Comic Sans MS" panose="030F0702030302020204" pitchFamily="66" charset="0"/>
              </a:rPr>
              <a:t>name='skills'</a:t>
            </a:r>
            <a:r>
              <a:rPr lang="en-IN" sz="1600" dirty="0">
                <a:latin typeface="Comic Sans MS" panose="030F0702030302020204" pitchFamily="66" charset="0"/>
              </a:rPr>
              <a:t>):</a:t>
            </a:r>
          </a:p>
          <a:p>
            <a:pPr>
              <a:buNone/>
            </a:pPr>
            <a:r>
              <a:rPr lang="en-IN" sz="1600" dirty="0">
                <a:effectLst/>
                <a:latin typeface="Comic Sans MS" panose="030F0702030302020204" pitchFamily="66" charset="0"/>
              </a:rPr>
              <a:t>List checkboxes = </a:t>
            </a:r>
            <a:r>
              <a:rPr lang="en-IN" sz="1600" dirty="0" err="1">
                <a:effectLst/>
                <a:latin typeface="Comic Sans MS" panose="030F0702030302020204" pitchFamily="66" charset="0"/>
              </a:rPr>
              <a:t>driver.findElements</a:t>
            </a:r>
            <a:r>
              <a:rPr lang="en-IN" sz="1600" dirty="0">
                <a:effectLst/>
                <a:latin typeface="Comic Sans MS" panose="030F0702030302020204" pitchFamily="66" charset="0"/>
              </a:rPr>
              <a:t>(</a:t>
            </a:r>
            <a:r>
              <a:rPr lang="en-IN" sz="1600" dirty="0">
                <a:effectLst/>
                <a:latin typeface="Comic Sans MS" panose="030F0702030302020204" pitchFamily="66" charset="0"/>
                <a:hlinkClick r:id="rId4" tooltip="http://by.name/"/>
              </a:rPr>
              <a:t>By.name</a:t>
            </a:r>
            <a:r>
              <a:rPr lang="en-IN" sz="1600" dirty="0">
                <a:effectLst/>
                <a:latin typeface="Comic Sans MS" panose="030F0702030302020204" pitchFamily="66" charset="0"/>
              </a:rPr>
              <a:t>("skills"));</a:t>
            </a:r>
            <a:endParaRPr lang="en-IN" sz="1600" dirty="0">
              <a:latin typeface="Comic Sans MS" panose="030F0702030302020204" pitchFamily="66" charset="0"/>
            </a:endParaRPr>
          </a:p>
          <a:p>
            <a:pPr>
              <a:buNone/>
            </a:pPr>
            <a:r>
              <a:rPr lang="en-IN" sz="1600" dirty="0">
                <a:latin typeface="Comic Sans MS" panose="030F0702030302020204" pitchFamily="66" charset="0"/>
              </a:rPr>
              <a:t> </a:t>
            </a:r>
          </a:p>
          <a:p>
            <a:pPr>
              <a:buNone/>
            </a:pPr>
            <a:r>
              <a:rPr lang="en-IN" sz="1600" dirty="0">
                <a:effectLst/>
                <a:latin typeface="Comic Sans MS" panose="030F0702030302020204" pitchFamily="66" charset="0"/>
              </a:rPr>
              <a:t>for (</a:t>
            </a:r>
            <a:r>
              <a:rPr lang="en-IN" sz="1600" dirty="0" err="1">
                <a:effectLst/>
                <a:latin typeface="Comic Sans MS" panose="030F0702030302020204" pitchFamily="66" charset="0"/>
              </a:rPr>
              <a:t>WebElement</a:t>
            </a:r>
            <a:r>
              <a:rPr lang="en-IN" sz="1600" dirty="0">
                <a:effectLst/>
                <a:latin typeface="Comic Sans MS" panose="030F0702030302020204" pitchFamily="66" charset="0"/>
              </a:rPr>
              <a:t> box : checkboxes) {</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if (</a:t>
            </a:r>
            <a:r>
              <a:rPr lang="en-IN" sz="1600" dirty="0" err="1">
                <a:effectLst/>
                <a:latin typeface="Comic Sans MS" panose="030F0702030302020204" pitchFamily="66" charset="0"/>
              </a:rPr>
              <a:t>box.getAttribute</a:t>
            </a:r>
            <a:r>
              <a:rPr lang="en-IN" sz="1600" dirty="0">
                <a:effectLst/>
                <a:latin typeface="Comic Sans MS" panose="030F0702030302020204" pitchFamily="66" charset="0"/>
              </a:rPr>
              <a:t>("value").equals("Java")) {</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if (!</a:t>
            </a:r>
            <a:r>
              <a:rPr lang="en-IN" sz="1600" dirty="0" err="1">
                <a:effectLst/>
                <a:latin typeface="Comic Sans MS" panose="030F0702030302020204" pitchFamily="66" charset="0"/>
              </a:rPr>
              <a:t>box.isSelected</a:t>
            </a:r>
            <a:r>
              <a:rPr lang="en-IN" sz="1600" dirty="0">
                <a:effectLst/>
                <a:latin typeface="Comic Sans MS" panose="030F0702030302020204" pitchFamily="66" charset="0"/>
              </a:rPr>
              <a:t>()) {</a:t>
            </a:r>
            <a:endParaRPr lang="en-IN" sz="1600" dirty="0">
              <a:latin typeface="Comic Sans MS" panose="030F0702030302020204" pitchFamily="66" charset="0"/>
            </a:endParaRPr>
          </a:p>
          <a:p>
            <a:pPr>
              <a:buNone/>
            </a:pPr>
            <a:r>
              <a:rPr lang="en-IN" sz="1600" dirty="0" err="1">
                <a:effectLst/>
                <a:latin typeface="Comic Sans MS" panose="030F0702030302020204" pitchFamily="66" charset="0"/>
                <a:hlinkClick r:id="rId5" tooltip="http://box.click/"/>
              </a:rPr>
              <a:t>box.click</a:t>
            </a: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a:t>
            </a:r>
            <a:endParaRPr lang="en-IN" sz="1600" dirty="0">
              <a:latin typeface="Comic Sans MS" panose="030F0702030302020204" pitchFamily="66" charset="0"/>
            </a:endParaRPr>
          </a:p>
          <a:p>
            <a:r>
              <a:rPr lang="en-IN" sz="1600" dirty="0">
                <a:effectLst/>
                <a:latin typeface="Comic Sans MS" panose="030F0702030302020204" pitchFamily="66" charset="0"/>
              </a:rPr>
              <a:t>}</a:t>
            </a:r>
            <a:endParaRPr lang="en-IN" sz="1600" dirty="0">
              <a:latin typeface="Comic Sans MS" panose="030F0702030302020204" pitchFamily="66" charset="0"/>
            </a:endParaRPr>
          </a:p>
        </p:txBody>
      </p:sp>
    </p:spTree>
    <p:extLst>
      <p:ext uri="{BB962C8B-B14F-4D97-AF65-F5344CB8AC3E}">
        <p14:creationId xmlns:p14="http://schemas.microsoft.com/office/powerpoint/2010/main" val="2029042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DCB72-973D-2ABD-15B2-EDA52A545C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7B7DCA-9F80-7E90-CB4B-CE50A309A0CF}"/>
              </a:ext>
            </a:extLst>
          </p:cNvPr>
          <p:cNvSpPr>
            <a:spLocks noGrp="1"/>
          </p:cNvSpPr>
          <p:nvPr>
            <p:ph type="title"/>
          </p:nvPr>
        </p:nvSpPr>
        <p:spPr/>
        <p:txBody>
          <a:bodyPr/>
          <a:lstStyle/>
          <a:p>
            <a:r>
              <a:rPr lang="en-IN" dirty="0"/>
              <a:t>Handling Dropdown</a:t>
            </a:r>
          </a:p>
        </p:txBody>
      </p:sp>
      <p:sp>
        <p:nvSpPr>
          <p:cNvPr id="4" name="Footer Placeholder 3">
            <a:extLst>
              <a:ext uri="{FF2B5EF4-FFF2-40B4-BE49-F238E27FC236}">
                <a16:creationId xmlns:a16="http://schemas.microsoft.com/office/drawing/2014/main" id="{B43851EA-56FE-DD8E-A4DE-F0FF35A3CB00}"/>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9180F395-FBD1-C0A4-B687-E49402A90F59}"/>
              </a:ext>
            </a:extLst>
          </p:cNvPr>
          <p:cNvSpPr>
            <a:spLocks noGrp="1"/>
          </p:cNvSpPr>
          <p:nvPr>
            <p:ph type="sldNum" sz="quarter" idx="12"/>
          </p:nvPr>
        </p:nvSpPr>
        <p:spPr/>
        <p:txBody>
          <a:bodyPr/>
          <a:lstStyle/>
          <a:p>
            <a:fld id="{38826FC0-333C-E549-9FA3-0EE43DF298A3}" type="slidenum">
              <a:rPr lang="en-US" smtClean="0"/>
              <a:pPr/>
              <a:t>4</a:t>
            </a:fld>
            <a:endParaRPr lang="en-US" dirty="0"/>
          </a:p>
        </p:txBody>
      </p:sp>
      <p:sp>
        <p:nvSpPr>
          <p:cNvPr id="6" name="TextBox 5">
            <a:extLst>
              <a:ext uri="{FF2B5EF4-FFF2-40B4-BE49-F238E27FC236}">
                <a16:creationId xmlns:a16="http://schemas.microsoft.com/office/drawing/2014/main" id="{86F1BAAD-54E4-EFAC-6E55-54CD240F94FB}"/>
              </a:ext>
            </a:extLst>
          </p:cNvPr>
          <p:cNvSpPr txBox="1"/>
          <p:nvPr/>
        </p:nvSpPr>
        <p:spPr>
          <a:xfrm>
            <a:off x="741680" y="948827"/>
            <a:ext cx="11094720" cy="584775"/>
          </a:xfrm>
          <a:prstGeom prst="rect">
            <a:avLst/>
          </a:prstGeom>
          <a:solidFill>
            <a:srgbClr val="ECECEB"/>
          </a:solidFill>
        </p:spPr>
        <p:txBody>
          <a:bodyPr wrap="square">
            <a:spAutoFit/>
          </a:bodyPr>
          <a:lstStyle/>
          <a:p>
            <a:pPr>
              <a:buNone/>
            </a:pPr>
            <a:r>
              <a:rPr lang="en-IN" sz="1600" b="1" dirty="0">
                <a:latin typeface="Comic Sans MS" panose="030F0702030302020204" pitchFamily="66" charset="0"/>
              </a:rPr>
              <a:t>select an option in a dropdown</a:t>
            </a:r>
            <a:r>
              <a:rPr lang="en-IN" sz="1600" dirty="0">
                <a:latin typeface="Comic Sans MS" panose="030F0702030302020204" pitchFamily="66" charset="0"/>
              </a:rPr>
              <a:t> using </a:t>
            </a:r>
            <a:r>
              <a:rPr lang="en-IN" sz="1600" b="1" dirty="0">
                <a:latin typeface="Comic Sans MS" panose="030F0702030302020204" pitchFamily="66" charset="0"/>
              </a:rPr>
              <a:t>Selenium</a:t>
            </a:r>
            <a:r>
              <a:rPr lang="en-IN" sz="1600" dirty="0">
                <a:latin typeface="Comic Sans MS" panose="030F0702030302020204" pitchFamily="66" charset="0"/>
              </a:rPr>
              <a:t>, you typically use the </a:t>
            </a:r>
            <a:r>
              <a:rPr lang="en-IN" sz="1600" dirty="0">
                <a:effectLst/>
                <a:latin typeface="Comic Sans MS" panose="030F0702030302020204" pitchFamily="66" charset="0"/>
              </a:rPr>
              <a:t>Select</a:t>
            </a:r>
            <a:r>
              <a:rPr lang="en-IN" sz="1600" dirty="0">
                <a:latin typeface="Comic Sans MS" panose="030F0702030302020204" pitchFamily="66" charset="0"/>
              </a:rPr>
              <a:t> class provided by Selenium for </a:t>
            </a:r>
            <a:r>
              <a:rPr lang="en-IN" sz="1600" dirty="0">
                <a:effectLst/>
                <a:latin typeface="Comic Sans MS" panose="030F0702030302020204" pitchFamily="66" charset="0"/>
              </a:rPr>
              <a:t>&lt;select&gt;</a:t>
            </a:r>
            <a:r>
              <a:rPr lang="en-IN" sz="1600" dirty="0">
                <a:latin typeface="Comic Sans MS" panose="030F0702030302020204" pitchFamily="66" charset="0"/>
              </a:rPr>
              <a:t> HTML elements.</a:t>
            </a:r>
          </a:p>
        </p:txBody>
      </p:sp>
      <p:sp>
        <p:nvSpPr>
          <p:cNvPr id="8" name="TextBox 7">
            <a:extLst>
              <a:ext uri="{FF2B5EF4-FFF2-40B4-BE49-F238E27FC236}">
                <a16:creationId xmlns:a16="http://schemas.microsoft.com/office/drawing/2014/main" id="{6D93AE3B-06B8-C22C-AE44-5606BADC657C}"/>
              </a:ext>
            </a:extLst>
          </p:cNvPr>
          <p:cNvSpPr txBox="1"/>
          <p:nvPr/>
        </p:nvSpPr>
        <p:spPr>
          <a:xfrm>
            <a:off x="640080" y="2221072"/>
            <a:ext cx="6827520" cy="2308324"/>
          </a:xfrm>
          <a:prstGeom prst="rect">
            <a:avLst/>
          </a:prstGeom>
          <a:noFill/>
        </p:spPr>
        <p:txBody>
          <a:bodyPr wrap="square">
            <a:spAutoFit/>
          </a:bodyPr>
          <a:lstStyle/>
          <a:p>
            <a:pPr>
              <a:buNone/>
            </a:pPr>
            <a:r>
              <a:rPr lang="en-IN" sz="1600" b="1" dirty="0">
                <a:latin typeface="Comic Sans MS" panose="030F0702030302020204" pitchFamily="66" charset="0"/>
              </a:rPr>
              <a:t>✅ 1. Import the Select class</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import </a:t>
            </a:r>
            <a:r>
              <a:rPr lang="en-IN" sz="1600" dirty="0" err="1">
                <a:effectLst/>
                <a:latin typeface="Comic Sans MS" panose="030F0702030302020204" pitchFamily="66" charset="0"/>
                <a:hlinkClick r:id="rId2" tooltip="http://org.openqa.selenium.support/"/>
              </a:rPr>
              <a:t>org.openqa.selenium.support</a:t>
            </a:r>
            <a:r>
              <a:rPr lang="en-IN" sz="1600" dirty="0" err="1">
                <a:effectLst/>
                <a:latin typeface="Comic Sans MS" panose="030F0702030302020204" pitchFamily="66" charset="0"/>
              </a:rPr>
              <a:t>.ui.Select</a:t>
            </a:r>
            <a:r>
              <a:rPr lang="en-IN" sz="1600" dirty="0">
                <a:effectLst/>
                <a:latin typeface="Comic Sans MS" panose="030F0702030302020204" pitchFamily="66" charset="0"/>
              </a:rPr>
              <a:t>;</a:t>
            </a:r>
          </a:p>
          <a:p>
            <a:pPr>
              <a:buNone/>
            </a:pPr>
            <a:endParaRPr lang="en-IN" sz="1600" dirty="0">
              <a:latin typeface="Comic Sans MS" panose="030F0702030302020204" pitchFamily="66" charset="0"/>
            </a:endParaRPr>
          </a:p>
          <a:p>
            <a:pPr>
              <a:buNone/>
            </a:pPr>
            <a:r>
              <a:rPr lang="en-IN" sz="1600" b="1" dirty="0">
                <a:effectLst/>
                <a:latin typeface="Comic Sans MS" panose="030F0702030302020204" pitchFamily="66" charset="0"/>
              </a:rPr>
              <a:t>✅ 2. Locate the Dropdown Element</a:t>
            </a:r>
            <a:endParaRPr lang="en-IN" sz="1600" dirty="0">
              <a:latin typeface="Comic Sans MS" panose="030F0702030302020204" pitchFamily="66" charset="0"/>
            </a:endParaRPr>
          </a:p>
          <a:p>
            <a:pPr>
              <a:buNone/>
            </a:pPr>
            <a:r>
              <a:rPr lang="en-IN" sz="1600" dirty="0">
                <a:latin typeface="Comic Sans MS" panose="030F0702030302020204" pitchFamily="66" charset="0"/>
              </a:rPr>
              <a:t>Use any locating strategy like </a:t>
            </a:r>
            <a:r>
              <a:rPr lang="en-IN" sz="1600" dirty="0">
                <a:effectLst/>
                <a:latin typeface="Comic Sans MS" panose="030F0702030302020204" pitchFamily="66" charset="0"/>
                <a:hlinkClick r:id="rId3" tooltip="http://by.id/"/>
              </a:rPr>
              <a:t>By.id</a:t>
            </a:r>
            <a:r>
              <a:rPr lang="en-IN" sz="1600" dirty="0">
                <a:latin typeface="Comic Sans MS" panose="030F0702030302020204" pitchFamily="66" charset="0"/>
              </a:rPr>
              <a:t>, </a:t>
            </a:r>
            <a:r>
              <a:rPr lang="en-IN" sz="1600" dirty="0">
                <a:effectLst/>
                <a:latin typeface="Comic Sans MS" panose="030F0702030302020204" pitchFamily="66" charset="0"/>
                <a:hlinkClick r:id="rId4" tooltip="http://by.name/"/>
              </a:rPr>
              <a:t>By.name</a:t>
            </a:r>
            <a:r>
              <a:rPr lang="en-IN" sz="1600" dirty="0">
                <a:latin typeface="Comic Sans MS" panose="030F0702030302020204" pitchFamily="66" charset="0"/>
              </a:rPr>
              <a:t>, </a:t>
            </a:r>
            <a:r>
              <a:rPr lang="en-IN" sz="1600" dirty="0" err="1">
                <a:effectLst/>
                <a:latin typeface="Comic Sans MS" panose="030F0702030302020204" pitchFamily="66" charset="0"/>
              </a:rPr>
              <a:t>By.xpath</a:t>
            </a:r>
            <a:r>
              <a:rPr lang="en-IN" sz="1600" dirty="0">
                <a:latin typeface="Comic Sans MS" panose="030F0702030302020204" pitchFamily="66" charset="0"/>
              </a:rPr>
              <a:t>, etc.</a:t>
            </a:r>
          </a:p>
          <a:p>
            <a:pPr>
              <a:buNone/>
            </a:pPr>
            <a:r>
              <a:rPr lang="en-IN" sz="1600" dirty="0" err="1">
                <a:effectLst/>
                <a:latin typeface="Comic Sans MS" panose="030F0702030302020204" pitchFamily="66" charset="0"/>
              </a:rPr>
              <a:t>WebElement</a:t>
            </a:r>
            <a:r>
              <a:rPr lang="en-IN" sz="1600" dirty="0">
                <a:effectLst/>
                <a:latin typeface="Comic Sans MS" panose="030F0702030302020204" pitchFamily="66" charset="0"/>
              </a:rPr>
              <a:t> dropdown = </a:t>
            </a:r>
            <a:r>
              <a:rPr lang="en-IN" sz="1600" dirty="0" err="1">
                <a:effectLst/>
                <a:latin typeface="Comic Sans MS" panose="030F0702030302020204" pitchFamily="66" charset="0"/>
              </a:rPr>
              <a:t>driver.findElement</a:t>
            </a:r>
            <a:r>
              <a:rPr lang="en-IN" sz="1600" dirty="0">
                <a:effectLst/>
                <a:latin typeface="Comic Sans MS" panose="030F0702030302020204" pitchFamily="66" charset="0"/>
              </a:rPr>
              <a:t>(</a:t>
            </a:r>
            <a:r>
              <a:rPr lang="en-IN" sz="1600" dirty="0">
                <a:effectLst/>
                <a:latin typeface="Comic Sans MS" panose="030F0702030302020204" pitchFamily="66" charset="0"/>
                <a:hlinkClick r:id="rId3" tooltip="http://by.id/"/>
              </a:rPr>
              <a:t>By.id</a:t>
            </a:r>
            <a:r>
              <a:rPr lang="en-IN" sz="1600" dirty="0">
                <a:effectLst/>
                <a:latin typeface="Comic Sans MS" panose="030F0702030302020204" pitchFamily="66" charset="0"/>
              </a:rPr>
              <a:t>("</a:t>
            </a:r>
            <a:r>
              <a:rPr lang="en-IN" sz="1600" dirty="0" err="1">
                <a:effectLst/>
                <a:latin typeface="Comic Sans MS" panose="030F0702030302020204" pitchFamily="66" charset="0"/>
              </a:rPr>
              <a:t>dropdownId</a:t>
            </a:r>
            <a:r>
              <a:rPr lang="en-IN" sz="1600" dirty="0">
                <a:effectLst/>
                <a:latin typeface="Comic Sans MS" panose="030F0702030302020204" pitchFamily="66" charset="0"/>
              </a:rPr>
              <a:t>"));</a:t>
            </a:r>
          </a:p>
          <a:p>
            <a:pPr>
              <a:buNone/>
            </a:pPr>
            <a:endParaRPr lang="en-IN" sz="1600" dirty="0">
              <a:latin typeface="Comic Sans MS" panose="030F0702030302020204" pitchFamily="66" charset="0"/>
            </a:endParaRPr>
          </a:p>
          <a:p>
            <a:pPr>
              <a:buNone/>
            </a:pPr>
            <a:r>
              <a:rPr lang="en-IN" sz="1600" b="1" dirty="0">
                <a:effectLst/>
                <a:latin typeface="Comic Sans MS" panose="030F0702030302020204" pitchFamily="66" charset="0"/>
              </a:rPr>
              <a:t>✅ 3. Create Select Object</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Select </a:t>
            </a:r>
            <a:r>
              <a:rPr lang="en-IN" sz="1600" dirty="0" err="1">
                <a:effectLst/>
                <a:latin typeface="Comic Sans MS" panose="030F0702030302020204" pitchFamily="66" charset="0"/>
              </a:rPr>
              <a:t>select</a:t>
            </a:r>
            <a:r>
              <a:rPr lang="en-IN" sz="1600" dirty="0">
                <a:effectLst/>
                <a:latin typeface="Comic Sans MS" panose="030F0702030302020204" pitchFamily="66" charset="0"/>
              </a:rPr>
              <a:t> = new Select(dropdown);</a:t>
            </a:r>
            <a:endParaRPr lang="en-IN" sz="1600" dirty="0">
              <a:latin typeface="Comic Sans MS" panose="030F0702030302020204" pitchFamily="66" charset="0"/>
            </a:endParaRPr>
          </a:p>
        </p:txBody>
      </p:sp>
      <p:sp>
        <p:nvSpPr>
          <p:cNvPr id="10" name="TextBox 9">
            <a:extLst>
              <a:ext uri="{FF2B5EF4-FFF2-40B4-BE49-F238E27FC236}">
                <a16:creationId xmlns:a16="http://schemas.microsoft.com/office/drawing/2014/main" id="{57BAF736-FAE4-D1E7-B163-C6F0B8D20E24}"/>
              </a:ext>
            </a:extLst>
          </p:cNvPr>
          <p:cNvSpPr txBox="1"/>
          <p:nvPr/>
        </p:nvSpPr>
        <p:spPr>
          <a:xfrm>
            <a:off x="5679440" y="3965169"/>
            <a:ext cx="6055360" cy="1815882"/>
          </a:xfrm>
          <a:prstGeom prst="rect">
            <a:avLst/>
          </a:prstGeom>
          <a:noFill/>
        </p:spPr>
        <p:txBody>
          <a:bodyPr wrap="square">
            <a:spAutoFit/>
          </a:bodyPr>
          <a:lstStyle/>
          <a:p>
            <a:pPr>
              <a:buNone/>
            </a:pPr>
            <a:r>
              <a:rPr lang="en-IN" sz="1600" b="1" dirty="0">
                <a:effectLst/>
                <a:latin typeface="Comic Sans MS" panose="030F0702030302020204" pitchFamily="66" charset="0"/>
              </a:rPr>
              <a:t>✅ 4. Select Options Using One of These Methods:</a:t>
            </a:r>
            <a:endParaRPr lang="en-IN" sz="1600" dirty="0">
              <a:latin typeface="Comic Sans MS" panose="030F0702030302020204" pitchFamily="66" charset="0"/>
            </a:endParaRPr>
          </a:p>
          <a:p>
            <a:pPr>
              <a:buNone/>
            </a:pPr>
            <a:r>
              <a:rPr lang="en-IN" sz="1600" b="1" dirty="0">
                <a:latin typeface="Comic Sans MS" panose="030F0702030302020204" pitchFamily="66" charset="0"/>
              </a:rPr>
              <a:t>➤ a. By Visible Text:</a:t>
            </a:r>
            <a:endParaRPr lang="en-IN" sz="1600" dirty="0">
              <a:latin typeface="Comic Sans MS" panose="030F0702030302020204" pitchFamily="66" charset="0"/>
            </a:endParaRPr>
          </a:p>
          <a:p>
            <a:pPr>
              <a:buNone/>
            </a:pPr>
            <a:r>
              <a:rPr lang="en-IN" sz="1600" dirty="0" err="1">
                <a:effectLst/>
                <a:latin typeface="Comic Sans MS" panose="030F0702030302020204" pitchFamily="66" charset="0"/>
              </a:rPr>
              <a:t>select.selectByVisibleText</a:t>
            </a:r>
            <a:r>
              <a:rPr lang="en-IN" sz="1600" dirty="0">
                <a:effectLst/>
                <a:latin typeface="Comic Sans MS" panose="030F0702030302020204" pitchFamily="66" charset="0"/>
              </a:rPr>
              <a:t>("</a:t>
            </a:r>
            <a:r>
              <a:rPr lang="en-IN" sz="1600" dirty="0" err="1">
                <a:effectLst/>
                <a:latin typeface="Comic Sans MS" panose="030F0702030302020204" pitchFamily="66" charset="0"/>
              </a:rPr>
              <a:t>OptionText</a:t>
            </a: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b="1" dirty="0">
                <a:effectLst/>
                <a:latin typeface="Comic Sans MS" panose="030F0702030302020204" pitchFamily="66" charset="0"/>
              </a:rPr>
              <a:t>➤ b. By Value Attribute:</a:t>
            </a:r>
            <a:endParaRPr lang="en-IN" sz="1600" dirty="0">
              <a:latin typeface="Comic Sans MS" panose="030F0702030302020204" pitchFamily="66" charset="0"/>
            </a:endParaRPr>
          </a:p>
          <a:p>
            <a:pPr>
              <a:buNone/>
            </a:pPr>
            <a:r>
              <a:rPr lang="en-IN" sz="1600" dirty="0" err="1">
                <a:effectLst/>
                <a:latin typeface="Comic Sans MS" panose="030F0702030302020204" pitchFamily="66" charset="0"/>
              </a:rPr>
              <a:t>select.selectByValue</a:t>
            </a:r>
            <a:r>
              <a:rPr lang="en-IN" sz="1600" dirty="0">
                <a:effectLst/>
                <a:latin typeface="Comic Sans MS" panose="030F0702030302020204" pitchFamily="66" charset="0"/>
              </a:rPr>
              <a:t>("</a:t>
            </a:r>
            <a:r>
              <a:rPr lang="en-IN" sz="1600" dirty="0" err="1">
                <a:effectLst/>
                <a:latin typeface="Comic Sans MS" panose="030F0702030302020204" pitchFamily="66" charset="0"/>
              </a:rPr>
              <a:t>optionValue</a:t>
            </a: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b="1" dirty="0">
                <a:effectLst/>
                <a:latin typeface="Comic Sans MS" panose="030F0702030302020204" pitchFamily="66" charset="0"/>
              </a:rPr>
              <a:t>➤ c. By Index:</a:t>
            </a:r>
            <a:endParaRPr lang="en-IN" sz="1600" dirty="0">
              <a:latin typeface="Comic Sans MS" panose="030F0702030302020204" pitchFamily="66" charset="0"/>
            </a:endParaRPr>
          </a:p>
          <a:p>
            <a:r>
              <a:rPr lang="en-IN" sz="1600" dirty="0" err="1">
                <a:effectLst/>
                <a:latin typeface="Comic Sans MS" panose="030F0702030302020204" pitchFamily="66" charset="0"/>
              </a:rPr>
              <a:t>select.selectByIndex</a:t>
            </a:r>
            <a:r>
              <a:rPr lang="en-IN" sz="1600" dirty="0">
                <a:effectLst/>
                <a:latin typeface="Comic Sans MS" panose="030F0702030302020204" pitchFamily="66" charset="0"/>
              </a:rPr>
              <a:t>(2);  // Index starts from 0</a:t>
            </a:r>
            <a:endParaRPr lang="en-IN" sz="1600" dirty="0"/>
          </a:p>
        </p:txBody>
      </p:sp>
      <p:sp>
        <p:nvSpPr>
          <p:cNvPr id="12" name="TextBox 11">
            <a:extLst>
              <a:ext uri="{FF2B5EF4-FFF2-40B4-BE49-F238E27FC236}">
                <a16:creationId xmlns:a16="http://schemas.microsoft.com/office/drawing/2014/main" id="{98BC1F8E-FA80-3BB3-F340-47BDD4B80101}"/>
              </a:ext>
            </a:extLst>
          </p:cNvPr>
          <p:cNvSpPr txBox="1"/>
          <p:nvPr/>
        </p:nvSpPr>
        <p:spPr>
          <a:xfrm>
            <a:off x="640080" y="1692830"/>
            <a:ext cx="6096000" cy="369332"/>
          </a:xfrm>
          <a:prstGeom prst="rect">
            <a:avLst/>
          </a:prstGeom>
          <a:noFill/>
        </p:spPr>
        <p:txBody>
          <a:bodyPr wrap="square">
            <a:spAutoFit/>
          </a:bodyPr>
          <a:lstStyle/>
          <a:p>
            <a:pPr>
              <a:buNone/>
            </a:pPr>
            <a:r>
              <a:rPr lang="en-IN" sz="1800" dirty="0">
                <a:latin typeface="Comic Sans MS" panose="030F0702030302020204" pitchFamily="66" charset="0"/>
              </a:rPr>
              <a:t>Here’s a step-by-step guide with examples in </a:t>
            </a:r>
            <a:r>
              <a:rPr lang="en-IN" sz="1800" b="1" dirty="0">
                <a:latin typeface="Comic Sans MS" panose="030F0702030302020204" pitchFamily="66" charset="0"/>
              </a:rPr>
              <a:t>Java</a:t>
            </a:r>
            <a:r>
              <a:rPr lang="en-IN" sz="1800" dirty="0">
                <a:latin typeface="Comic Sans MS" panose="030F0702030302020204" pitchFamily="66" charset="0"/>
              </a:rPr>
              <a:t>:</a:t>
            </a:r>
          </a:p>
        </p:txBody>
      </p:sp>
    </p:spTree>
    <p:extLst>
      <p:ext uri="{BB962C8B-B14F-4D97-AF65-F5344CB8AC3E}">
        <p14:creationId xmlns:p14="http://schemas.microsoft.com/office/powerpoint/2010/main" val="1370667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4E921-CF78-A1BB-7C12-C4B73BB73F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559336-68D1-263F-1D47-A6484AD18558}"/>
              </a:ext>
            </a:extLst>
          </p:cNvPr>
          <p:cNvSpPr>
            <a:spLocks noGrp="1"/>
          </p:cNvSpPr>
          <p:nvPr>
            <p:ph type="title"/>
          </p:nvPr>
        </p:nvSpPr>
        <p:spPr/>
        <p:txBody>
          <a:bodyPr/>
          <a:lstStyle/>
          <a:p>
            <a:r>
              <a:rPr lang="en-IN" dirty="0"/>
              <a:t>Handling Dropdown</a:t>
            </a:r>
          </a:p>
        </p:txBody>
      </p:sp>
      <p:sp>
        <p:nvSpPr>
          <p:cNvPr id="4" name="Footer Placeholder 3">
            <a:extLst>
              <a:ext uri="{FF2B5EF4-FFF2-40B4-BE49-F238E27FC236}">
                <a16:creationId xmlns:a16="http://schemas.microsoft.com/office/drawing/2014/main" id="{F103D39A-7954-29A2-AC06-76ED030E2454}"/>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13A2A98E-D263-C81B-052D-DB548079E58A}"/>
              </a:ext>
            </a:extLst>
          </p:cNvPr>
          <p:cNvSpPr>
            <a:spLocks noGrp="1"/>
          </p:cNvSpPr>
          <p:nvPr>
            <p:ph type="sldNum" sz="quarter" idx="12"/>
          </p:nvPr>
        </p:nvSpPr>
        <p:spPr/>
        <p:txBody>
          <a:bodyPr/>
          <a:lstStyle/>
          <a:p>
            <a:fld id="{38826FC0-333C-E549-9FA3-0EE43DF298A3}" type="slidenum">
              <a:rPr lang="en-US" smtClean="0"/>
              <a:pPr/>
              <a:t>5</a:t>
            </a:fld>
            <a:endParaRPr lang="en-US" dirty="0"/>
          </a:p>
        </p:txBody>
      </p:sp>
      <p:sp>
        <p:nvSpPr>
          <p:cNvPr id="13" name="TextBox 12">
            <a:extLst>
              <a:ext uri="{FF2B5EF4-FFF2-40B4-BE49-F238E27FC236}">
                <a16:creationId xmlns:a16="http://schemas.microsoft.com/office/drawing/2014/main" id="{F1EFB285-43A5-4618-6172-D7CEC917CF5A}"/>
              </a:ext>
            </a:extLst>
          </p:cNvPr>
          <p:cNvSpPr txBox="1"/>
          <p:nvPr/>
        </p:nvSpPr>
        <p:spPr>
          <a:xfrm>
            <a:off x="592183" y="1058977"/>
            <a:ext cx="5503817" cy="1323439"/>
          </a:xfrm>
          <a:prstGeom prst="rect">
            <a:avLst/>
          </a:prstGeom>
          <a:noFill/>
        </p:spPr>
        <p:txBody>
          <a:bodyPr wrap="square">
            <a:spAutoFit/>
          </a:bodyPr>
          <a:lstStyle/>
          <a:p>
            <a:pPr>
              <a:buNone/>
            </a:pPr>
            <a:r>
              <a:rPr lang="en-IN" sz="1600" b="1" dirty="0">
                <a:effectLst/>
                <a:latin typeface="Comic Sans MS" panose="030F0702030302020204" pitchFamily="66" charset="0"/>
              </a:rPr>
              <a:t>✅ 5. Get All Options in Dropdown</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List&lt;</a:t>
            </a:r>
            <a:r>
              <a:rPr lang="en-IN" sz="1600" dirty="0" err="1">
                <a:effectLst/>
                <a:latin typeface="Comic Sans MS" panose="030F0702030302020204" pitchFamily="66" charset="0"/>
              </a:rPr>
              <a:t>WebElement</a:t>
            </a:r>
            <a:r>
              <a:rPr lang="en-IN" sz="1600" dirty="0">
                <a:effectLst/>
                <a:latin typeface="Comic Sans MS" panose="030F0702030302020204" pitchFamily="66" charset="0"/>
              </a:rPr>
              <a:t>&gt; </a:t>
            </a:r>
            <a:r>
              <a:rPr lang="en-IN" sz="1600" dirty="0" err="1">
                <a:effectLst/>
                <a:latin typeface="Comic Sans MS" panose="030F0702030302020204" pitchFamily="66" charset="0"/>
              </a:rPr>
              <a:t>allOptions</a:t>
            </a:r>
            <a:r>
              <a:rPr lang="en-IN" sz="1600" dirty="0">
                <a:effectLst/>
                <a:latin typeface="Comic Sans MS" panose="030F0702030302020204" pitchFamily="66" charset="0"/>
              </a:rPr>
              <a:t> = </a:t>
            </a:r>
            <a:r>
              <a:rPr lang="en-IN" sz="1600" dirty="0" err="1">
                <a:effectLst/>
                <a:latin typeface="Comic Sans MS" panose="030F0702030302020204" pitchFamily="66" charset="0"/>
              </a:rPr>
              <a:t>select.getOptions</a:t>
            </a: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for (</a:t>
            </a:r>
            <a:r>
              <a:rPr lang="en-IN" sz="1600" dirty="0" err="1">
                <a:effectLst/>
                <a:latin typeface="Comic Sans MS" panose="030F0702030302020204" pitchFamily="66" charset="0"/>
              </a:rPr>
              <a:t>WebElement</a:t>
            </a:r>
            <a:r>
              <a:rPr lang="en-IN" sz="1600" dirty="0">
                <a:effectLst/>
                <a:latin typeface="Comic Sans MS" panose="030F0702030302020204" pitchFamily="66" charset="0"/>
              </a:rPr>
              <a:t> option : </a:t>
            </a:r>
            <a:r>
              <a:rPr lang="en-IN" sz="1600" dirty="0" err="1">
                <a:effectLst/>
                <a:latin typeface="Comic Sans MS" panose="030F0702030302020204" pitchFamily="66" charset="0"/>
              </a:rPr>
              <a:t>allOptions</a:t>
            </a:r>
            <a:r>
              <a:rPr lang="en-IN" sz="1600" dirty="0">
                <a:effectLst/>
                <a:latin typeface="Comic Sans MS" panose="030F0702030302020204" pitchFamily="66" charset="0"/>
              </a:rPr>
              <a:t>) {</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a:t>
            </a:r>
            <a:r>
              <a:rPr lang="en-IN" sz="1600" dirty="0" err="1">
                <a:effectLst/>
                <a:latin typeface="Comic Sans MS" panose="030F0702030302020204" pitchFamily="66" charset="0"/>
              </a:rPr>
              <a:t>System.out.println</a:t>
            </a:r>
            <a:r>
              <a:rPr lang="en-IN" sz="1600" dirty="0">
                <a:effectLst/>
                <a:latin typeface="Comic Sans MS" panose="030F0702030302020204" pitchFamily="66" charset="0"/>
              </a:rPr>
              <a:t>(</a:t>
            </a:r>
            <a:r>
              <a:rPr lang="en-IN" sz="1600" dirty="0" err="1">
                <a:effectLst/>
                <a:latin typeface="Comic Sans MS" panose="030F0702030302020204" pitchFamily="66" charset="0"/>
              </a:rPr>
              <a:t>option.getText</a:t>
            </a: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a:t>
            </a:r>
            <a:endParaRPr lang="en-IN" sz="1600" dirty="0">
              <a:latin typeface="Comic Sans MS" panose="030F0702030302020204" pitchFamily="66" charset="0"/>
            </a:endParaRPr>
          </a:p>
        </p:txBody>
      </p:sp>
      <p:sp>
        <p:nvSpPr>
          <p:cNvPr id="14" name="TextBox 13">
            <a:extLst>
              <a:ext uri="{FF2B5EF4-FFF2-40B4-BE49-F238E27FC236}">
                <a16:creationId xmlns:a16="http://schemas.microsoft.com/office/drawing/2014/main" id="{842873D8-8E28-7972-71CC-B890CC615E68}"/>
              </a:ext>
            </a:extLst>
          </p:cNvPr>
          <p:cNvSpPr txBox="1"/>
          <p:nvPr/>
        </p:nvSpPr>
        <p:spPr>
          <a:xfrm>
            <a:off x="5657670" y="1092950"/>
            <a:ext cx="7203440" cy="1077218"/>
          </a:xfrm>
          <a:prstGeom prst="rect">
            <a:avLst/>
          </a:prstGeom>
          <a:noFill/>
        </p:spPr>
        <p:txBody>
          <a:bodyPr wrap="square">
            <a:spAutoFit/>
          </a:bodyPr>
          <a:lstStyle/>
          <a:p>
            <a:pPr>
              <a:buNone/>
            </a:pPr>
            <a:r>
              <a:rPr lang="en-IN" sz="1600" b="1" dirty="0">
                <a:effectLst/>
                <a:latin typeface="Comic Sans MS" panose="030F0702030302020204" pitchFamily="66" charset="0"/>
              </a:rPr>
              <a:t>✅ 6. Get Selected Option</a:t>
            </a:r>
          </a:p>
          <a:p>
            <a:pPr>
              <a:buNone/>
            </a:pPr>
            <a:endParaRPr lang="en-IN" sz="1600" dirty="0">
              <a:latin typeface="Comic Sans MS" panose="030F0702030302020204" pitchFamily="66" charset="0"/>
            </a:endParaRPr>
          </a:p>
          <a:p>
            <a:pPr>
              <a:buNone/>
            </a:pPr>
            <a:r>
              <a:rPr lang="en-IN" sz="1600" dirty="0" err="1">
                <a:effectLst/>
                <a:latin typeface="Comic Sans MS" panose="030F0702030302020204" pitchFamily="66" charset="0"/>
              </a:rPr>
              <a:t>WebElement</a:t>
            </a:r>
            <a:r>
              <a:rPr lang="en-IN" sz="1600" dirty="0">
                <a:effectLst/>
                <a:latin typeface="Comic Sans MS" panose="030F0702030302020204" pitchFamily="66" charset="0"/>
              </a:rPr>
              <a:t> </a:t>
            </a:r>
            <a:r>
              <a:rPr lang="en-IN" sz="1600" dirty="0" err="1">
                <a:effectLst/>
                <a:latin typeface="Comic Sans MS" panose="030F0702030302020204" pitchFamily="66" charset="0"/>
              </a:rPr>
              <a:t>selectedOption</a:t>
            </a:r>
            <a:r>
              <a:rPr lang="en-IN" sz="1600" dirty="0">
                <a:effectLst/>
                <a:latin typeface="Comic Sans MS" panose="030F0702030302020204" pitchFamily="66" charset="0"/>
              </a:rPr>
              <a:t> = </a:t>
            </a:r>
            <a:r>
              <a:rPr lang="en-IN" sz="1600" dirty="0" err="1">
                <a:effectLst/>
                <a:latin typeface="Comic Sans MS" panose="030F0702030302020204" pitchFamily="66" charset="0"/>
              </a:rPr>
              <a:t>select.getFirstSelectedOption</a:t>
            </a:r>
            <a:r>
              <a:rPr lang="en-IN" sz="1600" dirty="0">
                <a:effectLst/>
                <a:latin typeface="Comic Sans MS" panose="030F0702030302020204" pitchFamily="66" charset="0"/>
              </a:rPr>
              <a:t>();</a:t>
            </a:r>
            <a:endParaRPr lang="en-IN" sz="1600" dirty="0">
              <a:latin typeface="Comic Sans MS" panose="030F0702030302020204" pitchFamily="66" charset="0"/>
            </a:endParaRPr>
          </a:p>
          <a:p>
            <a:r>
              <a:rPr lang="en-IN" sz="1600" dirty="0" err="1">
                <a:effectLst/>
                <a:latin typeface="Comic Sans MS" panose="030F0702030302020204" pitchFamily="66" charset="0"/>
              </a:rPr>
              <a:t>System.out.println</a:t>
            </a:r>
            <a:r>
              <a:rPr lang="en-IN" sz="1600" dirty="0">
                <a:effectLst/>
                <a:latin typeface="Comic Sans MS" panose="030F0702030302020204" pitchFamily="66" charset="0"/>
              </a:rPr>
              <a:t>("Selected option: " + </a:t>
            </a:r>
            <a:r>
              <a:rPr lang="en-IN" sz="1600" dirty="0" err="1">
                <a:effectLst/>
                <a:latin typeface="Comic Sans MS" panose="030F0702030302020204" pitchFamily="66" charset="0"/>
              </a:rPr>
              <a:t>selectedOption.getText</a:t>
            </a:r>
            <a:r>
              <a:rPr lang="en-IN" sz="1600" dirty="0">
                <a:effectLst/>
                <a:latin typeface="Comic Sans MS" panose="030F0702030302020204" pitchFamily="66" charset="0"/>
              </a:rPr>
              <a:t>());</a:t>
            </a:r>
            <a:endParaRPr lang="en-IN" sz="1600" dirty="0">
              <a:latin typeface="Comic Sans MS" panose="030F0702030302020204" pitchFamily="66" charset="0"/>
            </a:endParaRPr>
          </a:p>
        </p:txBody>
      </p:sp>
      <p:sp>
        <p:nvSpPr>
          <p:cNvPr id="3" name="TextBox 2">
            <a:extLst>
              <a:ext uri="{FF2B5EF4-FFF2-40B4-BE49-F238E27FC236}">
                <a16:creationId xmlns:a16="http://schemas.microsoft.com/office/drawing/2014/main" id="{1664CA60-09DC-422C-1CEF-EB7C3811CDB5}"/>
              </a:ext>
            </a:extLst>
          </p:cNvPr>
          <p:cNvSpPr txBox="1"/>
          <p:nvPr/>
        </p:nvSpPr>
        <p:spPr>
          <a:xfrm>
            <a:off x="759824" y="2473519"/>
            <a:ext cx="10974976" cy="646331"/>
          </a:xfrm>
          <a:prstGeom prst="rect">
            <a:avLst/>
          </a:prstGeom>
          <a:solidFill>
            <a:srgbClr val="ECECEB"/>
          </a:solidFill>
        </p:spPr>
        <p:txBody>
          <a:bodyPr wrap="square">
            <a:spAutoFit/>
          </a:bodyPr>
          <a:lstStyle/>
          <a:p>
            <a:r>
              <a:rPr lang="en-US" dirty="0">
                <a:latin typeface="Comic Sans MS" panose="030F0702030302020204" pitchFamily="66" charset="0"/>
              </a:rPr>
              <a:t>To </a:t>
            </a:r>
            <a:r>
              <a:rPr lang="en-US" b="1" dirty="0">
                <a:latin typeface="Comic Sans MS" panose="030F0702030302020204" pitchFamily="66" charset="0"/>
              </a:rPr>
              <a:t>handle dropdowns without using the </a:t>
            </a:r>
            <a:r>
              <a:rPr lang="en-US" b="1" dirty="0">
                <a:effectLst/>
                <a:latin typeface="Comic Sans MS" panose="030F0702030302020204" pitchFamily="66" charset="0"/>
              </a:rPr>
              <a:t>Select</a:t>
            </a:r>
            <a:r>
              <a:rPr lang="en-US" b="1" dirty="0">
                <a:latin typeface="Comic Sans MS" panose="030F0702030302020204" pitchFamily="66" charset="0"/>
              </a:rPr>
              <a:t> class</a:t>
            </a:r>
            <a:r>
              <a:rPr lang="en-US" dirty="0">
                <a:latin typeface="Comic Sans MS" panose="030F0702030302020204" pitchFamily="66" charset="0"/>
              </a:rPr>
              <a:t>, you typically interact with </a:t>
            </a:r>
            <a:r>
              <a:rPr lang="en-US" b="1" dirty="0">
                <a:latin typeface="Comic Sans MS" panose="030F0702030302020204" pitchFamily="66" charset="0"/>
              </a:rPr>
              <a:t>custom-styled dropdowns</a:t>
            </a:r>
            <a:r>
              <a:rPr lang="en-US" dirty="0">
                <a:latin typeface="Comic Sans MS" panose="030F0702030302020204" pitchFamily="66" charset="0"/>
              </a:rPr>
              <a:t> (not based on </a:t>
            </a:r>
            <a:r>
              <a:rPr lang="en-US" dirty="0">
                <a:effectLst/>
                <a:latin typeface="Comic Sans MS" panose="030F0702030302020204" pitchFamily="66" charset="0"/>
              </a:rPr>
              <a:t>&lt;select&gt;</a:t>
            </a:r>
            <a:r>
              <a:rPr lang="en-US" dirty="0">
                <a:latin typeface="Comic Sans MS" panose="030F0702030302020204" pitchFamily="66" charset="0"/>
              </a:rPr>
              <a:t> tags). These are often built using </a:t>
            </a:r>
            <a:r>
              <a:rPr lang="en-US" dirty="0">
                <a:effectLst/>
                <a:latin typeface="Comic Sans MS" panose="030F0702030302020204" pitchFamily="66" charset="0"/>
              </a:rPr>
              <a:t>&lt;div&gt;</a:t>
            </a:r>
            <a:r>
              <a:rPr lang="en-US" dirty="0">
                <a:latin typeface="Comic Sans MS" panose="030F0702030302020204" pitchFamily="66" charset="0"/>
              </a:rPr>
              <a:t>, </a:t>
            </a:r>
            <a:r>
              <a:rPr lang="en-US" dirty="0">
                <a:effectLst/>
                <a:latin typeface="Comic Sans MS" panose="030F0702030302020204" pitchFamily="66" charset="0"/>
              </a:rPr>
              <a:t>&lt;</a:t>
            </a:r>
            <a:r>
              <a:rPr lang="en-US" dirty="0" err="1">
                <a:effectLst/>
                <a:latin typeface="Comic Sans MS" panose="030F0702030302020204" pitchFamily="66" charset="0"/>
              </a:rPr>
              <a:t>ul</a:t>
            </a:r>
            <a:r>
              <a:rPr lang="en-US" dirty="0">
                <a:effectLst/>
                <a:latin typeface="Comic Sans MS" panose="030F0702030302020204" pitchFamily="66" charset="0"/>
              </a:rPr>
              <a:t>&gt;</a:t>
            </a:r>
            <a:r>
              <a:rPr lang="en-US" dirty="0">
                <a:latin typeface="Comic Sans MS" panose="030F0702030302020204" pitchFamily="66" charset="0"/>
              </a:rPr>
              <a:t>, or </a:t>
            </a:r>
            <a:r>
              <a:rPr lang="en-US" dirty="0">
                <a:effectLst/>
                <a:latin typeface="Comic Sans MS" panose="030F0702030302020204" pitchFamily="66" charset="0"/>
              </a:rPr>
              <a:t>&lt;span&gt;</a:t>
            </a:r>
            <a:r>
              <a:rPr lang="en-US" dirty="0">
                <a:latin typeface="Comic Sans MS" panose="030F0702030302020204" pitchFamily="66" charset="0"/>
              </a:rPr>
              <a:t> elements.</a:t>
            </a:r>
            <a:endParaRPr lang="en-IN" dirty="0">
              <a:latin typeface="Comic Sans MS" panose="030F0702030302020204" pitchFamily="66" charset="0"/>
            </a:endParaRPr>
          </a:p>
        </p:txBody>
      </p:sp>
      <p:sp>
        <p:nvSpPr>
          <p:cNvPr id="6" name="TextBox 5">
            <a:extLst>
              <a:ext uri="{FF2B5EF4-FFF2-40B4-BE49-F238E27FC236}">
                <a16:creationId xmlns:a16="http://schemas.microsoft.com/office/drawing/2014/main" id="{F341AD9B-37E0-688D-69DA-99BD2C80B2E7}"/>
              </a:ext>
            </a:extLst>
          </p:cNvPr>
          <p:cNvSpPr txBox="1"/>
          <p:nvPr/>
        </p:nvSpPr>
        <p:spPr>
          <a:xfrm>
            <a:off x="355600" y="3738151"/>
            <a:ext cx="5984240" cy="1754326"/>
          </a:xfrm>
          <a:prstGeom prst="rect">
            <a:avLst/>
          </a:prstGeom>
          <a:noFill/>
        </p:spPr>
        <p:txBody>
          <a:bodyPr wrap="square">
            <a:spAutoFit/>
          </a:bodyPr>
          <a:lstStyle/>
          <a:p>
            <a:pPr>
              <a:buNone/>
            </a:pPr>
            <a:r>
              <a:rPr lang="en-US" b="1" dirty="0">
                <a:effectLst/>
                <a:latin typeface="Comic Sans MS" panose="030F0702030302020204" pitchFamily="66" charset="0"/>
              </a:rPr>
              <a:t>✅ Key Points:</a:t>
            </a:r>
          </a:p>
          <a:p>
            <a:pPr>
              <a:buNone/>
            </a:pPr>
            <a:endParaRPr lang="en-US" dirty="0">
              <a:latin typeface="Comic Sans MS" panose="030F0702030302020204" pitchFamily="66" charset="0"/>
            </a:endParaRPr>
          </a:p>
          <a:p>
            <a:pPr>
              <a:buFont typeface="Arial" panose="020B0604020202020204" pitchFamily="34" charset="0"/>
              <a:buChar char="•"/>
            </a:pPr>
            <a:r>
              <a:rPr lang="en-US" dirty="0">
                <a:latin typeface="Comic Sans MS" panose="030F0702030302020204" pitchFamily="66" charset="0"/>
              </a:rPr>
              <a:t>Always ensure the dropdown is </a:t>
            </a:r>
            <a:r>
              <a:rPr lang="en-US" b="1" dirty="0">
                <a:latin typeface="Comic Sans MS" panose="030F0702030302020204" pitchFamily="66" charset="0"/>
              </a:rPr>
              <a:t>visible</a:t>
            </a:r>
            <a:r>
              <a:rPr lang="en-US" dirty="0">
                <a:latin typeface="Comic Sans MS" panose="030F0702030302020204" pitchFamily="66" charset="0"/>
              </a:rPr>
              <a:t> before locating options.</a:t>
            </a:r>
          </a:p>
          <a:p>
            <a:pPr>
              <a:buFont typeface="Arial" panose="020B0604020202020204" pitchFamily="34" charset="0"/>
              <a:buChar char="•"/>
            </a:pPr>
            <a:r>
              <a:rPr lang="en-US" dirty="0">
                <a:latin typeface="Comic Sans MS" panose="030F0702030302020204" pitchFamily="66" charset="0"/>
              </a:rPr>
              <a:t>Use </a:t>
            </a:r>
            <a:r>
              <a:rPr lang="en-US" dirty="0">
                <a:effectLst/>
                <a:latin typeface="Comic Sans MS" panose="030F0702030302020204" pitchFamily="66" charset="0"/>
              </a:rPr>
              <a:t>explicit waits</a:t>
            </a:r>
            <a:r>
              <a:rPr lang="en-US" dirty="0">
                <a:latin typeface="Comic Sans MS" panose="030F0702030302020204" pitchFamily="66" charset="0"/>
              </a:rPr>
              <a:t> if needed to wait for options to appear.</a:t>
            </a:r>
          </a:p>
        </p:txBody>
      </p:sp>
      <p:sp>
        <p:nvSpPr>
          <p:cNvPr id="7" name="TextBox 6">
            <a:extLst>
              <a:ext uri="{FF2B5EF4-FFF2-40B4-BE49-F238E27FC236}">
                <a16:creationId xmlns:a16="http://schemas.microsoft.com/office/drawing/2014/main" id="{9BC2831F-61EB-3A0F-E427-D27A06E220CE}"/>
              </a:ext>
            </a:extLst>
          </p:cNvPr>
          <p:cNvSpPr txBox="1"/>
          <p:nvPr/>
        </p:nvSpPr>
        <p:spPr>
          <a:xfrm>
            <a:off x="6490788" y="3733725"/>
            <a:ext cx="5096692" cy="2031325"/>
          </a:xfrm>
          <a:prstGeom prst="rect">
            <a:avLst/>
          </a:prstGeom>
          <a:noFill/>
        </p:spPr>
        <p:txBody>
          <a:bodyPr wrap="square">
            <a:spAutoFit/>
          </a:bodyPr>
          <a:lstStyle/>
          <a:p>
            <a:pPr>
              <a:buNone/>
            </a:pPr>
            <a:r>
              <a:rPr lang="en-US" b="1" dirty="0">
                <a:latin typeface="Comic Sans MS" panose="030F0702030302020204" pitchFamily="66" charset="0"/>
              </a:rPr>
              <a:t>Example with </a:t>
            </a:r>
            <a:r>
              <a:rPr lang="en-US" b="1" dirty="0" err="1">
                <a:latin typeface="Comic Sans MS" panose="030F0702030302020204" pitchFamily="66" charset="0"/>
              </a:rPr>
              <a:t>WebDriverWait</a:t>
            </a:r>
            <a:r>
              <a:rPr lang="en-US" b="1" dirty="0">
                <a:latin typeface="Comic Sans MS" panose="030F0702030302020204" pitchFamily="66" charset="0"/>
              </a:rPr>
              <a:t>:</a:t>
            </a:r>
            <a:endParaRPr lang="en-US" dirty="0">
              <a:latin typeface="Comic Sans MS" panose="030F0702030302020204" pitchFamily="66" charset="0"/>
            </a:endParaRPr>
          </a:p>
          <a:p>
            <a:pPr>
              <a:buNone/>
            </a:pPr>
            <a:r>
              <a:rPr lang="en-US" dirty="0" err="1">
                <a:effectLst/>
                <a:latin typeface="Comic Sans MS" panose="030F0702030302020204" pitchFamily="66" charset="0"/>
              </a:rPr>
              <a:t>WebDriverWait</a:t>
            </a:r>
            <a:r>
              <a:rPr lang="en-US" dirty="0">
                <a:effectLst/>
                <a:latin typeface="Comic Sans MS" panose="030F0702030302020204" pitchFamily="66" charset="0"/>
              </a:rPr>
              <a:t> wait = new </a:t>
            </a:r>
            <a:r>
              <a:rPr lang="en-US" dirty="0" err="1">
                <a:effectLst/>
                <a:latin typeface="Comic Sans MS" panose="030F0702030302020204" pitchFamily="66" charset="0"/>
              </a:rPr>
              <a:t>WebDriverWait</a:t>
            </a:r>
            <a:r>
              <a:rPr lang="en-US" dirty="0">
                <a:effectLst/>
                <a:latin typeface="Comic Sans MS" panose="030F0702030302020204" pitchFamily="66" charset="0"/>
              </a:rPr>
              <a:t>(driver, </a:t>
            </a:r>
            <a:r>
              <a:rPr lang="en-US" dirty="0" err="1">
                <a:effectLst/>
                <a:latin typeface="Comic Sans MS" panose="030F0702030302020204" pitchFamily="66" charset="0"/>
              </a:rPr>
              <a:t>Duration.ofSeconds</a:t>
            </a:r>
            <a:r>
              <a:rPr lang="en-US" dirty="0">
                <a:effectLst/>
                <a:latin typeface="Comic Sans MS" panose="030F0702030302020204" pitchFamily="66" charset="0"/>
              </a:rPr>
              <a:t>(10));</a:t>
            </a:r>
            <a:endParaRPr lang="en-US" dirty="0">
              <a:latin typeface="Comic Sans MS" panose="030F0702030302020204" pitchFamily="66" charset="0"/>
            </a:endParaRPr>
          </a:p>
          <a:p>
            <a:r>
              <a:rPr lang="en-US" dirty="0" err="1">
                <a:effectLst/>
                <a:latin typeface="Comic Sans MS" panose="030F0702030302020204" pitchFamily="66" charset="0"/>
              </a:rPr>
              <a:t>wait.until</a:t>
            </a:r>
            <a:r>
              <a:rPr lang="en-US" dirty="0">
                <a:effectLst/>
                <a:latin typeface="Comic Sans MS" panose="030F0702030302020204" pitchFamily="66" charset="0"/>
              </a:rPr>
              <a:t>(</a:t>
            </a:r>
            <a:r>
              <a:rPr lang="en-US" dirty="0" err="1">
                <a:effectLst/>
                <a:latin typeface="Comic Sans MS" panose="030F0702030302020204" pitchFamily="66" charset="0"/>
              </a:rPr>
              <a:t>ExpectedConditions.visibilityOfElementLocated</a:t>
            </a:r>
            <a:r>
              <a:rPr lang="en-US" dirty="0">
                <a:effectLst/>
                <a:latin typeface="Comic Sans MS" panose="030F0702030302020204" pitchFamily="66" charset="0"/>
              </a:rPr>
              <a:t>(</a:t>
            </a:r>
            <a:r>
              <a:rPr lang="en-US" dirty="0" err="1">
                <a:effectLst/>
                <a:latin typeface="Comic Sans MS" panose="030F0702030302020204" pitchFamily="66" charset="0"/>
              </a:rPr>
              <a:t>By.xpath</a:t>
            </a:r>
            <a:r>
              <a:rPr lang="en-US" dirty="0">
                <a:effectLst/>
                <a:latin typeface="Comic Sans MS" panose="030F0702030302020204" pitchFamily="66" charset="0"/>
              </a:rPr>
              <a:t>("//</a:t>
            </a:r>
            <a:r>
              <a:rPr lang="en-US" dirty="0" err="1">
                <a:effectLst/>
                <a:latin typeface="Comic Sans MS" panose="030F0702030302020204" pitchFamily="66" charset="0"/>
              </a:rPr>
              <a:t>ul</a:t>
            </a:r>
            <a:r>
              <a:rPr lang="en-US" dirty="0">
                <a:effectLst/>
                <a:latin typeface="Comic Sans MS" panose="030F0702030302020204" pitchFamily="66" charset="0"/>
              </a:rPr>
              <a:t>[@class='dropdown-menu']/li")));</a:t>
            </a:r>
            <a:endParaRPr lang="en-US" dirty="0">
              <a:latin typeface="Comic Sans MS" panose="030F0702030302020204" pitchFamily="66" charset="0"/>
            </a:endParaRPr>
          </a:p>
        </p:txBody>
      </p:sp>
    </p:spTree>
    <p:extLst>
      <p:ext uri="{BB962C8B-B14F-4D97-AF65-F5344CB8AC3E}">
        <p14:creationId xmlns:p14="http://schemas.microsoft.com/office/powerpoint/2010/main" val="2974628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790DC-100F-498B-8BD2-EFB266CF88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6E9B49-547E-4324-3A45-0921A98FC46F}"/>
              </a:ext>
            </a:extLst>
          </p:cNvPr>
          <p:cNvSpPr>
            <a:spLocks noGrp="1"/>
          </p:cNvSpPr>
          <p:nvPr>
            <p:ph type="title"/>
          </p:nvPr>
        </p:nvSpPr>
        <p:spPr/>
        <p:txBody>
          <a:bodyPr/>
          <a:lstStyle/>
          <a:p>
            <a:r>
              <a:rPr lang="en-IN" dirty="0"/>
              <a:t>Handling Dropdown</a:t>
            </a:r>
          </a:p>
        </p:txBody>
      </p:sp>
      <p:sp>
        <p:nvSpPr>
          <p:cNvPr id="4" name="Footer Placeholder 3">
            <a:extLst>
              <a:ext uri="{FF2B5EF4-FFF2-40B4-BE49-F238E27FC236}">
                <a16:creationId xmlns:a16="http://schemas.microsoft.com/office/drawing/2014/main" id="{1F6D2E92-A6E7-D357-F568-8C87EF1A02FD}"/>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7D27A884-D9BB-C380-0557-51C0F1B53A6E}"/>
              </a:ext>
            </a:extLst>
          </p:cNvPr>
          <p:cNvSpPr>
            <a:spLocks noGrp="1"/>
          </p:cNvSpPr>
          <p:nvPr>
            <p:ph type="sldNum" sz="quarter" idx="12"/>
          </p:nvPr>
        </p:nvSpPr>
        <p:spPr/>
        <p:txBody>
          <a:bodyPr/>
          <a:lstStyle/>
          <a:p>
            <a:fld id="{38826FC0-333C-E549-9FA3-0EE43DF298A3}" type="slidenum">
              <a:rPr lang="en-US" smtClean="0"/>
              <a:pPr/>
              <a:t>6</a:t>
            </a:fld>
            <a:endParaRPr lang="en-US" dirty="0"/>
          </a:p>
        </p:txBody>
      </p:sp>
      <p:sp>
        <p:nvSpPr>
          <p:cNvPr id="9" name="TextBox 8">
            <a:extLst>
              <a:ext uri="{FF2B5EF4-FFF2-40B4-BE49-F238E27FC236}">
                <a16:creationId xmlns:a16="http://schemas.microsoft.com/office/drawing/2014/main" id="{88A68164-630B-F9E4-9C13-B36D52536DAB}"/>
              </a:ext>
            </a:extLst>
          </p:cNvPr>
          <p:cNvSpPr txBox="1"/>
          <p:nvPr/>
        </p:nvSpPr>
        <p:spPr>
          <a:xfrm>
            <a:off x="629920" y="1018689"/>
            <a:ext cx="10932160" cy="338554"/>
          </a:xfrm>
          <a:prstGeom prst="rect">
            <a:avLst/>
          </a:prstGeom>
          <a:noFill/>
        </p:spPr>
        <p:txBody>
          <a:bodyPr wrap="square">
            <a:spAutoFit/>
          </a:bodyPr>
          <a:lstStyle/>
          <a:p>
            <a:pPr>
              <a:buNone/>
            </a:pPr>
            <a:r>
              <a:rPr lang="en-IN" sz="1600" b="1" dirty="0">
                <a:latin typeface="Comic Sans MS" panose="030F0702030302020204" pitchFamily="66" charset="0"/>
              </a:rPr>
              <a:t>Example: Handle Custom Dropdown in Selenium (Java)</a:t>
            </a:r>
            <a:endParaRPr lang="en-IN" sz="1600" dirty="0">
              <a:latin typeface="Comic Sans MS" panose="030F0702030302020204" pitchFamily="66" charset="0"/>
            </a:endParaRPr>
          </a:p>
        </p:txBody>
      </p:sp>
      <p:sp>
        <p:nvSpPr>
          <p:cNvPr id="11" name="TextBox 10">
            <a:extLst>
              <a:ext uri="{FF2B5EF4-FFF2-40B4-BE49-F238E27FC236}">
                <a16:creationId xmlns:a16="http://schemas.microsoft.com/office/drawing/2014/main" id="{FBD044EE-140F-299B-0941-AC24B9895922}"/>
              </a:ext>
            </a:extLst>
          </p:cNvPr>
          <p:cNvSpPr txBox="1"/>
          <p:nvPr/>
        </p:nvSpPr>
        <p:spPr>
          <a:xfrm>
            <a:off x="4470400" y="2597526"/>
            <a:ext cx="7091680" cy="4031873"/>
          </a:xfrm>
          <a:prstGeom prst="rect">
            <a:avLst/>
          </a:prstGeom>
          <a:noFill/>
        </p:spPr>
        <p:txBody>
          <a:bodyPr wrap="square">
            <a:spAutoFit/>
          </a:bodyPr>
          <a:lstStyle/>
          <a:p>
            <a:pPr>
              <a:buNone/>
            </a:pPr>
            <a:r>
              <a:rPr lang="en-IN" sz="1600" b="1" dirty="0">
                <a:latin typeface="Comic Sans MS" panose="030F0702030302020204" pitchFamily="66" charset="0"/>
              </a:rPr>
              <a:t>Java Selenium Code (No </a:t>
            </a:r>
            <a:r>
              <a:rPr lang="en-IN" sz="1600" b="1" dirty="0">
                <a:effectLst/>
                <a:latin typeface="Comic Sans MS" panose="030F0702030302020204" pitchFamily="66" charset="0"/>
              </a:rPr>
              <a:t>Select</a:t>
            </a:r>
            <a:r>
              <a:rPr lang="en-IN" sz="1600" b="1" dirty="0">
                <a:latin typeface="Comic Sans MS" panose="030F0702030302020204" pitchFamily="66" charset="0"/>
              </a:rPr>
              <a:t> class):</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1. Click to open the dropdown</a:t>
            </a:r>
            <a:endParaRPr lang="en-IN" sz="1600" dirty="0">
              <a:latin typeface="Comic Sans MS" panose="030F0702030302020204" pitchFamily="66" charset="0"/>
            </a:endParaRPr>
          </a:p>
          <a:p>
            <a:pPr>
              <a:buNone/>
            </a:pPr>
            <a:r>
              <a:rPr lang="en-IN" sz="1600" dirty="0" err="1">
                <a:effectLst/>
                <a:latin typeface="Comic Sans MS" panose="030F0702030302020204" pitchFamily="66" charset="0"/>
              </a:rPr>
              <a:t>driver.findElement</a:t>
            </a:r>
            <a:r>
              <a:rPr lang="en-IN" sz="1600" dirty="0">
                <a:effectLst/>
                <a:latin typeface="Comic Sans MS" panose="030F0702030302020204" pitchFamily="66" charset="0"/>
              </a:rPr>
              <a:t>(</a:t>
            </a:r>
            <a:r>
              <a:rPr lang="en-IN" sz="1600" dirty="0">
                <a:effectLst/>
                <a:latin typeface="Comic Sans MS" panose="030F0702030302020204" pitchFamily="66" charset="0"/>
                <a:hlinkClick r:id="rId2" tooltip="http://by.id/"/>
              </a:rPr>
              <a:t>By.id</a:t>
            </a:r>
            <a:r>
              <a:rPr lang="en-IN" sz="1600" dirty="0">
                <a:effectLst/>
                <a:latin typeface="Comic Sans MS" panose="030F0702030302020204" pitchFamily="66" charset="0"/>
              </a:rPr>
              <a:t>("</a:t>
            </a:r>
            <a:r>
              <a:rPr lang="en-IN" sz="1600" dirty="0" err="1">
                <a:effectLst/>
                <a:latin typeface="Comic Sans MS" panose="030F0702030302020204" pitchFamily="66" charset="0"/>
              </a:rPr>
              <a:t>dropdownButton</a:t>
            </a:r>
            <a:r>
              <a:rPr lang="en-IN" sz="1600" dirty="0">
                <a:effectLst/>
                <a:latin typeface="Comic Sans MS" panose="030F0702030302020204" pitchFamily="66" charset="0"/>
              </a:rPr>
              <a:t>")).click();</a:t>
            </a:r>
            <a:endParaRPr lang="en-IN" sz="1600" dirty="0">
              <a:latin typeface="Comic Sans MS" panose="030F0702030302020204" pitchFamily="66" charset="0"/>
            </a:endParaRPr>
          </a:p>
          <a:p>
            <a:pPr>
              <a:buNone/>
            </a:pPr>
            <a:r>
              <a:rPr lang="en-IN" sz="1600" dirty="0">
                <a:latin typeface="Comic Sans MS" panose="030F0702030302020204" pitchFamily="66" charset="0"/>
              </a:rPr>
              <a:t> </a:t>
            </a:r>
          </a:p>
          <a:p>
            <a:pPr>
              <a:buNone/>
            </a:pPr>
            <a:r>
              <a:rPr lang="en-IN" sz="1600" dirty="0">
                <a:effectLst/>
                <a:latin typeface="Comic Sans MS" panose="030F0702030302020204" pitchFamily="66" charset="0"/>
              </a:rPr>
              <a:t>// 2. Get list of options</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List&lt;</a:t>
            </a:r>
            <a:r>
              <a:rPr lang="en-IN" sz="1600" dirty="0" err="1">
                <a:effectLst/>
                <a:latin typeface="Comic Sans MS" panose="030F0702030302020204" pitchFamily="66" charset="0"/>
              </a:rPr>
              <a:t>WebElement</a:t>
            </a:r>
            <a:r>
              <a:rPr lang="en-IN" sz="1600" dirty="0">
                <a:effectLst/>
                <a:latin typeface="Comic Sans MS" panose="030F0702030302020204" pitchFamily="66" charset="0"/>
              </a:rPr>
              <a:t>&gt; options = </a:t>
            </a:r>
            <a:r>
              <a:rPr lang="en-IN" sz="1600" dirty="0" err="1">
                <a:effectLst/>
                <a:latin typeface="Comic Sans MS" panose="030F0702030302020204" pitchFamily="66" charset="0"/>
              </a:rPr>
              <a:t>driver.findElements</a:t>
            </a:r>
            <a:r>
              <a:rPr lang="en-IN" sz="1600" dirty="0">
                <a:effectLst/>
                <a:latin typeface="Comic Sans MS" panose="030F0702030302020204" pitchFamily="66" charset="0"/>
              </a:rPr>
              <a:t>(</a:t>
            </a:r>
            <a:r>
              <a:rPr lang="en-IN" sz="1600" dirty="0" err="1">
                <a:effectLst/>
                <a:latin typeface="Comic Sans MS" panose="030F0702030302020204" pitchFamily="66" charset="0"/>
              </a:rPr>
              <a:t>By.xpath</a:t>
            </a:r>
            <a:r>
              <a:rPr lang="en-IN" sz="1600" dirty="0">
                <a:effectLst/>
                <a:latin typeface="Comic Sans MS" panose="030F0702030302020204" pitchFamily="66" charset="0"/>
              </a:rPr>
              <a:t>("//ul[@class='dropdown-menu']/li"));</a:t>
            </a:r>
            <a:endParaRPr lang="en-IN" sz="1600" dirty="0">
              <a:latin typeface="Comic Sans MS" panose="030F0702030302020204" pitchFamily="66" charset="0"/>
            </a:endParaRPr>
          </a:p>
          <a:p>
            <a:pPr>
              <a:buNone/>
            </a:pPr>
            <a:r>
              <a:rPr lang="en-IN" sz="1600" dirty="0">
                <a:latin typeface="Comic Sans MS" panose="030F0702030302020204" pitchFamily="66" charset="0"/>
              </a:rPr>
              <a:t> </a:t>
            </a:r>
          </a:p>
          <a:p>
            <a:pPr>
              <a:buNone/>
            </a:pPr>
            <a:r>
              <a:rPr lang="en-IN" sz="1600" dirty="0">
                <a:effectLst/>
                <a:latin typeface="Comic Sans MS" panose="030F0702030302020204" pitchFamily="66" charset="0"/>
              </a:rPr>
              <a:t>// 3. Loop and select the desired option</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for (</a:t>
            </a:r>
            <a:r>
              <a:rPr lang="en-IN" sz="1600" dirty="0" err="1">
                <a:effectLst/>
                <a:latin typeface="Comic Sans MS" panose="030F0702030302020204" pitchFamily="66" charset="0"/>
              </a:rPr>
              <a:t>WebElement</a:t>
            </a:r>
            <a:r>
              <a:rPr lang="en-IN" sz="1600" dirty="0">
                <a:effectLst/>
                <a:latin typeface="Comic Sans MS" panose="030F0702030302020204" pitchFamily="66" charset="0"/>
              </a:rPr>
              <a:t> option : options) {</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if (</a:t>
            </a:r>
            <a:r>
              <a:rPr lang="en-IN" sz="1600" dirty="0" err="1">
                <a:effectLst/>
                <a:latin typeface="Comic Sans MS" panose="030F0702030302020204" pitchFamily="66" charset="0"/>
              </a:rPr>
              <a:t>option.getText</a:t>
            </a:r>
            <a:r>
              <a:rPr lang="en-IN" sz="1600" dirty="0">
                <a:effectLst/>
                <a:latin typeface="Comic Sans MS" panose="030F0702030302020204" pitchFamily="66" charset="0"/>
              </a:rPr>
              <a:t>().equals("Option 2")) </a:t>
            </a:r>
          </a:p>
          <a:p>
            <a:pPr>
              <a:buNone/>
            </a:pP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err="1">
                <a:effectLst/>
                <a:latin typeface="Comic Sans MS" panose="030F0702030302020204" pitchFamily="66" charset="0"/>
                <a:hlinkClick r:id="rId3" tooltip="http://option.click/"/>
              </a:rPr>
              <a:t>option.click</a:t>
            </a: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break;</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a:t>
            </a:r>
            <a:endParaRPr lang="en-IN" sz="1600" dirty="0">
              <a:latin typeface="Comic Sans MS" panose="030F0702030302020204" pitchFamily="66" charset="0"/>
            </a:endParaRPr>
          </a:p>
          <a:p>
            <a:r>
              <a:rPr lang="en-IN" sz="1600" dirty="0">
                <a:effectLst/>
                <a:latin typeface="Comic Sans MS" panose="030F0702030302020204" pitchFamily="66" charset="0"/>
              </a:rPr>
              <a:t>}</a:t>
            </a:r>
            <a:endParaRPr lang="en-IN" sz="1600" dirty="0"/>
          </a:p>
        </p:txBody>
      </p:sp>
      <p:sp>
        <p:nvSpPr>
          <p:cNvPr id="15" name="TextBox 14">
            <a:extLst>
              <a:ext uri="{FF2B5EF4-FFF2-40B4-BE49-F238E27FC236}">
                <a16:creationId xmlns:a16="http://schemas.microsoft.com/office/drawing/2014/main" id="{4386EC9A-6EA1-7620-3586-37397D1F2D09}"/>
              </a:ext>
            </a:extLst>
          </p:cNvPr>
          <p:cNvSpPr txBox="1"/>
          <p:nvPr/>
        </p:nvSpPr>
        <p:spPr>
          <a:xfrm>
            <a:off x="640080" y="1517341"/>
            <a:ext cx="6096000" cy="2308324"/>
          </a:xfrm>
          <a:prstGeom prst="rect">
            <a:avLst/>
          </a:prstGeom>
          <a:noFill/>
        </p:spPr>
        <p:txBody>
          <a:bodyPr wrap="square">
            <a:spAutoFit/>
          </a:bodyPr>
          <a:lstStyle/>
          <a:p>
            <a:pPr>
              <a:buNone/>
            </a:pPr>
            <a:r>
              <a:rPr lang="en-IN" sz="1600" b="1" dirty="0">
                <a:latin typeface="Comic Sans MS" panose="030F0702030302020204" pitchFamily="66" charset="0"/>
              </a:rPr>
              <a:t>HTML structure (example):</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&lt;div class="dropdown"&gt;</a:t>
            </a:r>
          </a:p>
          <a:p>
            <a:pPr>
              <a:buNone/>
            </a:pPr>
            <a:r>
              <a:rPr lang="en-IN" sz="1600" dirty="0">
                <a:effectLst/>
                <a:latin typeface="Comic Sans MS" panose="030F0702030302020204" pitchFamily="66" charset="0"/>
              </a:rPr>
              <a:t>  &lt;button id="</a:t>
            </a:r>
            <a:r>
              <a:rPr lang="en-IN" sz="1600" dirty="0" err="1">
                <a:effectLst/>
                <a:latin typeface="Comic Sans MS" panose="030F0702030302020204" pitchFamily="66" charset="0"/>
              </a:rPr>
              <a:t>dropdownButton</a:t>
            </a:r>
            <a:r>
              <a:rPr lang="en-IN" sz="1600" dirty="0">
                <a:effectLst/>
                <a:latin typeface="Comic Sans MS" panose="030F0702030302020204" pitchFamily="66" charset="0"/>
              </a:rPr>
              <a:t>"&gt;Select Option&lt;/button&gt;</a:t>
            </a:r>
          </a:p>
          <a:p>
            <a:pPr>
              <a:buNone/>
            </a:pPr>
            <a:r>
              <a:rPr lang="en-IN" sz="1600" dirty="0">
                <a:effectLst/>
                <a:latin typeface="Comic Sans MS" panose="030F0702030302020204" pitchFamily="66" charset="0"/>
              </a:rPr>
              <a:t>  &lt;ul class="dropdown-menu"&gt;</a:t>
            </a:r>
          </a:p>
          <a:p>
            <a:pPr>
              <a:buNone/>
            </a:pPr>
            <a:r>
              <a:rPr lang="en-IN" sz="1600" dirty="0">
                <a:effectLst/>
                <a:latin typeface="Comic Sans MS" panose="030F0702030302020204" pitchFamily="66" charset="0"/>
              </a:rPr>
              <a:t>    &lt;li&gt;Option 1&lt;/li&gt;</a:t>
            </a:r>
          </a:p>
          <a:p>
            <a:pPr>
              <a:buNone/>
            </a:pPr>
            <a:r>
              <a:rPr lang="en-IN" sz="1600" dirty="0">
                <a:effectLst/>
                <a:latin typeface="Comic Sans MS" panose="030F0702030302020204" pitchFamily="66" charset="0"/>
              </a:rPr>
              <a:t>    &lt;li&gt;Option 2&lt;/li&gt;</a:t>
            </a:r>
          </a:p>
          <a:p>
            <a:pPr>
              <a:buNone/>
            </a:pPr>
            <a:r>
              <a:rPr lang="en-IN" sz="1600" dirty="0">
                <a:effectLst/>
                <a:latin typeface="Comic Sans MS" panose="030F0702030302020204" pitchFamily="66" charset="0"/>
              </a:rPr>
              <a:t>    &lt;li&gt;Option 3&lt;/li&gt;</a:t>
            </a:r>
          </a:p>
          <a:p>
            <a:pPr>
              <a:buNone/>
            </a:pPr>
            <a:r>
              <a:rPr lang="en-IN" sz="1600" dirty="0">
                <a:effectLst/>
                <a:latin typeface="Comic Sans MS" panose="030F0702030302020204" pitchFamily="66" charset="0"/>
              </a:rPr>
              <a:t>  &lt;/ul&gt;</a:t>
            </a:r>
          </a:p>
          <a:p>
            <a:pPr>
              <a:buNone/>
            </a:pPr>
            <a:r>
              <a:rPr lang="en-IN" sz="1600" dirty="0">
                <a:effectLst/>
                <a:latin typeface="Comic Sans MS" panose="030F0702030302020204" pitchFamily="66" charset="0"/>
              </a:rPr>
              <a:t>&lt;/div&gt;</a:t>
            </a:r>
          </a:p>
        </p:txBody>
      </p:sp>
    </p:spTree>
    <p:extLst>
      <p:ext uri="{BB962C8B-B14F-4D97-AF65-F5344CB8AC3E}">
        <p14:creationId xmlns:p14="http://schemas.microsoft.com/office/powerpoint/2010/main" val="1285283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4924E-154F-DEAE-5294-9F185CE593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32C329-C0D0-F398-7969-7E5184FEE270}"/>
              </a:ext>
            </a:extLst>
          </p:cNvPr>
          <p:cNvSpPr>
            <a:spLocks noGrp="1"/>
          </p:cNvSpPr>
          <p:nvPr>
            <p:ph type="title"/>
          </p:nvPr>
        </p:nvSpPr>
        <p:spPr/>
        <p:txBody>
          <a:bodyPr/>
          <a:lstStyle/>
          <a:p>
            <a:r>
              <a:rPr lang="en-IN" dirty="0"/>
              <a:t>Handling Multiple windows, tabs</a:t>
            </a:r>
          </a:p>
        </p:txBody>
      </p:sp>
      <p:sp>
        <p:nvSpPr>
          <p:cNvPr id="4" name="Footer Placeholder 3">
            <a:extLst>
              <a:ext uri="{FF2B5EF4-FFF2-40B4-BE49-F238E27FC236}">
                <a16:creationId xmlns:a16="http://schemas.microsoft.com/office/drawing/2014/main" id="{7DBE0954-597C-24E0-AF44-42725D2A058B}"/>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5B50D9F6-BAD4-DD6E-07D1-02AA16C20EE0}"/>
              </a:ext>
            </a:extLst>
          </p:cNvPr>
          <p:cNvSpPr>
            <a:spLocks noGrp="1"/>
          </p:cNvSpPr>
          <p:nvPr>
            <p:ph type="sldNum" sz="quarter" idx="12"/>
          </p:nvPr>
        </p:nvSpPr>
        <p:spPr/>
        <p:txBody>
          <a:bodyPr/>
          <a:lstStyle/>
          <a:p>
            <a:fld id="{38826FC0-333C-E549-9FA3-0EE43DF298A3}" type="slidenum">
              <a:rPr lang="en-US" smtClean="0"/>
              <a:pPr/>
              <a:t>7</a:t>
            </a:fld>
            <a:endParaRPr lang="en-US" dirty="0"/>
          </a:p>
        </p:txBody>
      </p:sp>
      <p:sp>
        <p:nvSpPr>
          <p:cNvPr id="6" name="TextBox 5">
            <a:extLst>
              <a:ext uri="{FF2B5EF4-FFF2-40B4-BE49-F238E27FC236}">
                <a16:creationId xmlns:a16="http://schemas.microsoft.com/office/drawing/2014/main" id="{BA484371-F8DA-BF6E-B2EA-6B95FEE020EC}"/>
              </a:ext>
            </a:extLst>
          </p:cNvPr>
          <p:cNvSpPr txBox="1"/>
          <p:nvPr/>
        </p:nvSpPr>
        <p:spPr>
          <a:xfrm>
            <a:off x="528320" y="1196816"/>
            <a:ext cx="11358880" cy="923330"/>
          </a:xfrm>
          <a:prstGeom prst="rect">
            <a:avLst/>
          </a:prstGeom>
          <a:noFill/>
        </p:spPr>
        <p:txBody>
          <a:bodyPr wrap="square">
            <a:spAutoFit/>
          </a:bodyPr>
          <a:lstStyle/>
          <a:p>
            <a:pPr>
              <a:buNone/>
            </a:pPr>
            <a:r>
              <a:rPr lang="en-US" dirty="0">
                <a:latin typeface="Comic Sans MS" panose="030F0702030302020204" pitchFamily="66" charset="0"/>
              </a:rPr>
              <a:t>In Selenium, </a:t>
            </a:r>
            <a:r>
              <a:rPr lang="en-US" b="1" dirty="0">
                <a:latin typeface="Comic Sans MS" panose="030F0702030302020204" pitchFamily="66" charset="0"/>
              </a:rPr>
              <a:t>handling multiple windows</a:t>
            </a:r>
            <a:r>
              <a:rPr lang="en-US" dirty="0">
                <a:latin typeface="Comic Sans MS" panose="030F0702030302020204" pitchFamily="66" charset="0"/>
              </a:rPr>
              <a:t> (or tabs) is crucial when your automation flow involves pop-ups, new windows, or tab navigation. Selenium provides ways to manage and switch between these windows using </a:t>
            </a:r>
            <a:r>
              <a:rPr lang="en-US" b="1" dirty="0">
                <a:latin typeface="Comic Sans MS" panose="030F0702030302020204" pitchFamily="66" charset="0"/>
              </a:rPr>
              <a:t>window handles</a:t>
            </a:r>
            <a:r>
              <a:rPr lang="en-US" dirty="0">
                <a:latin typeface="Comic Sans MS" panose="030F0702030302020204" pitchFamily="66" charset="0"/>
              </a:rPr>
              <a:t>.</a:t>
            </a:r>
          </a:p>
        </p:txBody>
      </p:sp>
      <p:sp>
        <p:nvSpPr>
          <p:cNvPr id="7" name="TextBox 6">
            <a:extLst>
              <a:ext uri="{FF2B5EF4-FFF2-40B4-BE49-F238E27FC236}">
                <a16:creationId xmlns:a16="http://schemas.microsoft.com/office/drawing/2014/main" id="{E42F6850-8A18-2858-CAED-611E0D6EDD1B}"/>
              </a:ext>
            </a:extLst>
          </p:cNvPr>
          <p:cNvSpPr txBox="1"/>
          <p:nvPr/>
        </p:nvSpPr>
        <p:spPr>
          <a:xfrm>
            <a:off x="269966" y="2836040"/>
            <a:ext cx="5965371" cy="2554545"/>
          </a:xfrm>
          <a:prstGeom prst="rect">
            <a:avLst/>
          </a:prstGeom>
          <a:noFill/>
        </p:spPr>
        <p:txBody>
          <a:bodyPr wrap="square">
            <a:spAutoFit/>
          </a:bodyPr>
          <a:lstStyle/>
          <a:p>
            <a:pPr>
              <a:buNone/>
            </a:pPr>
            <a:r>
              <a:rPr lang="en-US" sz="1600" b="1" dirty="0">
                <a:latin typeface="Comic Sans MS" panose="030F0702030302020204" pitchFamily="66" charset="0"/>
              </a:rPr>
              <a:t>✅ Key Concepts</a:t>
            </a:r>
          </a:p>
          <a:p>
            <a:pPr>
              <a:buNone/>
            </a:pPr>
            <a:endParaRPr lang="en-US" sz="1600" dirty="0">
              <a:latin typeface="Comic Sans MS" panose="030F0702030302020204" pitchFamily="66" charset="0"/>
            </a:endParaRPr>
          </a:p>
          <a:p>
            <a:pPr>
              <a:buFont typeface="Arial" panose="020B0604020202020204" pitchFamily="34" charset="0"/>
              <a:buChar char="•"/>
            </a:pPr>
            <a:r>
              <a:rPr lang="en-US" sz="1600" b="1" dirty="0">
                <a:latin typeface="Comic Sans MS" panose="030F0702030302020204" pitchFamily="66" charset="0"/>
              </a:rPr>
              <a:t>Window Handle</a:t>
            </a:r>
            <a:r>
              <a:rPr lang="en-US" sz="1600" dirty="0">
                <a:latin typeface="Comic Sans MS" panose="030F0702030302020204" pitchFamily="66" charset="0"/>
              </a:rPr>
              <a:t>: A unique identifier (String) assigned to each browser window opened by WebDriver.</a:t>
            </a:r>
          </a:p>
          <a:p>
            <a:pPr>
              <a:buFont typeface="Arial" panose="020B0604020202020204" pitchFamily="34" charset="0"/>
              <a:buChar char="•"/>
            </a:pPr>
            <a:r>
              <a:rPr lang="en-US" sz="1600" b="1" dirty="0" err="1">
                <a:latin typeface="Comic Sans MS" panose="030F0702030302020204" pitchFamily="66" charset="0"/>
              </a:rPr>
              <a:t>Driver.getWindowHandle</a:t>
            </a:r>
            <a:r>
              <a:rPr lang="en-US" sz="1600" b="1" dirty="0">
                <a:latin typeface="Comic Sans MS" panose="030F0702030302020204" pitchFamily="66" charset="0"/>
              </a:rPr>
              <a:t>()</a:t>
            </a:r>
            <a:r>
              <a:rPr lang="en-US" sz="1600" dirty="0">
                <a:latin typeface="Comic Sans MS" panose="030F0702030302020204" pitchFamily="66" charset="0"/>
              </a:rPr>
              <a:t>: Returns the handle of the current window.</a:t>
            </a:r>
          </a:p>
          <a:p>
            <a:pPr>
              <a:buFont typeface="Arial" panose="020B0604020202020204" pitchFamily="34" charset="0"/>
              <a:buChar char="•"/>
            </a:pPr>
            <a:r>
              <a:rPr lang="en-US" sz="1600" b="1" dirty="0" err="1">
                <a:latin typeface="Comic Sans MS" panose="030F0702030302020204" pitchFamily="66" charset="0"/>
              </a:rPr>
              <a:t>Driver.getWindowHandles</a:t>
            </a:r>
            <a:r>
              <a:rPr lang="en-US" sz="1600" b="1" dirty="0">
                <a:latin typeface="Comic Sans MS" panose="030F0702030302020204" pitchFamily="66" charset="0"/>
              </a:rPr>
              <a:t>()</a:t>
            </a:r>
            <a:r>
              <a:rPr lang="en-US" sz="1600" dirty="0">
                <a:latin typeface="Comic Sans MS" panose="030F0702030302020204" pitchFamily="66" charset="0"/>
              </a:rPr>
              <a:t>: Returns a Set of all window handles opened.</a:t>
            </a:r>
          </a:p>
          <a:p>
            <a:pPr>
              <a:buFont typeface="Arial" panose="020B0604020202020204" pitchFamily="34" charset="0"/>
              <a:buChar char="•"/>
            </a:pPr>
            <a:r>
              <a:rPr lang="en-US" sz="1600" b="1" dirty="0" err="1">
                <a:latin typeface="Comic Sans MS" panose="030F0702030302020204" pitchFamily="66" charset="0"/>
              </a:rPr>
              <a:t>Driver.switchTo</a:t>
            </a:r>
            <a:r>
              <a:rPr lang="en-US" sz="1600" b="1" dirty="0">
                <a:latin typeface="Comic Sans MS" panose="030F0702030302020204" pitchFamily="66" charset="0"/>
              </a:rPr>
              <a:t>().window(handle)</a:t>
            </a:r>
            <a:r>
              <a:rPr lang="en-US" sz="1600" dirty="0">
                <a:latin typeface="Comic Sans MS" panose="030F0702030302020204" pitchFamily="66" charset="0"/>
              </a:rPr>
              <a:t>: Switches control to the specified window.</a:t>
            </a:r>
          </a:p>
        </p:txBody>
      </p:sp>
      <p:sp>
        <p:nvSpPr>
          <p:cNvPr id="8" name="TextBox 7">
            <a:extLst>
              <a:ext uri="{FF2B5EF4-FFF2-40B4-BE49-F238E27FC236}">
                <a16:creationId xmlns:a16="http://schemas.microsoft.com/office/drawing/2014/main" id="{BFA4B64E-AEE4-E24D-6E1F-949D19A44A50}"/>
              </a:ext>
            </a:extLst>
          </p:cNvPr>
          <p:cNvSpPr txBox="1"/>
          <p:nvPr/>
        </p:nvSpPr>
        <p:spPr>
          <a:xfrm>
            <a:off x="6365966" y="3049509"/>
            <a:ext cx="5556068" cy="2308324"/>
          </a:xfrm>
          <a:prstGeom prst="rect">
            <a:avLst/>
          </a:prstGeom>
          <a:noFill/>
        </p:spPr>
        <p:txBody>
          <a:bodyPr wrap="square">
            <a:spAutoFit/>
          </a:bodyPr>
          <a:lstStyle/>
          <a:p>
            <a:pPr>
              <a:buNone/>
            </a:pPr>
            <a:r>
              <a:rPr lang="en-US" sz="1600" b="1" dirty="0">
                <a:latin typeface="Comic Sans MS" panose="030F0702030302020204" pitchFamily="66" charset="0"/>
              </a:rPr>
              <a:t>🔁 Step-by-Step: Switching Between Windows</a:t>
            </a:r>
          </a:p>
          <a:p>
            <a:pPr>
              <a:buNone/>
            </a:pPr>
            <a:r>
              <a:rPr lang="en-US" sz="1600" dirty="0">
                <a:latin typeface="Comic Sans MS" panose="030F0702030302020204" pitchFamily="66" charset="0"/>
              </a:rPr>
              <a:t>  </a:t>
            </a:r>
          </a:p>
          <a:p>
            <a:pPr>
              <a:buNone/>
            </a:pPr>
            <a:r>
              <a:rPr lang="en-US" sz="1600" dirty="0">
                <a:latin typeface="Comic Sans MS" panose="030F0702030302020204" pitchFamily="66" charset="0"/>
              </a:rPr>
              <a:t>1. Get the current (parent) window handle.</a:t>
            </a:r>
          </a:p>
          <a:p>
            <a:pPr>
              <a:buNone/>
            </a:pPr>
            <a:r>
              <a:rPr lang="en-US" sz="1600" dirty="0">
                <a:latin typeface="Comic Sans MS" panose="030F0702030302020204" pitchFamily="66" charset="0"/>
              </a:rPr>
              <a:t>2. Trigger the action that opens a new window/tab.</a:t>
            </a:r>
          </a:p>
          <a:p>
            <a:pPr>
              <a:buNone/>
            </a:pPr>
            <a:r>
              <a:rPr lang="en-US" sz="1600" dirty="0">
                <a:latin typeface="Comic Sans MS" panose="030F0702030302020204" pitchFamily="66" charset="0"/>
              </a:rPr>
              <a:t>3. Get all window handles.</a:t>
            </a:r>
          </a:p>
          <a:p>
            <a:pPr>
              <a:buNone/>
            </a:pPr>
            <a:r>
              <a:rPr lang="en-US" sz="1600" dirty="0">
                <a:latin typeface="Comic Sans MS" panose="030F0702030302020204" pitchFamily="66" charset="0"/>
              </a:rPr>
              <a:t>4. Loop through the handles and switch to the one that is not the current.</a:t>
            </a:r>
          </a:p>
          <a:p>
            <a:pPr>
              <a:buNone/>
            </a:pPr>
            <a:r>
              <a:rPr lang="en-US" sz="1600" dirty="0">
                <a:latin typeface="Comic Sans MS" panose="030F0702030302020204" pitchFamily="66" charset="0"/>
              </a:rPr>
              <a:t>5. Perform your actions in the new window.</a:t>
            </a:r>
          </a:p>
          <a:p>
            <a:pPr>
              <a:buNone/>
            </a:pPr>
            <a:r>
              <a:rPr lang="en-US" sz="1600" dirty="0">
                <a:latin typeface="Comic Sans MS" panose="030F0702030302020204" pitchFamily="66" charset="0"/>
              </a:rPr>
              <a:t>6. Optionally switch back to the original window.</a:t>
            </a:r>
          </a:p>
        </p:txBody>
      </p:sp>
    </p:spTree>
    <p:extLst>
      <p:ext uri="{BB962C8B-B14F-4D97-AF65-F5344CB8AC3E}">
        <p14:creationId xmlns:p14="http://schemas.microsoft.com/office/powerpoint/2010/main" val="50298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6F2D2-40AC-4A2F-B294-D8B05E9EDC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276CA9-A9D4-4E7B-7ED3-B40E481835FA}"/>
              </a:ext>
            </a:extLst>
          </p:cNvPr>
          <p:cNvSpPr>
            <a:spLocks noGrp="1"/>
          </p:cNvSpPr>
          <p:nvPr>
            <p:ph type="title"/>
          </p:nvPr>
        </p:nvSpPr>
        <p:spPr/>
        <p:txBody>
          <a:bodyPr/>
          <a:lstStyle/>
          <a:p>
            <a:r>
              <a:rPr lang="en-IN" dirty="0"/>
              <a:t>Handling Multiple windows, tabs</a:t>
            </a:r>
          </a:p>
        </p:txBody>
      </p:sp>
      <p:sp>
        <p:nvSpPr>
          <p:cNvPr id="4" name="Footer Placeholder 3">
            <a:extLst>
              <a:ext uri="{FF2B5EF4-FFF2-40B4-BE49-F238E27FC236}">
                <a16:creationId xmlns:a16="http://schemas.microsoft.com/office/drawing/2014/main" id="{70C963FA-41BE-4CBB-423D-1EA8E4D441BD}"/>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AFF41FCF-3835-C9C9-92EA-E116EE938CC2}"/>
              </a:ext>
            </a:extLst>
          </p:cNvPr>
          <p:cNvSpPr>
            <a:spLocks noGrp="1"/>
          </p:cNvSpPr>
          <p:nvPr>
            <p:ph type="sldNum" sz="quarter" idx="12"/>
          </p:nvPr>
        </p:nvSpPr>
        <p:spPr/>
        <p:txBody>
          <a:bodyPr/>
          <a:lstStyle/>
          <a:p>
            <a:fld id="{38826FC0-333C-E549-9FA3-0EE43DF298A3}" type="slidenum">
              <a:rPr lang="en-US" smtClean="0"/>
              <a:pPr/>
              <a:t>8</a:t>
            </a:fld>
            <a:endParaRPr lang="en-US" dirty="0"/>
          </a:p>
        </p:txBody>
      </p:sp>
      <p:sp>
        <p:nvSpPr>
          <p:cNvPr id="3" name="TextBox 2">
            <a:extLst>
              <a:ext uri="{FF2B5EF4-FFF2-40B4-BE49-F238E27FC236}">
                <a16:creationId xmlns:a16="http://schemas.microsoft.com/office/drawing/2014/main" id="{59BECD0D-088F-01CF-ECF3-D26B6D288F6E}"/>
              </a:ext>
            </a:extLst>
          </p:cNvPr>
          <p:cNvSpPr txBox="1"/>
          <p:nvPr/>
        </p:nvSpPr>
        <p:spPr>
          <a:xfrm>
            <a:off x="457200" y="1686251"/>
            <a:ext cx="6004560" cy="2169825"/>
          </a:xfrm>
          <a:prstGeom prst="rect">
            <a:avLst/>
          </a:prstGeom>
          <a:noFill/>
        </p:spPr>
        <p:txBody>
          <a:bodyPr wrap="square">
            <a:spAutoFit/>
          </a:bodyPr>
          <a:lstStyle/>
          <a:p>
            <a:pPr>
              <a:buNone/>
            </a:pPr>
            <a:r>
              <a:rPr lang="en-IN" sz="1500" dirty="0">
                <a:effectLst/>
                <a:latin typeface="Comic Sans MS" panose="030F0702030302020204" pitchFamily="66" charset="0"/>
              </a:rPr>
              <a:t>// Store the main window handle</a:t>
            </a:r>
          </a:p>
          <a:p>
            <a:pPr>
              <a:buNone/>
            </a:pPr>
            <a:r>
              <a:rPr lang="en-IN" sz="1500" dirty="0">
                <a:effectLst/>
                <a:latin typeface="Comic Sans MS" panose="030F0702030302020204" pitchFamily="66" charset="0"/>
              </a:rPr>
              <a:t>String </a:t>
            </a:r>
            <a:r>
              <a:rPr lang="en-IN" sz="1500" dirty="0" err="1">
                <a:effectLst/>
                <a:latin typeface="Comic Sans MS" panose="030F0702030302020204" pitchFamily="66" charset="0"/>
              </a:rPr>
              <a:t>mainWindowHandle</a:t>
            </a:r>
            <a:r>
              <a:rPr lang="en-IN" sz="1500" dirty="0">
                <a:effectLst/>
                <a:latin typeface="Comic Sans MS" panose="030F0702030302020204" pitchFamily="66" charset="0"/>
              </a:rPr>
              <a:t> = </a:t>
            </a:r>
            <a:r>
              <a:rPr lang="en-IN" sz="1500" dirty="0" err="1">
                <a:effectLst/>
                <a:latin typeface="Comic Sans MS" panose="030F0702030302020204" pitchFamily="66" charset="0"/>
              </a:rPr>
              <a:t>driver.getWindowHandle</a:t>
            </a:r>
            <a:r>
              <a:rPr lang="en-IN" sz="1500" dirty="0">
                <a:effectLst/>
                <a:latin typeface="Comic Sans MS" panose="030F0702030302020204" pitchFamily="66" charset="0"/>
              </a:rPr>
              <a:t>();</a:t>
            </a:r>
          </a:p>
          <a:p>
            <a:pPr>
              <a:buNone/>
            </a:pPr>
            <a:r>
              <a:rPr lang="en-IN" sz="1500" dirty="0">
                <a:effectLst/>
                <a:latin typeface="Comic Sans MS" panose="030F0702030302020204" pitchFamily="66" charset="0"/>
              </a:rPr>
              <a:t> </a:t>
            </a:r>
          </a:p>
          <a:p>
            <a:pPr>
              <a:buNone/>
            </a:pPr>
            <a:r>
              <a:rPr lang="en-IN" sz="1500" dirty="0">
                <a:effectLst/>
                <a:latin typeface="Comic Sans MS" panose="030F0702030302020204" pitchFamily="66" charset="0"/>
              </a:rPr>
              <a:t>// Click on a link/button that opens a new window</a:t>
            </a:r>
          </a:p>
          <a:p>
            <a:pPr>
              <a:buNone/>
            </a:pPr>
            <a:r>
              <a:rPr lang="en-IN" sz="1500" dirty="0" err="1">
                <a:effectLst/>
                <a:latin typeface="Comic Sans MS" panose="030F0702030302020204" pitchFamily="66" charset="0"/>
              </a:rPr>
              <a:t>driver.findElement</a:t>
            </a:r>
            <a:r>
              <a:rPr lang="en-IN" sz="1500" dirty="0">
                <a:effectLst/>
                <a:latin typeface="Comic Sans MS" panose="030F0702030302020204" pitchFamily="66" charset="0"/>
              </a:rPr>
              <a:t>(</a:t>
            </a:r>
            <a:r>
              <a:rPr lang="en-IN" sz="1500" dirty="0" err="1">
                <a:effectLst/>
                <a:latin typeface="Comic Sans MS" panose="030F0702030302020204" pitchFamily="66" charset="0"/>
              </a:rPr>
              <a:t>By.linkText</a:t>
            </a:r>
            <a:r>
              <a:rPr lang="en-IN" sz="1500" dirty="0">
                <a:effectLst/>
                <a:latin typeface="Comic Sans MS" panose="030F0702030302020204" pitchFamily="66" charset="0"/>
              </a:rPr>
              <a:t>("Open New Window")).click();</a:t>
            </a:r>
          </a:p>
          <a:p>
            <a:pPr>
              <a:buNone/>
            </a:pPr>
            <a:r>
              <a:rPr lang="en-IN" sz="1500" dirty="0">
                <a:effectLst/>
                <a:latin typeface="Comic Sans MS" panose="030F0702030302020204" pitchFamily="66" charset="0"/>
              </a:rPr>
              <a:t> </a:t>
            </a:r>
          </a:p>
          <a:p>
            <a:pPr>
              <a:buNone/>
            </a:pPr>
            <a:r>
              <a:rPr lang="en-IN" sz="1500" dirty="0">
                <a:effectLst/>
                <a:latin typeface="Comic Sans MS" panose="030F0702030302020204" pitchFamily="66" charset="0"/>
              </a:rPr>
              <a:t>// Get all window handles</a:t>
            </a:r>
          </a:p>
          <a:p>
            <a:pPr>
              <a:buNone/>
            </a:pPr>
            <a:r>
              <a:rPr lang="en-IN" sz="1500" dirty="0">
                <a:effectLst/>
                <a:latin typeface="Comic Sans MS" panose="030F0702030302020204" pitchFamily="66" charset="0"/>
              </a:rPr>
              <a:t>Set&lt;String&gt; </a:t>
            </a:r>
            <a:r>
              <a:rPr lang="en-IN" sz="1500" dirty="0" err="1">
                <a:effectLst/>
                <a:latin typeface="Comic Sans MS" panose="030F0702030302020204" pitchFamily="66" charset="0"/>
              </a:rPr>
              <a:t>allWindowHandles</a:t>
            </a:r>
            <a:r>
              <a:rPr lang="en-IN" sz="1500" dirty="0">
                <a:effectLst/>
                <a:latin typeface="Comic Sans MS" panose="030F0702030302020204" pitchFamily="66" charset="0"/>
              </a:rPr>
              <a:t> = </a:t>
            </a:r>
            <a:r>
              <a:rPr lang="en-IN" sz="1500" dirty="0" err="1">
                <a:effectLst/>
                <a:latin typeface="Comic Sans MS" panose="030F0702030302020204" pitchFamily="66" charset="0"/>
              </a:rPr>
              <a:t>driver.getWindowHandles</a:t>
            </a:r>
            <a:r>
              <a:rPr lang="en-IN" sz="1500" dirty="0">
                <a:effectLst/>
                <a:latin typeface="Comic Sans MS" panose="030F0702030302020204" pitchFamily="66" charset="0"/>
              </a:rPr>
              <a:t>();</a:t>
            </a:r>
          </a:p>
          <a:p>
            <a:pPr>
              <a:buNone/>
            </a:pPr>
            <a:r>
              <a:rPr lang="en-IN" sz="1500" dirty="0">
                <a:effectLst/>
                <a:latin typeface="Comic Sans MS" panose="030F0702030302020204" pitchFamily="66" charset="0"/>
              </a:rPr>
              <a:t> </a:t>
            </a:r>
          </a:p>
        </p:txBody>
      </p:sp>
      <p:sp>
        <p:nvSpPr>
          <p:cNvPr id="6" name="TextBox 5">
            <a:extLst>
              <a:ext uri="{FF2B5EF4-FFF2-40B4-BE49-F238E27FC236}">
                <a16:creationId xmlns:a16="http://schemas.microsoft.com/office/drawing/2014/main" id="{D40E22BB-C261-957B-0839-1AC7557F9B83}"/>
              </a:ext>
            </a:extLst>
          </p:cNvPr>
          <p:cNvSpPr txBox="1"/>
          <p:nvPr/>
        </p:nvSpPr>
        <p:spPr>
          <a:xfrm>
            <a:off x="6358708" y="1319875"/>
            <a:ext cx="6004560" cy="2169825"/>
          </a:xfrm>
          <a:prstGeom prst="rect">
            <a:avLst/>
          </a:prstGeom>
          <a:noFill/>
        </p:spPr>
        <p:txBody>
          <a:bodyPr wrap="square">
            <a:spAutoFit/>
          </a:bodyPr>
          <a:lstStyle/>
          <a:p>
            <a:pPr>
              <a:buNone/>
            </a:pPr>
            <a:r>
              <a:rPr lang="en-IN" sz="1500" dirty="0">
                <a:effectLst/>
                <a:latin typeface="Comic Sans MS" panose="030F0702030302020204" pitchFamily="66" charset="0"/>
              </a:rPr>
              <a:t> </a:t>
            </a:r>
          </a:p>
          <a:p>
            <a:pPr>
              <a:buNone/>
            </a:pPr>
            <a:r>
              <a:rPr lang="en-IN" sz="1500" dirty="0">
                <a:effectLst/>
                <a:latin typeface="Comic Sans MS" panose="030F0702030302020204" pitchFamily="66" charset="0"/>
              </a:rPr>
              <a:t>// Perform operations in the new window</a:t>
            </a:r>
          </a:p>
          <a:p>
            <a:pPr>
              <a:buNone/>
            </a:pPr>
            <a:r>
              <a:rPr lang="en-IN" sz="1500" dirty="0" err="1">
                <a:effectLst/>
                <a:latin typeface="Comic Sans MS" panose="030F0702030302020204" pitchFamily="66" charset="0"/>
              </a:rPr>
              <a:t>System.out.println</a:t>
            </a:r>
            <a:r>
              <a:rPr lang="en-IN" sz="1500" dirty="0">
                <a:effectLst/>
                <a:latin typeface="Comic Sans MS" panose="030F0702030302020204" pitchFamily="66" charset="0"/>
              </a:rPr>
              <a:t>("Title of new window: " + </a:t>
            </a:r>
            <a:r>
              <a:rPr lang="en-IN" sz="1500" dirty="0" err="1">
                <a:effectLst/>
                <a:latin typeface="Comic Sans MS" panose="030F0702030302020204" pitchFamily="66" charset="0"/>
              </a:rPr>
              <a:t>driver.getTitle</a:t>
            </a:r>
            <a:r>
              <a:rPr lang="en-IN" sz="1500" dirty="0">
                <a:effectLst/>
                <a:latin typeface="Comic Sans MS" panose="030F0702030302020204" pitchFamily="66" charset="0"/>
              </a:rPr>
              <a:t>());</a:t>
            </a:r>
          </a:p>
          <a:p>
            <a:pPr>
              <a:buNone/>
            </a:pPr>
            <a:r>
              <a:rPr lang="en-IN" sz="1500" dirty="0">
                <a:effectLst/>
                <a:latin typeface="Comic Sans MS" panose="030F0702030302020204" pitchFamily="66" charset="0"/>
              </a:rPr>
              <a:t> </a:t>
            </a:r>
          </a:p>
          <a:p>
            <a:pPr>
              <a:buNone/>
            </a:pPr>
            <a:r>
              <a:rPr lang="en-IN" sz="1500" dirty="0">
                <a:effectLst/>
                <a:latin typeface="Comic Sans MS" panose="030F0702030302020204" pitchFamily="66" charset="0"/>
              </a:rPr>
              <a:t>// Close the new window</a:t>
            </a:r>
          </a:p>
          <a:p>
            <a:pPr>
              <a:buNone/>
            </a:pPr>
            <a:r>
              <a:rPr lang="en-IN" sz="1500" dirty="0" err="1">
                <a:effectLst/>
                <a:latin typeface="Comic Sans MS" panose="030F0702030302020204" pitchFamily="66" charset="0"/>
              </a:rPr>
              <a:t>driver.close</a:t>
            </a:r>
            <a:r>
              <a:rPr lang="en-IN" sz="1500" dirty="0">
                <a:effectLst/>
                <a:latin typeface="Comic Sans MS" panose="030F0702030302020204" pitchFamily="66" charset="0"/>
              </a:rPr>
              <a:t>();</a:t>
            </a:r>
          </a:p>
          <a:p>
            <a:pPr>
              <a:buNone/>
            </a:pPr>
            <a:r>
              <a:rPr lang="en-IN" sz="1500" dirty="0">
                <a:effectLst/>
                <a:latin typeface="Comic Sans MS" panose="030F0702030302020204" pitchFamily="66" charset="0"/>
              </a:rPr>
              <a:t> </a:t>
            </a:r>
          </a:p>
          <a:p>
            <a:pPr>
              <a:buNone/>
            </a:pPr>
            <a:r>
              <a:rPr lang="en-IN" sz="1500" dirty="0">
                <a:effectLst/>
                <a:latin typeface="Comic Sans MS" panose="030F0702030302020204" pitchFamily="66" charset="0"/>
              </a:rPr>
              <a:t>// Switch back to main window</a:t>
            </a:r>
          </a:p>
          <a:p>
            <a:r>
              <a:rPr lang="en-IN" sz="1500" dirty="0" err="1">
                <a:effectLst/>
                <a:latin typeface="Comic Sans MS" panose="030F0702030302020204" pitchFamily="66" charset="0"/>
              </a:rPr>
              <a:t>driver.switchTo</a:t>
            </a:r>
            <a:r>
              <a:rPr lang="en-IN" sz="1500" dirty="0">
                <a:effectLst/>
                <a:latin typeface="Comic Sans MS" panose="030F0702030302020204" pitchFamily="66" charset="0"/>
              </a:rPr>
              <a:t>().window(</a:t>
            </a:r>
            <a:r>
              <a:rPr lang="en-IN" sz="1500" dirty="0" err="1">
                <a:effectLst/>
                <a:latin typeface="Comic Sans MS" panose="030F0702030302020204" pitchFamily="66" charset="0"/>
              </a:rPr>
              <a:t>mainWindowHandle</a:t>
            </a:r>
            <a:r>
              <a:rPr lang="en-IN" sz="1500" dirty="0">
                <a:effectLst/>
                <a:latin typeface="Comic Sans MS" panose="030F0702030302020204" pitchFamily="66" charset="0"/>
              </a:rPr>
              <a:t>);</a:t>
            </a:r>
          </a:p>
        </p:txBody>
      </p:sp>
      <p:sp>
        <p:nvSpPr>
          <p:cNvPr id="7" name="TextBox 6">
            <a:extLst>
              <a:ext uri="{FF2B5EF4-FFF2-40B4-BE49-F238E27FC236}">
                <a16:creationId xmlns:a16="http://schemas.microsoft.com/office/drawing/2014/main" id="{CEB49DAC-DA80-D1EC-12C9-F3F9AC633F55}"/>
              </a:ext>
            </a:extLst>
          </p:cNvPr>
          <p:cNvSpPr txBox="1"/>
          <p:nvPr/>
        </p:nvSpPr>
        <p:spPr>
          <a:xfrm>
            <a:off x="457200" y="3832372"/>
            <a:ext cx="6165668" cy="1708160"/>
          </a:xfrm>
          <a:prstGeom prst="rect">
            <a:avLst/>
          </a:prstGeom>
          <a:noFill/>
        </p:spPr>
        <p:txBody>
          <a:bodyPr wrap="square">
            <a:spAutoFit/>
          </a:bodyPr>
          <a:lstStyle/>
          <a:p>
            <a:pPr>
              <a:buNone/>
            </a:pPr>
            <a:r>
              <a:rPr lang="en-IN" sz="1500" dirty="0">
                <a:effectLst/>
                <a:latin typeface="Comic Sans MS" panose="030F0702030302020204" pitchFamily="66" charset="0"/>
              </a:rPr>
              <a:t>// Switch to the new window</a:t>
            </a:r>
          </a:p>
          <a:p>
            <a:pPr>
              <a:buNone/>
            </a:pPr>
            <a:r>
              <a:rPr lang="en-IN" sz="1500" dirty="0">
                <a:effectLst/>
                <a:latin typeface="Comic Sans MS" panose="030F0702030302020204" pitchFamily="66" charset="0"/>
              </a:rPr>
              <a:t>for (String handle : </a:t>
            </a:r>
            <a:r>
              <a:rPr lang="en-IN" sz="1500" dirty="0" err="1">
                <a:effectLst/>
                <a:latin typeface="Comic Sans MS" panose="030F0702030302020204" pitchFamily="66" charset="0"/>
              </a:rPr>
              <a:t>allWindowHandles</a:t>
            </a:r>
            <a:r>
              <a:rPr lang="en-IN" sz="1500" dirty="0">
                <a:effectLst/>
                <a:latin typeface="Comic Sans MS" panose="030F0702030302020204" pitchFamily="66" charset="0"/>
              </a:rPr>
              <a:t>) {</a:t>
            </a:r>
          </a:p>
          <a:p>
            <a:pPr>
              <a:buNone/>
            </a:pPr>
            <a:r>
              <a:rPr lang="en-IN" sz="1500" dirty="0">
                <a:effectLst/>
                <a:latin typeface="Comic Sans MS" panose="030F0702030302020204" pitchFamily="66" charset="0"/>
              </a:rPr>
              <a:t>    if (!</a:t>
            </a:r>
            <a:r>
              <a:rPr lang="en-IN" sz="1500" dirty="0" err="1">
                <a:effectLst/>
                <a:latin typeface="Comic Sans MS" panose="030F0702030302020204" pitchFamily="66" charset="0"/>
              </a:rPr>
              <a:t>handle.equals</a:t>
            </a:r>
            <a:r>
              <a:rPr lang="en-IN" sz="1500" dirty="0">
                <a:effectLst/>
                <a:latin typeface="Comic Sans MS" panose="030F0702030302020204" pitchFamily="66" charset="0"/>
              </a:rPr>
              <a:t>(</a:t>
            </a:r>
            <a:r>
              <a:rPr lang="en-IN" sz="1500" dirty="0" err="1">
                <a:effectLst/>
                <a:latin typeface="Comic Sans MS" panose="030F0702030302020204" pitchFamily="66" charset="0"/>
              </a:rPr>
              <a:t>mainWindowHandle</a:t>
            </a:r>
            <a:r>
              <a:rPr lang="en-IN" sz="1500" dirty="0">
                <a:effectLst/>
                <a:latin typeface="Comic Sans MS" panose="030F0702030302020204" pitchFamily="66" charset="0"/>
              </a:rPr>
              <a:t>)) {</a:t>
            </a:r>
          </a:p>
          <a:p>
            <a:pPr>
              <a:buNone/>
            </a:pPr>
            <a:r>
              <a:rPr lang="en-IN" sz="1500" dirty="0">
                <a:effectLst/>
                <a:latin typeface="Comic Sans MS" panose="030F0702030302020204" pitchFamily="66" charset="0"/>
              </a:rPr>
              <a:t>        </a:t>
            </a:r>
            <a:r>
              <a:rPr lang="en-IN" sz="1500" dirty="0" err="1">
                <a:effectLst/>
                <a:latin typeface="Comic Sans MS" panose="030F0702030302020204" pitchFamily="66" charset="0"/>
              </a:rPr>
              <a:t>driver.switchTo</a:t>
            </a:r>
            <a:r>
              <a:rPr lang="en-IN" sz="1500" dirty="0">
                <a:effectLst/>
                <a:latin typeface="Comic Sans MS" panose="030F0702030302020204" pitchFamily="66" charset="0"/>
              </a:rPr>
              <a:t>().window(handle);</a:t>
            </a:r>
          </a:p>
          <a:p>
            <a:pPr>
              <a:buNone/>
            </a:pPr>
            <a:r>
              <a:rPr lang="en-IN" sz="1500" dirty="0">
                <a:effectLst/>
                <a:latin typeface="Comic Sans MS" panose="030F0702030302020204" pitchFamily="66" charset="0"/>
              </a:rPr>
              <a:t>        break;</a:t>
            </a:r>
          </a:p>
          <a:p>
            <a:pPr>
              <a:buNone/>
            </a:pPr>
            <a:r>
              <a:rPr lang="en-IN" sz="1500" dirty="0">
                <a:effectLst/>
                <a:latin typeface="Comic Sans MS" panose="030F0702030302020204" pitchFamily="66" charset="0"/>
              </a:rPr>
              <a:t>    }</a:t>
            </a:r>
          </a:p>
          <a:p>
            <a:pPr>
              <a:buNone/>
            </a:pPr>
            <a:r>
              <a:rPr lang="en-IN" sz="1500" dirty="0">
                <a:effectLst/>
                <a:latin typeface="Comic Sans MS" panose="030F0702030302020204" pitchFamily="66" charset="0"/>
              </a:rPr>
              <a:t>}</a:t>
            </a:r>
          </a:p>
        </p:txBody>
      </p:sp>
      <p:sp>
        <p:nvSpPr>
          <p:cNvPr id="8" name="TextBox 7">
            <a:extLst>
              <a:ext uri="{FF2B5EF4-FFF2-40B4-BE49-F238E27FC236}">
                <a16:creationId xmlns:a16="http://schemas.microsoft.com/office/drawing/2014/main" id="{CAF70366-489E-0FB8-8276-402629C5EF46}"/>
              </a:ext>
            </a:extLst>
          </p:cNvPr>
          <p:cNvSpPr txBox="1"/>
          <p:nvPr/>
        </p:nvSpPr>
        <p:spPr>
          <a:xfrm>
            <a:off x="6278154" y="4291630"/>
            <a:ext cx="6165668" cy="1246495"/>
          </a:xfrm>
          <a:prstGeom prst="rect">
            <a:avLst/>
          </a:prstGeom>
          <a:noFill/>
        </p:spPr>
        <p:txBody>
          <a:bodyPr wrap="square">
            <a:spAutoFit/>
          </a:bodyPr>
          <a:lstStyle/>
          <a:p>
            <a:pPr>
              <a:buNone/>
            </a:pPr>
            <a:r>
              <a:rPr lang="en-IN" sz="1500" dirty="0">
                <a:latin typeface="Comic Sans MS" panose="030F0702030302020204" pitchFamily="66" charset="0"/>
              </a:rPr>
              <a:t>List&lt;String&gt; </a:t>
            </a:r>
            <a:r>
              <a:rPr lang="en-IN" sz="1500" dirty="0" err="1">
                <a:latin typeface="Comic Sans MS" panose="030F0702030302020204" pitchFamily="66" charset="0"/>
              </a:rPr>
              <a:t>handlesList</a:t>
            </a:r>
            <a:r>
              <a:rPr lang="en-IN" sz="1500" dirty="0">
                <a:latin typeface="Comic Sans MS" panose="030F0702030302020204" pitchFamily="66" charset="0"/>
              </a:rPr>
              <a:t> = new ArrayList&lt;&gt;(</a:t>
            </a:r>
            <a:r>
              <a:rPr lang="en-IN" sz="1500" dirty="0" err="1">
                <a:latin typeface="Comic Sans MS" panose="030F0702030302020204" pitchFamily="66" charset="0"/>
              </a:rPr>
              <a:t>allHandles</a:t>
            </a:r>
            <a:r>
              <a:rPr lang="en-IN" sz="1500" dirty="0">
                <a:latin typeface="Comic Sans MS" panose="030F0702030302020204" pitchFamily="66" charset="0"/>
              </a:rPr>
              <a:t>);</a:t>
            </a:r>
          </a:p>
          <a:p>
            <a:pPr>
              <a:buNone/>
            </a:pPr>
            <a:r>
              <a:rPr lang="en-IN" sz="1500" dirty="0">
                <a:latin typeface="Comic Sans MS" panose="030F0702030302020204" pitchFamily="66" charset="0"/>
              </a:rPr>
              <a:t> </a:t>
            </a:r>
          </a:p>
          <a:p>
            <a:pPr>
              <a:buNone/>
            </a:pPr>
            <a:r>
              <a:rPr lang="en-IN" sz="1500" dirty="0">
                <a:latin typeface="Comic Sans MS" panose="030F0702030302020204" pitchFamily="66" charset="0"/>
              </a:rPr>
              <a:t>// Switch to 2nd window</a:t>
            </a:r>
          </a:p>
          <a:p>
            <a:pPr>
              <a:buNone/>
            </a:pPr>
            <a:r>
              <a:rPr lang="en-IN" sz="1500" dirty="0" err="1">
                <a:latin typeface="Comic Sans MS" panose="030F0702030302020204" pitchFamily="66" charset="0"/>
              </a:rPr>
              <a:t>driver.switchTo</a:t>
            </a:r>
            <a:r>
              <a:rPr lang="en-IN" sz="1500" dirty="0">
                <a:latin typeface="Comic Sans MS" panose="030F0702030302020204" pitchFamily="66" charset="0"/>
              </a:rPr>
              <a:t>().window(</a:t>
            </a:r>
            <a:r>
              <a:rPr lang="en-IN" sz="1500" dirty="0" err="1">
                <a:latin typeface="Comic Sans MS" panose="030F0702030302020204" pitchFamily="66" charset="0"/>
              </a:rPr>
              <a:t>handlesList.get</a:t>
            </a:r>
            <a:r>
              <a:rPr lang="en-IN" sz="1500" dirty="0">
                <a:latin typeface="Comic Sans MS" panose="030F0702030302020204" pitchFamily="66" charset="0"/>
              </a:rPr>
              <a:t>(1));</a:t>
            </a:r>
          </a:p>
          <a:p>
            <a:r>
              <a:rPr lang="en-IN" sz="1500" dirty="0" err="1">
                <a:latin typeface="Comic Sans MS" panose="030F0702030302020204" pitchFamily="66" charset="0"/>
              </a:rPr>
              <a:t>System.out.println</a:t>
            </a:r>
            <a:r>
              <a:rPr lang="en-IN" sz="1500" dirty="0">
                <a:latin typeface="Comic Sans MS" panose="030F0702030302020204" pitchFamily="66" charset="0"/>
              </a:rPr>
              <a:t>("Title of 2nd window: " + </a:t>
            </a:r>
            <a:r>
              <a:rPr lang="en-IN" sz="1500" dirty="0" err="1">
                <a:latin typeface="Comic Sans MS" panose="030F0702030302020204" pitchFamily="66" charset="0"/>
              </a:rPr>
              <a:t>driver.getTitle</a:t>
            </a:r>
            <a:r>
              <a:rPr lang="en-IN" sz="1500" dirty="0">
                <a:latin typeface="Comic Sans MS" panose="030F0702030302020204" pitchFamily="66" charset="0"/>
              </a:rPr>
              <a:t>());</a:t>
            </a:r>
          </a:p>
        </p:txBody>
      </p:sp>
      <p:sp>
        <p:nvSpPr>
          <p:cNvPr id="9" name="TextBox 8">
            <a:extLst>
              <a:ext uri="{FF2B5EF4-FFF2-40B4-BE49-F238E27FC236}">
                <a16:creationId xmlns:a16="http://schemas.microsoft.com/office/drawing/2014/main" id="{020BF2B6-4415-CC7F-4E94-AC3FFD0B8E3D}"/>
              </a:ext>
            </a:extLst>
          </p:cNvPr>
          <p:cNvSpPr txBox="1"/>
          <p:nvPr/>
        </p:nvSpPr>
        <p:spPr>
          <a:xfrm>
            <a:off x="6235337" y="3822644"/>
            <a:ext cx="6165668" cy="323165"/>
          </a:xfrm>
          <a:prstGeom prst="rect">
            <a:avLst/>
          </a:prstGeom>
          <a:noFill/>
        </p:spPr>
        <p:txBody>
          <a:bodyPr wrap="square">
            <a:spAutoFit/>
          </a:bodyPr>
          <a:lstStyle/>
          <a:p>
            <a:r>
              <a:rPr lang="en-IN" sz="1500" b="1" dirty="0">
                <a:latin typeface="Comic Sans MS" panose="030F0702030302020204" pitchFamily="66" charset="0"/>
              </a:rPr>
              <a:t>List&lt;String&gt; for index-based access</a:t>
            </a:r>
          </a:p>
        </p:txBody>
      </p:sp>
      <p:sp>
        <p:nvSpPr>
          <p:cNvPr id="11" name="TextBox 10">
            <a:extLst>
              <a:ext uri="{FF2B5EF4-FFF2-40B4-BE49-F238E27FC236}">
                <a16:creationId xmlns:a16="http://schemas.microsoft.com/office/drawing/2014/main" id="{CCE265DC-EB84-9D2C-0AA7-96DDD9E0D095}"/>
              </a:ext>
            </a:extLst>
          </p:cNvPr>
          <p:cNvSpPr txBox="1"/>
          <p:nvPr/>
        </p:nvSpPr>
        <p:spPr>
          <a:xfrm>
            <a:off x="428534" y="1090277"/>
            <a:ext cx="6223000" cy="369332"/>
          </a:xfrm>
          <a:prstGeom prst="rect">
            <a:avLst/>
          </a:prstGeom>
          <a:noFill/>
        </p:spPr>
        <p:txBody>
          <a:bodyPr wrap="square">
            <a:spAutoFit/>
          </a:bodyPr>
          <a:lstStyle/>
          <a:p>
            <a:pPr>
              <a:buNone/>
            </a:pPr>
            <a:r>
              <a:rPr lang="en-IN" b="1" dirty="0">
                <a:latin typeface="Comic Sans MS" panose="030F0702030302020204" pitchFamily="66" charset="0"/>
              </a:rPr>
              <a:t>Example Code:</a:t>
            </a:r>
          </a:p>
        </p:txBody>
      </p:sp>
    </p:spTree>
    <p:extLst>
      <p:ext uri="{BB962C8B-B14F-4D97-AF65-F5344CB8AC3E}">
        <p14:creationId xmlns:p14="http://schemas.microsoft.com/office/powerpoint/2010/main" val="4074636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9F2DB-6E7C-3A3D-8FFD-F7B94A8BF5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B6FD75-AD7C-6CD6-EEC3-020E04048E5B}"/>
              </a:ext>
            </a:extLst>
          </p:cNvPr>
          <p:cNvSpPr>
            <a:spLocks noGrp="1"/>
          </p:cNvSpPr>
          <p:nvPr>
            <p:ph type="title"/>
          </p:nvPr>
        </p:nvSpPr>
        <p:spPr/>
        <p:txBody>
          <a:bodyPr/>
          <a:lstStyle/>
          <a:p>
            <a:r>
              <a:rPr lang="en-IN" dirty="0"/>
              <a:t>Handling Multiple windows, tabs</a:t>
            </a:r>
          </a:p>
        </p:txBody>
      </p:sp>
      <p:sp>
        <p:nvSpPr>
          <p:cNvPr id="4" name="Footer Placeholder 3">
            <a:extLst>
              <a:ext uri="{FF2B5EF4-FFF2-40B4-BE49-F238E27FC236}">
                <a16:creationId xmlns:a16="http://schemas.microsoft.com/office/drawing/2014/main" id="{BF07FBE2-7AED-E461-9C64-565330ED9682}"/>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C565D66A-0F88-470E-EBFC-23C0A45B7BF2}"/>
              </a:ext>
            </a:extLst>
          </p:cNvPr>
          <p:cNvSpPr>
            <a:spLocks noGrp="1"/>
          </p:cNvSpPr>
          <p:nvPr>
            <p:ph type="sldNum" sz="quarter" idx="12"/>
          </p:nvPr>
        </p:nvSpPr>
        <p:spPr/>
        <p:txBody>
          <a:bodyPr/>
          <a:lstStyle/>
          <a:p>
            <a:fld id="{38826FC0-333C-E549-9FA3-0EE43DF298A3}" type="slidenum">
              <a:rPr lang="en-US" smtClean="0"/>
              <a:pPr/>
              <a:t>9</a:t>
            </a:fld>
            <a:endParaRPr lang="en-US" dirty="0"/>
          </a:p>
        </p:txBody>
      </p:sp>
      <p:sp>
        <p:nvSpPr>
          <p:cNvPr id="3" name="TextBox 2">
            <a:extLst>
              <a:ext uri="{FF2B5EF4-FFF2-40B4-BE49-F238E27FC236}">
                <a16:creationId xmlns:a16="http://schemas.microsoft.com/office/drawing/2014/main" id="{F4634994-66DF-FB54-2691-E0EFE7E92F5B}"/>
              </a:ext>
            </a:extLst>
          </p:cNvPr>
          <p:cNvSpPr txBox="1"/>
          <p:nvPr/>
        </p:nvSpPr>
        <p:spPr>
          <a:xfrm>
            <a:off x="457200" y="1047598"/>
            <a:ext cx="11277600" cy="1200329"/>
          </a:xfrm>
          <a:prstGeom prst="rect">
            <a:avLst/>
          </a:prstGeom>
          <a:noFill/>
        </p:spPr>
        <p:txBody>
          <a:bodyPr wrap="square">
            <a:spAutoFit/>
          </a:bodyPr>
          <a:lstStyle/>
          <a:p>
            <a:pPr>
              <a:buNone/>
            </a:pPr>
            <a:r>
              <a:rPr lang="en-US" dirty="0">
                <a:latin typeface="Comic Sans MS" panose="030F0702030302020204" pitchFamily="66" charset="0"/>
              </a:rPr>
              <a:t>When a link opens in a </a:t>
            </a:r>
            <a:r>
              <a:rPr lang="en-US" b="1" dirty="0">
                <a:latin typeface="Comic Sans MS" panose="030F0702030302020204" pitchFamily="66" charset="0"/>
              </a:rPr>
              <a:t>new tab</a:t>
            </a:r>
            <a:r>
              <a:rPr lang="en-US" dirty="0">
                <a:latin typeface="Comic Sans MS" panose="030F0702030302020204" pitchFamily="66" charset="0"/>
              </a:rPr>
              <a:t> (instead of a popup window), Selenium handles it </a:t>
            </a:r>
            <a:r>
              <a:rPr lang="en-US" b="1" dirty="0">
                <a:latin typeface="Comic Sans MS" panose="030F0702030302020204" pitchFamily="66" charset="0"/>
              </a:rPr>
              <a:t>just like multiple windows</a:t>
            </a:r>
            <a:r>
              <a:rPr lang="en-US" dirty="0">
                <a:latin typeface="Comic Sans MS" panose="030F0702030302020204" pitchFamily="66" charset="0"/>
              </a:rPr>
              <a:t>, using </a:t>
            </a:r>
            <a:r>
              <a:rPr lang="en-US" b="1" dirty="0">
                <a:latin typeface="Comic Sans MS" panose="030F0702030302020204" pitchFamily="66" charset="0"/>
              </a:rPr>
              <a:t>window handles</a:t>
            </a:r>
            <a:r>
              <a:rPr lang="en-US" dirty="0">
                <a:latin typeface="Comic Sans MS" panose="030F0702030302020204" pitchFamily="66" charset="0"/>
              </a:rPr>
              <a:t>.</a:t>
            </a:r>
          </a:p>
          <a:p>
            <a:r>
              <a:rPr lang="en-US" dirty="0">
                <a:latin typeface="Comic Sans MS" panose="030F0702030302020204" pitchFamily="66" charset="0"/>
              </a:rPr>
              <a:t>There’s </a:t>
            </a:r>
            <a:r>
              <a:rPr lang="en-US" b="1" dirty="0">
                <a:latin typeface="Comic Sans MS" panose="030F0702030302020204" pitchFamily="66" charset="0"/>
              </a:rPr>
              <a:t>no separate tab-specific API</a:t>
            </a:r>
            <a:r>
              <a:rPr lang="en-US" dirty="0">
                <a:latin typeface="Comic Sans MS" panose="030F0702030302020204" pitchFamily="66" charset="0"/>
              </a:rPr>
              <a:t> in Selenium — tabs are just additional browser windows under the hood.</a:t>
            </a:r>
          </a:p>
        </p:txBody>
      </p:sp>
      <p:sp>
        <p:nvSpPr>
          <p:cNvPr id="6" name="TextBox 5">
            <a:extLst>
              <a:ext uri="{FF2B5EF4-FFF2-40B4-BE49-F238E27FC236}">
                <a16:creationId xmlns:a16="http://schemas.microsoft.com/office/drawing/2014/main" id="{4B4A66C5-2AB1-E695-1FDC-BDA64F25A9A1}"/>
              </a:ext>
            </a:extLst>
          </p:cNvPr>
          <p:cNvSpPr txBox="1"/>
          <p:nvPr/>
        </p:nvSpPr>
        <p:spPr>
          <a:xfrm>
            <a:off x="3553097" y="2710266"/>
            <a:ext cx="6096000" cy="2308324"/>
          </a:xfrm>
          <a:prstGeom prst="rect">
            <a:avLst/>
          </a:prstGeom>
          <a:noFill/>
        </p:spPr>
        <p:txBody>
          <a:bodyPr wrap="square">
            <a:spAutoFit/>
          </a:bodyPr>
          <a:lstStyle/>
          <a:p>
            <a:pPr>
              <a:buNone/>
            </a:pPr>
            <a:r>
              <a:rPr lang="en-US" b="1" dirty="0">
                <a:latin typeface="Comic Sans MS" panose="030F0702030302020204" pitchFamily="66" charset="0"/>
              </a:rPr>
              <a:t>✅ Step-by-Step: Switch Between Tabs</a:t>
            </a:r>
            <a:endParaRPr lang="en-US" dirty="0">
              <a:latin typeface="Comic Sans MS" panose="030F0702030302020204" pitchFamily="66" charset="0"/>
            </a:endParaRPr>
          </a:p>
          <a:p>
            <a:pPr>
              <a:buNone/>
            </a:pPr>
            <a:endParaRPr lang="en-US" dirty="0">
              <a:latin typeface="Comic Sans MS" panose="030F0702030302020204" pitchFamily="66" charset="0"/>
            </a:endParaRPr>
          </a:p>
          <a:p>
            <a:pPr marL="285750" indent="-285750">
              <a:buFont typeface="Wingdings" panose="05000000000000000000" pitchFamily="2" charset="2"/>
              <a:buChar char="Ø"/>
            </a:pPr>
            <a:r>
              <a:rPr lang="en-US" dirty="0">
                <a:latin typeface="Comic Sans MS" panose="030F0702030302020204" pitchFamily="66" charset="0"/>
              </a:rPr>
              <a:t>Store the current tab/window handle</a:t>
            </a:r>
          </a:p>
          <a:p>
            <a:pPr marL="285750" indent="-285750">
              <a:buFont typeface="Wingdings" panose="05000000000000000000" pitchFamily="2" charset="2"/>
              <a:buChar char="Ø"/>
            </a:pPr>
            <a:r>
              <a:rPr lang="en-US" dirty="0">
                <a:latin typeface="Comic Sans MS" panose="030F0702030302020204" pitchFamily="66" charset="0"/>
              </a:rPr>
              <a:t>Perform an action that opens a </a:t>
            </a:r>
            <a:r>
              <a:rPr lang="en-US" b="1" dirty="0">
                <a:latin typeface="Comic Sans MS" panose="030F0702030302020204" pitchFamily="66" charset="0"/>
              </a:rPr>
              <a:t>new tab</a:t>
            </a:r>
          </a:p>
          <a:p>
            <a:pPr marL="285750" indent="-285750">
              <a:buFont typeface="Wingdings" panose="05000000000000000000" pitchFamily="2" charset="2"/>
              <a:buChar char="Ø"/>
            </a:pPr>
            <a:r>
              <a:rPr lang="en-US" dirty="0">
                <a:latin typeface="Comic Sans MS" panose="030F0702030302020204" pitchFamily="66" charset="0"/>
              </a:rPr>
              <a:t>Get all window handles</a:t>
            </a:r>
          </a:p>
          <a:p>
            <a:pPr marL="285750" indent="-285750">
              <a:buFont typeface="Wingdings" panose="05000000000000000000" pitchFamily="2" charset="2"/>
              <a:buChar char="Ø"/>
            </a:pPr>
            <a:r>
              <a:rPr lang="en-US" dirty="0">
                <a:latin typeface="Comic Sans MS" panose="030F0702030302020204" pitchFamily="66" charset="0"/>
              </a:rPr>
              <a:t>Switch to the new tab</a:t>
            </a:r>
          </a:p>
          <a:p>
            <a:pPr marL="285750" indent="-285750">
              <a:buFont typeface="Wingdings" panose="05000000000000000000" pitchFamily="2" charset="2"/>
              <a:buChar char="Ø"/>
            </a:pPr>
            <a:r>
              <a:rPr lang="en-US" dirty="0">
                <a:latin typeface="Comic Sans MS" panose="030F0702030302020204" pitchFamily="66" charset="0"/>
              </a:rPr>
              <a:t>Perform actions</a:t>
            </a:r>
          </a:p>
          <a:p>
            <a:pPr marL="285750" indent="-285750">
              <a:buFont typeface="Wingdings" panose="05000000000000000000" pitchFamily="2" charset="2"/>
              <a:buChar char="Ø"/>
            </a:pPr>
            <a:r>
              <a:rPr lang="en-US" dirty="0">
                <a:latin typeface="Comic Sans MS" panose="030F0702030302020204" pitchFamily="66" charset="0"/>
              </a:rPr>
              <a:t>Close tab or switch back</a:t>
            </a:r>
          </a:p>
        </p:txBody>
      </p:sp>
    </p:spTree>
    <p:extLst>
      <p:ext uri="{BB962C8B-B14F-4D97-AF65-F5344CB8AC3E}">
        <p14:creationId xmlns:p14="http://schemas.microsoft.com/office/powerpoint/2010/main" val="4125198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2C517-E47D-CA32-959D-B113251AA0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72C82B-D5B0-D882-7D33-6C98EB532110}"/>
              </a:ext>
            </a:extLst>
          </p:cNvPr>
          <p:cNvSpPr>
            <a:spLocks noGrp="1"/>
          </p:cNvSpPr>
          <p:nvPr>
            <p:ph type="title"/>
          </p:nvPr>
        </p:nvSpPr>
        <p:spPr/>
        <p:txBody>
          <a:bodyPr/>
          <a:lstStyle/>
          <a:p>
            <a:r>
              <a:rPr lang="en-IN" dirty="0"/>
              <a:t>Handling Multiple windows, tabs</a:t>
            </a:r>
          </a:p>
        </p:txBody>
      </p:sp>
      <p:sp>
        <p:nvSpPr>
          <p:cNvPr id="4" name="Footer Placeholder 3">
            <a:extLst>
              <a:ext uri="{FF2B5EF4-FFF2-40B4-BE49-F238E27FC236}">
                <a16:creationId xmlns:a16="http://schemas.microsoft.com/office/drawing/2014/main" id="{D24EE99A-6F30-8B0A-688B-B0BE801CD8B8}"/>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E3105007-D995-65FF-256E-7547A47B4165}"/>
              </a:ext>
            </a:extLst>
          </p:cNvPr>
          <p:cNvSpPr>
            <a:spLocks noGrp="1"/>
          </p:cNvSpPr>
          <p:nvPr>
            <p:ph type="sldNum" sz="quarter" idx="12"/>
          </p:nvPr>
        </p:nvSpPr>
        <p:spPr/>
        <p:txBody>
          <a:bodyPr/>
          <a:lstStyle/>
          <a:p>
            <a:fld id="{38826FC0-333C-E549-9FA3-0EE43DF298A3}" type="slidenum">
              <a:rPr lang="en-US" smtClean="0"/>
              <a:pPr/>
              <a:t>10</a:t>
            </a:fld>
            <a:endParaRPr lang="en-US" dirty="0"/>
          </a:p>
        </p:txBody>
      </p:sp>
      <p:sp>
        <p:nvSpPr>
          <p:cNvPr id="3" name="TextBox 2">
            <a:extLst>
              <a:ext uri="{FF2B5EF4-FFF2-40B4-BE49-F238E27FC236}">
                <a16:creationId xmlns:a16="http://schemas.microsoft.com/office/drawing/2014/main" id="{2B8C20DC-B77F-7D71-618B-3FA0A50F5D88}"/>
              </a:ext>
            </a:extLst>
          </p:cNvPr>
          <p:cNvSpPr txBox="1"/>
          <p:nvPr/>
        </p:nvSpPr>
        <p:spPr>
          <a:xfrm>
            <a:off x="583474" y="1194540"/>
            <a:ext cx="5120640" cy="2862322"/>
          </a:xfrm>
          <a:prstGeom prst="rect">
            <a:avLst/>
          </a:prstGeom>
          <a:noFill/>
        </p:spPr>
        <p:txBody>
          <a:bodyPr wrap="square">
            <a:spAutoFit/>
          </a:bodyPr>
          <a:lstStyle/>
          <a:p>
            <a:pPr>
              <a:buNone/>
            </a:pPr>
            <a:r>
              <a:rPr lang="en-IN" sz="1500" b="1" dirty="0">
                <a:latin typeface="Comic Sans MS" panose="030F0702030302020204" pitchFamily="66" charset="0"/>
              </a:rPr>
              <a:t>🔧 Example Code</a:t>
            </a:r>
          </a:p>
          <a:p>
            <a:pPr>
              <a:buNone/>
            </a:pPr>
            <a:endParaRPr lang="en-IN" sz="1500" dirty="0">
              <a:latin typeface="Comic Sans MS" panose="030F0702030302020204" pitchFamily="66" charset="0"/>
            </a:endParaRPr>
          </a:p>
          <a:p>
            <a:pPr>
              <a:buNone/>
            </a:pPr>
            <a:r>
              <a:rPr lang="en-IN" sz="1500" dirty="0">
                <a:effectLst/>
                <a:latin typeface="Comic Sans MS" panose="030F0702030302020204" pitchFamily="66" charset="0"/>
              </a:rPr>
              <a:t>// 1. Store the current (main) tab</a:t>
            </a:r>
            <a:endParaRPr lang="en-IN" sz="1500" dirty="0">
              <a:latin typeface="Comic Sans MS" panose="030F0702030302020204" pitchFamily="66" charset="0"/>
            </a:endParaRPr>
          </a:p>
          <a:p>
            <a:pPr>
              <a:buNone/>
            </a:pPr>
            <a:r>
              <a:rPr lang="en-IN" sz="1500" dirty="0">
                <a:effectLst/>
                <a:latin typeface="Comic Sans MS" panose="030F0702030302020204" pitchFamily="66" charset="0"/>
              </a:rPr>
              <a:t>String </a:t>
            </a:r>
            <a:r>
              <a:rPr lang="en-IN" sz="1500" dirty="0" err="1">
                <a:effectLst/>
                <a:latin typeface="Comic Sans MS" panose="030F0702030302020204" pitchFamily="66" charset="0"/>
              </a:rPr>
              <a:t>mainTab</a:t>
            </a:r>
            <a:r>
              <a:rPr lang="en-IN" sz="1500" dirty="0">
                <a:effectLst/>
                <a:latin typeface="Comic Sans MS" panose="030F0702030302020204" pitchFamily="66" charset="0"/>
              </a:rPr>
              <a:t> = </a:t>
            </a:r>
            <a:r>
              <a:rPr lang="en-IN" sz="1500" dirty="0" err="1">
                <a:effectLst/>
                <a:latin typeface="Comic Sans MS" panose="030F0702030302020204" pitchFamily="66" charset="0"/>
              </a:rPr>
              <a:t>driver.getWindowHandle</a:t>
            </a:r>
            <a:r>
              <a:rPr lang="en-IN" sz="1500" dirty="0">
                <a:effectLst/>
                <a:latin typeface="Comic Sans MS" panose="030F0702030302020204" pitchFamily="66" charset="0"/>
              </a:rPr>
              <a:t>();</a:t>
            </a:r>
            <a:endParaRPr lang="en-IN" sz="1500" dirty="0">
              <a:latin typeface="Comic Sans MS" panose="030F0702030302020204" pitchFamily="66" charset="0"/>
            </a:endParaRPr>
          </a:p>
          <a:p>
            <a:pPr>
              <a:buNone/>
            </a:pPr>
            <a:r>
              <a:rPr lang="en-IN" sz="1500" dirty="0">
                <a:latin typeface="Comic Sans MS" panose="030F0702030302020204" pitchFamily="66" charset="0"/>
              </a:rPr>
              <a:t> </a:t>
            </a:r>
          </a:p>
          <a:p>
            <a:pPr>
              <a:buNone/>
            </a:pPr>
            <a:r>
              <a:rPr lang="en-IN" sz="1500" dirty="0">
                <a:effectLst/>
                <a:latin typeface="Comic Sans MS" panose="030F0702030302020204" pitchFamily="66" charset="0"/>
              </a:rPr>
              <a:t>// 2. Click a link that opens in a new tab</a:t>
            </a:r>
            <a:endParaRPr lang="en-IN" sz="1500" dirty="0">
              <a:latin typeface="Comic Sans MS" panose="030F0702030302020204" pitchFamily="66" charset="0"/>
            </a:endParaRPr>
          </a:p>
          <a:p>
            <a:pPr>
              <a:buNone/>
            </a:pPr>
            <a:r>
              <a:rPr lang="en-IN" sz="1500" dirty="0" err="1">
                <a:effectLst/>
                <a:latin typeface="Comic Sans MS" panose="030F0702030302020204" pitchFamily="66" charset="0"/>
              </a:rPr>
              <a:t>driver.findElement</a:t>
            </a:r>
            <a:r>
              <a:rPr lang="en-IN" sz="1500" dirty="0">
                <a:effectLst/>
                <a:latin typeface="Comic Sans MS" panose="030F0702030302020204" pitchFamily="66" charset="0"/>
              </a:rPr>
              <a:t>(</a:t>
            </a:r>
            <a:r>
              <a:rPr lang="en-IN" sz="1500" dirty="0" err="1">
                <a:effectLst/>
                <a:latin typeface="Comic Sans MS" panose="030F0702030302020204" pitchFamily="66" charset="0"/>
              </a:rPr>
              <a:t>By.linkText</a:t>
            </a:r>
            <a:r>
              <a:rPr lang="en-IN" sz="1500" dirty="0">
                <a:effectLst/>
                <a:latin typeface="Comic Sans MS" panose="030F0702030302020204" pitchFamily="66" charset="0"/>
              </a:rPr>
              <a:t>("Open New Tab")).click();</a:t>
            </a:r>
            <a:endParaRPr lang="en-IN" sz="1500" dirty="0">
              <a:latin typeface="Comic Sans MS" panose="030F0702030302020204" pitchFamily="66" charset="0"/>
            </a:endParaRPr>
          </a:p>
          <a:p>
            <a:pPr>
              <a:buNone/>
            </a:pPr>
            <a:r>
              <a:rPr lang="en-IN" sz="1500" dirty="0">
                <a:latin typeface="Comic Sans MS" panose="030F0702030302020204" pitchFamily="66" charset="0"/>
              </a:rPr>
              <a:t> </a:t>
            </a:r>
          </a:p>
          <a:p>
            <a:pPr>
              <a:buNone/>
            </a:pPr>
            <a:r>
              <a:rPr lang="en-IN" sz="1500" dirty="0">
                <a:effectLst/>
                <a:latin typeface="Comic Sans MS" panose="030F0702030302020204" pitchFamily="66" charset="0"/>
              </a:rPr>
              <a:t>// 3. Get all window handles</a:t>
            </a:r>
            <a:endParaRPr lang="en-IN" sz="1500" dirty="0">
              <a:latin typeface="Comic Sans MS" panose="030F0702030302020204" pitchFamily="66" charset="0"/>
            </a:endParaRPr>
          </a:p>
          <a:p>
            <a:pPr>
              <a:buNone/>
            </a:pPr>
            <a:r>
              <a:rPr lang="en-IN" sz="1500" dirty="0">
                <a:effectLst/>
                <a:latin typeface="Comic Sans MS" panose="030F0702030302020204" pitchFamily="66" charset="0"/>
              </a:rPr>
              <a:t>Set&lt;String&gt; </a:t>
            </a:r>
            <a:r>
              <a:rPr lang="en-IN" sz="1500" dirty="0" err="1">
                <a:effectLst/>
                <a:latin typeface="Comic Sans MS" panose="030F0702030302020204" pitchFamily="66" charset="0"/>
              </a:rPr>
              <a:t>allTabs</a:t>
            </a:r>
            <a:r>
              <a:rPr lang="en-IN" sz="1500" dirty="0">
                <a:effectLst/>
                <a:latin typeface="Comic Sans MS" panose="030F0702030302020204" pitchFamily="66" charset="0"/>
              </a:rPr>
              <a:t> = </a:t>
            </a:r>
            <a:r>
              <a:rPr lang="en-IN" sz="1500" dirty="0" err="1">
                <a:effectLst/>
                <a:latin typeface="Comic Sans MS" panose="030F0702030302020204" pitchFamily="66" charset="0"/>
              </a:rPr>
              <a:t>driver.getWindowHandles</a:t>
            </a:r>
            <a:r>
              <a:rPr lang="en-IN" sz="1500" dirty="0">
                <a:effectLst/>
                <a:latin typeface="Comic Sans MS" panose="030F0702030302020204" pitchFamily="66" charset="0"/>
              </a:rPr>
              <a:t>();</a:t>
            </a:r>
            <a:endParaRPr lang="en-IN" sz="1500" dirty="0">
              <a:latin typeface="Comic Sans MS" panose="030F0702030302020204" pitchFamily="66" charset="0"/>
            </a:endParaRPr>
          </a:p>
          <a:p>
            <a:pPr>
              <a:buNone/>
            </a:pPr>
            <a:r>
              <a:rPr lang="en-IN" sz="1500" dirty="0">
                <a:latin typeface="Comic Sans MS" panose="030F0702030302020204" pitchFamily="66" charset="0"/>
              </a:rPr>
              <a:t> </a:t>
            </a:r>
          </a:p>
        </p:txBody>
      </p:sp>
      <p:sp>
        <p:nvSpPr>
          <p:cNvPr id="6" name="TextBox 5">
            <a:extLst>
              <a:ext uri="{FF2B5EF4-FFF2-40B4-BE49-F238E27FC236}">
                <a16:creationId xmlns:a16="http://schemas.microsoft.com/office/drawing/2014/main" id="{BD489265-7C1B-EED8-7A24-50711AEEEFE8}"/>
              </a:ext>
            </a:extLst>
          </p:cNvPr>
          <p:cNvSpPr txBox="1"/>
          <p:nvPr/>
        </p:nvSpPr>
        <p:spPr>
          <a:xfrm>
            <a:off x="6096000" y="1194541"/>
            <a:ext cx="5638800" cy="3785652"/>
          </a:xfrm>
          <a:prstGeom prst="rect">
            <a:avLst/>
          </a:prstGeom>
          <a:noFill/>
        </p:spPr>
        <p:txBody>
          <a:bodyPr wrap="square">
            <a:spAutoFit/>
          </a:bodyPr>
          <a:lstStyle/>
          <a:p>
            <a:pPr>
              <a:buNone/>
            </a:pPr>
            <a:r>
              <a:rPr lang="en-IN" sz="1500" dirty="0">
                <a:effectLst/>
                <a:latin typeface="Comic Sans MS" panose="030F0702030302020204" pitchFamily="66" charset="0"/>
              </a:rPr>
              <a:t>// 4. Switch to the new tab</a:t>
            </a:r>
            <a:endParaRPr lang="en-IN" sz="1500" dirty="0">
              <a:latin typeface="Comic Sans MS" panose="030F0702030302020204" pitchFamily="66" charset="0"/>
            </a:endParaRPr>
          </a:p>
          <a:p>
            <a:pPr>
              <a:buNone/>
            </a:pPr>
            <a:r>
              <a:rPr lang="en-IN" sz="1500" dirty="0">
                <a:effectLst/>
                <a:latin typeface="Comic Sans MS" panose="030F0702030302020204" pitchFamily="66" charset="0"/>
              </a:rPr>
              <a:t>for (String tab : </a:t>
            </a:r>
            <a:r>
              <a:rPr lang="en-IN" sz="1500" dirty="0" err="1">
                <a:effectLst/>
                <a:latin typeface="Comic Sans MS" panose="030F0702030302020204" pitchFamily="66" charset="0"/>
              </a:rPr>
              <a:t>allTabs</a:t>
            </a:r>
            <a:r>
              <a:rPr lang="en-IN" sz="1500" dirty="0">
                <a:effectLst/>
                <a:latin typeface="Comic Sans MS" panose="030F0702030302020204" pitchFamily="66" charset="0"/>
              </a:rPr>
              <a:t>) {</a:t>
            </a:r>
            <a:endParaRPr lang="en-IN" sz="1500" dirty="0">
              <a:latin typeface="Comic Sans MS" panose="030F0702030302020204" pitchFamily="66" charset="0"/>
            </a:endParaRPr>
          </a:p>
          <a:p>
            <a:pPr>
              <a:buNone/>
            </a:pPr>
            <a:r>
              <a:rPr lang="en-IN" sz="1500" dirty="0">
                <a:effectLst/>
                <a:latin typeface="Comic Sans MS" panose="030F0702030302020204" pitchFamily="66" charset="0"/>
              </a:rPr>
              <a:t>    if (!</a:t>
            </a:r>
            <a:r>
              <a:rPr lang="en-IN" sz="1500" dirty="0" err="1">
                <a:effectLst/>
                <a:latin typeface="Comic Sans MS" panose="030F0702030302020204" pitchFamily="66" charset="0"/>
              </a:rPr>
              <a:t>tab.equals</a:t>
            </a:r>
            <a:r>
              <a:rPr lang="en-IN" sz="1500" dirty="0">
                <a:effectLst/>
                <a:latin typeface="Comic Sans MS" panose="030F0702030302020204" pitchFamily="66" charset="0"/>
              </a:rPr>
              <a:t>(</a:t>
            </a:r>
            <a:r>
              <a:rPr lang="en-IN" sz="1500" dirty="0" err="1">
                <a:effectLst/>
                <a:latin typeface="Comic Sans MS" panose="030F0702030302020204" pitchFamily="66" charset="0"/>
              </a:rPr>
              <a:t>mainTab</a:t>
            </a:r>
            <a:r>
              <a:rPr lang="en-IN" sz="1500" dirty="0">
                <a:effectLst/>
                <a:latin typeface="Comic Sans MS" panose="030F0702030302020204" pitchFamily="66" charset="0"/>
              </a:rPr>
              <a:t>)) {</a:t>
            </a:r>
            <a:endParaRPr lang="en-IN" sz="1500" dirty="0">
              <a:latin typeface="Comic Sans MS" panose="030F0702030302020204" pitchFamily="66" charset="0"/>
            </a:endParaRPr>
          </a:p>
          <a:p>
            <a:pPr>
              <a:buNone/>
            </a:pPr>
            <a:r>
              <a:rPr lang="en-IN" sz="1500" dirty="0">
                <a:effectLst/>
                <a:latin typeface="Comic Sans MS" panose="030F0702030302020204" pitchFamily="66" charset="0"/>
              </a:rPr>
              <a:t>        </a:t>
            </a:r>
            <a:r>
              <a:rPr lang="en-IN" sz="1500" dirty="0" err="1">
                <a:effectLst/>
                <a:latin typeface="Comic Sans MS" panose="030F0702030302020204" pitchFamily="66" charset="0"/>
              </a:rPr>
              <a:t>driver.switchTo</a:t>
            </a:r>
            <a:r>
              <a:rPr lang="en-IN" sz="1500" dirty="0">
                <a:effectLst/>
                <a:latin typeface="Comic Sans MS" panose="030F0702030302020204" pitchFamily="66" charset="0"/>
              </a:rPr>
              <a:t>().window(tab);</a:t>
            </a:r>
            <a:endParaRPr lang="en-IN" sz="1500" dirty="0">
              <a:latin typeface="Comic Sans MS" panose="030F0702030302020204" pitchFamily="66" charset="0"/>
            </a:endParaRPr>
          </a:p>
          <a:p>
            <a:pPr>
              <a:buNone/>
            </a:pPr>
            <a:r>
              <a:rPr lang="en-IN" sz="1500" dirty="0">
                <a:effectLst/>
                <a:latin typeface="Comic Sans MS" panose="030F0702030302020204" pitchFamily="66" charset="0"/>
              </a:rPr>
              <a:t>        break;</a:t>
            </a:r>
            <a:endParaRPr lang="en-IN" sz="1500" dirty="0">
              <a:latin typeface="Comic Sans MS" panose="030F0702030302020204" pitchFamily="66" charset="0"/>
            </a:endParaRPr>
          </a:p>
          <a:p>
            <a:pPr>
              <a:buNone/>
            </a:pPr>
            <a:r>
              <a:rPr lang="en-IN" sz="1500" dirty="0">
                <a:effectLst/>
                <a:latin typeface="Comic Sans MS" panose="030F0702030302020204" pitchFamily="66" charset="0"/>
              </a:rPr>
              <a:t>    }</a:t>
            </a:r>
            <a:endParaRPr lang="en-IN" sz="1500" dirty="0">
              <a:latin typeface="Comic Sans MS" panose="030F0702030302020204" pitchFamily="66" charset="0"/>
            </a:endParaRPr>
          </a:p>
          <a:p>
            <a:pPr>
              <a:buNone/>
            </a:pPr>
            <a:r>
              <a:rPr lang="en-IN" sz="1500" dirty="0">
                <a:effectLst/>
                <a:latin typeface="Comic Sans MS" panose="030F0702030302020204" pitchFamily="66" charset="0"/>
              </a:rPr>
              <a:t>}</a:t>
            </a:r>
            <a:endParaRPr lang="en-IN" sz="1500" dirty="0">
              <a:latin typeface="Comic Sans MS" panose="030F0702030302020204" pitchFamily="66" charset="0"/>
            </a:endParaRPr>
          </a:p>
          <a:p>
            <a:pPr>
              <a:buNone/>
            </a:pPr>
            <a:r>
              <a:rPr lang="en-IN" sz="1500" dirty="0">
                <a:latin typeface="Comic Sans MS" panose="030F0702030302020204" pitchFamily="66" charset="0"/>
              </a:rPr>
              <a:t> </a:t>
            </a:r>
          </a:p>
          <a:p>
            <a:pPr>
              <a:buNone/>
            </a:pPr>
            <a:r>
              <a:rPr lang="en-IN" sz="1500" dirty="0">
                <a:effectLst/>
                <a:latin typeface="Comic Sans MS" panose="030F0702030302020204" pitchFamily="66" charset="0"/>
              </a:rPr>
              <a:t>// 5. Perform actions in the new tab</a:t>
            </a:r>
            <a:endParaRPr lang="en-IN" sz="1500" dirty="0">
              <a:latin typeface="Comic Sans MS" panose="030F0702030302020204" pitchFamily="66" charset="0"/>
            </a:endParaRPr>
          </a:p>
          <a:p>
            <a:pPr>
              <a:buNone/>
            </a:pPr>
            <a:r>
              <a:rPr lang="en-IN" sz="1500" dirty="0" err="1">
                <a:effectLst/>
                <a:latin typeface="Comic Sans MS" panose="030F0702030302020204" pitchFamily="66" charset="0"/>
              </a:rPr>
              <a:t>System.out.println</a:t>
            </a:r>
            <a:r>
              <a:rPr lang="en-IN" sz="1500" dirty="0">
                <a:effectLst/>
                <a:latin typeface="Comic Sans MS" panose="030F0702030302020204" pitchFamily="66" charset="0"/>
              </a:rPr>
              <a:t>("Title of new tab: " + </a:t>
            </a:r>
            <a:r>
              <a:rPr lang="en-IN" sz="1500" dirty="0" err="1">
                <a:effectLst/>
                <a:latin typeface="Comic Sans MS" panose="030F0702030302020204" pitchFamily="66" charset="0"/>
              </a:rPr>
              <a:t>driver.getTitle</a:t>
            </a:r>
            <a:r>
              <a:rPr lang="en-IN" sz="1500" dirty="0">
                <a:effectLst/>
                <a:latin typeface="Comic Sans MS" panose="030F0702030302020204" pitchFamily="66" charset="0"/>
              </a:rPr>
              <a:t>());</a:t>
            </a:r>
            <a:endParaRPr lang="en-IN" sz="1500" dirty="0">
              <a:latin typeface="Comic Sans MS" panose="030F0702030302020204" pitchFamily="66" charset="0"/>
            </a:endParaRPr>
          </a:p>
          <a:p>
            <a:pPr>
              <a:buNone/>
            </a:pPr>
            <a:r>
              <a:rPr lang="en-IN" sz="1500" dirty="0">
                <a:latin typeface="Comic Sans MS" panose="030F0702030302020204" pitchFamily="66" charset="0"/>
              </a:rPr>
              <a:t> </a:t>
            </a:r>
          </a:p>
          <a:p>
            <a:pPr>
              <a:buNone/>
            </a:pPr>
            <a:r>
              <a:rPr lang="en-IN" sz="1500" dirty="0">
                <a:effectLst/>
                <a:latin typeface="Comic Sans MS" panose="030F0702030302020204" pitchFamily="66" charset="0"/>
              </a:rPr>
              <a:t>// 6. Close new tab</a:t>
            </a:r>
            <a:endParaRPr lang="en-IN" sz="1500" dirty="0">
              <a:latin typeface="Comic Sans MS" panose="030F0702030302020204" pitchFamily="66" charset="0"/>
            </a:endParaRPr>
          </a:p>
          <a:p>
            <a:pPr>
              <a:buNone/>
            </a:pPr>
            <a:r>
              <a:rPr lang="en-IN" sz="1500" dirty="0" err="1">
                <a:effectLst/>
                <a:latin typeface="Comic Sans MS" panose="030F0702030302020204" pitchFamily="66" charset="0"/>
              </a:rPr>
              <a:t>driver.close</a:t>
            </a:r>
            <a:r>
              <a:rPr lang="en-IN" sz="1500" dirty="0">
                <a:effectLst/>
                <a:latin typeface="Comic Sans MS" panose="030F0702030302020204" pitchFamily="66" charset="0"/>
              </a:rPr>
              <a:t>();</a:t>
            </a:r>
            <a:endParaRPr lang="en-IN" sz="1500" dirty="0">
              <a:latin typeface="Comic Sans MS" panose="030F0702030302020204" pitchFamily="66" charset="0"/>
            </a:endParaRPr>
          </a:p>
          <a:p>
            <a:pPr>
              <a:buNone/>
            </a:pPr>
            <a:r>
              <a:rPr lang="en-IN" sz="1500" dirty="0">
                <a:latin typeface="Comic Sans MS" panose="030F0702030302020204" pitchFamily="66" charset="0"/>
              </a:rPr>
              <a:t> </a:t>
            </a:r>
          </a:p>
          <a:p>
            <a:pPr>
              <a:buNone/>
            </a:pPr>
            <a:r>
              <a:rPr lang="en-IN" sz="1500" dirty="0">
                <a:effectLst/>
                <a:latin typeface="Comic Sans MS" panose="030F0702030302020204" pitchFamily="66" charset="0"/>
              </a:rPr>
              <a:t>// 7. Switch back to main tab</a:t>
            </a:r>
            <a:endParaRPr lang="en-IN" sz="1500" dirty="0">
              <a:latin typeface="Comic Sans MS" panose="030F0702030302020204" pitchFamily="66" charset="0"/>
            </a:endParaRPr>
          </a:p>
          <a:p>
            <a:r>
              <a:rPr lang="en-IN" sz="1500" dirty="0" err="1">
                <a:effectLst/>
                <a:latin typeface="Comic Sans MS" panose="030F0702030302020204" pitchFamily="66" charset="0"/>
              </a:rPr>
              <a:t>driver.switchTo</a:t>
            </a:r>
            <a:r>
              <a:rPr lang="en-IN" sz="1500" dirty="0">
                <a:effectLst/>
                <a:latin typeface="Comic Sans MS" panose="030F0702030302020204" pitchFamily="66" charset="0"/>
              </a:rPr>
              <a:t>().window(</a:t>
            </a:r>
            <a:r>
              <a:rPr lang="en-IN" sz="1500" dirty="0" err="1">
                <a:effectLst/>
                <a:latin typeface="Comic Sans MS" panose="030F0702030302020204" pitchFamily="66" charset="0"/>
              </a:rPr>
              <a:t>mainTab</a:t>
            </a:r>
            <a:r>
              <a:rPr lang="en-IN" sz="1500" dirty="0">
                <a:effectLst/>
                <a:latin typeface="Comic Sans MS" panose="030F0702030302020204" pitchFamily="66" charset="0"/>
              </a:rPr>
              <a:t>);</a:t>
            </a:r>
            <a:endParaRPr lang="en-IN" sz="1500" dirty="0">
              <a:latin typeface="Comic Sans MS" panose="030F0702030302020204" pitchFamily="66" charset="0"/>
            </a:endParaRPr>
          </a:p>
        </p:txBody>
      </p:sp>
    </p:spTree>
    <p:extLst>
      <p:ext uri="{BB962C8B-B14F-4D97-AF65-F5344CB8AC3E}">
        <p14:creationId xmlns:p14="http://schemas.microsoft.com/office/powerpoint/2010/main" val="772024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7A344-903E-84E3-6603-9A11BCDD5E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593A0F-65D8-750B-2CF1-7991CB9E384E}"/>
              </a:ext>
            </a:extLst>
          </p:cNvPr>
          <p:cNvSpPr>
            <a:spLocks noGrp="1"/>
          </p:cNvSpPr>
          <p:nvPr>
            <p:ph type="title"/>
          </p:nvPr>
        </p:nvSpPr>
        <p:spPr/>
        <p:txBody>
          <a:bodyPr/>
          <a:lstStyle/>
          <a:p>
            <a:r>
              <a:rPr lang="en-IN" dirty="0"/>
              <a:t>Handling Frames</a:t>
            </a:r>
          </a:p>
        </p:txBody>
      </p:sp>
      <p:sp>
        <p:nvSpPr>
          <p:cNvPr id="4" name="Footer Placeholder 3">
            <a:extLst>
              <a:ext uri="{FF2B5EF4-FFF2-40B4-BE49-F238E27FC236}">
                <a16:creationId xmlns:a16="http://schemas.microsoft.com/office/drawing/2014/main" id="{13D6C3CE-79DC-FB47-C584-540BF4AE287C}"/>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60C97E89-8553-E39F-C48D-0BD96162B3F2}"/>
              </a:ext>
            </a:extLst>
          </p:cNvPr>
          <p:cNvSpPr>
            <a:spLocks noGrp="1"/>
          </p:cNvSpPr>
          <p:nvPr>
            <p:ph type="sldNum" sz="quarter" idx="12"/>
          </p:nvPr>
        </p:nvSpPr>
        <p:spPr/>
        <p:txBody>
          <a:bodyPr/>
          <a:lstStyle/>
          <a:p>
            <a:fld id="{38826FC0-333C-E549-9FA3-0EE43DF298A3}" type="slidenum">
              <a:rPr lang="en-US" smtClean="0"/>
              <a:pPr/>
              <a:t>11</a:t>
            </a:fld>
            <a:endParaRPr lang="en-US" dirty="0"/>
          </a:p>
        </p:txBody>
      </p:sp>
      <p:sp>
        <p:nvSpPr>
          <p:cNvPr id="3" name="TextBox 2">
            <a:extLst>
              <a:ext uri="{FF2B5EF4-FFF2-40B4-BE49-F238E27FC236}">
                <a16:creationId xmlns:a16="http://schemas.microsoft.com/office/drawing/2014/main" id="{72F13BBD-62E8-A00B-9EF0-EEFF0F97BD5F}"/>
              </a:ext>
            </a:extLst>
          </p:cNvPr>
          <p:cNvSpPr txBox="1"/>
          <p:nvPr/>
        </p:nvSpPr>
        <p:spPr>
          <a:xfrm>
            <a:off x="775063" y="1058652"/>
            <a:ext cx="10128068" cy="1815882"/>
          </a:xfrm>
          <a:prstGeom prst="rect">
            <a:avLst/>
          </a:prstGeom>
          <a:noFill/>
        </p:spPr>
        <p:txBody>
          <a:bodyPr wrap="square">
            <a:spAutoFit/>
          </a:bodyPr>
          <a:lstStyle/>
          <a:p>
            <a:pPr>
              <a:buNone/>
            </a:pPr>
            <a:r>
              <a:rPr lang="en-US" sz="1600" dirty="0">
                <a:latin typeface="Comic Sans MS" panose="030F0702030302020204" pitchFamily="66" charset="0"/>
              </a:rPr>
              <a:t>Handling </a:t>
            </a:r>
            <a:r>
              <a:rPr lang="en-US" sz="1600" b="1" dirty="0">
                <a:latin typeface="Comic Sans MS" panose="030F0702030302020204" pitchFamily="66" charset="0"/>
              </a:rPr>
              <a:t>frames and </a:t>
            </a:r>
            <a:r>
              <a:rPr lang="en-US" sz="1600" b="1" dirty="0" err="1">
                <a:latin typeface="Comic Sans MS" panose="030F0702030302020204" pitchFamily="66" charset="0"/>
              </a:rPr>
              <a:t>iframes</a:t>
            </a:r>
            <a:r>
              <a:rPr lang="en-US" sz="1600" dirty="0">
                <a:latin typeface="Comic Sans MS" panose="030F0702030302020204" pitchFamily="66" charset="0"/>
              </a:rPr>
              <a:t> in Selenium is essential when working with web pages that embed content from other sources or isolate parts of the page into separate HTML documents.</a:t>
            </a:r>
          </a:p>
          <a:p>
            <a:pPr>
              <a:buNone/>
            </a:pPr>
            <a:endParaRPr lang="en-US" sz="1600" dirty="0">
              <a:latin typeface="Comic Sans MS" panose="030F0702030302020204" pitchFamily="66" charset="0"/>
            </a:endParaRPr>
          </a:p>
          <a:p>
            <a:pPr>
              <a:buNone/>
            </a:pPr>
            <a:r>
              <a:rPr lang="en-US" sz="1600" b="1" dirty="0">
                <a:latin typeface="Comic Sans MS" panose="030F0702030302020204" pitchFamily="66" charset="0"/>
              </a:rPr>
              <a:t>🔍 What is an </a:t>
            </a:r>
            <a:r>
              <a:rPr lang="en-US" sz="1600" b="1" dirty="0" err="1">
                <a:latin typeface="Comic Sans MS" panose="030F0702030302020204" pitchFamily="66" charset="0"/>
              </a:rPr>
              <a:t>iframe</a:t>
            </a:r>
            <a:r>
              <a:rPr lang="en-US" sz="1600" b="1" dirty="0">
                <a:latin typeface="Comic Sans MS" panose="030F0702030302020204" pitchFamily="66" charset="0"/>
              </a:rPr>
              <a:t>?</a:t>
            </a:r>
          </a:p>
          <a:p>
            <a:pPr>
              <a:buNone/>
            </a:pPr>
            <a:endParaRPr lang="en-US" sz="1600" dirty="0">
              <a:latin typeface="Comic Sans MS" panose="030F0702030302020204" pitchFamily="66" charset="0"/>
            </a:endParaRPr>
          </a:p>
          <a:p>
            <a:pPr>
              <a:buFont typeface="Arial" panose="020B0604020202020204" pitchFamily="34" charset="0"/>
              <a:buChar char="•"/>
            </a:pPr>
            <a:r>
              <a:rPr lang="en-US" sz="1600" dirty="0">
                <a:latin typeface="Comic Sans MS" panose="030F0702030302020204" pitchFamily="66" charset="0"/>
              </a:rPr>
              <a:t>An </a:t>
            </a:r>
            <a:r>
              <a:rPr lang="en-US" sz="1600" b="1" dirty="0" err="1">
                <a:latin typeface="Comic Sans MS" panose="030F0702030302020204" pitchFamily="66" charset="0"/>
              </a:rPr>
              <a:t>iframe</a:t>
            </a:r>
            <a:r>
              <a:rPr lang="en-US" sz="1600" dirty="0">
                <a:latin typeface="Comic Sans MS" panose="030F0702030302020204" pitchFamily="66" charset="0"/>
              </a:rPr>
              <a:t> (inline frame) is an HTML element used to embed another document within the current page.</a:t>
            </a:r>
          </a:p>
          <a:p>
            <a:pPr>
              <a:buFont typeface="Arial" panose="020B0604020202020204" pitchFamily="34" charset="0"/>
              <a:buChar char="•"/>
            </a:pPr>
            <a:r>
              <a:rPr lang="en-US" sz="1600" dirty="0">
                <a:latin typeface="Comic Sans MS" panose="030F0702030302020204" pitchFamily="66" charset="0"/>
              </a:rPr>
              <a:t>Selenium cannot interact with elements inside an </a:t>
            </a:r>
            <a:r>
              <a:rPr lang="en-US" sz="1600" dirty="0" err="1">
                <a:latin typeface="Comic Sans MS" panose="030F0702030302020204" pitchFamily="66" charset="0"/>
              </a:rPr>
              <a:t>iframe</a:t>
            </a:r>
            <a:r>
              <a:rPr lang="en-US" sz="1600" dirty="0">
                <a:latin typeface="Comic Sans MS" panose="030F0702030302020204" pitchFamily="66" charset="0"/>
              </a:rPr>
              <a:t> unless it </a:t>
            </a:r>
            <a:r>
              <a:rPr lang="en-US" sz="1600" b="1" dirty="0">
                <a:latin typeface="Comic Sans MS" panose="030F0702030302020204" pitchFamily="66" charset="0"/>
              </a:rPr>
              <a:t>switches into the frame context</a:t>
            </a:r>
            <a:r>
              <a:rPr lang="en-US" sz="1600" dirty="0">
                <a:latin typeface="Comic Sans MS" panose="030F0702030302020204" pitchFamily="66" charset="0"/>
              </a:rPr>
              <a:t>.</a:t>
            </a:r>
          </a:p>
        </p:txBody>
      </p:sp>
      <p:sp>
        <p:nvSpPr>
          <p:cNvPr id="6" name="TextBox 5">
            <a:extLst>
              <a:ext uri="{FF2B5EF4-FFF2-40B4-BE49-F238E27FC236}">
                <a16:creationId xmlns:a16="http://schemas.microsoft.com/office/drawing/2014/main" id="{98911E85-B999-C397-7561-7AB7CD66C9BC}"/>
              </a:ext>
            </a:extLst>
          </p:cNvPr>
          <p:cNvSpPr txBox="1"/>
          <p:nvPr/>
        </p:nvSpPr>
        <p:spPr>
          <a:xfrm>
            <a:off x="822960" y="3163470"/>
            <a:ext cx="10877006" cy="3293209"/>
          </a:xfrm>
          <a:prstGeom prst="rect">
            <a:avLst/>
          </a:prstGeom>
          <a:noFill/>
        </p:spPr>
        <p:txBody>
          <a:bodyPr wrap="square">
            <a:spAutoFit/>
          </a:bodyPr>
          <a:lstStyle/>
          <a:p>
            <a:pPr>
              <a:buNone/>
            </a:pPr>
            <a:r>
              <a:rPr lang="en-US" sz="1600" b="1" dirty="0">
                <a:latin typeface="Comic Sans MS" panose="030F0702030302020204" pitchFamily="66" charset="0"/>
              </a:rPr>
              <a:t>✅ How to Handle Frames/</a:t>
            </a:r>
            <a:r>
              <a:rPr lang="en-US" sz="1600" b="1" dirty="0" err="1">
                <a:latin typeface="Comic Sans MS" panose="030F0702030302020204" pitchFamily="66" charset="0"/>
              </a:rPr>
              <a:t>iFrames</a:t>
            </a:r>
            <a:r>
              <a:rPr lang="en-US" sz="1600" b="1" dirty="0">
                <a:latin typeface="Comic Sans MS" panose="030F0702030302020204" pitchFamily="66" charset="0"/>
              </a:rPr>
              <a:t> in Selenium</a:t>
            </a:r>
          </a:p>
          <a:p>
            <a:pPr>
              <a:buNone/>
            </a:pPr>
            <a:endParaRPr lang="en-US" sz="1600" dirty="0">
              <a:latin typeface="Comic Sans MS" panose="030F0702030302020204" pitchFamily="66" charset="0"/>
            </a:endParaRPr>
          </a:p>
          <a:p>
            <a:pPr>
              <a:buNone/>
            </a:pPr>
            <a:r>
              <a:rPr lang="en-US" sz="1600" b="1" dirty="0">
                <a:latin typeface="Comic Sans MS" panose="030F0702030302020204" pitchFamily="66" charset="0"/>
              </a:rPr>
              <a:t>🔁 3 Ways to Switch to a Frame:</a:t>
            </a:r>
          </a:p>
          <a:p>
            <a:pPr>
              <a:buNone/>
            </a:pPr>
            <a:endParaRPr lang="en-US" sz="1600" dirty="0">
              <a:latin typeface="Comic Sans MS" panose="030F0702030302020204" pitchFamily="66" charset="0"/>
            </a:endParaRPr>
          </a:p>
          <a:p>
            <a:pPr>
              <a:buNone/>
            </a:pPr>
            <a:r>
              <a:rPr lang="en-US" sz="1600" b="1" dirty="0">
                <a:latin typeface="Comic Sans MS" panose="030F0702030302020204" pitchFamily="66" charset="0"/>
              </a:rPr>
              <a:t>By Index</a:t>
            </a:r>
            <a:endParaRPr lang="en-US" sz="1600" dirty="0">
              <a:latin typeface="Comic Sans MS" panose="030F0702030302020204" pitchFamily="66" charset="0"/>
            </a:endParaRPr>
          </a:p>
          <a:p>
            <a:pPr>
              <a:buNone/>
            </a:pPr>
            <a:r>
              <a:rPr lang="en-US" sz="1600" dirty="0" err="1">
                <a:effectLst/>
                <a:latin typeface="Comic Sans MS" panose="030F0702030302020204" pitchFamily="66" charset="0"/>
              </a:rPr>
              <a:t>driver.switchTo</a:t>
            </a:r>
            <a:r>
              <a:rPr lang="en-US" sz="1600" dirty="0">
                <a:effectLst/>
                <a:latin typeface="Comic Sans MS" panose="030F0702030302020204" pitchFamily="66" charset="0"/>
              </a:rPr>
              <a:t>().frame(0);  // Switches to first frame on the page</a:t>
            </a:r>
          </a:p>
          <a:p>
            <a:pPr>
              <a:buNone/>
            </a:pPr>
            <a:endParaRPr lang="en-US" sz="1600" dirty="0">
              <a:latin typeface="Comic Sans MS" panose="030F0702030302020204" pitchFamily="66" charset="0"/>
            </a:endParaRPr>
          </a:p>
          <a:p>
            <a:pPr>
              <a:buNone/>
            </a:pPr>
            <a:r>
              <a:rPr lang="en-US" sz="1600" b="1" dirty="0">
                <a:effectLst/>
                <a:latin typeface="Comic Sans MS" panose="030F0702030302020204" pitchFamily="66" charset="0"/>
              </a:rPr>
              <a:t>By Name or ID</a:t>
            </a:r>
            <a:endParaRPr lang="en-US" sz="1600" dirty="0">
              <a:latin typeface="Comic Sans MS" panose="030F0702030302020204" pitchFamily="66" charset="0"/>
            </a:endParaRPr>
          </a:p>
          <a:p>
            <a:pPr>
              <a:buNone/>
            </a:pPr>
            <a:r>
              <a:rPr lang="en-US" sz="1600" dirty="0" err="1">
                <a:effectLst/>
                <a:latin typeface="Comic Sans MS" panose="030F0702030302020204" pitchFamily="66" charset="0"/>
              </a:rPr>
              <a:t>driver.switchTo</a:t>
            </a:r>
            <a:r>
              <a:rPr lang="en-US" sz="1600" dirty="0">
                <a:effectLst/>
                <a:latin typeface="Comic Sans MS" panose="030F0702030302020204" pitchFamily="66" charset="0"/>
              </a:rPr>
              <a:t>().frame("</a:t>
            </a:r>
            <a:r>
              <a:rPr lang="en-US" sz="1600" dirty="0" err="1">
                <a:effectLst/>
                <a:latin typeface="Comic Sans MS" panose="030F0702030302020204" pitchFamily="66" charset="0"/>
              </a:rPr>
              <a:t>frameName</a:t>
            </a:r>
            <a:r>
              <a:rPr lang="en-US" sz="1600" dirty="0">
                <a:effectLst/>
                <a:latin typeface="Comic Sans MS" panose="030F0702030302020204" pitchFamily="66" charset="0"/>
              </a:rPr>
              <a:t>");</a:t>
            </a:r>
          </a:p>
          <a:p>
            <a:pPr>
              <a:buNone/>
            </a:pPr>
            <a:endParaRPr lang="en-US" sz="1600" dirty="0">
              <a:latin typeface="Comic Sans MS" panose="030F0702030302020204" pitchFamily="66" charset="0"/>
            </a:endParaRPr>
          </a:p>
          <a:p>
            <a:pPr>
              <a:buNone/>
            </a:pPr>
            <a:r>
              <a:rPr lang="en-US" sz="1600" b="1" dirty="0">
                <a:effectLst/>
                <a:latin typeface="Comic Sans MS" panose="030F0702030302020204" pitchFamily="66" charset="0"/>
              </a:rPr>
              <a:t>By </a:t>
            </a:r>
            <a:r>
              <a:rPr lang="en-US" sz="1600" b="1" dirty="0" err="1">
                <a:effectLst/>
                <a:latin typeface="Comic Sans MS" panose="030F0702030302020204" pitchFamily="66" charset="0"/>
              </a:rPr>
              <a:t>WebElement</a:t>
            </a:r>
            <a:endParaRPr lang="en-US" sz="1600" dirty="0">
              <a:latin typeface="Comic Sans MS" panose="030F0702030302020204" pitchFamily="66" charset="0"/>
            </a:endParaRPr>
          </a:p>
          <a:p>
            <a:pPr>
              <a:buNone/>
            </a:pPr>
            <a:r>
              <a:rPr lang="en-US" sz="1600" dirty="0" err="1">
                <a:effectLst/>
                <a:latin typeface="Comic Sans MS" panose="030F0702030302020204" pitchFamily="66" charset="0"/>
              </a:rPr>
              <a:t>WebElement</a:t>
            </a:r>
            <a:r>
              <a:rPr lang="en-US" sz="1600" dirty="0">
                <a:effectLst/>
                <a:latin typeface="Comic Sans MS" panose="030F0702030302020204" pitchFamily="66" charset="0"/>
              </a:rPr>
              <a:t> </a:t>
            </a:r>
            <a:r>
              <a:rPr lang="en-US" sz="1600" dirty="0" err="1">
                <a:effectLst/>
                <a:latin typeface="Comic Sans MS" panose="030F0702030302020204" pitchFamily="66" charset="0"/>
              </a:rPr>
              <a:t>frameElement</a:t>
            </a:r>
            <a:r>
              <a:rPr lang="en-US" sz="1600" dirty="0">
                <a:effectLst/>
                <a:latin typeface="Comic Sans MS" panose="030F0702030302020204" pitchFamily="66" charset="0"/>
              </a:rPr>
              <a:t> = </a:t>
            </a:r>
            <a:r>
              <a:rPr lang="en-US" sz="1600" dirty="0" err="1">
                <a:effectLst/>
                <a:latin typeface="Comic Sans MS" panose="030F0702030302020204" pitchFamily="66" charset="0"/>
              </a:rPr>
              <a:t>driver.findElement</a:t>
            </a:r>
            <a:r>
              <a:rPr lang="en-US" sz="1600" dirty="0">
                <a:effectLst/>
                <a:latin typeface="Comic Sans MS" panose="030F0702030302020204" pitchFamily="66" charset="0"/>
              </a:rPr>
              <a:t>(</a:t>
            </a:r>
            <a:r>
              <a:rPr lang="en-US" sz="1600" dirty="0" err="1">
                <a:effectLst/>
                <a:latin typeface="Comic Sans MS" panose="030F0702030302020204" pitchFamily="66" charset="0"/>
              </a:rPr>
              <a:t>By.xpath</a:t>
            </a:r>
            <a:r>
              <a:rPr lang="en-US" sz="1600" dirty="0">
                <a:effectLst/>
                <a:latin typeface="Comic Sans MS" panose="030F0702030302020204" pitchFamily="66" charset="0"/>
              </a:rPr>
              <a:t>("//</a:t>
            </a:r>
            <a:r>
              <a:rPr lang="en-US" sz="1600" dirty="0" err="1">
                <a:effectLst/>
                <a:latin typeface="Comic Sans MS" panose="030F0702030302020204" pitchFamily="66" charset="0"/>
              </a:rPr>
              <a:t>iframe</a:t>
            </a:r>
            <a:r>
              <a:rPr lang="en-US" sz="1600" dirty="0">
                <a:effectLst/>
                <a:latin typeface="Comic Sans MS" panose="030F0702030302020204" pitchFamily="66" charset="0"/>
              </a:rPr>
              <a:t>[@id='loginIframe']"));</a:t>
            </a:r>
            <a:endParaRPr lang="en-US" sz="1600" dirty="0">
              <a:latin typeface="Comic Sans MS" panose="030F0702030302020204" pitchFamily="66" charset="0"/>
            </a:endParaRPr>
          </a:p>
          <a:p>
            <a:r>
              <a:rPr lang="en-US" sz="1600" dirty="0" err="1">
                <a:effectLst/>
                <a:latin typeface="Comic Sans MS" panose="030F0702030302020204" pitchFamily="66" charset="0"/>
              </a:rPr>
              <a:t>driver.switchTo</a:t>
            </a:r>
            <a:r>
              <a:rPr lang="en-US" sz="1600" dirty="0">
                <a:effectLst/>
                <a:latin typeface="Comic Sans MS" panose="030F0702030302020204" pitchFamily="66" charset="0"/>
              </a:rPr>
              <a:t>().frame(</a:t>
            </a:r>
            <a:r>
              <a:rPr lang="en-US" sz="1600" dirty="0" err="1">
                <a:effectLst/>
                <a:latin typeface="Comic Sans MS" panose="030F0702030302020204" pitchFamily="66" charset="0"/>
              </a:rPr>
              <a:t>frameElement</a:t>
            </a:r>
            <a:r>
              <a:rPr lang="en-US" sz="1600" dirty="0">
                <a:effectLst/>
                <a:latin typeface="Comic Sans MS" panose="030F0702030302020204" pitchFamily="66" charset="0"/>
              </a:rPr>
              <a:t>);</a:t>
            </a:r>
            <a:endParaRPr lang="en-US" sz="1600" dirty="0">
              <a:latin typeface="Comic Sans MS" panose="030F0702030302020204" pitchFamily="66" charset="0"/>
            </a:endParaRPr>
          </a:p>
        </p:txBody>
      </p:sp>
    </p:spTree>
    <p:extLst>
      <p:ext uri="{BB962C8B-B14F-4D97-AF65-F5344CB8AC3E}">
        <p14:creationId xmlns:p14="http://schemas.microsoft.com/office/powerpoint/2010/main" val="622324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7C676-6119-1F4D-1D36-190478FADB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25049A-1904-8238-6729-35B08286D8D2}"/>
              </a:ext>
            </a:extLst>
          </p:cNvPr>
          <p:cNvSpPr>
            <a:spLocks noGrp="1"/>
          </p:cNvSpPr>
          <p:nvPr>
            <p:ph type="title"/>
          </p:nvPr>
        </p:nvSpPr>
        <p:spPr/>
        <p:txBody>
          <a:bodyPr/>
          <a:lstStyle/>
          <a:p>
            <a:r>
              <a:rPr lang="en-IN" dirty="0"/>
              <a:t>Handling Frames</a:t>
            </a:r>
          </a:p>
        </p:txBody>
      </p:sp>
      <p:sp>
        <p:nvSpPr>
          <p:cNvPr id="4" name="Footer Placeholder 3">
            <a:extLst>
              <a:ext uri="{FF2B5EF4-FFF2-40B4-BE49-F238E27FC236}">
                <a16:creationId xmlns:a16="http://schemas.microsoft.com/office/drawing/2014/main" id="{E03CF546-77AA-586E-9384-A5D6F7CF0C02}"/>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635B331F-1E00-C75C-57B9-002189D439D7}"/>
              </a:ext>
            </a:extLst>
          </p:cNvPr>
          <p:cNvSpPr>
            <a:spLocks noGrp="1"/>
          </p:cNvSpPr>
          <p:nvPr>
            <p:ph type="sldNum" sz="quarter" idx="12"/>
          </p:nvPr>
        </p:nvSpPr>
        <p:spPr/>
        <p:txBody>
          <a:bodyPr/>
          <a:lstStyle/>
          <a:p>
            <a:fld id="{38826FC0-333C-E549-9FA3-0EE43DF298A3}" type="slidenum">
              <a:rPr lang="en-US" smtClean="0"/>
              <a:pPr/>
              <a:t>12</a:t>
            </a:fld>
            <a:endParaRPr lang="en-US" dirty="0"/>
          </a:p>
        </p:txBody>
      </p:sp>
      <p:sp>
        <p:nvSpPr>
          <p:cNvPr id="7" name="TextBox 6">
            <a:extLst>
              <a:ext uri="{FF2B5EF4-FFF2-40B4-BE49-F238E27FC236}">
                <a16:creationId xmlns:a16="http://schemas.microsoft.com/office/drawing/2014/main" id="{4920BF70-8DE1-D578-FB34-098539BAB143}"/>
              </a:ext>
            </a:extLst>
          </p:cNvPr>
          <p:cNvSpPr txBox="1"/>
          <p:nvPr/>
        </p:nvSpPr>
        <p:spPr>
          <a:xfrm>
            <a:off x="822960" y="1186934"/>
            <a:ext cx="6096000" cy="338554"/>
          </a:xfrm>
          <a:prstGeom prst="rect">
            <a:avLst/>
          </a:prstGeom>
          <a:noFill/>
        </p:spPr>
        <p:txBody>
          <a:bodyPr wrap="square">
            <a:spAutoFit/>
          </a:bodyPr>
          <a:lstStyle/>
          <a:p>
            <a:r>
              <a:rPr lang="en-US" sz="1600" b="1" dirty="0">
                <a:latin typeface="Comic Sans MS" panose="030F0702030302020204" pitchFamily="66" charset="0"/>
              </a:rPr>
              <a:t>⏪ Switch Back to Main Page</a:t>
            </a:r>
            <a:endParaRPr lang="en-IN" sz="1600" dirty="0">
              <a:latin typeface="Comic Sans MS" panose="030F0702030302020204" pitchFamily="66" charset="0"/>
            </a:endParaRPr>
          </a:p>
        </p:txBody>
      </p:sp>
      <p:sp>
        <p:nvSpPr>
          <p:cNvPr id="8" name="TextBox 7">
            <a:extLst>
              <a:ext uri="{FF2B5EF4-FFF2-40B4-BE49-F238E27FC236}">
                <a16:creationId xmlns:a16="http://schemas.microsoft.com/office/drawing/2014/main" id="{BD7B00B3-1A5C-3C3C-AFF5-DD4734465324}"/>
              </a:ext>
            </a:extLst>
          </p:cNvPr>
          <p:cNvSpPr txBox="1"/>
          <p:nvPr/>
        </p:nvSpPr>
        <p:spPr>
          <a:xfrm>
            <a:off x="4515394" y="1186934"/>
            <a:ext cx="7219406" cy="584775"/>
          </a:xfrm>
          <a:prstGeom prst="rect">
            <a:avLst/>
          </a:prstGeom>
          <a:noFill/>
        </p:spPr>
        <p:txBody>
          <a:bodyPr wrap="square">
            <a:spAutoFit/>
          </a:bodyPr>
          <a:lstStyle/>
          <a:p>
            <a:pPr>
              <a:buNone/>
            </a:pPr>
            <a:r>
              <a:rPr lang="en-US" sz="1600" dirty="0" err="1">
                <a:effectLst/>
                <a:latin typeface="Comic Sans MS" panose="030F0702030302020204" pitchFamily="66" charset="0"/>
              </a:rPr>
              <a:t>driver.switchTo</a:t>
            </a:r>
            <a:r>
              <a:rPr lang="en-US" sz="1600" dirty="0">
                <a:effectLst/>
                <a:latin typeface="Comic Sans MS" panose="030F0702030302020204" pitchFamily="66" charset="0"/>
              </a:rPr>
              <a:t>().</a:t>
            </a:r>
            <a:r>
              <a:rPr lang="en-US" sz="1600" dirty="0" err="1">
                <a:effectLst/>
                <a:latin typeface="Comic Sans MS" panose="030F0702030302020204" pitchFamily="66" charset="0"/>
              </a:rPr>
              <a:t>defaultContent</a:t>
            </a:r>
            <a:r>
              <a:rPr lang="en-US" sz="1600" dirty="0">
                <a:effectLst/>
                <a:latin typeface="Comic Sans MS" panose="030F0702030302020204" pitchFamily="66" charset="0"/>
              </a:rPr>
              <a:t>();  // Returns to the main page</a:t>
            </a:r>
            <a:endParaRPr lang="en-US" sz="1600" dirty="0">
              <a:latin typeface="Comic Sans MS" panose="030F0702030302020204" pitchFamily="66" charset="0"/>
            </a:endParaRPr>
          </a:p>
          <a:p>
            <a:r>
              <a:rPr lang="en-US" sz="1600" dirty="0" err="1">
                <a:effectLst/>
                <a:latin typeface="Comic Sans MS" panose="030F0702030302020204" pitchFamily="66" charset="0"/>
              </a:rPr>
              <a:t>driver.switchTo</a:t>
            </a:r>
            <a:r>
              <a:rPr lang="en-US" sz="1600" dirty="0">
                <a:effectLst/>
                <a:latin typeface="Comic Sans MS" panose="030F0702030302020204" pitchFamily="66" charset="0"/>
              </a:rPr>
              <a:t>().</a:t>
            </a:r>
            <a:r>
              <a:rPr lang="en-US" sz="1600" dirty="0" err="1">
                <a:effectLst/>
                <a:latin typeface="Comic Sans MS" panose="030F0702030302020204" pitchFamily="66" charset="0"/>
              </a:rPr>
              <a:t>parentFrame</a:t>
            </a:r>
            <a:r>
              <a:rPr lang="en-US" sz="1600" dirty="0">
                <a:effectLst/>
                <a:latin typeface="Comic Sans MS" panose="030F0702030302020204" pitchFamily="66" charset="0"/>
              </a:rPr>
              <a:t>();  // Goes one level up</a:t>
            </a:r>
            <a:endParaRPr lang="en-US" sz="1600" dirty="0">
              <a:latin typeface="Comic Sans MS" panose="030F0702030302020204" pitchFamily="66" charset="0"/>
            </a:endParaRPr>
          </a:p>
        </p:txBody>
      </p:sp>
      <p:sp>
        <p:nvSpPr>
          <p:cNvPr id="9" name="TextBox 8">
            <a:extLst>
              <a:ext uri="{FF2B5EF4-FFF2-40B4-BE49-F238E27FC236}">
                <a16:creationId xmlns:a16="http://schemas.microsoft.com/office/drawing/2014/main" id="{749A460A-9ED7-0B29-0769-216864BECE2D}"/>
              </a:ext>
            </a:extLst>
          </p:cNvPr>
          <p:cNvSpPr txBox="1"/>
          <p:nvPr/>
        </p:nvSpPr>
        <p:spPr>
          <a:xfrm>
            <a:off x="435429" y="1785984"/>
            <a:ext cx="5416731" cy="3293209"/>
          </a:xfrm>
          <a:prstGeom prst="rect">
            <a:avLst/>
          </a:prstGeom>
          <a:noFill/>
        </p:spPr>
        <p:txBody>
          <a:bodyPr wrap="square">
            <a:spAutoFit/>
          </a:bodyPr>
          <a:lstStyle/>
          <a:p>
            <a:pPr>
              <a:buNone/>
            </a:pPr>
            <a:r>
              <a:rPr lang="en-IN" sz="1600" b="1" dirty="0">
                <a:effectLst/>
                <a:latin typeface="Comic Sans MS" panose="030F0702030302020204" pitchFamily="66" charset="0"/>
              </a:rPr>
              <a:t>✅ Example:</a:t>
            </a:r>
          </a:p>
          <a:p>
            <a:pPr>
              <a:buNone/>
            </a:pP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Switch to </a:t>
            </a:r>
            <a:r>
              <a:rPr lang="en-IN" sz="1600" dirty="0" err="1">
                <a:effectLst/>
                <a:latin typeface="Comic Sans MS" panose="030F0702030302020204" pitchFamily="66" charset="0"/>
              </a:rPr>
              <a:t>iframe</a:t>
            </a:r>
            <a:r>
              <a:rPr lang="en-IN" sz="1600" dirty="0">
                <a:effectLst/>
                <a:latin typeface="Comic Sans MS" panose="030F0702030302020204" pitchFamily="66" charset="0"/>
              </a:rPr>
              <a:t> by </a:t>
            </a:r>
            <a:r>
              <a:rPr lang="en-IN" sz="1600" dirty="0" err="1">
                <a:effectLst/>
                <a:latin typeface="Comic Sans MS" panose="030F0702030302020204" pitchFamily="66" charset="0"/>
              </a:rPr>
              <a:t>WebElement</a:t>
            </a:r>
            <a:endParaRPr lang="en-IN" sz="1600" dirty="0">
              <a:effectLst/>
              <a:latin typeface="Comic Sans MS" panose="030F0702030302020204" pitchFamily="66" charset="0"/>
            </a:endParaRPr>
          </a:p>
          <a:p>
            <a:pPr>
              <a:buNone/>
            </a:pPr>
            <a:r>
              <a:rPr lang="en-IN" sz="1600" dirty="0" err="1">
                <a:effectLst/>
                <a:latin typeface="Comic Sans MS" panose="030F0702030302020204" pitchFamily="66" charset="0"/>
              </a:rPr>
              <a:t>WebElement</a:t>
            </a:r>
            <a:r>
              <a:rPr lang="en-IN" sz="1600" dirty="0">
                <a:effectLst/>
                <a:latin typeface="Comic Sans MS" panose="030F0702030302020204" pitchFamily="66" charset="0"/>
              </a:rPr>
              <a:t> </a:t>
            </a:r>
            <a:r>
              <a:rPr lang="en-IN" sz="1600" dirty="0" err="1">
                <a:effectLst/>
                <a:latin typeface="Comic Sans MS" panose="030F0702030302020204" pitchFamily="66" charset="0"/>
              </a:rPr>
              <a:t>iframe</a:t>
            </a:r>
            <a:r>
              <a:rPr lang="en-IN" sz="1600" dirty="0">
                <a:effectLst/>
                <a:latin typeface="Comic Sans MS" panose="030F0702030302020204" pitchFamily="66" charset="0"/>
              </a:rPr>
              <a:t> = </a:t>
            </a:r>
            <a:r>
              <a:rPr lang="en-IN" sz="1600" dirty="0" err="1">
                <a:effectLst/>
                <a:latin typeface="Comic Sans MS" panose="030F0702030302020204" pitchFamily="66" charset="0"/>
              </a:rPr>
              <a:t>driver.findElement</a:t>
            </a:r>
            <a:r>
              <a:rPr lang="en-IN" sz="1600" dirty="0">
                <a:effectLst/>
                <a:latin typeface="Comic Sans MS" panose="030F0702030302020204" pitchFamily="66" charset="0"/>
              </a:rPr>
              <a:t>(</a:t>
            </a:r>
            <a:r>
              <a:rPr lang="en-IN" sz="1600" dirty="0">
                <a:effectLst/>
                <a:latin typeface="Comic Sans MS" panose="030F0702030302020204" pitchFamily="66" charset="0"/>
                <a:hlinkClick r:id="rId2" tooltip="http://by.id/"/>
              </a:rPr>
              <a:t>By.id</a:t>
            </a:r>
            <a:r>
              <a:rPr lang="en-IN" sz="1600" dirty="0">
                <a:effectLst/>
                <a:latin typeface="Comic Sans MS" panose="030F0702030302020204" pitchFamily="66" charset="0"/>
              </a:rPr>
              <a:t>("</a:t>
            </a:r>
            <a:r>
              <a:rPr lang="en-IN" sz="1600" dirty="0" err="1">
                <a:effectLst/>
                <a:latin typeface="Comic Sans MS" panose="030F0702030302020204" pitchFamily="66" charset="0"/>
              </a:rPr>
              <a:t>iframeID</a:t>
            </a:r>
            <a:r>
              <a:rPr lang="en-IN" sz="1600" dirty="0">
                <a:effectLst/>
                <a:latin typeface="Comic Sans MS" panose="030F0702030302020204" pitchFamily="66" charset="0"/>
              </a:rPr>
              <a:t>"));</a:t>
            </a:r>
          </a:p>
          <a:p>
            <a:pPr>
              <a:buNone/>
            </a:pPr>
            <a:r>
              <a:rPr lang="en-IN" sz="1600" dirty="0" err="1">
                <a:effectLst/>
                <a:latin typeface="Comic Sans MS" panose="030F0702030302020204" pitchFamily="66" charset="0"/>
              </a:rPr>
              <a:t>driver.switchTo</a:t>
            </a:r>
            <a:r>
              <a:rPr lang="en-IN" sz="1600" dirty="0">
                <a:effectLst/>
                <a:latin typeface="Comic Sans MS" panose="030F0702030302020204" pitchFamily="66" charset="0"/>
              </a:rPr>
              <a:t>().frame(</a:t>
            </a:r>
            <a:r>
              <a:rPr lang="en-IN" sz="1600" dirty="0" err="1">
                <a:effectLst/>
                <a:latin typeface="Comic Sans MS" panose="030F0702030302020204" pitchFamily="66" charset="0"/>
              </a:rPr>
              <a:t>iframe</a:t>
            </a:r>
            <a:r>
              <a:rPr lang="en-IN" sz="1600" dirty="0">
                <a:effectLst/>
                <a:latin typeface="Comic Sans MS" panose="030F0702030302020204" pitchFamily="66" charset="0"/>
              </a:rPr>
              <a:t>);</a:t>
            </a:r>
          </a:p>
          <a:p>
            <a:pPr>
              <a:buNone/>
            </a:pPr>
            <a:r>
              <a:rPr lang="en-IN" sz="1600" dirty="0">
                <a:effectLst/>
                <a:latin typeface="Comic Sans MS" panose="030F0702030302020204" pitchFamily="66" charset="0"/>
              </a:rPr>
              <a:t> </a:t>
            </a:r>
          </a:p>
          <a:p>
            <a:pPr>
              <a:buNone/>
            </a:pPr>
            <a:r>
              <a:rPr lang="en-IN" sz="1600" dirty="0">
                <a:effectLst/>
                <a:latin typeface="Comic Sans MS" panose="030F0702030302020204" pitchFamily="66" charset="0"/>
              </a:rPr>
              <a:t>// Perform actions inside the </a:t>
            </a:r>
            <a:r>
              <a:rPr lang="en-IN" sz="1600" dirty="0" err="1">
                <a:effectLst/>
                <a:latin typeface="Comic Sans MS" panose="030F0702030302020204" pitchFamily="66" charset="0"/>
              </a:rPr>
              <a:t>iframe</a:t>
            </a:r>
            <a:endParaRPr lang="en-IN" sz="1600" dirty="0">
              <a:effectLst/>
              <a:latin typeface="Comic Sans MS" panose="030F0702030302020204" pitchFamily="66" charset="0"/>
            </a:endParaRPr>
          </a:p>
          <a:p>
            <a:pPr>
              <a:buNone/>
            </a:pPr>
            <a:r>
              <a:rPr lang="en-IN" sz="1600" dirty="0" err="1">
                <a:effectLst/>
                <a:latin typeface="Comic Sans MS" panose="030F0702030302020204" pitchFamily="66" charset="0"/>
              </a:rPr>
              <a:t>driver.findElement</a:t>
            </a:r>
            <a:r>
              <a:rPr lang="en-IN" sz="1600" dirty="0">
                <a:effectLst/>
                <a:latin typeface="Comic Sans MS" panose="030F0702030302020204" pitchFamily="66" charset="0"/>
              </a:rPr>
              <a:t>(</a:t>
            </a:r>
            <a:r>
              <a:rPr lang="en-IN" sz="1600" dirty="0">
                <a:effectLst/>
                <a:latin typeface="Comic Sans MS" panose="030F0702030302020204" pitchFamily="66" charset="0"/>
                <a:hlinkClick r:id="rId2" tooltip="http://by.id/"/>
              </a:rPr>
              <a:t>By.id</a:t>
            </a:r>
            <a:r>
              <a:rPr lang="en-IN" sz="1600" dirty="0">
                <a:effectLst/>
                <a:latin typeface="Comic Sans MS" panose="030F0702030302020204" pitchFamily="66" charset="0"/>
              </a:rPr>
              <a:t>("username")).</a:t>
            </a:r>
            <a:r>
              <a:rPr lang="en-IN" sz="1600" dirty="0" err="1">
                <a:effectLst/>
                <a:latin typeface="Comic Sans MS" panose="030F0702030302020204" pitchFamily="66" charset="0"/>
              </a:rPr>
              <a:t>sendKeys</a:t>
            </a:r>
            <a:r>
              <a:rPr lang="en-IN" sz="1600" dirty="0">
                <a:effectLst/>
                <a:latin typeface="Comic Sans MS" panose="030F0702030302020204" pitchFamily="66" charset="0"/>
              </a:rPr>
              <a:t>("admin");</a:t>
            </a:r>
          </a:p>
          <a:p>
            <a:pPr>
              <a:buNone/>
            </a:pPr>
            <a:r>
              <a:rPr lang="en-IN" sz="1600" dirty="0">
                <a:effectLst/>
                <a:latin typeface="Comic Sans MS" panose="030F0702030302020204" pitchFamily="66" charset="0"/>
              </a:rPr>
              <a:t> </a:t>
            </a:r>
          </a:p>
          <a:p>
            <a:pPr>
              <a:buNone/>
            </a:pPr>
            <a:r>
              <a:rPr lang="en-IN" sz="1600" dirty="0">
                <a:effectLst/>
                <a:latin typeface="Comic Sans MS" panose="030F0702030302020204" pitchFamily="66" charset="0"/>
              </a:rPr>
              <a:t>// Switch back to main content</a:t>
            </a:r>
          </a:p>
          <a:p>
            <a:r>
              <a:rPr lang="en-IN" sz="1600" dirty="0" err="1">
                <a:effectLst/>
                <a:latin typeface="Comic Sans MS" panose="030F0702030302020204" pitchFamily="66" charset="0"/>
              </a:rPr>
              <a:t>driver.switchTo</a:t>
            </a:r>
            <a:r>
              <a:rPr lang="en-IN" sz="1600" dirty="0">
                <a:effectLst/>
                <a:latin typeface="Comic Sans MS" panose="030F0702030302020204" pitchFamily="66" charset="0"/>
              </a:rPr>
              <a:t>().</a:t>
            </a:r>
            <a:r>
              <a:rPr lang="en-IN" sz="1600" dirty="0" err="1">
                <a:effectLst/>
                <a:latin typeface="Comic Sans MS" panose="030F0702030302020204" pitchFamily="66" charset="0"/>
              </a:rPr>
              <a:t>defaultContent</a:t>
            </a:r>
            <a:r>
              <a:rPr lang="en-IN" sz="1600" dirty="0">
                <a:effectLst/>
                <a:latin typeface="Comic Sans MS" panose="030F0702030302020204" pitchFamily="66" charset="0"/>
              </a:rPr>
              <a:t>();</a:t>
            </a:r>
          </a:p>
        </p:txBody>
      </p:sp>
      <p:graphicFrame>
        <p:nvGraphicFramePr>
          <p:cNvPr id="10" name="Table 9">
            <a:extLst>
              <a:ext uri="{FF2B5EF4-FFF2-40B4-BE49-F238E27FC236}">
                <a16:creationId xmlns:a16="http://schemas.microsoft.com/office/drawing/2014/main" id="{986B25B7-40E2-1490-6CB7-5C5D0B38F581}"/>
              </a:ext>
            </a:extLst>
          </p:cNvPr>
          <p:cNvGraphicFramePr>
            <a:graphicFrameLocks noGrp="1"/>
          </p:cNvGraphicFramePr>
          <p:nvPr>
            <p:extLst>
              <p:ext uri="{D42A27DB-BD31-4B8C-83A1-F6EECF244321}">
                <p14:modId xmlns:p14="http://schemas.microsoft.com/office/powerpoint/2010/main" val="3480171001"/>
              </p:ext>
            </p:extLst>
          </p:nvPr>
        </p:nvGraphicFramePr>
        <p:xfrm>
          <a:off x="6096000" y="2322619"/>
          <a:ext cx="5529652" cy="2891936"/>
        </p:xfrm>
        <a:graphic>
          <a:graphicData uri="http://schemas.openxmlformats.org/drawingml/2006/table">
            <a:tbl>
              <a:tblPr firstRow="1" bandRow="1">
                <a:tableStyleId>{5C22544A-7EE6-4342-B048-85BDC9FD1C3A}</a:tableStyleId>
              </a:tblPr>
              <a:tblGrid>
                <a:gridCol w="2764826">
                  <a:extLst>
                    <a:ext uri="{9D8B030D-6E8A-4147-A177-3AD203B41FA5}">
                      <a16:colId xmlns:a16="http://schemas.microsoft.com/office/drawing/2014/main" val="1983201576"/>
                    </a:ext>
                  </a:extLst>
                </a:gridCol>
                <a:gridCol w="2764826">
                  <a:extLst>
                    <a:ext uri="{9D8B030D-6E8A-4147-A177-3AD203B41FA5}">
                      <a16:colId xmlns:a16="http://schemas.microsoft.com/office/drawing/2014/main" val="105141120"/>
                    </a:ext>
                  </a:extLst>
                </a:gridCol>
              </a:tblGrid>
              <a:tr h="408576">
                <a:tc>
                  <a:txBody>
                    <a:bodyPr/>
                    <a:lstStyle/>
                    <a:p>
                      <a:r>
                        <a:rPr lang="en-IN" sz="1600" dirty="0">
                          <a:latin typeface="Comic Sans MS" panose="030F0702030302020204" pitchFamily="66" charset="0"/>
                        </a:rPr>
                        <a:t>Issue</a:t>
                      </a:r>
                    </a:p>
                  </a:txBody>
                  <a:tcPr/>
                </a:tc>
                <a:tc>
                  <a:txBody>
                    <a:bodyPr/>
                    <a:lstStyle/>
                    <a:p>
                      <a:r>
                        <a:rPr lang="en-IN" sz="1600" dirty="0">
                          <a:latin typeface="Comic Sans MS" panose="030F0702030302020204" pitchFamily="66" charset="0"/>
                        </a:rPr>
                        <a:t>Solution</a:t>
                      </a:r>
                    </a:p>
                  </a:txBody>
                  <a:tcPr/>
                </a:tc>
                <a:extLst>
                  <a:ext uri="{0D108BD9-81ED-4DB2-BD59-A6C34878D82A}">
                    <a16:rowId xmlns:a16="http://schemas.microsoft.com/office/drawing/2014/main" val="91808697"/>
                  </a:ext>
                </a:extLst>
              </a:tr>
              <a:tr h="649224">
                <a:tc>
                  <a:txBody>
                    <a:bodyPr/>
                    <a:lstStyle/>
                    <a:p>
                      <a:r>
                        <a:rPr lang="en-IN" sz="1600" b="1" dirty="0" err="1">
                          <a:latin typeface="Comic Sans MS" panose="030F0702030302020204" pitchFamily="66" charset="0"/>
                        </a:rPr>
                        <a:t>ElementNotInteractableException</a:t>
                      </a:r>
                      <a:endParaRPr lang="en-IN" sz="1600" dirty="0">
                        <a:latin typeface="Comic Sans MS" panose="030F0702030302020204" pitchFamily="66" charset="0"/>
                      </a:endParaRPr>
                    </a:p>
                  </a:txBody>
                  <a:tcPr/>
                </a:tc>
                <a:tc>
                  <a:txBody>
                    <a:bodyPr/>
                    <a:lstStyle/>
                    <a:p>
                      <a:r>
                        <a:rPr lang="en-US" sz="1600" dirty="0">
                          <a:latin typeface="Comic Sans MS" panose="030F0702030302020204" pitchFamily="66" charset="0"/>
                        </a:rPr>
                        <a:t>Ensure you're in the correct frame</a:t>
                      </a:r>
                      <a:endParaRPr lang="en-IN" sz="1600" dirty="0">
                        <a:latin typeface="Comic Sans MS" panose="030F0702030302020204" pitchFamily="66" charset="0"/>
                      </a:endParaRPr>
                    </a:p>
                  </a:txBody>
                  <a:tcPr/>
                </a:tc>
                <a:extLst>
                  <a:ext uri="{0D108BD9-81ED-4DB2-BD59-A6C34878D82A}">
                    <a16:rowId xmlns:a16="http://schemas.microsoft.com/office/drawing/2014/main" val="2205362320"/>
                  </a:ext>
                </a:extLst>
              </a:tr>
              <a:tr h="731520">
                <a:tc>
                  <a:txBody>
                    <a:bodyPr/>
                    <a:lstStyle/>
                    <a:p>
                      <a:r>
                        <a:rPr lang="en-IN" sz="1600" b="1" dirty="0" err="1">
                          <a:latin typeface="Comic Sans MS" panose="030F0702030302020204" pitchFamily="66" charset="0"/>
                        </a:rPr>
                        <a:t>NoSuchElementException</a:t>
                      </a:r>
                      <a:endParaRPr lang="en-IN" sz="1600" dirty="0">
                        <a:latin typeface="Comic Sans MS" panose="030F0702030302020204" pitchFamily="66" charset="0"/>
                      </a:endParaRPr>
                    </a:p>
                  </a:txBody>
                  <a:tcPr/>
                </a:tc>
                <a:tc>
                  <a:txBody>
                    <a:bodyPr/>
                    <a:lstStyle/>
                    <a:p>
                      <a:r>
                        <a:rPr lang="en-US" sz="1600" dirty="0">
                          <a:latin typeface="Comic Sans MS" panose="030F0702030302020204" pitchFamily="66" charset="0"/>
                        </a:rPr>
                        <a:t>Double-check frame name/index/locator</a:t>
                      </a:r>
                      <a:endParaRPr lang="en-IN" sz="1600" dirty="0">
                        <a:latin typeface="Comic Sans MS" panose="030F0702030302020204" pitchFamily="66" charset="0"/>
                      </a:endParaRPr>
                    </a:p>
                  </a:txBody>
                  <a:tcPr/>
                </a:tc>
                <a:extLst>
                  <a:ext uri="{0D108BD9-81ED-4DB2-BD59-A6C34878D82A}">
                    <a16:rowId xmlns:a16="http://schemas.microsoft.com/office/drawing/2014/main" val="2435468765"/>
                  </a:ext>
                </a:extLst>
              </a:tr>
              <a:tr h="1102616">
                <a:tc>
                  <a:txBody>
                    <a:bodyPr/>
                    <a:lstStyle/>
                    <a:p>
                      <a:r>
                        <a:rPr lang="en-IN" sz="1600" b="1" dirty="0">
                          <a:latin typeface="Comic Sans MS" panose="030F0702030302020204" pitchFamily="66" charset="0"/>
                        </a:rPr>
                        <a:t>Multiple nested </a:t>
                      </a:r>
                      <a:r>
                        <a:rPr lang="en-IN" sz="1600" b="1" dirty="0" err="1">
                          <a:latin typeface="Comic Sans MS" panose="030F0702030302020204" pitchFamily="66" charset="0"/>
                        </a:rPr>
                        <a:t>iframes</a:t>
                      </a:r>
                      <a:endParaRPr lang="en-IN" sz="1600" dirty="0">
                        <a:latin typeface="Comic Sans MS" panose="030F0702030302020204" pitchFamily="66" charset="0"/>
                      </a:endParaRPr>
                    </a:p>
                  </a:txBody>
                  <a:tcPr/>
                </a:tc>
                <a:tc>
                  <a:txBody>
                    <a:bodyPr/>
                    <a:lstStyle/>
                    <a:p>
                      <a:r>
                        <a:rPr lang="en-US" sz="1600" dirty="0">
                          <a:latin typeface="Comic Sans MS" panose="030F0702030302020204" pitchFamily="66" charset="0"/>
                        </a:rPr>
                        <a:t>Use multiple </a:t>
                      </a:r>
                      <a:r>
                        <a:rPr lang="en-US" sz="1600" dirty="0" err="1">
                          <a:effectLst/>
                          <a:latin typeface="Comic Sans MS" panose="030F0702030302020204" pitchFamily="66" charset="0"/>
                        </a:rPr>
                        <a:t>switchTo</a:t>
                      </a:r>
                      <a:r>
                        <a:rPr lang="en-US" sz="1600" dirty="0">
                          <a:effectLst/>
                          <a:latin typeface="Comic Sans MS" panose="030F0702030302020204" pitchFamily="66" charset="0"/>
                        </a:rPr>
                        <a:t>().frame()</a:t>
                      </a:r>
                      <a:r>
                        <a:rPr lang="en-US" sz="1600" dirty="0">
                          <a:latin typeface="Comic Sans MS" panose="030F0702030302020204" pitchFamily="66" charset="0"/>
                        </a:rPr>
                        <a:t> calls</a:t>
                      </a:r>
                      <a:endParaRPr lang="en-IN" sz="1600" dirty="0">
                        <a:latin typeface="Comic Sans MS" panose="030F0702030302020204" pitchFamily="66" charset="0"/>
                      </a:endParaRPr>
                    </a:p>
                  </a:txBody>
                  <a:tcPr/>
                </a:tc>
                <a:extLst>
                  <a:ext uri="{0D108BD9-81ED-4DB2-BD59-A6C34878D82A}">
                    <a16:rowId xmlns:a16="http://schemas.microsoft.com/office/drawing/2014/main" val="2983179746"/>
                  </a:ext>
                </a:extLst>
              </a:tr>
            </a:tbl>
          </a:graphicData>
        </a:graphic>
      </p:graphicFrame>
    </p:spTree>
    <p:extLst>
      <p:ext uri="{BB962C8B-B14F-4D97-AF65-F5344CB8AC3E}">
        <p14:creationId xmlns:p14="http://schemas.microsoft.com/office/powerpoint/2010/main" val="469741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F37D4-D953-972F-D24F-C5EDF1AFF8B6}"/>
              </a:ext>
            </a:extLst>
          </p:cNvPr>
          <p:cNvSpPr>
            <a:spLocks noGrp="1"/>
          </p:cNvSpPr>
          <p:nvPr>
            <p:ph type="title"/>
          </p:nvPr>
        </p:nvSpPr>
        <p:spPr/>
        <p:txBody>
          <a:bodyPr/>
          <a:lstStyle/>
          <a:p>
            <a:r>
              <a:rPr lang="en-IN" dirty="0"/>
              <a:t>Handling Alerts</a:t>
            </a:r>
          </a:p>
        </p:txBody>
      </p:sp>
      <p:sp>
        <p:nvSpPr>
          <p:cNvPr id="4" name="Footer Placeholder 3">
            <a:extLst>
              <a:ext uri="{FF2B5EF4-FFF2-40B4-BE49-F238E27FC236}">
                <a16:creationId xmlns:a16="http://schemas.microsoft.com/office/drawing/2014/main" id="{F25043B8-320A-54F9-3432-CB9F522C42AB}"/>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671EF10F-4719-19E9-7CC4-E81C9BD00C2B}"/>
              </a:ext>
            </a:extLst>
          </p:cNvPr>
          <p:cNvSpPr>
            <a:spLocks noGrp="1"/>
          </p:cNvSpPr>
          <p:nvPr>
            <p:ph type="sldNum" sz="quarter" idx="12"/>
          </p:nvPr>
        </p:nvSpPr>
        <p:spPr/>
        <p:txBody>
          <a:bodyPr/>
          <a:lstStyle/>
          <a:p>
            <a:fld id="{38826FC0-333C-E549-9FA3-0EE43DF298A3}" type="slidenum">
              <a:rPr lang="en-US" smtClean="0"/>
              <a:pPr/>
              <a:t>13</a:t>
            </a:fld>
            <a:endParaRPr lang="en-US" dirty="0"/>
          </a:p>
        </p:txBody>
      </p:sp>
      <p:sp>
        <p:nvSpPr>
          <p:cNvPr id="11" name="TextBox 10">
            <a:extLst>
              <a:ext uri="{FF2B5EF4-FFF2-40B4-BE49-F238E27FC236}">
                <a16:creationId xmlns:a16="http://schemas.microsoft.com/office/drawing/2014/main" id="{845450CA-AF49-26FA-443E-7AA36DF24AEF}"/>
              </a:ext>
            </a:extLst>
          </p:cNvPr>
          <p:cNvSpPr txBox="1"/>
          <p:nvPr/>
        </p:nvSpPr>
        <p:spPr>
          <a:xfrm>
            <a:off x="457200" y="1189335"/>
            <a:ext cx="10800080" cy="646331"/>
          </a:xfrm>
          <a:prstGeom prst="rect">
            <a:avLst/>
          </a:prstGeom>
          <a:noFill/>
        </p:spPr>
        <p:txBody>
          <a:bodyPr wrap="square">
            <a:spAutoFit/>
          </a:bodyPr>
          <a:lstStyle/>
          <a:p>
            <a:r>
              <a:rPr lang="en-US" dirty="0">
                <a:latin typeface="Comic Sans MS" panose="030F0702030302020204" pitchFamily="66" charset="0"/>
              </a:rPr>
              <a:t>In web automation, </a:t>
            </a:r>
            <a:r>
              <a:rPr lang="en-US" b="1" dirty="0">
                <a:latin typeface="Comic Sans MS" panose="030F0702030302020204" pitchFamily="66" charset="0"/>
              </a:rPr>
              <a:t>JavaScript alerts</a:t>
            </a:r>
            <a:r>
              <a:rPr lang="en-US" dirty="0">
                <a:latin typeface="Comic Sans MS" panose="030F0702030302020204" pitchFamily="66" charset="0"/>
              </a:rPr>
              <a:t> (also called popups) are common for warnings, confirmations, or input prompts. Selenium handles them using the </a:t>
            </a:r>
            <a:r>
              <a:rPr lang="en-US" dirty="0">
                <a:effectLst/>
                <a:latin typeface="Comic Sans MS" panose="030F0702030302020204" pitchFamily="66" charset="0"/>
              </a:rPr>
              <a:t>Alert</a:t>
            </a:r>
            <a:r>
              <a:rPr lang="en-US" dirty="0">
                <a:latin typeface="Comic Sans MS" panose="030F0702030302020204" pitchFamily="66" charset="0"/>
              </a:rPr>
              <a:t> interface.</a:t>
            </a:r>
            <a:endParaRPr lang="en-IN" dirty="0">
              <a:latin typeface="Comic Sans MS" panose="030F0702030302020204" pitchFamily="66" charset="0"/>
            </a:endParaRPr>
          </a:p>
        </p:txBody>
      </p:sp>
      <p:sp>
        <p:nvSpPr>
          <p:cNvPr id="12" name="TextBox 11">
            <a:extLst>
              <a:ext uri="{FF2B5EF4-FFF2-40B4-BE49-F238E27FC236}">
                <a16:creationId xmlns:a16="http://schemas.microsoft.com/office/drawing/2014/main" id="{A8E64476-77CB-367E-CA45-CC768A7DDE0B}"/>
              </a:ext>
            </a:extLst>
          </p:cNvPr>
          <p:cNvSpPr txBox="1"/>
          <p:nvPr/>
        </p:nvSpPr>
        <p:spPr>
          <a:xfrm>
            <a:off x="457200" y="2106138"/>
            <a:ext cx="7846423" cy="1323439"/>
          </a:xfrm>
          <a:prstGeom prst="rect">
            <a:avLst/>
          </a:prstGeom>
          <a:noFill/>
        </p:spPr>
        <p:txBody>
          <a:bodyPr wrap="square">
            <a:spAutoFit/>
          </a:bodyPr>
          <a:lstStyle/>
          <a:p>
            <a:pPr>
              <a:buNone/>
            </a:pPr>
            <a:r>
              <a:rPr lang="en-US" sz="1600" b="1" dirty="0">
                <a:latin typeface="Comic Sans MS" panose="030F0702030302020204" pitchFamily="66" charset="0"/>
              </a:rPr>
              <a:t>Types of JavaScript Alerts:</a:t>
            </a:r>
          </a:p>
          <a:p>
            <a:pPr>
              <a:buNone/>
            </a:pPr>
            <a:endParaRPr lang="en-US" sz="1600" dirty="0">
              <a:latin typeface="Comic Sans MS" panose="030F0702030302020204" pitchFamily="66" charset="0"/>
            </a:endParaRPr>
          </a:p>
          <a:p>
            <a:pPr marL="285750" indent="-285750">
              <a:buFont typeface="Wingdings" panose="05000000000000000000" pitchFamily="2" charset="2"/>
              <a:buChar char="Ø"/>
            </a:pPr>
            <a:r>
              <a:rPr lang="en-US" sz="1600" b="1" dirty="0">
                <a:latin typeface="Comic Sans MS" panose="030F0702030302020204" pitchFamily="66" charset="0"/>
              </a:rPr>
              <a:t>Simple Alert</a:t>
            </a:r>
            <a:r>
              <a:rPr lang="en-US" sz="1600" dirty="0">
                <a:latin typeface="Comic Sans MS" panose="030F0702030302020204" pitchFamily="66" charset="0"/>
              </a:rPr>
              <a:t> – Displays a message and an </a:t>
            </a:r>
            <a:r>
              <a:rPr lang="en-US" sz="1600" b="1" dirty="0">
                <a:latin typeface="Comic Sans MS" panose="030F0702030302020204" pitchFamily="66" charset="0"/>
              </a:rPr>
              <a:t>OK</a:t>
            </a:r>
            <a:r>
              <a:rPr lang="en-US" sz="1600" dirty="0">
                <a:latin typeface="Comic Sans MS" panose="030F0702030302020204" pitchFamily="66" charset="0"/>
              </a:rPr>
              <a:t> button</a:t>
            </a:r>
          </a:p>
          <a:p>
            <a:pPr marL="285750" indent="-285750">
              <a:buFont typeface="Wingdings" panose="05000000000000000000" pitchFamily="2" charset="2"/>
              <a:buChar char="Ø"/>
            </a:pPr>
            <a:r>
              <a:rPr lang="en-US" sz="1600" b="1" dirty="0">
                <a:latin typeface="Comic Sans MS" panose="030F0702030302020204" pitchFamily="66" charset="0"/>
              </a:rPr>
              <a:t>Confirmation Alert</a:t>
            </a:r>
            <a:r>
              <a:rPr lang="en-US" sz="1600" dirty="0">
                <a:latin typeface="Comic Sans MS" panose="030F0702030302020204" pitchFamily="66" charset="0"/>
              </a:rPr>
              <a:t> – Displays </a:t>
            </a:r>
            <a:r>
              <a:rPr lang="en-US" sz="1600" b="1" dirty="0">
                <a:latin typeface="Comic Sans MS" panose="030F0702030302020204" pitchFamily="66" charset="0"/>
              </a:rPr>
              <a:t>OK</a:t>
            </a:r>
            <a:r>
              <a:rPr lang="en-US" sz="1600" dirty="0">
                <a:latin typeface="Comic Sans MS" panose="030F0702030302020204" pitchFamily="66" charset="0"/>
              </a:rPr>
              <a:t> and </a:t>
            </a:r>
            <a:r>
              <a:rPr lang="en-US" sz="1600" b="1" dirty="0">
                <a:latin typeface="Comic Sans MS" panose="030F0702030302020204" pitchFamily="66" charset="0"/>
              </a:rPr>
              <a:t>Cancel</a:t>
            </a:r>
            <a:r>
              <a:rPr lang="en-US" sz="1600" dirty="0">
                <a:latin typeface="Comic Sans MS" panose="030F0702030302020204" pitchFamily="66" charset="0"/>
              </a:rPr>
              <a:t> buttons</a:t>
            </a:r>
          </a:p>
          <a:p>
            <a:pPr marL="285750" indent="-285750">
              <a:buFont typeface="Wingdings" panose="05000000000000000000" pitchFamily="2" charset="2"/>
              <a:buChar char="Ø"/>
            </a:pPr>
            <a:r>
              <a:rPr lang="en-US" sz="1600" b="1" dirty="0">
                <a:latin typeface="Comic Sans MS" panose="030F0702030302020204" pitchFamily="66" charset="0"/>
              </a:rPr>
              <a:t>Prompt Alert</a:t>
            </a:r>
            <a:r>
              <a:rPr lang="en-US" sz="1600" dirty="0">
                <a:latin typeface="Comic Sans MS" panose="030F0702030302020204" pitchFamily="66" charset="0"/>
              </a:rPr>
              <a:t> – Accepts </a:t>
            </a:r>
            <a:r>
              <a:rPr lang="en-US" sz="1600" b="1" dirty="0">
                <a:latin typeface="Comic Sans MS" panose="030F0702030302020204" pitchFamily="66" charset="0"/>
              </a:rPr>
              <a:t>text input</a:t>
            </a:r>
            <a:r>
              <a:rPr lang="en-US" sz="1600" dirty="0">
                <a:latin typeface="Comic Sans MS" panose="030F0702030302020204" pitchFamily="66" charset="0"/>
              </a:rPr>
              <a:t>, then </a:t>
            </a:r>
            <a:r>
              <a:rPr lang="en-US" sz="1600" b="1" dirty="0">
                <a:latin typeface="Comic Sans MS" panose="030F0702030302020204" pitchFamily="66" charset="0"/>
              </a:rPr>
              <a:t>OK/Cancel</a:t>
            </a:r>
            <a:endParaRPr lang="en-US" sz="1600" dirty="0">
              <a:latin typeface="Comic Sans MS" panose="030F0702030302020204" pitchFamily="66" charset="0"/>
            </a:endParaRPr>
          </a:p>
        </p:txBody>
      </p:sp>
      <p:sp>
        <p:nvSpPr>
          <p:cNvPr id="13" name="TextBox 12">
            <a:extLst>
              <a:ext uri="{FF2B5EF4-FFF2-40B4-BE49-F238E27FC236}">
                <a16:creationId xmlns:a16="http://schemas.microsoft.com/office/drawing/2014/main" id="{9066685F-F809-3738-C6EB-2539B842BCE5}"/>
              </a:ext>
            </a:extLst>
          </p:cNvPr>
          <p:cNvSpPr txBox="1"/>
          <p:nvPr/>
        </p:nvSpPr>
        <p:spPr>
          <a:xfrm>
            <a:off x="457200" y="3760821"/>
            <a:ext cx="6096000" cy="2308324"/>
          </a:xfrm>
          <a:prstGeom prst="rect">
            <a:avLst/>
          </a:prstGeom>
          <a:noFill/>
        </p:spPr>
        <p:txBody>
          <a:bodyPr wrap="square">
            <a:spAutoFit/>
          </a:bodyPr>
          <a:lstStyle/>
          <a:p>
            <a:pPr marL="342900" indent="-342900">
              <a:buAutoNum type="arabicPeriod"/>
            </a:pPr>
            <a:r>
              <a:rPr lang="en-IN" sz="1600" b="1" dirty="0">
                <a:latin typeface="Comic Sans MS" panose="030F0702030302020204" pitchFamily="66" charset="0"/>
              </a:rPr>
              <a:t>Switch to Alert</a:t>
            </a:r>
          </a:p>
          <a:p>
            <a:pPr marL="342900" indent="-342900">
              <a:buAutoNum type="arabicPeriod"/>
            </a:pP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Alert </a:t>
            </a:r>
            <a:r>
              <a:rPr lang="en-IN" sz="1600" dirty="0" err="1">
                <a:effectLst/>
                <a:latin typeface="Comic Sans MS" panose="030F0702030302020204" pitchFamily="66" charset="0"/>
              </a:rPr>
              <a:t>alert</a:t>
            </a:r>
            <a:r>
              <a:rPr lang="en-IN" sz="1600" dirty="0">
                <a:effectLst/>
                <a:latin typeface="Comic Sans MS" panose="030F0702030302020204" pitchFamily="66" charset="0"/>
              </a:rPr>
              <a:t> = </a:t>
            </a:r>
            <a:r>
              <a:rPr lang="en-IN" sz="1600" dirty="0" err="1">
                <a:effectLst/>
                <a:latin typeface="Comic Sans MS" panose="030F0702030302020204" pitchFamily="66" charset="0"/>
              </a:rPr>
              <a:t>driver.switchTo</a:t>
            </a:r>
            <a:r>
              <a:rPr lang="en-IN" sz="1600" dirty="0">
                <a:effectLst/>
                <a:latin typeface="Comic Sans MS" panose="030F0702030302020204" pitchFamily="66" charset="0"/>
              </a:rPr>
              <a:t>().alert();</a:t>
            </a:r>
          </a:p>
          <a:p>
            <a:pPr>
              <a:buNone/>
            </a:pPr>
            <a:endParaRPr lang="en-IN" sz="1600" dirty="0">
              <a:latin typeface="Comic Sans MS" panose="030F0702030302020204" pitchFamily="66" charset="0"/>
            </a:endParaRPr>
          </a:p>
          <a:p>
            <a:pPr>
              <a:buNone/>
            </a:pPr>
            <a:r>
              <a:rPr lang="en-IN" sz="1600" b="1" dirty="0">
                <a:effectLst/>
                <a:latin typeface="Comic Sans MS" panose="030F0702030302020204" pitchFamily="66" charset="0"/>
              </a:rPr>
              <a:t>2. Simple Alert</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Alert </a:t>
            </a:r>
            <a:r>
              <a:rPr lang="en-IN" sz="1600" dirty="0" err="1">
                <a:effectLst/>
                <a:latin typeface="Comic Sans MS" panose="030F0702030302020204" pitchFamily="66" charset="0"/>
              </a:rPr>
              <a:t>alert</a:t>
            </a:r>
            <a:r>
              <a:rPr lang="en-IN" sz="1600" dirty="0">
                <a:effectLst/>
                <a:latin typeface="Comic Sans MS" panose="030F0702030302020204" pitchFamily="66" charset="0"/>
              </a:rPr>
              <a:t> = </a:t>
            </a:r>
            <a:r>
              <a:rPr lang="en-IN" sz="1600" dirty="0" err="1">
                <a:effectLst/>
                <a:latin typeface="Comic Sans MS" panose="030F0702030302020204" pitchFamily="66" charset="0"/>
              </a:rPr>
              <a:t>driver.switchTo</a:t>
            </a:r>
            <a:r>
              <a:rPr lang="en-IN" sz="1600" dirty="0">
                <a:effectLst/>
                <a:latin typeface="Comic Sans MS" panose="030F0702030302020204" pitchFamily="66" charset="0"/>
              </a:rPr>
              <a:t>().alert();</a:t>
            </a:r>
            <a:endParaRPr lang="en-IN" sz="1600" dirty="0">
              <a:latin typeface="Comic Sans MS" panose="030F0702030302020204" pitchFamily="66" charset="0"/>
            </a:endParaRPr>
          </a:p>
          <a:p>
            <a:pPr>
              <a:buNone/>
            </a:pPr>
            <a:r>
              <a:rPr lang="en-IN" sz="1600" dirty="0" err="1">
                <a:effectLst/>
                <a:latin typeface="Comic Sans MS" panose="030F0702030302020204" pitchFamily="66" charset="0"/>
              </a:rPr>
              <a:t>System.out.println</a:t>
            </a:r>
            <a:r>
              <a:rPr lang="en-IN" sz="1600" dirty="0">
                <a:effectLst/>
                <a:latin typeface="Comic Sans MS" panose="030F0702030302020204" pitchFamily="66" charset="0"/>
              </a:rPr>
              <a:t>(</a:t>
            </a:r>
            <a:r>
              <a:rPr lang="en-IN" sz="1600" dirty="0" err="1">
                <a:effectLst/>
                <a:latin typeface="Comic Sans MS" panose="030F0702030302020204" pitchFamily="66" charset="0"/>
              </a:rPr>
              <a:t>alert.getText</a:t>
            </a:r>
            <a:r>
              <a:rPr lang="en-IN" sz="1600" dirty="0">
                <a:effectLst/>
                <a:latin typeface="Comic Sans MS" panose="030F0702030302020204" pitchFamily="66" charset="0"/>
              </a:rPr>
              <a:t>()); // read alert message</a:t>
            </a:r>
            <a:endParaRPr lang="en-IN" sz="1600" dirty="0">
              <a:latin typeface="Comic Sans MS" panose="030F0702030302020204" pitchFamily="66" charset="0"/>
            </a:endParaRPr>
          </a:p>
          <a:p>
            <a:pPr>
              <a:buNone/>
            </a:pPr>
            <a:r>
              <a:rPr lang="en-IN" sz="1600" dirty="0" err="1">
                <a:effectLst/>
                <a:latin typeface="Comic Sans MS" panose="030F0702030302020204" pitchFamily="66" charset="0"/>
              </a:rPr>
              <a:t>alert.accept</a:t>
            </a:r>
            <a:r>
              <a:rPr lang="en-IN" sz="1600" dirty="0">
                <a:effectLst/>
                <a:latin typeface="Comic Sans MS" panose="030F0702030302020204" pitchFamily="66" charset="0"/>
              </a:rPr>
              <a:t>();                      // click OK</a:t>
            </a:r>
          </a:p>
          <a:p>
            <a:pPr>
              <a:buNone/>
            </a:pPr>
            <a:endParaRPr lang="en-IN" sz="1600" dirty="0">
              <a:latin typeface="Comic Sans MS" panose="030F0702030302020204" pitchFamily="66" charset="0"/>
            </a:endParaRPr>
          </a:p>
        </p:txBody>
      </p:sp>
      <p:sp>
        <p:nvSpPr>
          <p:cNvPr id="14" name="TextBox 13">
            <a:extLst>
              <a:ext uri="{FF2B5EF4-FFF2-40B4-BE49-F238E27FC236}">
                <a16:creationId xmlns:a16="http://schemas.microsoft.com/office/drawing/2014/main" id="{93E82FBE-8C44-AC25-585F-6B43C359C7E2}"/>
              </a:ext>
            </a:extLst>
          </p:cNvPr>
          <p:cNvSpPr txBox="1"/>
          <p:nvPr/>
        </p:nvSpPr>
        <p:spPr>
          <a:xfrm>
            <a:off x="6553200" y="2235402"/>
            <a:ext cx="5181600" cy="3046988"/>
          </a:xfrm>
          <a:prstGeom prst="rect">
            <a:avLst/>
          </a:prstGeom>
          <a:noFill/>
        </p:spPr>
        <p:txBody>
          <a:bodyPr wrap="square">
            <a:spAutoFit/>
          </a:bodyPr>
          <a:lstStyle/>
          <a:p>
            <a:pPr>
              <a:buNone/>
            </a:pPr>
            <a:r>
              <a:rPr lang="en-IN" sz="1600" b="1" dirty="0">
                <a:effectLst/>
                <a:latin typeface="Comic Sans MS" panose="030F0702030302020204" pitchFamily="66" charset="0"/>
              </a:rPr>
              <a:t>3. Confirmation Alert</a:t>
            </a:r>
          </a:p>
          <a:p>
            <a:pPr>
              <a:buNone/>
            </a:pP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Alert </a:t>
            </a:r>
            <a:r>
              <a:rPr lang="en-IN" sz="1600" dirty="0" err="1">
                <a:effectLst/>
                <a:latin typeface="Comic Sans MS" panose="030F0702030302020204" pitchFamily="66" charset="0"/>
              </a:rPr>
              <a:t>alert</a:t>
            </a:r>
            <a:r>
              <a:rPr lang="en-IN" sz="1600" dirty="0">
                <a:effectLst/>
                <a:latin typeface="Comic Sans MS" panose="030F0702030302020204" pitchFamily="66" charset="0"/>
              </a:rPr>
              <a:t> = </a:t>
            </a:r>
            <a:r>
              <a:rPr lang="en-IN" sz="1600" dirty="0" err="1">
                <a:effectLst/>
                <a:latin typeface="Comic Sans MS" panose="030F0702030302020204" pitchFamily="66" charset="0"/>
              </a:rPr>
              <a:t>driver.switchTo</a:t>
            </a:r>
            <a:r>
              <a:rPr lang="en-IN" sz="1600" dirty="0">
                <a:effectLst/>
                <a:latin typeface="Comic Sans MS" panose="030F0702030302020204" pitchFamily="66" charset="0"/>
              </a:rPr>
              <a:t>().alert();</a:t>
            </a:r>
            <a:endParaRPr lang="en-IN" sz="1600" dirty="0">
              <a:latin typeface="Comic Sans MS" panose="030F0702030302020204" pitchFamily="66" charset="0"/>
            </a:endParaRPr>
          </a:p>
          <a:p>
            <a:pPr>
              <a:buNone/>
            </a:pPr>
            <a:r>
              <a:rPr lang="en-IN" sz="1600" dirty="0" err="1">
                <a:effectLst/>
                <a:latin typeface="Comic Sans MS" panose="030F0702030302020204" pitchFamily="66" charset="0"/>
              </a:rPr>
              <a:t>alert.dismiss</a:t>
            </a:r>
            <a:r>
              <a:rPr lang="en-IN" sz="1600" dirty="0">
                <a:effectLst/>
                <a:latin typeface="Comic Sans MS" panose="030F0702030302020204" pitchFamily="66" charset="0"/>
              </a:rPr>
              <a:t>();   // click Cancel</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or</a:t>
            </a:r>
            <a:endParaRPr lang="en-IN" sz="1600" dirty="0">
              <a:latin typeface="Comic Sans MS" panose="030F0702030302020204" pitchFamily="66" charset="0"/>
            </a:endParaRPr>
          </a:p>
          <a:p>
            <a:pPr>
              <a:buNone/>
            </a:pPr>
            <a:r>
              <a:rPr lang="en-IN" sz="1600" dirty="0" err="1">
                <a:effectLst/>
                <a:latin typeface="Comic Sans MS" panose="030F0702030302020204" pitchFamily="66" charset="0"/>
              </a:rPr>
              <a:t>alert.accept</a:t>
            </a:r>
            <a:r>
              <a:rPr lang="en-IN" sz="1600" dirty="0">
                <a:effectLst/>
                <a:latin typeface="Comic Sans MS" panose="030F0702030302020204" pitchFamily="66" charset="0"/>
              </a:rPr>
              <a:t>();    // click OK</a:t>
            </a:r>
          </a:p>
          <a:p>
            <a:pPr>
              <a:buNone/>
            </a:pPr>
            <a:endParaRPr lang="en-IN" sz="1600" dirty="0">
              <a:latin typeface="Comic Sans MS" panose="030F0702030302020204" pitchFamily="66" charset="0"/>
            </a:endParaRPr>
          </a:p>
          <a:p>
            <a:pPr>
              <a:buNone/>
            </a:pPr>
            <a:r>
              <a:rPr lang="en-IN" sz="1600" b="1" dirty="0">
                <a:effectLst/>
                <a:latin typeface="Comic Sans MS" panose="030F0702030302020204" pitchFamily="66" charset="0"/>
              </a:rPr>
              <a:t>4. Prompt Alert (Text Input)</a:t>
            </a:r>
          </a:p>
          <a:p>
            <a:pPr>
              <a:buNone/>
            </a:pP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Alert </a:t>
            </a:r>
            <a:r>
              <a:rPr lang="en-IN" sz="1600" dirty="0" err="1">
                <a:effectLst/>
                <a:latin typeface="Comic Sans MS" panose="030F0702030302020204" pitchFamily="66" charset="0"/>
              </a:rPr>
              <a:t>alert</a:t>
            </a:r>
            <a:r>
              <a:rPr lang="en-IN" sz="1600" dirty="0">
                <a:effectLst/>
                <a:latin typeface="Comic Sans MS" panose="030F0702030302020204" pitchFamily="66" charset="0"/>
              </a:rPr>
              <a:t> = </a:t>
            </a:r>
            <a:r>
              <a:rPr lang="en-IN" sz="1600" dirty="0" err="1">
                <a:effectLst/>
                <a:latin typeface="Comic Sans MS" panose="030F0702030302020204" pitchFamily="66" charset="0"/>
              </a:rPr>
              <a:t>driver.switchTo</a:t>
            </a:r>
            <a:r>
              <a:rPr lang="en-IN" sz="1600" dirty="0">
                <a:effectLst/>
                <a:latin typeface="Comic Sans MS" panose="030F0702030302020204" pitchFamily="66" charset="0"/>
              </a:rPr>
              <a:t>().alert();</a:t>
            </a:r>
            <a:endParaRPr lang="en-IN" sz="1600" dirty="0">
              <a:latin typeface="Comic Sans MS" panose="030F0702030302020204" pitchFamily="66" charset="0"/>
            </a:endParaRPr>
          </a:p>
          <a:p>
            <a:pPr>
              <a:buNone/>
            </a:pPr>
            <a:r>
              <a:rPr lang="en-IN" sz="1600" dirty="0" err="1">
                <a:effectLst/>
                <a:latin typeface="Comic Sans MS" panose="030F0702030302020204" pitchFamily="66" charset="0"/>
              </a:rPr>
              <a:t>alert.sendKeys</a:t>
            </a:r>
            <a:r>
              <a:rPr lang="en-IN" sz="1600" dirty="0">
                <a:effectLst/>
                <a:latin typeface="Comic Sans MS" panose="030F0702030302020204" pitchFamily="66" charset="0"/>
              </a:rPr>
              <a:t>("Test Input");   // type into prompt</a:t>
            </a:r>
            <a:endParaRPr lang="en-IN" sz="1600" dirty="0">
              <a:latin typeface="Comic Sans MS" panose="030F0702030302020204" pitchFamily="66" charset="0"/>
            </a:endParaRPr>
          </a:p>
          <a:p>
            <a:r>
              <a:rPr lang="en-IN" sz="1600" dirty="0" err="1">
                <a:effectLst/>
                <a:latin typeface="Comic Sans MS" panose="030F0702030302020204" pitchFamily="66" charset="0"/>
              </a:rPr>
              <a:t>alert.accept</a:t>
            </a:r>
            <a:r>
              <a:rPr lang="en-IN" sz="1600" dirty="0">
                <a:effectLst/>
                <a:latin typeface="Comic Sans MS" panose="030F0702030302020204" pitchFamily="66" charset="0"/>
              </a:rPr>
              <a:t>();                 // click OK</a:t>
            </a:r>
            <a:endParaRPr lang="en-IN" sz="1600" dirty="0">
              <a:latin typeface="Comic Sans MS" panose="030F0702030302020204" pitchFamily="66" charset="0"/>
            </a:endParaRPr>
          </a:p>
        </p:txBody>
      </p:sp>
    </p:spTree>
    <p:extLst>
      <p:ext uri="{BB962C8B-B14F-4D97-AF65-F5344CB8AC3E}">
        <p14:creationId xmlns:p14="http://schemas.microsoft.com/office/powerpoint/2010/main" val="16111590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38F21-2147-E768-6C78-9ED391E0F1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E1BD8-1437-1FCA-C39C-7331D463BDC3}"/>
              </a:ext>
            </a:extLst>
          </p:cNvPr>
          <p:cNvSpPr>
            <a:spLocks noGrp="1"/>
          </p:cNvSpPr>
          <p:nvPr>
            <p:ph type="title"/>
          </p:nvPr>
        </p:nvSpPr>
        <p:spPr/>
        <p:txBody>
          <a:bodyPr/>
          <a:lstStyle/>
          <a:p>
            <a:r>
              <a:rPr lang="en-IN" dirty="0"/>
              <a:t>Handling Cookies</a:t>
            </a:r>
          </a:p>
        </p:txBody>
      </p:sp>
      <p:sp>
        <p:nvSpPr>
          <p:cNvPr id="4" name="Footer Placeholder 3">
            <a:extLst>
              <a:ext uri="{FF2B5EF4-FFF2-40B4-BE49-F238E27FC236}">
                <a16:creationId xmlns:a16="http://schemas.microsoft.com/office/drawing/2014/main" id="{5D8767BF-9655-71E5-9F46-0BDA644F7B60}"/>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FA0C2237-2ACF-61E8-B9B0-3F24E2C500A2}"/>
              </a:ext>
            </a:extLst>
          </p:cNvPr>
          <p:cNvSpPr>
            <a:spLocks noGrp="1"/>
          </p:cNvSpPr>
          <p:nvPr>
            <p:ph type="sldNum" sz="quarter" idx="12"/>
          </p:nvPr>
        </p:nvSpPr>
        <p:spPr/>
        <p:txBody>
          <a:bodyPr/>
          <a:lstStyle/>
          <a:p>
            <a:fld id="{38826FC0-333C-E549-9FA3-0EE43DF298A3}" type="slidenum">
              <a:rPr lang="en-US" smtClean="0"/>
              <a:pPr/>
              <a:t>14</a:t>
            </a:fld>
            <a:endParaRPr lang="en-US" dirty="0"/>
          </a:p>
        </p:txBody>
      </p:sp>
      <p:sp>
        <p:nvSpPr>
          <p:cNvPr id="3" name="TextBox 2">
            <a:extLst>
              <a:ext uri="{FF2B5EF4-FFF2-40B4-BE49-F238E27FC236}">
                <a16:creationId xmlns:a16="http://schemas.microsoft.com/office/drawing/2014/main" id="{4B9A3AF1-7B98-1380-7924-EADDE621F229}"/>
              </a:ext>
            </a:extLst>
          </p:cNvPr>
          <p:cNvSpPr txBox="1"/>
          <p:nvPr/>
        </p:nvSpPr>
        <p:spPr>
          <a:xfrm>
            <a:off x="791672" y="1330500"/>
            <a:ext cx="5393599" cy="2011000"/>
          </a:xfrm>
          <a:prstGeom prst="rect">
            <a:avLst/>
          </a:prstGeom>
          <a:noFill/>
        </p:spPr>
        <p:txBody>
          <a:bodyPr wrap="square">
            <a:spAutoFit/>
          </a:bodyPr>
          <a:lstStyle/>
          <a:p>
            <a:pPr>
              <a:lnSpc>
                <a:spcPct val="150000"/>
              </a:lnSpc>
            </a:pPr>
            <a:r>
              <a:rPr lang="en-US" sz="1700" dirty="0">
                <a:latin typeface="Comic Sans MS" panose="030F0702030302020204" pitchFamily="66" charset="0"/>
              </a:rPr>
              <a:t>Cookies are small pieces of data stored by the browser to maintain user sessions, preferences, and tracking information. Selenium allows you to </a:t>
            </a:r>
            <a:r>
              <a:rPr lang="en-US" sz="1700" b="1" dirty="0">
                <a:latin typeface="Comic Sans MS" panose="030F0702030302020204" pitchFamily="66" charset="0"/>
              </a:rPr>
              <a:t>add, retrieve, and delete cookies</a:t>
            </a:r>
            <a:r>
              <a:rPr lang="en-US" sz="1700" dirty="0">
                <a:latin typeface="Comic Sans MS" panose="030F0702030302020204" pitchFamily="66" charset="0"/>
              </a:rPr>
              <a:t> during your automation tests.</a:t>
            </a:r>
            <a:endParaRPr lang="en-IN" sz="1700" dirty="0">
              <a:latin typeface="Comic Sans MS" panose="030F0702030302020204" pitchFamily="66" charset="0"/>
            </a:endParaRPr>
          </a:p>
        </p:txBody>
      </p:sp>
      <p:pic>
        <p:nvPicPr>
          <p:cNvPr id="6" name="Picture 2">
            <a:extLst>
              <a:ext uri="{FF2B5EF4-FFF2-40B4-BE49-F238E27FC236}">
                <a16:creationId xmlns:a16="http://schemas.microsoft.com/office/drawing/2014/main" id="{BC1D7A11-90F6-785B-5106-63BF9C15D1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5271" y="565324"/>
            <a:ext cx="4998840" cy="335117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80BCFA3-5AEF-5C1A-E011-DDBE9E1B8AA9}"/>
              </a:ext>
            </a:extLst>
          </p:cNvPr>
          <p:cNvSpPr txBox="1"/>
          <p:nvPr/>
        </p:nvSpPr>
        <p:spPr>
          <a:xfrm>
            <a:off x="640080" y="3738131"/>
            <a:ext cx="10972800" cy="2554545"/>
          </a:xfrm>
          <a:prstGeom prst="rect">
            <a:avLst/>
          </a:prstGeom>
          <a:noFill/>
        </p:spPr>
        <p:txBody>
          <a:bodyPr wrap="square">
            <a:spAutoFit/>
          </a:bodyPr>
          <a:lstStyle/>
          <a:p>
            <a:pPr>
              <a:buNone/>
            </a:pPr>
            <a:r>
              <a:rPr lang="en-IN" sz="1600" b="1" dirty="0">
                <a:latin typeface="Comic Sans MS" panose="030F0702030302020204" pitchFamily="66" charset="0"/>
              </a:rPr>
              <a:t>✅ Common Cookie Operations in Selenium</a:t>
            </a:r>
          </a:p>
          <a:p>
            <a:pPr>
              <a:buNone/>
            </a:pPr>
            <a:endParaRPr lang="en-IN" sz="1600" dirty="0">
              <a:latin typeface="Comic Sans MS" panose="030F0702030302020204" pitchFamily="66" charset="0"/>
            </a:endParaRPr>
          </a:p>
          <a:p>
            <a:pPr>
              <a:buNone/>
            </a:pPr>
            <a:r>
              <a:rPr lang="en-IN" sz="1600" dirty="0">
                <a:latin typeface="Comic Sans MS" panose="030F0702030302020204" pitchFamily="66" charset="0"/>
              </a:rPr>
              <a:t>Selenium provides the </a:t>
            </a:r>
            <a:r>
              <a:rPr lang="en-IN" sz="1600" dirty="0">
                <a:effectLst/>
                <a:latin typeface="Comic Sans MS" panose="030F0702030302020204" pitchFamily="66" charset="0"/>
              </a:rPr>
              <a:t>Options</a:t>
            </a:r>
            <a:r>
              <a:rPr lang="en-IN" sz="1600" dirty="0">
                <a:latin typeface="Comic Sans MS" panose="030F0702030302020204" pitchFamily="66" charset="0"/>
              </a:rPr>
              <a:t> interface to manage cookies:</a:t>
            </a:r>
          </a:p>
          <a:p>
            <a:pPr>
              <a:buNone/>
            </a:pPr>
            <a:endParaRPr lang="en-IN" sz="1600" dirty="0">
              <a:latin typeface="Comic Sans MS" panose="030F0702030302020204" pitchFamily="66" charset="0"/>
            </a:endParaRPr>
          </a:p>
          <a:p>
            <a:pPr marL="285750" indent="-285750">
              <a:buFont typeface="Arial" panose="020B0604020202020204" pitchFamily="34" charset="0"/>
              <a:buChar char="•"/>
            </a:pPr>
            <a:r>
              <a:rPr lang="en-IN" sz="1600" dirty="0" err="1">
                <a:effectLst/>
                <a:latin typeface="Comic Sans MS" panose="030F0702030302020204" pitchFamily="66" charset="0"/>
              </a:rPr>
              <a:t>driver.manage</a:t>
            </a:r>
            <a:r>
              <a:rPr lang="en-IN" sz="1600" dirty="0">
                <a:effectLst/>
                <a:latin typeface="Comic Sans MS" panose="030F0702030302020204" pitchFamily="66" charset="0"/>
              </a:rPr>
              <a:t>().</a:t>
            </a:r>
            <a:r>
              <a:rPr lang="en-IN" sz="1600" dirty="0" err="1">
                <a:effectLst/>
                <a:latin typeface="Comic Sans MS" panose="030F0702030302020204" pitchFamily="66" charset="0"/>
              </a:rPr>
              <a:t>getCookies</a:t>
            </a:r>
            <a:r>
              <a:rPr lang="en-IN" sz="1600" dirty="0">
                <a:effectLst/>
                <a:latin typeface="Comic Sans MS" panose="030F0702030302020204" pitchFamily="66" charset="0"/>
              </a:rPr>
              <a:t>(); // returns all cookies</a:t>
            </a:r>
            <a:endParaRPr lang="en-IN" sz="1600" dirty="0">
              <a:latin typeface="Comic Sans MS" panose="030F0702030302020204" pitchFamily="66" charset="0"/>
            </a:endParaRPr>
          </a:p>
          <a:p>
            <a:pPr marL="285750" indent="-285750">
              <a:buFont typeface="Arial" panose="020B0604020202020204" pitchFamily="34" charset="0"/>
              <a:buChar char="•"/>
            </a:pPr>
            <a:r>
              <a:rPr lang="en-IN" sz="1600" dirty="0" err="1">
                <a:effectLst/>
                <a:latin typeface="Comic Sans MS" panose="030F0702030302020204" pitchFamily="66" charset="0"/>
              </a:rPr>
              <a:t>driver.manage</a:t>
            </a:r>
            <a:r>
              <a:rPr lang="en-IN" sz="1600" dirty="0">
                <a:effectLst/>
                <a:latin typeface="Comic Sans MS" panose="030F0702030302020204" pitchFamily="66" charset="0"/>
              </a:rPr>
              <a:t>().</a:t>
            </a:r>
            <a:r>
              <a:rPr lang="en-IN" sz="1600" dirty="0" err="1">
                <a:effectLst/>
                <a:latin typeface="Comic Sans MS" panose="030F0702030302020204" pitchFamily="66" charset="0"/>
              </a:rPr>
              <a:t>getCookieNamed</a:t>
            </a:r>
            <a:r>
              <a:rPr lang="en-IN" sz="1600" dirty="0">
                <a:effectLst/>
                <a:latin typeface="Comic Sans MS" panose="030F0702030302020204" pitchFamily="66" charset="0"/>
              </a:rPr>
              <a:t>("</a:t>
            </a:r>
            <a:r>
              <a:rPr lang="en-IN" sz="1600" dirty="0" err="1">
                <a:effectLst/>
                <a:latin typeface="Comic Sans MS" panose="030F0702030302020204" pitchFamily="66" charset="0"/>
              </a:rPr>
              <a:t>cookieName</a:t>
            </a:r>
            <a:r>
              <a:rPr lang="en-IN" sz="1600" dirty="0">
                <a:effectLst/>
                <a:latin typeface="Comic Sans MS" panose="030F0702030302020204" pitchFamily="66" charset="0"/>
              </a:rPr>
              <a:t>"); // gets a specific cookie</a:t>
            </a:r>
            <a:endParaRPr lang="en-IN" sz="1600" dirty="0">
              <a:latin typeface="Comic Sans MS" panose="030F0702030302020204" pitchFamily="66" charset="0"/>
            </a:endParaRPr>
          </a:p>
          <a:p>
            <a:pPr marL="285750" indent="-285750">
              <a:buFont typeface="Arial" panose="020B0604020202020204" pitchFamily="34" charset="0"/>
              <a:buChar char="•"/>
            </a:pPr>
            <a:r>
              <a:rPr lang="en-IN" sz="1600" dirty="0" err="1">
                <a:effectLst/>
                <a:latin typeface="Comic Sans MS" panose="030F0702030302020204" pitchFamily="66" charset="0"/>
              </a:rPr>
              <a:t>driver.manage</a:t>
            </a:r>
            <a:r>
              <a:rPr lang="en-IN" sz="1600" dirty="0">
                <a:effectLst/>
                <a:latin typeface="Comic Sans MS" panose="030F0702030302020204" pitchFamily="66" charset="0"/>
              </a:rPr>
              <a:t>().</a:t>
            </a:r>
            <a:r>
              <a:rPr lang="en-IN" sz="1600" dirty="0" err="1">
                <a:effectLst/>
                <a:latin typeface="Comic Sans MS" panose="030F0702030302020204" pitchFamily="66" charset="0"/>
              </a:rPr>
              <a:t>addCookie</a:t>
            </a:r>
            <a:r>
              <a:rPr lang="en-IN" sz="1600" dirty="0">
                <a:effectLst/>
                <a:latin typeface="Comic Sans MS" panose="030F0702030302020204" pitchFamily="66" charset="0"/>
              </a:rPr>
              <a:t>(cookie); // adds a cookie</a:t>
            </a:r>
            <a:endParaRPr lang="en-IN" sz="1600" dirty="0">
              <a:latin typeface="Comic Sans MS" panose="030F0702030302020204" pitchFamily="66" charset="0"/>
            </a:endParaRPr>
          </a:p>
          <a:p>
            <a:pPr marL="285750" indent="-285750">
              <a:buFont typeface="Arial" panose="020B0604020202020204" pitchFamily="34" charset="0"/>
              <a:buChar char="•"/>
            </a:pPr>
            <a:r>
              <a:rPr lang="en-IN" sz="1600" dirty="0" err="1">
                <a:effectLst/>
                <a:latin typeface="Comic Sans MS" panose="030F0702030302020204" pitchFamily="66" charset="0"/>
              </a:rPr>
              <a:t>driver.manage</a:t>
            </a:r>
            <a:r>
              <a:rPr lang="en-IN" sz="1600" dirty="0">
                <a:effectLst/>
                <a:latin typeface="Comic Sans MS" panose="030F0702030302020204" pitchFamily="66" charset="0"/>
              </a:rPr>
              <a:t>().</a:t>
            </a:r>
            <a:r>
              <a:rPr lang="en-IN" sz="1600" dirty="0" err="1">
                <a:effectLst/>
                <a:latin typeface="Comic Sans MS" panose="030F0702030302020204" pitchFamily="66" charset="0"/>
              </a:rPr>
              <a:t>deleteCookie</a:t>
            </a:r>
            <a:r>
              <a:rPr lang="en-IN" sz="1600" dirty="0">
                <a:effectLst/>
                <a:latin typeface="Comic Sans MS" panose="030F0702030302020204" pitchFamily="66" charset="0"/>
              </a:rPr>
              <a:t>(cookie); // deletes specific cookie</a:t>
            </a:r>
          </a:p>
          <a:p>
            <a:pPr marL="285750" indent="-285750">
              <a:buFont typeface="Arial" panose="020B0604020202020204" pitchFamily="34" charset="0"/>
              <a:buChar char="•"/>
            </a:pPr>
            <a:r>
              <a:rPr lang="en-IN" sz="1600" dirty="0" err="1">
                <a:effectLst/>
                <a:latin typeface="Comic Sans MS" panose="030F0702030302020204" pitchFamily="66" charset="0"/>
              </a:rPr>
              <a:t>driver.manage</a:t>
            </a:r>
            <a:r>
              <a:rPr lang="en-IN" sz="1600" dirty="0">
                <a:effectLst/>
                <a:latin typeface="Comic Sans MS" panose="030F0702030302020204" pitchFamily="66" charset="0"/>
              </a:rPr>
              <a:t>().</a:t>
            </a:r>
            <a:r>
              <a:rPr lang="en-IN" sz="1600" dirty="0" err="1">
                <a:effectLst/>
                <a:latin typeface="Comic Sans MS" panose="030F0702030302020204" pitchFamily="66" charset="0"/>
              </a:rPr>
              <a:t>deleteCookieNamed</a:t>
            </a:r>
            <a:r>
              <a:rPr lang="en-IN" sz="1600" dirty="0">
                <a:effectLst/>
                <a:latin typeface="Comic Sans MS" panose="030F0702030302020204" pitchFamily="66" charset="0"/>
              </a:rPr>
              <a:t>("</a:t>
            </a:r>
            <a:r>
              <a:rPr lang="en-IN" sz="1600" dirty="0" err="1">
                <a:effectLst/>
                <a:latin typeface="Comic Sans MS" panose="030F0702030302020204" pitchFamily="66" charset="0"/>
              </a:rPr>
              <a:t>cookieName</a:t>
            </a:r>
            <a:r>
              <a:rPr lang="en-IN" sz="1600" dirty="0">
                <a:effectLst/>
                <a:latin typeface="Comic Sans MS" panose="030F0702030302020204" pitchFamily="66" charset="0"/>
              </a:rPr>
              <a:t>"); // deletes by name</a:t>
            </a:r>
            <a:endParaRPr lang="en-IN" sz="1600" dirty="0">
              <a:latin typeface="Comic Sans MS" panose="030F0702030302020204" pitchFamily="66" charset="0"/>
            </a:endParaRPr>
          </a:p>
          <a:p>
            <a:pPr marL="285750" indent="-285750">
              <a:buFont typeface="Arial" panose="020B0604020202020204" pitchFamily="34" charset="0"/>
              <a:buChar char="•"/>
            </a:pPr>
            <a:r>
              <a:rPr lang="en-IN" sz="1600" dirty="0" err="1">
                <a:effectLst/>
                <a:latin typeface="Comic Sans MS" panose="030F0702030302020204" pitchFamily="66" charset="0"/>
              </a:rPr>
              <a:t>driver.manage</a:t>
            </a:r>
            <a:r>
              <a:rPr lang="en-IN" sz="1600" dirty="0">
                <a:effectLst/>
                <a:latin typeface="Comic Sans MS" panose="030F0702030302020204" pitchFamily="66" charset="0"/>
              </a:rPr>
              <a:t>().</a:t>
            </a:r>
            <a:r>
              <a:rPr lang="en-IN" sz="1600" dirty="0" err="1">
                <a:effectLst/>
                <a:latin typeface="Comic Sans MS" panose="030F0702030302020204" pitchFamily="66" charset="0"/>
              </a:rPr>
              <a:t>deleteAllCookies</a:t>
            </a:r>
            <a:r>
              <a:rPr lang="en-IN" sz="1600" dirty="0">
                <a:effectLst/>
                <a:latin typeface="Comic Sans MS" panose="030F0702030302020204" pitchFamily="66" charset="0"/>
              </a:rPr>
              <a:t>(); // deletes all cookies</a:t>
            </a:r>
            <a:endParaRPr lang="en-IN" sz="1600" dirty="0">
              <a:latin typeface="Comic Sans MS" panose="030F0702030302020204" pitchFamily="66" charset="0"/>
            </a:endParaRPr>
          </a:p>
        </p:txBody>
      </p:sp>
    </p:spTree>
    <p:extLst>
      <p:ext uri="{BB962C8B-B14F-4D97-AF65-F5344CB8AC3E}">
        <p14:creationId xmlns:p14="http://schemas.microsoft.com/office/powerpoint/2010/main" val="34089745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6AA65-B302-A770-470C-AFA8EA93C4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EAFEC8-7327-3E81-EF21-DBCE10A1DFE5}"/>
              </a:ext>
            </a:extLst>
          </p:cNvPr>
          <p:cNvSpPr>
            <a:spLocks noGrp="1"/>
          </p:cNvSpPr>
          <p:nvPr>
            <p:ph type="title"/>
          </p:nvPr>
        </p:nvSpPr>
        <p:spPr/>
        <p:txBody>
          <a:bodyPr/>
          <a:lstStyle/>
          <a:p>
            <a:r>
              <a:rPr lang="en-IN" dirty="0"/>
              <a:t>Handling Cookies</a:t>
            </a:r>
          </a:p>
        </p:txBody>
      </p:sp>
      <p:sp>
        <p:nvSpPr>
          <p:cNvPr id="4" name="Footer Placeholder 3">
            <a:extLst>
              <a:ext uri="{FF2B5EF4-FFF2-40B4-BE49-F238E27FC236}">
                <a16:creationId xmlns:a16="http://schemas.microsoft.com/office/drawing/2014/main" id="{7401DDC7-F526-EC84-51D3-9E36D15F0988}"/>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94052AF7-1336-ED8F-7C63-C5D446E4870D}"/>
              </a:ext>
            </a:extLst>
          </p:cNvPr>
          <p:cNvSpPr>
            <a:spLocks noGrp="1"/>
          </p:cNvSpPr>
          <p:nvPr>
            <p:ph type="sldNum" sz="quarter" idx="12"/>
          </p:nvPr>
        </p:nvSpPr>
        <p:spPr/>
        <p:txBody>
          <a:bodyPr/>
          <a:lstStyle/>
          <a:p>
            <a:fld id="{38826FC0-333C-E549-9FA3-0EE43DF298A3}" type="slidenum">
              <a:rPr lang="en-US" smtClean="0"/>
              <a:pPr/>
              <a:t>15</a:t>
            </a:fld>
            <a:endParaRPr lang="en-US" dirty="0"/>
          </a:p>
        </p:txBody>
      </p:sp>
      <p:sp>
        <p:nvSpPr>
          <p:cNvPr id="3" name="TextBox 2">
            <a:extLst>
              <a:ext uri="{FF2B5EF4-FFF2-40B4-BE49-F238E27FC236}">
                <a16:creationId xmlns:a16="http://schemas.microsoft.com/office/drawing/2014/main" id="{441F3BBA-9CD2-3469-9059-6A46564117CC}"/>
              </a:ext>
            </a:extLst>
          </p:cNvPr>
          <p:cNvSpPr txBox="1"/>
          <p:nvPr/>
        </p:nvSpPr>
        <p:spPr>
          <a:xfrm>
            <a:off x="547188" y="1289786"/>
            <a:ext cx="6971211" cy="3785652"/>
          </a:xfrm>
          <a:prstGeom prst="rect">
            <a:avLst/>
          </a:prstGeom>
          <a:noFill/>
        </p:spPr>
        <p:txBody>
          <a:bodyPr wrap="square">
            <a:spAutoFit/>
          </a:bodyPr>
          <a:lstStyle/>
          <a:p>
            <a:pPr>
              <a:buNone/>
            </a:pPr>
            <a:r>
              <a:rPr lang="en-IN" sz="1600" b="1" dirty="0">
                <a:effectLst/>
                <a:latin typeface="Comic Sans MS" panose="030F0702030302020204" pitchFamily="66" charset="0"/>
              </a:rPr>
              <a:t>Example: Add, Get, and Delete Cookies</a:t>
            </a:r>
          </a:p>
          <a:p>
            <a:pPr>
              <a:buNone/>
            </a:pP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a:t>
            </a:r>
            <a:r>
              <a:rPr lang="en-IN" sz="1600" b="1" dirty="0">
                <a:effectLst/>
                <a:latin typeface="Comic Sans MS" panose="030F0702030302020204" pitchFamily="66" charset="0"/>
              </a:rPr>
              <a:t>Open a website</a:t>
            </a:r>
            <a:endParaRPr lang="en-IN" sz="1600" b="1" dirty="0">
              <a:latin typeface="Comic Sans MS" panose="030F0702030302020204" pitchFamily="66" charset="0"/>
            </a:endParaRPr>
          </a:p>
          <a:p>
            <a:pPr>
              <a:buNone/>
            </a:pPr>
            <a:r>
              <a:rPr lang="en-IN" sz="1600" dirty="0" err="1">
                <a:effectLst/>
                <a:latin typeface="Comic Sans MS" panose="030F0702030302020204" pitchFamily="66" charset="0"/>
              </a:rPr>
              <a:t>driver.get</a:t>
            </a:r>
            <a:r>
              <a:rPr lang="en-IN" sz="1600" dirty="0">
                <a:effectLst/>
                <a:latin typeface="Comic Sans MS" panose="030F0702030302020204" pitchFamily="66" charset="0"/>
              </a:rPr>
              <a:t>("</a:t>
            </a:r>
            <a:r>
              <a:rPr lang="en-IN" sz="1600" dirty="0">
                <a:effectLst/>
                <a:latin typeface="Comic Sans MS" panose="030F0702030302020204" pitchFamily="66" charset="0"/>
                <a:hlinkClick r:id="rId2" tooltip="https://example.com/"/>
              </a:rPr>
              <a:t>https://example.com</a:t>
            </a: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a:latin typeface="Comic Sans MS" panose="030F0702030302020204" pitchFamily="66" charset="0"/>
              </a:rPr>
              <a:t> </a:t>
            </a:r>
          </a:p>
          <a:p>
            <a:pPr>
              <a:buNone/>
            </a:pPr>
            <a:r>
              <a:rPr lang="en-IN" sz="1600" dirty="0">
                <a:effectLst/>
                <a:latin typeface="Comic Sans MS" panose="030F0702030302020204" pitchFamily="66" charset="0"/>
              </a:rPr>
              <a:t>// </a:t>
            </a:r>
            <a:r>
              <a:rPr lang="en-IN" sz="1600" b="1" dirty="0">
                <a:effectLst/>
                <a:latin typeface="Comic Sans MS" panose="030F0702030302020204" pitchFamily="66" charset="0"/>
              </a:rPr>
              <a:t>Add a new cookie</a:t>
            </a:r>
            <a:endParaRPr lang="en-IN" sz="1600" b="1" dirty="0">
              <a:latin typeface="Comic Sans MS" panose="030F0702030302020204" pitchFamily="66" charset="0"/>
            </a:endParaRPr>
          </a:p>
          <a:p>
            <a:pPr>
              <a:buNone/>
            </a:pPr>
            <a:r>
              <a:rPr lang="en-IN" sz="1600" dirty="0">
                <a:effectLst/>
                <a:latin typeface="Comic Sans MS" panose="030F0702030302020204" pitchFamily="66" charset="0"/>
              </a:rPr>
              <a:t>Cookie </a:t>
            </a:r>
            <a:r>
              <a:rPr lang="en-IN" sz="1600" dirty="0" err="1">
                <a:effectLst/>
                <a:latin typeface="Comic Sans MS" panose="030F0702030302020204" pitchFamily="66" charset="0"/>
              </a:rPr>
              <a:t>cookie</a:t>
            </a:r>
            <a:r>
              <a:rPr lang="en-IN" sz="1600" dirty="0">
                <a:effectLst/>
                <a:latin typeface="Comic Sans MS" panose="030F0702030302020204" pitchFamily="66" charset="0"/>
              </a:rPr>
              <a:t> = new Cookie("</a:t>
            </a:r>
            <a:r>
              <a:rPr lang="en-IN" sz="1600" dirty="0" err="1">
                <a:effectLst/>
                <a:latin typeface="Comic Sans MS" panose="030F0702030302020204" pitchFamily="66" charset="0"/>
              </a:rPr>
              <a:t>userSession</a:t>
            </a:r>
            <a:r>
              <a:rPr lang="en-IN" sz="1600" dirty="0">
                <a:effectLst/>
                <a:latin typeface="Comic Sans MS" panose="030F0702030302020204" pitchFamily="66" charset="0"/>
              </a:rPr>
              <a:t>", "abc123");</a:t>
            </a:r>
            <a:endParaRPr lang="en-IN" sz="1600" dirty="0">
              <a:latin typeface="Comic Sans MS" panose="030F0702030302020204" pitchFamily="66" charset="0"/>
            </a:endParaRPr>
          </a:p>
          <a:p>
            <a:pPr>
              <a:buNone/>
            </a:pPr>
            <a:r>
              <a:rPr lang="en-IN" sz="1600" dirty="0" err="1">
                <a:effectLst/>
                <a:latin typeface="Comic Sans MS" panose="030F0702030302020204" pitchFamily="66" charset="0"/>
              </a:rPr>
              <a:t>driver.manage</a:t>
            </a:r>
            <a:r>
              <a:rPr lang="en-IN" sz="1600" dirty="0">
                <a:effectLst/>
                <a:latin typeface="Comic Sans MS" panose="030F0702030302020204" pitchFamily="66" charset="0"/>
              </a:rPr>
              <a:t>().</a:t>
            </a:r>
            <a:r>
              <a:rPr lang="en-IN" sz="1600" dirty="0" err="1">
                <a:effectLst/>
                <a:latin typeface="Comic Sans MS" panose="030F0702030302020204" pitchFamily="66" charset="0"/>
              </a:rPr>
              <a:t>addCookie</a:t>
            </a:r>
            <a:r>
              <a:rPr lang="en-IN" sz="1600" dirty="0">
                <a:effectLst/>
                <a:latin typeface="Comic Sans MS" panose="030F0702030302020204" pitchFamily="66" charset="0"/>
              </a:rPr>
              <a:t>(cookie);</a:t>
            </a:r>
            <a:endParaRPr lang="en-IN" sz="1600" dirty="0">
              <a:latin typeface="Comic Sans MS" panose="030F0702030302020204" pitchFamily="66" charset="0"/>
            </a:endParaRPr>
          </a:p>
          <a:p>
            <a:pPr>
              <a:buNone/>
            </a:pPr>
            <a:r>
              <a:rPr lang="en-IN" sz="1600" dirty="0">
                <a:latin typeface="Comic Sans MS" panose="030F0702030302020204" pitchFamily="66" charset="0"/>
              </a:rPr>
              <a:t> </a:t>
            </a:r>
          </a:p>
          <a:p>
            <a:pPr>
              <a:buNone/>
            </a:pPr>
            <a:r>
              <a:rPr lang="en-IN" sz="1600" dirty="0">
                <a:effectLst/>
                <a:latin typeface="Comic Sans MS" panose="030F0702030302020204" pitchFamily="66" charset="0"/>
              </a:rPr>
              <a:t>// </a:t>
            </a:r>
            <a:r>
              <a:rPr lang="en-IN" sz="1600" b="1" dirty="0">
                <a:effectLst/>
                <a:latin typeface="Comic Sans MS" panose="030F0702030302020204" pitchFamily="66" charset="0"/>
              </a:rPr>
              <a:t>Retrieve a cookie by name</a:t>
            </a:r>
            <a:endParaRPr lang="en-IN" sz="1600" b="1" dirty="0">
              <a:latin typeface="Comic Sans MS" panose="030F0702030302020204" pitchFamily="66" charset="0"/>
            </a:endParaRPr>
          </a:p>
          <a:p>
            <a:pPr>
              <a:buNone/>
            </a:pPr>
            <a:r>
              <a:rPr lang="en-IN" sz="1600" dirty="0">
                <a:effectLst/>
                <a:latin typeface="Comic Sans MS" panose="030F0702030302020204" pitchFamily="66" charset="0"/>
              </a:rPr>
              <a:t>Cookie </a:t>
            </a:r>
            <a:r>
              <a:rPr lang="en-IN" sz="1600" dirty="0" err="1">
                <a:effectLst/>
                <a:latin typeface="Comic Sans MS" panose="030F0702030302020204" pitchFamily="66" charset="0"/>
              </a:rPr>
              <a:t>sessionCookie</a:t>
            </a:r>
            <a:r>
              <a:rPr lang="en-IN" sz="1600" dirty="0">
                <a:effectLst/>
                <a:latin typeface="Comic Sans MS" panose="030F0702030302020204" pitchFamily="66" charset="0"/>
              </a:rPr>
              <a:t> = </a:t>
            </a:r>
            <a:r>
              <a:rPr lang="en-IN" sz="1600" dirty="0" err="1">
                <a:effectLst/>
                <a:latin typeface="Comic Sans MS" panose="030F0702030302020204" pitchFamily="66" charset="0"/>
              </a:rPr>
              <a:t>driver.manage</a:t>
            </a:r>
            <a:r>
              <a:rPr lang="en-IN" sz="1600" dirty="0">
                <a:effectLst/>
                <a:latin typeface="Comic Sans MS" panose="030F0702030302020204" pitchFamily="66" charset="0"/>
              </a:rPr>
              <a:t>().</a:t>
            </a:r>
            <a:r>
              <a:rPr lang="en-IN" sz="1600" dirty="0" err="1">
                <a:effectLst/>
                <a:latin typeface="Comic Sans MS" panose="030F0702030302020204" pitchFamily="66" charset="0"/>
              </a:rPr>
              <a:t>getCookieNamed</a:t>
            </a:r>
            <a:r>
              <a:rPr lang="en-IN" sz="1600" dirty="0">
                <a:effectLst/>
                <a:latin typeface="Comic Sans MS" panose="030F0702030302020204" pitchFamily="66" charset="0"/>
              </a:rPr>
              <a:t>("</a:t>
            </a:r>
            <a:r>
              <a:rPr lang="en-IN" sz="1600" dirty="0" err="1">
                <a:effectLst/>
                <a:latin typeface="Comic Sans MS" panose="030F0702030302020204" pitchFamily="66" charset="0"/>
              </a:rPr>
              <a:t>userSession</a:t>
            </a: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err="1">
                <a:effectLst/>
                <a:latin typeface="Comic Sans MS" panose="030F0702030302020204" pitchFamily="66" charset="0"/>
              </a:rPr>
              <a:t>System.out.println</a:t>
            </a:r>
            <a:r>
              <a:rPr lang="en-IN" sz="1600" dirty="0">
                <a:effectLst/>
                <a:latin typeface="Comic Sans MS" panose="030F0702030302020204" pitchFamily="66" charset="0"/>
              </a:rPr>
              <a:t>("Cookie Name: " + </a:t>
            </a:r>
            <a:r>
              <a:rPr lang="en-IN" sz="1600" dirty="0" err="1">
                <a:effectLst/>
                <a:latin typeface="Comic Sans MS" panose="030F0702030302020204" pitchFamily="66" charset="0"/>
              </a:rPr>
              <a:t>sessionCookie.getName</a:t>
            </a: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err="1">
                <a:effectLst/>
                <a:latin typeface="Comic Sans MS" panose="030F0702030302020204" pitchFamily="66" charset="0"/>
              </a:rPr>
              <a:t>System.out.println</a:t>
            </a:r>
            <a:r>
              <a:rPr lang="en-IN" sz="1600" dirty="0">
                <a:effectLst/>
                <a:latin typeface="Comic Sans MS" panose="030F0702030302020204" pitchFamily="66" charset="0"/>
              </a:rPr>
              <a:t>("Cookie Value: " + </a:t>
            </a:r>
            <a:r>
              <a:rPr lang="en-IN" sz="1600" dirty="0" err="1">
                <a:effectLst/>
                <a:latin typeface="Comic Sans MS" panose="030F0702030302020204" pitchFamily="66" charset="0"/>
              </a:rPr>
              <a:t>sessionCookie.getValue</a:t>
            </a: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a:latin typeface="Comic Sans MS" panose="030F0702030302020204" pitchFamily="66" charset="0"/>
              </a:rPr>
              <a:t> </a:t>
            </a:r>
          </a:p>
        </p:txBody>
      </p:sp>
      <p:sp>
        <p:nvSpPr>
          <p:cNvPr id="6" name="TextBox 5">
            <a:extLst>
              <a:ext uri="{FF2B5EF4-FFF2-40B4-BE49-F238E27FC236}">
                <a16:creationId xmlns:a16="http://schemas.microsoft.com/office/drawing/2014/main" id="{DF3563AD-C922-B048-517C-220ACFD04FC3}"/>
              </a:ext>
            </a:extLst>
          </p:cNvPr>
          <p:cNvSpPr txBox="1"/>
          <p:nvPr/>
        </p:nvSpPr>
        <p:spPr>
          <a:xfrm>
            <a:off x="6802846" y="1289786"/>
            <a:ext cx="5216434" cy="3293209"/>
          </a:xfrm>
          <a:prstGeom prst="rect">
            <a:avLst/>
          </a:prstGeom>
          <a:noFill/>
        </p:spPr>
        <p:txBody>
          <a:bodyPr wrap="square">
            <a:spAutoFit/>
          </a:bodyPr>
          <a:lstStyle/>
          <a:p>
            <a:pPr>
              <a:buNone/>
            </a:pPr>
            <a:r>
              <a:rPr lang="en-IN" sz="1600" dirty="0">
                <a:effectLst/>
                <a:latin typeface="Comic Sans MS" panose="030F0702030302020204" pitchFamily="66" charset="0"/>
              </a:rPr>
              <a:t>// </a:t>
            </a:r>
            <a:r>
              <a:rPr lang="en-IN" sz="1600" b="1" dirty="0">
                <a:effectLst/>
                <a:latin typeface="Comic Sans MS" panose="030F0702030302020204" pitchFamily="66" charset="0"/>
              </a:rPr>
              <a:t>Get all cookies</a:t>
            </a:r>
            <a:endParaRPr lang="en-IN" sz="1600" b="1" dirty="0">
              <a:latin typeface="Comic Sans MS" panose="030F0702030302020204" pitchFamily="66" charset="0"/>
            </a:endParaRPr>
          </a:p>
          <a:p>
            <a:pPr>
              <a:buNone/>
            </a:pPr>
            <a:r>
              <a:rPr lang="en-IN" sz="1600" dirty="0">
                <a:effectLst/>
                <a:latin typeface="Comic Sans MS" panose="030F0702030302020204" pitchFamily="66" charset="0"/>
              </a:rPr>
              <a:t>Set&lt;Cookie&gt; </a:t>
            </a:r>
            <a:r>
              <a:rPr lang="en-IN" sz="1600" dirty="0" err="1">
                <a:effectLst/>
                <a:latin typeface="Comic Sans MS" panose="030F0702030302020204" pitchFamily="66" charset="0"/>
              </a:rPr>
              <a:t>allCookies</a:t>
            </a:r>
            <a:r>
              <a:rPr lang="en-IN" sz="1600" dirty="0">
                <a:effectLst/>
                <a:latin typeface="Comic Sans MS" panose="030F0702030302020204" pitchFamily="66" charset="0"/>
              </a:rPr>
              <a:t> = </a:t>
            </a:r>
            <a:r>
              <a:rPr lang="en-IN" sz="1600" dirty="0" err="1">
                <a:effectLst/>
                <a:latin typeface="Comic Sans MS" panose="030F0702030302020204" pitchFamily="66" charset="0"/>
              </a:rPr>
              <a:t>driver.manage</a:t>
            </a:r>
            <a:r>
              <a:rPr lang="en-IN" sz="1600" dirty="0">
                <a:effectLst/>
                <a:latin typeface="Comic Sans MS" panose="030F0702030302020204" pitchFamily="66" charset="0"/>
              </a:rPr>
              <a:t>().</a:t>
            </a:r>
            <a:r>
              <a:rPr lang="en-IN" sz="1600" dirty="0" err="1">
                <a:effectLst/>
                <a:latin typeface="Comic Sans MS" panose="030F0702030302020204" pitchFamily="66" charset="0"/>
              </a:rPr>
              <a:t>getCookies</a:t>
            </a: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for (Cookie c : </a:t>
            </a:r>
            <a:r>
              <a:rPr lang="en-IN" sz="1600" dirty="0" err="1">
                <a:effectLst/>
                <a:latin typeface="Comic Sans MS" panose="030F0702030302020204" pitchFamily="66" charset="0"/>
              </a:rPr>
              <a:t>allCookies</a:t>
            </a:r>
            <a:r>
              <a:rPr lang="en-IN" sz="1600" dirty="0">
                <a:effectLst/>
                <a:latin typeface="Comic Sans MS" panose="030F0702030302020204" pitchFamily="66" charset="0"/>
              </a:rPr>
              <a:t>) {</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    </a:t>
            </a:r>
            <a:r>
              <a:rPr lang="en-IN" sz="1600" dirty="0" err="1">
                <a:effectLst/>
                <a:latin typeface="Comic Sans MS" panose="030F0702030302020204" pitchFamily="66" charset="0"/>
              </a:rPr>
              <a:t>System.out.println</a:t>
            </a:r>
            <a:r>
              <a:rPr lang="en-IN" sz="1600" dirty="0">
                <a:effectLst/>
                <a:latin typeface="Comic Sans MS" panose="030F0702030302020204" pitchFamily="66" charset="0"/>
              </a:rPr>
              <a:t>(</a:t>
            </a:r>
            <a:r>
              <a:rPr lang="en-IN" sz="1600" dirty="0" err="1">
                <a:effectLst/>
                <a:latin typeface="Comic Sans MS" panose="030F0702030302020204" pitchFamily="66" charset="0"/>
              </a:rPr>
              <a:t>c.getName</a:t>
            </a:r>
            <a:r>
              <a:rPr lang="en-IN" sz="1600" dirty="0">
                <a:effectLst/>
                <a:latin typeface="Comic Sans MS" panose="030F0702030302020204" pitchFamily="66" charset="0"/>
              </a:rPr>
              <a:t>() + " = " + </a:t>
            </a:r>
            <a:r>
              <a:rPr lang="en-IN" sz="1600" dirty="0" err="1">
                <a:effectLst/>
                <a:latin typeface="Comic Sans MS" panose="030F0702030302020204" pitchFamily="66" charset="0"/>
              </a:rPr>
              <a:t>c.getValue</a:t>
            </a: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a:latin typeface="Comic Sans MS" panose="030F0702030302020204" pitchFamily="66" charset="0"/>
              </a:rPr>
              <a:t> </a:t>
            </a:r>
          </a:p>
          <a:p>
            <a:pPr>
              <a:buNone/>
            </a:pPr>
            <a:r>
              <a:rPr lang="en-IN" sz="1600" dirty="0">
                <a:effectLst/>
                <a:latin typeface="Comic Sans MS" panose="030F0702030302020204" pitchFamily="66" charset="0"/>
              </a:rPr>
              <a:t>// </a:t>
            </a:r>
            <a:r>
              <a:rPr lang="en-IN" sz="1600" b="1" dirty="0">
                <a:effectLst/>
                <a:latin typeface="Comic Sans MS" panose="030F0702030302020204" pitchFamily="66" charset="0"/>
              </a:rPr>
              <a:t>Delete a specific cookie</a:t>
            </a:r>
            <a:endParaRPr lang="en-IN" sz="1600" b="1" dirty="0">
              <a:latin typeface="Comic Sans MS" panose="030F0702030302020204" pitchFamily="66" charset="0"/>
            </a:endParaRPr>
          </a:p>
          <a:p>
            <a:pPr>
              <a:buNone/>
            </a:pPr>
            <a:r>
              <a:rPr lang="en-IN" sz="1600" dirty="0" err="1">
                <a:effectLst/>
                <a:latin typeface="Comic Sans MS" panose="030F0702030302020204" pitchFamily="66" charset="0"/>
              </a:rPr>
              <a:t>driver.manage</a:t>
            </a:r>
            <a:r>
              <a:rPr lang="en-IN" sz="1600" dirty="0">
                <a:effectLst/>
                <a:latin typeface="Comic Sans MS" panose="030F0702030302020204" pitchFamily="66" charset="0"/>
              </a:rPr>
              <a:t>().</a:t>
            </a:r>
            <a:r>
              <a:rPr lang="en-IN" sz="1600" dirty="0" err="1">
                <a:effectLst/>
                <a:latin typeface="Comic Sans MS" panose="030F0702030302020204" pitchFamily="66" charset="0"/>
              </a:rPr>
              <a:t>deleteCookieNamed</a:t>
            </a:r>
            <a:r>
              <a:rPr lang="en-IN" sz="1600" dirty="0">
                <a:effectLst/>
                <a:latin typeface="Comic Sans MS" panose="030F0702030302020204" pitchFamily="66" charset="0"/>
              </a:rPr>
              <a:t>("</a:t>
            </a:r>
            <a:r>
              <a:rPr lang="en-IN" sz="1600" dirty="0" err="1">
                <a:effectLst/>
                <a:latin typeface="Comic Sans MS" panose="030F0702030302020204" pitchFamily="66" charset="0"/>
              </a:rPr>
              <a:t>userSession</a:t>
            </a:r>
            <a:r>
              <a:rPr lang="en-IN" sz="1600" dirty="0">
                <a:effectLst/>
                <a:latin typeface="Comic Sans MS" panose="030F0702030302020204" pitchFamily="66" charset="0"/>
              </a:rPr>
              <a:t>");</a:t>
            </a:r>
            <a:endParaRPr lang="en-IN" sz="1600" dirty="0">
              <a:latin typeface="Comic Sans MS" panose="030F0702030302020204" pitchFamily="66" charset="0"/>
            </a:endParaRPr>
          </a:p>
          <a:p>
            <a:pPr>
              <a:buNone/>
            </a:pPr>
            <a:r>
              <a:rPr lang="en-IN" sz="1600" dirty="0">
                <a:latin typeface="Comic Sans MS" panose="030F0702030302020204" pitchFamily="66" charset="0"/>
              </a:rPr>
              <a:t> </a:t>
            </a:r>
          </a:p>
          <a:p>
            <a:pPr>
              <a:buNone/>
            </a:pPr>
            <a:r>
              <a:rPr lang="en-IN" sz="1600" dirty="0">
                <a:effectLst/>
                <a:latin typeface="Comic Sans MS" panose="030F0702030302020204" pitchFamily="66" charset="0"/>
              </a:rPr>
              <a:t>// </a:t>
            </a:r>
            <a:r>
              <a:rPr lang="en-IN" sz="1600" b="1" dirty="0">
                <a:effectLst/>
                <a:latin typeface="Comic Sans MS" panose="030F0702030302020204" pitchFamily="66" charset="0"/>
              </a:rPr>
              <a:t>Delete all cookies</a:t>
            </a:r>
            <a:endParaRPr lang="en-IN" sz="1600" b="1" dirty="0">
              <a:latin typeface="Comic Sans MS" panose="030F0702030302020204" pitchFamily="66" charset="0"/>
            </a:endParaRPr>
          </a:p>
          <a:p>
            <a:r>
              <a:rPr lang="en-IN" sz="1600" dirty="0" err="1">
                <a:effectLst/>
                <a:latin typeface="Comic Sans MS" panose="030F0702030302020204" pitchFamily="66" charset="0"/>
              </a:rPr>
              <a:t>driver.manage</a:t>
            </a:r>
            <a:r>
              <a:rPr lang="en-IN" sz="1600" dirty="0">
                <a:effectLst/>
                <a:latin typeface="Comic Sans MS" panose="030F0702030302020204" pitchFamily="66" charset="0"/>
              </a:rPr>
              <a:t>().</a:t>
            </a:r>
            <a:r>
              <a:rPr lang="en-IN" sz="1600" dirty="0" err="1">
                <a:effectLst/>
                <a:latin typeface="Comic Sans MS" panose="030F0702030302020204" pitchFamily="66" charset="0"/>
              </a:rPr>
              <a:t>deleteAllCookies</a:t>
            </a:r>
            <a:r>
              <a:rPr lang="en-IN" sz="1600" dirty="0">
                <a:effectLst/>
                <a:latin typeface="Comic Sans MS" panose="030F0702030302020204" pitchFamily="66" charset="0"/>
              </a:rPr>
              <a:t>();</a:t>
            </a:r>
            <a:endParaRPr lang="en-IN" sz="1600" dirty="0">
              <a:latin typeface="Comic Sans MS" panose="030F0702030302020204" pitchFamily="66" charset="0"/>
            </a:endParaRPr>
          </a:p>
        </p:txBody>
      </p:sp>
    </p:spTree>
    <p:extLst>
      <p:ext uri="{BB962C8B-B14F-4D97-AF65-F5344CB8AC3E}">
        <p14:creationId xmlns:p14="http://schemas.microsoft.com/office/powerpoint/2010/main" val="37211762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D1029-70DC-6624-0A93-BA4458EDC6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0EBB37-72D7-0409-EC1F-F79FD823C4AC}"/>
              </a:ext>
            </a:extLst>
          </p:cNvPr>
          <p:cNvSpPr>
            <a:spLocks noGrp="1"/>
          </p:cNvSpPr>
          <p:nvPr>
            <p:ph type="title"/>
          </p:nvPr>
        </p:nvSpPr>
        <p:spPr/>
        <p:txBody>
          <a:bodyPr/>
          <a:lstStyle/>
          <a:p>
            <a:r>
              <a:rPr lang="en-IN" dirty="0"/>
              <a:t>Handling Cookies</a:t>
            </a:r>
          </a:p>
        </p:txBody>
      </p:sp>
      <p:sp>
        <p:nvSpPr>
          <p:cNvPr id="4" name="Footer Placeholder 3">
            <a:extLst>
              <a:ext uri="{FF2B5EF4-FFF2-40B4-BE49-F238E27FC236}">
                <a16:creationId xmlns:a16="http://schemas.microsoft.com/office/drawing/2014/main" id="{0CA715D0-4D8F-0462-A9F2-E794C67269C4}"/>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90A5EC64-FCD4-9DAF-336A-D61C0E952A7C}"/>
              </a:ext>
            </a:extLst>
          </p:cNvPr>
          <p:cNvSpPr>
            <a:spLocks noGrp="1"/>
          </p:cNvSpPr>
          <p:nvPr>
            <p:ph type="sldNum" sz="quarter" idx="12"/>
          </p:nvPr>
        </p:nvSpPr>
        <p:spPr/>
        <p:txBody>
          <a:bodyPr/>
          <a:lstStyle/>
          <a:p>
            <a:fld id="{38826FC0-333C-E549-9FA3-0EE43DF298A3}" type="slidenum">
              <a:rPr lang="en-US" smtClean="0"/>
              <a:pPr/>
              <a:t>16</a:t>
            </a:fld>
            <a:endParaRPr lang="en-US" dirty="0"/>
          </a:p>
        </p:txBody>
      </p:sp>
      <p:sp>
        <p:nvSpPr>
          <p:cNvPr id="3" name="TextBox 2">
            <a:extLst>
              <a:ext uri="{FF2B5EF4-FFF2-40B4-BE49-F238E27FC236}">
                <a16:creationId xmlns:a16="http://schemas.microsoft.com/office/drawing/2014/main" id="{64515841-7C76-A5AC-6EB9-8CB5C7DEF39E}"/>
              </a:ext>
            </a:extLst>
          </p:cNvPr>
          <p:cNvSpPr txBox="1"/>
          <p:nvPr/>
        </p:nvSpPr>
        <p:spPr>
          <a:xfrm>
            <a:off x="1691640" y="1251917"/>
            <a:ext cx="7445829" cy="4201343"/>
          </a:xfrm>
          <a:prstGeom prst="rect">
            <a:avLst/>
          </a:prstGeom>
          <a:noFill/>
        </p:spPr>
        <p:txBody>
          <a:bodyPr wrap="square">
            <a:spAutoFit/>
          </a:bodyPr>
          <a:lstStyle/>
          <a:p>
            <a:pPr>
              <a:lnSpc>
                <a:spcPct val="150000"/>
              </a:lnSpc>
              <a:buNone/>
            </a:pPr>
            <a:r>
              <a:rPr lang="en-US" b="1" dirty="0">
                <a:latin typeface="Comic Sans MS" panose="030F0702030302020204" pitchFamily="66" charset="0"/>
              </a:rPr>
              <a:t>🔁 Example: Reusing Login Cookie to Avoid Login Every Time</a:t>
            </a:r>
          </a:p>
          <a:p>
            <a:pPr>
              <a:lnSpc>
                <a:spcPct val="150000"/>
              </a:lnSpc>
              <a:buNone/>
            </a:pPr>
            <a:endParaRPr lang="en-US" dirty="0">
              <a:latin typeface="Comic Sans MS" panose="030F0702030302020204" pitchFamily="66" charset="0"/>
            </a:endParaRPr>
          </a:p>
          <a:p>
            <a:pPr>
              <a:lnSpc>
                <a:spcPct val="150000"/>
              </a:lnSpc>
              <a:buNone/>
            </a:pPr>
            <a:r>
              <a:rPr lang="en-US" dirty="0">
                <a:effectLst/>
                <a:latin typeface="Comic Sans MS" panose="030F0702030302020204" pitchFamily="66" charset="0"/>
              </a:rPr>
              <a:t>// After login</a:t>
            </a:r>
            <a:endParaRPr lang="en-US" dirty="0">
              <a:latin typeface="Comic Sans MS" panose="030F0702030302020204" pitchFamily="66" charset="0"/>
            </a:endParaRPr>
          </a:p>
          <a:p>
            <a:pPr>
              <a:lnSpc>
                <a:spcPct val="150000"/>
              </a:lnSpc>
              <a:buNone/>
            </a:pPr>
            <a:r>
              <a:rPr lang="en-US" dirty="0">
                <a:effectLst/>
                <a:latin typeface="Comic Sans MS" panose="030F0702030302020204" pitchFamily="66" charset="0"/>
              </a:rPr>
              <a:t>Cookie </a:t>
            </a:r>
            <a:r>
              <a:rPr lang="en-US" dirty="0" err="1">
                <a:effectLst/>
                <a:latin typeface="Comic Sans MS" panose="030F0702030302020204" pitchFamily="66" charset="0"/>
              </a:rPr>
              <a:t>loginCookie</a:t>
            </a:r>
            <a:r>
              <a:rPr lang="en-US" dirty="0">
                <a:effectLst/>
                <a:latin typeface="Comic Sans MS" panose="030F0702030302020204" pitchFamily="66" charset="0"/>
              </a:rPr>
              <a:t> = </a:t>
            </a:r>
            <a:r>
              <a:rPr lang="en-US" dirty="0" err="1">
                <a:effectLst/>
                <a:latin typeface="Comic Sans MS" panose="030F0702030302020204" pitchFamily="66" charset="0"/>
              </a:rPr>
              <a:t>driver.manage</a:t>
            </a:r>
            <a:r>
              <a:rPr lang="en-US" dirty="0">
                <a:effectLst/>
                <a:latin typeface="Comic Sans MS" panose="030F0702030302020204" pitchFamily="66" charset="0"/>
              </a:rPr>
              <a:t>().</a:t>
            </a:r>
            <a:r>
              <a:rPr lang="en-US" dirty="0" err="1">
                <a:effectLst/>
                <a:latin typeface="Comic Sans MS" panose="030F0702030302020204" pitchFamily="66" charset="0"/>
              </a:rPr>
              <a:t>getCookieNamed</a:t>
            </a:r>
            <a:r>
              <a:rPr lang="en-US" dirty="0">
                <a:effectLst/>
                <a:latin typeface="Comic Sans MS" panose="030F0702030302020204" pitchFamily="66" charset="0"/>
              </a:rPr>
              <a:t>("</a:t>
            </a:r>
            <a:r>
              <a:rPr lang="en-US" dirty="0" err="1">
                <a:effectLst/>
                <a:latin typeface="Comic Sans MS" panose="030F0702030302020204" pitchFamily="66" charset="0"/>
              </a:rPr>
              <a:t>session_id</a:t>
            </a:r>
            <a:r>
              <a:rPr lang="en-US" dirty="0">
                <a:effectLst/>
                <a:latin typeface="Comic Sans MS" panose="030F0702030302020204" pitchFamily="66" charset="0"/>
              </a:rPr>
              <a:t>");</a:t>
            </a:r>
            <a:endParaRPr lang="en-US" dirty="0">
              <a:latin typeface="Comic Sans MS" panose="030F0702030302020204" pitchFamily="66" charset="0"/>
            </a:endParaRPr>
          </a:p>
          <a:p>
            <a:pPr>
              <a:lnSpc>
                <a:spcPct val="150000"/>
              </a:lnSpc>
              <a:buNone/>
            </a:pPr>
            <a:r>
              <a:rPr lang="en-US" dirty="0">
                <a:latin typeface="Comic Sans MS" panose="030F0702030302020204" pitchFamily="66" charset="0"/>
              </a:rPr>
              <a:t> </a:t>
            </a:r>
          </a:p>
          <a:p>
            <a:pPr>
              <a:lnSpc>
                <a:spcPct val="150000"/>
              </a:lnSpc>
              <a:buNone/>
            </a:pPr>
            <a:r>
              <a:rPr lang="en-US" dirty="0">
                <a:effectLst/>
                <a:latin typeface="Comic Sans MS" panose="030F0702030302020204" pitchFamily="66" charset="0"/>
              </a:rPr>
              <a:t>// Store it (e.g., in a file or memory), then reuse in next session:</a:t>
            </a:r>
            <a:endParaRPr lang="en-US" dirty="0">
              <a:latin typeface="Comic Sans MS" panose="030F0702030302020204" pitchFamily="66" charset="0"/>
            </a:endParaRPr>
          </a:p>
          <a:p>
            <a:pPr>
              <a:lnSpc>
                <a:spcPct val="150000"/>
              </a:lnSpc>
              <a:buNone/>
            </a:pPr>
            <a:r>
              <a:rPr lang="en-US" dirty="0" err="1">
                <a:effectLst/>
                <a:latin typeface="Comic Sans MS" panose="030F0702030302020204" pitchFamily="66" charset="0"/>
              </a:rPr>
              <a:t>driver.get</a:t>
            </a:r>
            <a:r>
              <a:rPr lang="en-US" dirty="0">
                <a:effectLst/>
                <a:latin typeface="Comic Sans MS" panose="030F0702030302020204" pitchFamily="66" charset="0"/>
              </a:rPr>
              <a:t>("</a:t>
            </a:r>
            <a:r>
              <a:rPr lang="en-US" dirty="0">
                <a:effectLst/>
                <a:latin typeface="Comic Sans MS" panose="030F0702030302020204" pitchFamily="66" charset="0"/>
                <a:hlinkClick r:id="rId2" tooltip="https://example.com/"/>
              </a:rPr>
              <a:t>https://example.com</a:t>
            </a:r>
            <a:r>
              <a:rPr lang="en-US" dirty="0">
                <a:effectLst/>
                <a:latin typeface="Comic Sans MS" panose="030F0702030302020204" pitchFamily="66" charset="0"/>
              </a:rPr>
              <a:t>");</a:t>
            </a:r>
            <a:endParaRPr lang="en-US" dirty="0">
              <a:latin typeface="Comic Sans MS" panose="030F0702030302020204" pitchFamily="66" charset="0"/>
            </a:endParaRPr>
          </a:p>
          <a:p>
            <a:pPr>
              <a:lnSpc>
                <a:spcPct val="150000"/>
              </a:lnSpc>
              <a:buNone/>
            </a:pPr>
            <a:r>
              <a:rPr lang="en-US" dirty="0" err="1">
                <a:effectLst/>
                <a:latin typeface="Comic Sans MS" panose="030F0702030302020204" pitchFamily="66" charset="0"/>
              </a:rPr>
              <a:t>driver.manage</a:t>
            </a:r>
            <a:r>
              <a:rPr lang="en-US" dirty="0">
                <a:effectLst/>
                <a:latin typeface="Comic Sans MS" panose="030F0702030302020204" pitchFamily="66" charset="0"/>
              </a:rPr>
              <a:t>().</a:t>
            </a:r>
            <a:r>
              <a:rPr lang="en-US" dirty="0" err="1">
                <a:effectLst/>
                <a:latin typeface="Comic Sans MS" panose="030F0702030302020204" pitchFamily="66" charset="0"/>
              </a:rPr>
              <a:t>addCookie</a:t>
            </a:r>
            <a:r>
              <a:rPr lang="en-US" dirty="0">
                <a:effectLst/>
                <a:latin typeface="Comic Sans MS" panose="030F0702030302020204" pitchFamily="66" charset="0"/>
              </a:rPr>
              <a:t>(</a:t>
            </a:r>
            <a:r>
              <a:rPr lang="en-US" dirty="0" err="1">
                <a:effectLst/>
                <a:latin typeface="Comic Sans MS" panose="030F0702030302020204" pitchFamily="66" charset="0"/>
              </a:rPr>
              <a:t>loginCookie</a:t>
            </a:r>
            <a:r>
              <a:rPr lang="en-US" dirty="0">
                <a:effectLst/>
                <a:latin typeface="Comic Sans MS" panose="030F0702030302020204" pitchFamily="66" charset="0"/>
              </a:rPr>
              <a:t>);</a:t>
            </a:r>
          </a:p>
          <a:p>
            <a:pPr>
              <a:lnSpc>
                <a:spcPct val="150000"/>
              </a:lnSpc>
              <a:buNone/>
            </a:pPr>
            <a:endParaRPr lang="en-US" dirty="0">
              <a:latin typeface="Comic Sans MS" panose="030F0702030302020204" pitchFamily="66" charset="0"/>
            </a:endParaRPr>
          </a:p>
          <a:p>
            <a:pPr>
              <a:lnSpc>
                <a:spcPct val="150000"/>
              </a:lnSpc>
            </a:pPr>
            <a:r>
              <a:rPr lang="en-US" dirty="0" err="1">
                <a:effectLst/>
                <a:latin typeface="Comic Sans MS" panose="030F0702030302020204" pitchFamily="66" charset="0"/>
              </a:rPr>
              <a:t>driver.navigate</a:t>
            </a:r>
            <a:r>
              <a:rPr lang="en-US" dirty="0">
                <a:effectLst/>
                <a:latin typeface="Comic Sans MS" panose="030F0702030302020204" pitchFamily="66" charset="0"/>
              </a:rPr>
              <a:t>().refresh(); // You’ll be logged in</a:t>
            </a:r>
            <a:endParaRPr lang="en-US" dirty="0">
              <a:latin typeface="Comic Sans MS" panose="030F0702030302020204" pitchFamily="66" charset="0"/>
            </a:endParaRPr>
          </a:p>
        </p:txBody>
      </p:sp>
    </p:spTree>
    <p:extLst>
      <p:ext uri="{BB962C8B-B14F-4D97-AF65-F5344CB8AC3E}">
        <p14:creationId xmlns:p14="http://schemas.microsoft.com/office/powerpoint/2010/main" val="34666355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9143C-59A8-81B2-EA98-3A45FF7E03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210919-8541-7822-B392-9F2403F6430F}"/>
              </a:ext>
            </a:extLst>
          </p:cNvPr>
          <p:cNvSpPr>
            <a:spLocks noGrp="1"/>
          </p:cNvSpPr>
          <p:nvPr>
            <p:ph type="title"/>
          </p:nvPr>
        </p:nvSpPr>
        <p:spPr/>
        <p:txBody>
          <a:bodyPr/>
          <a:lstStyle/>
          <a:p>
            <a:r>
              <a:rPr lang="en-IN" dirty="0"/>
              <a:t>Handling Cookies</a:t>
            </a:r>
          </a:p>
        </p:txBody>
      </p:sp>
      <p:sp>
        <p:nvSpPr>
          <p:cNvPr id="4" name="Footer Placeholder 3">
            <a:extLst>
              <a:ext uri="{FF2B5EF4-FFF2-40B4-BE49-F238E27FC236}">
                <a16:creationId xmlns:a16="http://schemas.microsoft.com/office/drawing/2014/main" id="{2ED34F32-BCD3-1BD3-B346-D2D7742A4F51}"/>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4F4950E2-F5C5-32B4-003F-7F32118C11F5}"/>
              </a:ext>
            </a:extLst>
          </p:cNvPr>
          <p:cNvSpPr>
            <a:spLocks noGrp="1"/>
          </p:cNvSpPr>
          <p:nvPr>
            <p:ph type="sldNum" sz="quarter" idx="12"/>
          </p:nvPr>
        </p:nvSpPr>
        <p:spPr/>
        <p:txBody>
          <a:bodyPr/>
          <a:lstStyle/>
          <a:p>
            <a:fld id="{38826FC0-333C-E549-9FA3-0EE43DF298A3}" type="slidenum">
              <a:rPr lang="en-US" smtClean="0"/>
              <a:pPr/>
              <a:t>17</a:t>
            </a:fld>
            <a:endParaRPr lang="en-US" dirty="0"/>
          </a:p>
        </p:txBody>
      </p:sp>
      <p:sp>
        <p:nvSpPr>
          <p:cNvPr id="7" name="TextBox 6">
            <a:extLst>
              <a:ext uri="{FF2B5EF4-FFF2-40B4-BE49-F238E27FC236}">
                <a16:creationId xmlns:a16="http://schemas.microsoft.com/office/drawing/2014/main" id="{6A1983BC-B1B9-1439-5436-3C9566B7770F}"/>
              </a:ext>
            </a:extLst>
          </p:cNvPr>
          <p:cNvSpPr txBox="1"/>
          <p:nvPr/>
        </p:nvSpPr>
        <p:spPr>
          <a:xfrm>
            <a:off x="1691640" y="1567379"/>
            <a:ext cx="8844280" cy="2123851"/>
          </a:xfrm>
          <a:prstGeom prst="rect">
            <a:avLst/>
          </a:prstGeom>
          <a:noFill/>
        </p:spPr>
        <p:txBody>
          <a:bodyPr wrap="square">
            <a:spAutoFit/>
          </a:bodyPr>
          <a:lstStyle/>
          <a:p>
            <a:pPr>
              <a:lnSpc>
                <a:spcPct val="150000"/>
              </a:lnSpc>
              <a:buNone/>
            </a:pPr>
            <a:r>
              <a:rPr lang="en-US" b="1" dirty="0">
                <a:effectLst/>
                <a:latin typeface="Comic Sans MS" panose="030F0702030302020204" pitchFamily="66" charset="0"/>
              </a:rPr>
              <a:t>Why Handle Cookies in Selenium?</a:t>
            </a:r>
          </a:p>
          <a:p>
            <a:pPr>
              <a:lnSpc>
                <a:spcPct val="150000"/>
              </a:lnSpc>
              <a:buFont typeface="Arial" panose="020B0604020202020204" pitchFamily="34" charset="0"/>
              <a:buChar char="•"/>
            </a:pPr>
            <a:r>
              <a:rPr lang="en-US" b="1" dirty="0">
                <a:effectLst/>
                <a:latin typeface="Comic Sans MS" panose="030F0702030302020204" pitchFamily="66" charset="0"/>
              </a:rPr>
              <a:t>Login persistence:</a:t>
            </a:r>
            <a:r>
              <a:rPr lang="en-US" dirty="0">
                <a:effectLst/>
                <a:latin typeface="Comic Sans MS" panose="030F0702030302020204" pitchFamily="66" charset="0"/>
              </a:rPr>
              <a:t> Store cookies to avoid repeated logins during tests.</a:t>
            </a:r>
          </a:p>
          <a:p>
            <a:pPr>
              <a:lnSpc>
                <a:spcPct val="150000"/>
              </a:lnSpc>
              <a:buFont typeface="Arial" panose="020B0604020202020204" pitchFamily="34" charset="0"/>
              <a:buChar char="•"/>
            </a:pPr>
            <a:r>
              <a:rPr lang="en-US" b="1" dirty="0">
                <a:effectLst/>
                <a:latin typeface="Comic Sans MS" panose="030F0702030302020204" pitchFamily="66" charset="0"/>
              </a:rPr>
              <a:t>Session management:</a:t>
            </a:r>
            <a:r>
              <a:rPr lang="en-US" dirty="0">
                <a:effectLst/>
                <a:latin typeface="Comic Sans MS" panose="030F0702030302020204" pitchFamily="66" charset="0"/>
              </a:rPr>
              <a:t> Validate session expiration or renewal.</a:t>
            </a:r>
          </a:p>
          <a:p>
            <a:pPr>
              <a:lnSpc>
                <a:spcPct val="150000"/>
              </a:lnSpc>
              <a:buFont typeface="Arial" panose="020B0604020202020204" pitchFamily="34" charset="0"/>
              <a:buChar char="•"/>
            </a:pPr>
            <a:r>
              <a:rPr lang="en-US" b="1" dirty="0">
                <a:effectLst/>
                <a:latin typeface="Comic Sans MS" panose="030F0702030302020204" pitchFamily="66" charset="0"/>
              </a:rPr>
              <a:t>Security testing:</a:t>
            </a:r>
            <a:r>
              <a:rPr lang="en-US" dirty="0">
                <a:effectLst/>
                <a:latin typeface="Comic Sans MS" panose="030F0702030302020204" pitchFamily="66" charset="0"/>
              </a:rPr>
              <a:t> Check how applications handle cookie manipulation.</a:t>
            </a:r>
          </a:p>
          <a:p>
            <a:pPr>
              <a:lnSpc>
                <a:spcPct val="150000"/>
              </a:lnSpc>
              <a:buFont typeface="Arial" panose="020B0604020202020204" pitchFamily="34" charset="0"/>
              <a:buChar char="•"/>
            </a:pPr>
            <a:r>
              <a:rPr lang="en-US" b="1" dirty="0">
                <a:effectLst/>
                <a:latin typeface="Comic Sans MS" panose="030F0702030302020204" pitchFamily="66" charset="0"/>
              </a:rPr>
              <a:t>Performance:</a:t>
            </a:r>
            <a:r>
              <a:rPr lang="en-US" dirty="0">
                <a:effectLst/>
                <a:latin typeface="Comic Sans MS" panose="030F0702030302020204" pitchFamily="66" charset="0"/>
              </a:rPr>
              <a:t> Speed up tests by skipping repetitive authentication steps.</a:t>
            </a:r>
          </a:p>
        </p:txBody>
      </p:sp>
    </p:spTree>
    <p:extLst>
      <p:ext uri="{BB962C8B-B14F-4D97-AF65-F5344CB8AC3E}">
        <p14:creationId xmlns:p14="http://schemas.microsoft.com/office/powerpoint/2010/main" val="131060748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600"/>
          </a:spcBef>
          <a:spcAft>
            <a:spcPts val="0"/>
          </a:spcAft>
          <a:defRPr dirty="0" err="1" smtClean="0"/>
        </a:defPPr>
      </a:lstStyle>
    </a:tx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Presentation5" id="{F5F4F051-22F0-4442-9496-654FF8745D7A}" vid="{AB62C236-C77B-4F69-B63E-3F34518FC0F1}"/>
    </a:ext>
  </a:extLst>
</a:theme>
</file>

<file path=ppt/theme/theme2.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0AD2383-F69B-DD48-B17A-5BA153F117E0}">
  <we:reference id="1f4df590-35fc-4b16-a239-39709f9d8a74" version="1.0.0.1" store="EXCatalog" storeType="EXCatalog"/>
  <we:alternateReferences>
    <we:reference id="WA104381063" version="1.0.0.1"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0056E6A9C08B24892CD7916A83F37D3" ma:contentTypeVersion="4" ma:contentTypeDescription="Create a new document." ma:contentTypeScope="" ma:versionID="b391c45433ff8120f110024922065263">
  <xsd:schema xmlns:xsd="http://www.w3.org/2001/XMLSchema" xmlns:xs="http://www.w3.org/2001/XMLSchema" xmlns:p="http://schemas.microsoft.com/office/2006/metadata/properties" xmlns:ns2="85aa0b7b-c2ff-4619-b015-c2745a4ebbba" targetNamespace="http://schemas.microsoft.com/office/2006/metadata/properties" ma:root="true" ma:fieldsID="24df3229156fdbad0d5539e05a71b6a6" ns2:_="">
    <xsd:import namespace="85aa0b7b-c2ff-4619-b015-c2745a4ebb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aa0b7b-c2ff-4619-b015-c2745a4ebb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8EFB4C7-205D-4E6A-886B-BBFFE9BD0B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5aa0b7b-c2ff-4619-b015-c2745a4ebbb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A4B404F-09F1-40CA-84E2-FD9F4E5EB219}">
  <ds:schemaRefs>
    <ds:schemaRef ds:uri="http://purl.org/dc/elements/1.1/"/>
    <ds:schemaRef ds:uri="http://schemas.microsoft.com/office/2006/documentManagement/types"/>
    <ds:schemaRef ds:uri="http://purl.org/dc/dcmitype/"/>
    <ds:schemaRef ds:uri="85aa0b7b-c2ff-4619-b015-c2745a4ebbba"/>
    <ds:schemaRef ds:uri="http://www.w3.org/XML/1998/namespace"/>
    <ds:schemaRef ds:uri="http://purl.org/dc/terms/"/>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33B7C277-7563-48D9-B200-95B00BA2069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Cog_PPT_potx_Template_2025-2027</Template>
  <TotalTime>3759</TotalTime>
  <Words>2566</Words>
  <Application>Microsoft Office PowerPoint</Application>
  <PresentationFormat>Widescreen</PresentationFormat>
  <Paragraphs>368</Paragraphs>
  <Slides>17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Comic Sans MS</vt:lpstr>
      <vt:lpstr>Wingdings</vt:lpstr>
      <vt:lpstr>Cognizant_2024</vt:lpstr>
      <vt:lpstr>Windows, Frames, Alerts Handling</vt:lpstr>
      <vt:lpstr>Handling Radiobutton</vt:lpstr>
      <vt:lpstr>Handling Checkbox</vt:lpstr>
      <vt:lpstr>Handling Dropdown</vt:lpstr>
      <vt:lpstr>Handling Dropdown</vt:lpstr>
      <vt:lpstr>Handling Dropdown</vt:lpstr>
      <vt:lpstr>Handling Multiple windows, tabs</vt:lpstr>
      <vt:lpstr>Handling Multiple windows, tabs</vt:lpstr>
      <vt:lpstr>Handling Multiple windows, tabs</vt:lpstr>
      <vt:lpstr>Handling Multiple windows, tabs</vt:lpstr>
      <vt:lpstr>Handling Frames</vt:lpstr>
      <vt:lpstr>Handling Frames</vt:lpstr>
      <vt:lpstr>Handling Alerts</vt:lpstr>
      <vt:lpstr>Handling Cookies</vt:lpstr>
      <vt:lpstr>Handling Cookies</vt:lpstr>
      <vt:lpstr>Handling Cookies</vt:lpstr>
      <vt:lpstr>Handling Cookies</vt:lpstr>
    </vt:vector>
  </TitlesOfParts>
  <Manager/>
  <Company>Cognizant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Mohan, Poornima Swarna (Cognizant)</dc:creator>
  <cp:keywords/>
  <dc:description/>
  <cp:lastModifiedBy>Mohan, Poornima Swarna (Cognizant)</cp:lastModifiedBy>
  <cp:revision>1</cp:revision>
  <dcterms:created xsi:type="dcterms:W3CDTF">2025-09-17T08:32:50Z</dcterms:created>
  <dcterms:modified xsi:type="dcterms:W3CDTF">2025-12-22T11:14:29Z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0x01010030056E6A9C08B24892CD7916A83F37D3</vt:lpwstr>
  </property>
  <property fmtid="{D5CDD505-2E9C-101B-9397-08002B2CF9AE}" pid="3" name="MediaServiceImageTags">
    <vt:lpwstr/>
  </property>
  <property fmtid="{D5CDD505-2E9C-101B-9397-08002B2CF9AE}" pid="4" name="Geography">
    <vt:lpwstr/>
  </property>
  <property fmtid="{D5CDD505-2E9C-101B-9397-08002B2CF9AE}" pid="5" name="Business">
    <vt:lpwstr/>
  </property>
  <property fmtid="{D5CDD505-2E9C-101B-9397-08002B2CF9AE}" pid="6" name="Topics">
    <vt:lpwstr/>
  </property>
</Properties>
</file>