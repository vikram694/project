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26"/>
  </p:notesMasterIdLst>
  <p:handoutMasterIdLst>
    <p:handoutMasterId r:id="rId27"/>
  </p:handoutMasterIdLst>
  <p:sldIdLst>
    <p:sldId id="2147479184" r:id="rId5"/>
    <p:sldId id="2147479185" r:id="rId6"/>
    <p:sldId id="2147479186" r:id="rId7"/>
    <p:sldId id="2147479187" r:id="rId8"/>
    <p:sldId id="2147479188" r:id="rId9"/>
    <p:sldId id="2147479199" r:id="rId10"/>
    <p:sldId id="2147479200" r:id="rId11"/>
    <p:sldId id="2147479194" r:id="rId12"/>
    <p:sldId id="2147479195" r:id="rId13"/>
    <p:sldId id="2147479189" r:id="rId14"/>
    <p:sldId id="267" r:id="rId15"/>
    <p:sldId id="268" r:id="rId16"/>
    <p:sldId id="2147479190" r:id="rId17"/>
    <p:sldId id="2147479191" r:id="rId18"/>
    <p:sldId id="2147479192" r:id="rId19"/>
    <p:sldId id="270" r:id="rId20"/>
    <p:sldId id="271" r:id="rId21"/>
    <p:sldId id="2147479196" r:id="rId22"/>
    <p:sldId id="273" r:id="rId23"/>
    <p:sldId id="2147479197" r:id="rId24"/>
    <p:sldId id="214747919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9" autoAdjust="0"/>
  </p:normalViewPr>
  <p:slideViewPr>
    <p:cSldViewPr snapToGrid="0">
      <p:cViewPr varScale="1">
        <p:scale>
          <a:sx n="74" d="100"/>
          <a:sy n="74" d="100"/>
        </p:scale>
        <p:origin x="376" y="72"/>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 Yejjavarapu (Cognizant)" userId="3936b720-d7f5-4bca-9309-d3687ae3547e" providerId="ADAL" clId="{15B97537-7976-4122-9A46-6BBDEF3EB3C0}"/>
    <pc:docChg chg="modSld">
      <pc:chgData name="Venu, Yejjavarapu (Cognizant)" userId="3936b720-d7f5-4bca-9309-d3687ae3547e" providerId="ADAL" clId="{15B97537-7976-4122-9A46-6BBDEF3EB3C0}" dt="2026-01-11T15:25:30.817" v="1" actId="1038"/>
      <pc:docMkLst>
        <pc:docMk/>
      </pc:docMkLst>
      <pc:sldChg chg="modSp mod">
        <pc:chgData name="Venu, Yejjavarapu (Cognizant)" userId="3936b720-d7f5-4bca-9309-d3687ae3547e" providerId="ADAL" clId="{15B97537-7976-4122-9A46-6BBDEF3EB3C0}" dt="2026-01-07T09:48:09.788" v="0" actId="1038"/>
        <pc:sldMkLst>
          <pc:docMk/>
          <pc:sldMk cId="1136887323" sldId="2147479186"/>
        </pc:sldMkLst>
        <pc:spChg chg="mod">
          <ac:chgData name="Venu, Yejjavarapu (Cognizant)" userId="3936b720-d7f5-4bca-9309-d3687ae3547e" providerId="ADAL" clId="{15B97537-7976-4122-9A46-6BBDEF3EB3C0}" dt="2026-01-07T09:48:09.788" v="0" actId="1038"/>
          <ac:spMkLst>
            <pc:docMk/>
            <pc:sldMk cId="1136887323" sldId="2147479186"/>
            <ac:spMk id="5" creationId="{F670A97F-D884-4BEB-67B1-E0403942FB28}"/>
          </ac:spMkLst>
        </pc:spChg>
      </pc:sldChg>
      <pc:sldChg chg="modSp mod">
        <pc:chgData name="Venu, Yejjavarapu (Cognizant)" userId="3936b720-d7f5-4bca-9309-d3687ae3547e" providerId="ADAL" clId="{15B97537-7976-4122-9A46-6BBDEF3EB3C0}" dt="2026-01-11T15:25:30.817" v="1" actId="1038"/>
        <pc:sldMkLst>
          <pc:docMk/>
          <pc:sldMk cId="1034557493" sldId="2147479200"/>
        </pc:sldMkLst>
        <pc:picChg chg="mod">
          <ac:chgData name="Venu, Yejjavarapu (Cognizant)" userId="3936b720-d7f5-4bca-9309-d3687ae3547e" providerId="ADAL" clId="{15B97537-7976-4122-9A46-6BBDEF3EB3C0}" dt="2026-01-11T15:25:30.817" v="1" actId="1038"/>
          <ac:picMkLst>
            <pc:docMk/>
            <pc:sldMk cId="1034557493" sldId="2147479200"/>
            <ac:picMk id="6" creationId="{276D5828-00AE-27B6-471D-A4D30FA1459F}"/>
          </ac:picMkLst>
        </pc:picChg>
      </pc:sldChg>
    </pc:docChg>
  </pc:docChgLst>
  <pc:docChgLst>
    <pc:chgData name="Mohan, Poornima Swarna (Cognizant)" userId="36824357-ffbd-40a5-b000-b82d0f7dca89" providerId="ADAL" clId="{BB20CA10-5FC3-4CCD-8518-89B0931CAB48}"/>
    <pc:docChg chg="modSld">
      <pc:chgData name="Mohan, Poornima Swarna (Cognizant)" userId="36824357-ffbd-40a5-b000-b82d0f7dca89" providerId="ADAL" clId="{BB20CA10-5FC3-4CCD-8518-89B0931CAB48}" dt="2025-12-18T11:14:11.120" v="9" actId="20577"/>
      <pc:docMkLst>
        <pc:docMk/>
      </pc:docMkLst>
      <pc:sldChg chg="modSp mod">
        <pc:chgData name="Mohan, Poornima Swarna (Cognizant)" userId="36824357-ffbd-40a5-b000-b82d0f7dca89" providerId="ADAL" clId="{BB20CA10-5FC3-4CCD-8518-89B0931CAB48}" dt="2025-12-18T11:14:11.120" v="9" actId="20577"/>
        <pc:sldMkLst>
          <pc:docMk/>
          <pc:sldMk cId="2713534842" sldId="2147479184"/>
        </pc:sldMkLst>
        <pc:spChg chg="mod">
          <ac:chgData name="Mohan, Poornima Swarna (Cognizant)" userId="36824357-ffbd-40a5-b000-b82d0f7dca89" providerId="ADAL" clId="{BB20CA10-5FC3-4CCD-8518-89B0931CAB48}" dt="2025-12-18T11:14:11.120" v="9" actId="20577"/>
          <ac:spMkLst>
            <pc:docMk/>
            <pc:sldMk cId="2713534842" sldId="2147479184"/>
            <ac:spMk id="6" creationId="{88FEBB95-7384-788A-FB4C-0A6B87FC5084}"/>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hyperlink" Target="https://www.geeksforgeeks.org/software-testing/software-testing-basics/" TargetMode="External"/><Relationship Id="rId5" Type="http://schemas.openxmlformats.org/officeDocument/2006/relationships/image" Target="../media/image20.svg"/><Relationship Id="rId4" Type="http://schemas.openxmlformats.org/officeDocument/2006/relationships/image" Target="../media/image19.png"/></Relationships>
</file>

<file path=ppt/diagrams/_rels/data2.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_rels/drawing1.xml.rels><?xml version="1.0" encoding="UTF-8" standalone="yes"?>
<Relationships xmlns="http://schemas.openxmlformats.org/package/2006/relationships"><Relationship Id="rId3" Type="http://schemas.openxmlformats.org/officeDocument/2006/relationships/hyperlink" Target="https://www.geeksforgeeks.org/software-testing/software-testing-basics/" TargetMode="External"/><Relationship Id="rId2" Type="http://schemas.openxmlformats.org/officeDocument/2006/relationships/image" Target="../media/image18.svg"/><Relationship Id="rId1" Type="http://schemas.openxmlformats.org/officeDocument/2006/relationships/image" Target="../media/image17.png"/><Relationship Id="rId5" Type="http://schemas.openxmlformats.org/officeDocument/2006/relationships/image" Target="../media/image20.svg"/><Relationship Id="rId4" Type="http://schemas.openxmlformats.org/officeDocument/2006/relationships/image" Target="../media/image1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55B14088-00F7-4013-8E8C-AACD28F28F8F}"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61D1D5A-5B62-45B0-BBC9-C00509EC5FFA}">
      <dgm:prSet custT="1"/>
      <dgm:spPr/>
      <dgm:t>
        <a:bodyPr/>
        <a:lstStyle/>
        <a:p>
          <a:pPr algn="ctr"/>
          <a:r>
            <a:rPr lang="en-US" sz="2000" dirty="0"/>
            <a:t>Selenium is a popular open-source </a:t>
          </a:r>
          <a:r>
            <a:rPr lang="en-US" sz="2000" u="sng" dirty="0">
              <a:hlinkClick xmlns:r="http://schemas.openxmlformats.org/officeDocument/2006/relationships" r:id="rId1"/>
            </a:rPr>
            <a:t>software testing</a:t>
          </a:r>
          <a:r>
            <a:rPr lang="en-US" sz="2000" dirty="0"/>
            <a:t> framework used for automating web applications. </a:t>
          </a:r>
        </a:p>
      </dgm:t>
    </dgm:pt>
    <dgm:pt modelId="{F0ADC5D8-ECF1-45AC-A37B-AF6D639F4042}" type="parTrans" cxnId="{BB644E34-48F2-4FD4-A1C6-DAB7B5FF1197}">
      <dgm:prSet/>
      <dgm:spPr/>
      <dgm:t>
        <a:bodyPr/>
        <a:lstStyle/>
        <a:p>
          <a:endParaRPr lang="en-US"/>
        </a:p>
      </dgm:t>
    </dgm:pt>
    <dgm:pt modelId="{7936B416-615E-4612-9964-CD934CBCE6F2}" type="sibTrans" cxnId="{BB644E34-48F2-4FD4-A1C6-DAB7B5FF1197}">
      <dgm:prSet/>
      <dgm:spPr/>
      <dgm:t>
        <a:bodyPr/>
        <a:lstStyle/>
        <a:p>
          <a:endParaRPr lang="en-US"/>
        </a:p>
      </dgm:t>
    </dgm:pt>
    <dgm:pt modelId="{DB222552-ED7E-453B-B830-DB3F58A4D1B4}">
      <dgm:prSet/>
      <dgm:spPr/>
      <dgm:t>
        <a:bodyPr/>
        <a:lstStyle/>
        <a:p>
          <a:r>
            <a:rPr lang="en-US" dirty="0"/>
            <a:t>It is widely used for functional testing, regression testing, and performance testing.</a:t>
          </a:r>
        </a:p>
      </dgm:t>
    </dgm:pt>
    <dgm:pt modelId="{FB9EC503-E8A3-4A4D-A662-19A32B43AC55}" type="parTrans" cxnId="{74A97840-61DB-4692-B9CB-0E500E5030C8}">
      <dgm:prSet/>
      <dgm:spPr/>
      <dgm:t>
        <a:bodyPr/>
        <a:lstStyle/>
        <a:p>
          <a:endParaRPr lang="en-US"/>
        </a:p>
      </dgm:t>
    </dgm:pt>
    <dgm:pt modelId="{497C2226-132C-47A2-98E0-E3487861B308}" type="sibTrans" cxnId="{74A97840-61DB-4692-B9CB-0E500E5030C8}">
      <dgm:prSet/>
      <dgm:spPr/>
      <dgm:t>
        <a:bodyPr/>
        <a:lstStyle/>
        <a:p>
          <a:endParaRPr lang="en-US"/>
        </a:p>
      </dgm:t>
    </dgm:pt>
    <dgm:pt modelId="{71FE19E2-C74D-434E-946C-50F28965616E}" type="pres">
      <dgm:prSet presAssocID="{55B14088-00F7-4013-8E8C-AACD28F28F8F}" presName="root" presStyleCnt="0">
        <dgm:presLayoutVars>
          <dgm:dir/>
          <dgm:resizeHandles val="exact"/>
        </dgm:presLayoutVars>
      </dgm:prSet>
      <dgm:spPr/>
    </dgm:pt>
    <dgm:pt modelId="{22E9080D-6EE1-4589-8C09-C548BC2DF7E9}" type="pres">
      <dgm:prSet presAssocID="{C61D1D5A-5B62-45B0-BBC9-C00509EC5FFA}" presName="compNode" presStyleCnt="0"/>
      <dgm:spPr/>
    </dgm:pt>
    <dgm:pt modelId="{E30B6459-1E20-47F0-AB5B-0953230E9771}" type="pres">
      <dgm:prSet presAssocID="{C61D1D5A-5B62-45B0-BBC9-C00509EC5FFA}" presName="iconRect" presStyleLbl="node1" presStyleIdx="0" presStyleCnt="2"/>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obot"/>
        </a:ext>
      </dgm:extLst>
    </dgm:pt>
    <dgm:pt modelId="{0593D6B9-2704-4E1F-B151-99368F51D976}" type="pres">
      <dgm:prSet presAssocID="{C61D1D5A-5B62-45B0-BBC9-C00509EC5FFA}" presName="spaceRect" presStyleCnt="0"/>
      <dgm:spPr/>
    </dgm:pt>
    <dgm:pt modelId="{FF4D0148-6240-44B5-AE25-1AB16499A39F}" type="pres">
      <dgm:prSet presAssocID="{C61D1D5A-5B62-45B0-BBC9-C00509EC5FFA}" presName="textRect" presStyleLbl="revTx" presStyleIdx="0" presStyleCnt="2">
        <dgm:presLayoutVars>
          <dgm:chMax val="1"/>
          <dgm:chPref val="1"/>
        </dgm:presLayoutVars>
      </dgm:prSet>
      <dgm:spPr/>
    </dgm:pt>
    <dgm:pt modelId="{88D8144E-FE5D-4CDF-83A8-7854253AF4FB}" type="pres">
      <dgm:prSet presAssocID="{7936B416-615E-4612-9964-CD934CBCE6F2}" presName="sibTrans" presStyleCnt="0"/>
      <dgm:spPr/>
    </dgm:pt>
    <dgm:pt modelId="{BF8E69EA-B914-48A7-A690-B0E368844401}" type="pres">
      <dgm:prSet presAssocID="{DB222552-ED7E-453B-B830-DB3F58A4D1B4}" presName="compNode" presStyleCnt="0"/>
      <dgm:spPr/>
    </dgm:pt>
    <dgm:pt modelId="{451BC686-A901-4048-A714-C09765B32029}" type="pres">
      <dgm:prSet presAssocID="{DB222552-ED7E-453B-B830-DB3F58A4D1B4}" presName="iconRect" presStyleLbl="node1" presStyleIdx="1" presStyleCnt="2"/>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Programmer"/>
        </a:ext>
      </dgm:extLst>
    </dgm:pt>
    <dgm:pt modelId="{C8B09995-97AC-42F9-9B92-FF0CECFFA9C9}" type="pres">
      <dgm:prSet presAssocID="{DB222552-ED7E-453B-B830-DB3F58A4D1B4}" presName="spaceRect" presStyleCnt="0"/>
      <dgm:spPr/>
    </dgm:pt>
    <dgm:pt modelId="{1B67A80E-90D4-46BA-9137-441785733011}" type="pres">
      <dgm:prSet presAssocID="{DB222552-ED7E-453B-B830-DB3F58A4D1B4}" presName="textRect" presStyleLbl="revTx" presStyleIdx="1" presStyleCnt="2">
        <dgm:presLayoutVars>
          <dgm:chMax val="1"/>
          <dgm:chPref val="1"/>
        </dgm:presLayoutVars>
      </dgm:prSet>
      <dgm:spPr/>
    </dgm:pt>
  </dgm:ptLst>
  <dgm:cxnLst>
    <dgm:cxn modelId="{BB644E34-48F2-4FD4-A1C6-DAB7B5FF1197}" srcId="{55B14088-00F7-4013-8E8C-AACD28F28F8F}" destId="{C61D1D5A-5B62-45B0-BBC9-C00509EC5FFA}" srcOrd="0" destOrd="0" parTransId="{F0ADC5D8-ECF1-45AC-A37B-AF6D639F4042}" sibTransId="{7936B416-615E-4612-9964-CD934CBCE6F2}"/>
    <dgm:cxn modelId="{74A97840-61DB-4692-B9CB-0E500E5030C8}" srcId="{55B14088-00F7-4013-8E8C-AACD28F28F8F}" destId="{DB222552-ED7E-453B-B830-DB3F58A4D1B4}" srcOrd="1" destOrd="0" parTransId="{FB9EC503-E8A3-4A4D-A662-19A32B43AC55}" sibTransId="{497C2226-132C-47A2-98E0-E3487861B308}"/>
    <dgm:cxn modelId="{C22DA8B7-76CE-4286-A314-BA9D23164D46}" type="presOf" srcId="{C61D1D5A-5B62-45B0-BBC9-C00509EC5FFA}" destId="{FF4D0148-6240-44B5-AE25-1AB16499A39F}" srcOrd="0" destOrd="0" presId="urn:microsoft.com/office/officeart/2018/2/layout/IconLabelList"/>
    <dgm:cxn modelId="{EC40B1CA-E6A7-4EC4-90A2-06AC83BD7DBF}" type="presOf" srcId="{DB222552-ED7E-453B-B830-DB3F58A4D1B4}" destId="{1B67A80E-90D4-46BA-9137-441785733011}" srcOrd="0" destOrd="0" presId="urn:microsoft.com/office/officeart/2018/2/layout/IconLabelList"/>
    <dgm:cxn modelId="{086621F3-B9A0-4218-8A1F-2522F09508E8}" type="presOf" srcId="{55B14088-00F7-4013-8E8C-AACD28F28F8F}" destId="{71FE19E2-C74D-434E-946C-50F28965616E}" srcOrd="0" destOrd="0" presId="urn:microsoft.com/office/officeart/2018/2/layout/IconLabelList"/>
    <dgm:cxn modelId="{568CCA08-5162-480A-B1A0-1C7667B7B345}" type="presParOf" srcId="{71FE19E2-C74D-434E-946C-50F28965616E}" destId="{22E9080D-6EE1-4589-8C09-C548BC2DF7E9}" srcOrd="0" destOrd="0" presId="urn:microsoft.com/office/officeart/2018/2/layout/IconLabelList"/>
    <dgm:cxn modelId="{DC084F9E-5B67-4BB4-8E5C-8CAF6647E422}" type="presParOf" srcId="{22E9080D-6EE1-4589-8C09-C548BC2DF7E9}" destId="{E30B6459-1E20-47F0-AB5B-0953230E9771}" srcOrd="0" destOrd="0" presId="urn:microsoft.com/office/officeart/2018/2/layout/IconLabelList"/>
    <dgm:cxn modelId="{3B7555A1-584B-43B6-B4E0-8302A3AB30C6}" type="presParOf" srcId="{22E9080D-6EE1-4589-8C09-C548BC2DF7E9}" destId="{0593D6B9-2704-4E1F-B151-99368F51D976}" srcOrd="1" destOrd="0" presId="urn:microsoft.com/office/officeart/2018/2/layout/IconLabelList"/>
    <dgm:cxn modelId="{552611C6-D84F-46F9-8CF2-223600AFB3BB}" type="presParOf" srcId="{22E9080D-6EE1-4589-8C09-C548BC2DF7E9}" destId="{FF4D0148-6240-44B5-AE25-1AB16499A39F}" srcOrd="2" destOrd="0" presId="urn:microsoft.com/office/officeart/2018/2/layout/IconLabelList"/>
    <dgm:cxn modelId="{DA137C93-2C4D-4E6C-A042-E7B7E5B68BEC}" type="presParOf" srcId="{71FE19E2-C74D-434E-946C-50F28965616E}" destId="{88D8144E-FE5D-4CDF-83A8-7854253AF4FB}" srcOrd="1" destOrd="0" presId="urn:microsoft.com/office/officeart/2018/2/layout/IconLabelList"/>
    <dgm:cxn modelId="{E31CE821-8CB3-4D05-9D5C-CC37F3B703E4}" type="presParOf" srcId="{71FE19E2-C74D-434E-946C-50F28965616E}" destId="{BF8E69EA-B914-48A7-A690-B0E368844401}" srcOrd="2" destOrd="0" presId="urn:microsoft.com/office/officeart/2018/2/layout/IconLabelList"/>
    <dgm:cxn modelId="{DE758474-6FDE-4E32-8E31-220EF4E2E431}" type="presParOf" srcId="{BF8E69EA-B914-48A7-A690-B0E368844401}" destId="{451BC686-A901-4048-A714-C09765B32029}" srcOrd="0" destOrd="0" presId="urn:microsoft.com/office/officeart/2018/2/layout/IconLabelList"/>
    <dgm:cxn modelId="{5390469B-5C3E-47A3-A5B8-9CFFABD0C52B}" type="presParOf" srcId="{BF8E69EA-B914-48A7-A690-B0E368844401}" destId="{C8B09995-97AC-42F9-9B92-FF0CECFFA9C9}" srcOrd="1" destOrd="0" presId="urn:microsoft.com/office/officeart/2018/2/layout/IconLabelList"/>
    <dgm:cxn modelId="{561CF180-68DA-48B6-9D89-6CC1B796E3F9}" type="presParOf" srcId="{BF8E69EA-B914-48A7-A690-B0E368844401}" destId="{1B67A80E-90D4-46BA-9137-44178573301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3E0DE8-674C-4964-B704-D9461E3AE163}"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C69C8745-F48D-41F5-93AD-07716F519297}">
      <dgm:prSet/>
      <dgm:spPr/>
      <dgm:t>
        <a:bodyPr/>
        <a:lstStyle/>
        <a:p>
          <a:pPr>
            <a:lnSpc>
              <a:spcPct val="100000"/>
            </a:lnSpc>
            <a:defRPr b="1"/>
          </a:pPr>
          <a:r>
            <a:rPr lang="en-US" dirty="0"/>
            <a:t>Reduces manual testing effort</a:t>
          </a:r>
        </a:p>
      </dgm:t>
    </dgm:pt>
    <dgm:pt modelId="{02889774-04A4-45D8-9457-D82B71D4CCC6}" type="parTrans" cxnId="{166FF0E8-C8F4-4D93-B8C1-ACC98ADAD614}">
      <dgm:prSet/>
      <dgm:spPr/>
      <dgm:t>
        <a:bodyPr/>
        <a:lstStyle/>
        <a:p>
          <a:endParaRPr lang="en-US"/>
        </a:p>
      </dgm:t>
    </dgm:pt>
    <dgm:pt modelId="{4B820C33-E915-461C-B177-27E9C5D232B7}" type="sibTrans" cxnId="{166FF0E8-C8F4-4D93-B8C1-ACC98ADAD614}">
      <dgm:prSet/>
      <dgm:spPr/>
      <dgm:t>
        <a:bodyPr/>
        <a:lstStyle/>
        <a:p>
          <a:endParaRPr lang="en-US"/>
        </a:p>
      </dgm:t>
    </dgm:pt>
    <dgm:pt modelId="{8549B0BD-DCA1-46DB-83B0-6E2E81BC6AB6}">
      <dgm:prSet/>
      <dgm:spPr/>
      <dgm:t>
        <a:bodyPr/>
        <a:lstStyle/>
        <a:p>
          <a:pPr>
            <a:lnSpc>
              <a:spcPct val="100000"/>
            </a:lnSpc>
            <a:defRPr b="1"/>
          </a:pPr>
          <a:r>
            <a:rPr lang="en-US"/>
            <a:t>Enables automated regression testing</a:t>
          </a:r>
        </a:p>
      </dgm:t>
    </dgm:pt>
    <dgm:pt modelId="{2798132F-1552-4953-B89C-5E2DAA4823F3}" type="parTrans" cxnId="{D9F0E65D-035D-40AD-91F7-8B16DB510317}">
      <dgm:prSet/>
      <dgm:spPr/>
      <dgm:t>
        <a:bodyPr/>
        <a:lstStyle/>
        <a:p>
          <a:endParaRPr lang="en-US"/>
        </a:p>
      </dgm:t>
    </dgm:pt>
    <dgm:pt modelId="{CD601DF9-8C72-4E18-80D8-2B9B84A430CE}" type="sibTrans" cxnId="{D9F0E65D-035D-40AD-91F7-8B16DB510317}">
      <dgm:prSet/>
      <dgm:spPr/>
      <dgm:t>
        <a:bodyPr/>
        <a:lstStyle/>
        <a:p>
          <a:endParaRPr lang="en-US"/>
        </a:p>
      </dgm:t>
    </dgm:pt>
    <dgm:pt modelId="{4079803E-766E-4D27-AE7B-3523DA32A3A5}">
      <dgm:prSet/>
      <dgm:spPr/>
      <dgm:t>
        <a:bodyPr/>
        <a:lstStyle/>
        <a:p>
          <a:pPr>
            <a:lnSpc>
              <a:spcPct val="100000"/>
            </a:lnSpc>
            <a:defRPr b="1"/>
          </a:pPr>
          <a:r>
            <a:rPr lang="en-US"/>
            <a:t>Works across browsers and operating systems</a:t>
          </a:r>
        </a:p>
      </dgm:t>
    </dgm:pt>
    <dgm:pt modelId="{B8D44D55-1A42-4B5F-A47E-06B1CD10CCC4}" type="parTrans" cxnId="{E7AA75D8-E3CC-46E6-A657-4550D5DE70DA}">
      <dgm:prSet/>
      <dgm:spPr/>
      <dgm:t>
        <a:bodyPr/>
        <a:lstStyle/>
        <a:p>
          <a:endParaRPr lang="en-US"/>
        </a:p>
      </dgm:t>
    </dgm:pt>
    <dgm:pt modelId="{B0071AD9-467C-4099-B0B1-FC0F2D77456F}" type="sibTrans" cxnId="{E7AA75D8-E3CC-46E6-A657-4550D5DE70DA}">
      <dgm:prSet/>
      <dgm:spPr/>
      <dgm:t>
        <a:bodyPr/>
        <a:lstStyle/>
        <a:p>
          <a:endParaRPr lang="en-US"/>
        </a:p>
      </dgm:t>
    </dgm:pt>
    <dgm:pt modelId="{54D3AA15-D0C6-44A4-9DE0-C433A7DD00E0}">
      <dgm:prSet/>
      <dgm:spPr/>
      <dgm:t>
        <a:bodyPr/>
        <a:lstStyle/>
        <a:p>
          <a:pPr>
            <a:lnSpc>
              <a:spcPct val="100000"/>
            </a:lnSpc>
            <a:defRPr b="1"/>
          </a:pPr>
          <a:r>
            <a:rPr lang="en-US"/>
            <a:t>Integrates well with tools like </a:t>
          </a:r>
        </a:p>
      </dgm:t>
    </dgm:pt>
    <dgm:pt modelId="{F11FAF2E-C2B2-4F81-8D74-921B942E315C}" type="parTrans" cxnId="{A715AFC4-9D6C-48FF-A52E-9533F6BCE9B7}">
      <dgm:prSet/>
      <dgm:spPr/>
      <dgm:t>
        <a:bodyPr/>
        <a:lstStyle/>
        <a:p>
          <a:endParaRPr lang="en-US"/>
        </a:p>
      </dgm:t>
    </dgm:pt>
    <dgm:pt modelId="{DA084F85-350D-4A82-873D-A2DA90F505FB}" type="sibTrans" cxnId="{A715AFC4-9D6C-48FF-A52E-9533F6BCE9B7}">
      <dgm:prSet/>
      <dgm:spPr/>
      <dgm:t>
        <a:bodyPr/>
        <a:lstStyle/>
        <a:p>
          <a:endParaRPr lang="en-US"/>
        </a:p>
      </dgm:t>
    </dgm:pt>
    <dgm:pt modelId="{268F17E4-0C09-4524-BE3D-2F9C7AA3503D}">
      <dgm:prSet/>
      <dgm:spPr/>
      <dgm:t>
        <a:bodyPr/>
        <a:lstStyle/>
        <a:p>
          <a:pPr>
            <a:lnSpc>
              <a:spcPct val="100000"/>
            </a:lnSpc>
          </a:pPr>
          <a:r>
            <a:rPr lang="en-US"/>
            <a:t>Build tool-Maven</a:t>
          </a:r>
        </a:p>
      </dgm:t>
    </dgm:pt>
    <dgm:pt modelId="{7334D518-68B5-4FEB-BFEB-06F7C55ED791}" type="parTrans" cxnId="{0AF833DE-AD54-44D5-BE0D-AB40C1BDB70A}">
      <dgm:prSet/>
      <dgm:spPr/>
      <dgm:t>
        <a:bodyPr/>
        <a:lstStyle/>
        <a:p>
          <a:endParaRPr lang="en-US"/>
        </a:p>
      </dgm:t>
    </dgm:pt>
    <dgm:pt modelId="{86517936-BC70-4090-86E3-B40435B91CD7}" type="sibTrans" cxnId="{0AF833DE-AD54-44D5-BE0D-AB40C1BDB70A}">
      <dgm:prSet/>
      <dgm:spPr/>
      <dgm:t>
        <a:bodyPr/>
        <a:lstStyle/>
        <a:p>
          <a:endParaRPr lang="en-US"/>
        </a:p>
      </dgm:t>
    </dgm:pt>
    <dgm:pt modelId="{33420DA0-BCC5-40BA-B820-AEAC4481EB57}">
      <dgm:prSet/>
      <dgm:spPr/>
      <dgm:t>
        <a:bodyPr/>
        <a:lstStyle/>
        <a:p>
          <a:pPr>
            <a:lnSpc>
              <a:spcPct val="100000"/>
            </a:lnSpc>
          </a:pPr>
          <a:r>
            <a:rPr lang="en-US"/>
            <a:t>Test Framework-TestNG,JUNIT</a:t>
          </a:r>
        </a:p>
      </dgm:t>
    </dgm:pt>
    <dgm:pt modelId="{74782A66-D244-43E6-AAB3-143E90F92678}" type="parTrans" cxnId="{E170148B-CB5B-4425-8D98-8FF9D3FE68E9}">
      <dgm:prSet/>
      <dgm:spPr/>
      <dgm:t>
        <a:bodyPr/>
        <a:lstStyle/>
        <a:p>
          <a:endParaRPr lang="en-US"/>
        </a:p>
      </dgm:t>
    </dgm:pt>
    <dgm:pt modelId="{857B83AD-1160-4444-B0D3-C90A191CA532}" type="sibTrans" cxnId="{E170148B-CB5B-4425-8D98-8FF9D3FE68E9}">
      <dgm:prSet/>
      <dgm:spPr/>
      <dgm:t>
        <a:bodyPr/>
        <a:lstStyle/>
        <a:p>
          <a:endParaRPr lang="en-US"/>
        </a:p>
      </dgm:t>
    </dgm:pt>
    <dgm:pt modelId="{204C0134-450D-4FE3-ABF9-0265655E524D}">
      <dgm:prSet/>
      <dgm:spPr/>
      <dgm:t>
        <a:bodyPr/>
        <a:lstStyle/>
        <a:p>
          <a:pPr>
            <a:lnSpc>
              <a:spcPct val="100000"/>
            </a:lnSpc>
          </a:pPr>
          <a:r>
            <a:rPr lang="en-US"/>
            <a:t>CI/CD Pipeline- Jenkins,</a:t>
          </a:r>
        </a:p>
      </dgm:t>
    </dgm:pt>
    <dgm:pt modelId="{E5C25DF6-F233-4F71-A7DF-F075F5DCB7D5}" type="parTrans" cxnId="{806CA9C5-2010-45BE-B20D-F3CE16B02FEF}">
      <dgm:prSet/>
      <dgm:spPr/>
      <dgm:t>
        <a:bodyPr/>
        <a:lstStyle/>
        <a:p>
          <a:endParaRPr lang="en-US"/>
        </a:p>
      </dgm:t>
    </dgm:pt>
    <dgm:pt modelId="{0F7E82C1-8A7B-4B0B-9B44-C1DA1433F482}" type="sibTrans" cxnId="{806CA9C5-2010-45BE-B20D-F3CE16B02FEF}">
      <dgm:prSet/>
      <dgm:spPr/>
      <dgm:t>
        <a:bodyPr/>
        <a:lstStyle/>
        <a:p>
          <a:endParaRPr lang="en-US"/>
        </a:p>
      </dgm:t>
    </dgm:pt>
    <dgm:pt modelId="{87ACB110-D671-490E-9342-862878B549A4}">
      <dgm:prSet/>
      <dgm:spPr/>
      <dgm:t>
        <a:bodyPr/>
        <a:lstStyle/>
        <a:p>
          <a:pPr>
            <a:lnSpc>
              <a:spcPct val="100000"/>
            </a:lnSpc>
          </a:pPr>
          <a:r>
            <a:rPr lang="en-US"/>
            <a:t>Version Control-Git</a:t>
          </a:r>
        </a:p>
      </dgm:t>
    </dgm:pt>
    <dgm:pt modelId="{D95019E5-96ED-4511-AB36-EA1AF210F475}" type="parTrans" cxnId="{4E8CC2FA-DE51-470E-A219-FE340BA57003}">
      <dgm:prSet/>
      <dgm:spPr/>
      <dgm:t>
        <a:bodyPr/>
        <a:lstStyle/>
        <a:p>
          <a:endParaRPr lang="en-US"/>
        </a:p>
      </dgm:t>
    </dgm:pt>
    <dgm:pt modelId="{7F0698C2-DE34-4952-8873-FAFB89762D2F}" type="sibTrans" cxnId="{4E8CC2FA-DE51-470E-A219-FE340BA57003}">
      <dgm:prSet/>
      <dgm:spPr/>
      <dgm:t>
        <a:bodyPr/>
        <a:lstStyle/>
        <a:p>
          <a:endParaRPr lang="en-US"/>
        </a:p>
      </dgm:t>
    </dgm:pt>
    <dgm:pt modelId="{A988A57C-3D94-4E16-AB20-72F69BE2108B}">
      <dgm:prSet/>
      <dgm:spPr/>
      <dgm:t>
        <a:bodyPr/>
        <a:lstStyle/>
        <a:p>
          <a:pPr>
            <a:lnSpc>
              <a:spcPct val="100000"/>
            </a:lnSpc>
          </a:pPr>
          <a:r>
            <a:rPr lang="en-US"/>
            <a:t>BDD framework with Cucumber</a:t>
          </a:r>
        </a:p>
      </dgm:t>
    </dgm:pt>
    <dgm:pt modelId="{27DBF2DF-FE04-4396-BBD6-3F66690D0480}" type="parTrans" cxnId="{855730E0-A522-4880-AE8B-2CB9D2C4E070}">
      <dgm:prSet/>
      <dgm:spPr/>
      <dgm:t>
        <a:bodyPr/>
        <a:lstStyle/>
        <a:p>
          <a:endParaRPr lang="en-US"/>
        </a:p>
      </dgm:t>
    </dgm:pt>
    <dgm:pt modelId="{1CB1BA39-DB93-49AE-B88B-8F017AFE300A}" type="sibTrans" cxnId="{855730E0-A522-4880-AE8B-2CB9D2C4E070}">
      <dgm:prSet/>
      <dgm:spPr/>
      <dgm:t>
        <a:bodyPr/>
        <a:lstStyle/>
        <a:p>
          <a:endParaRPr lang="en-US"/>
        </a:p>
      </dgm:t>
    </dgm:pt>
    <dgm:pt modelId="{3B082B7C-B8E2-4F8E-AA52-76E7FF6B4F35}" type="pres">
      <dgm:prSet presAssocID="{FE3E0DE8-674C-4964-B704-D9461E3AE163}" presName="root" presStyleCnt="0">
        <dgm:presLayoutVars>
          <dgm:dir/>
          <dgm:resizeHandles val="exact"/>
        </dgm:presLayoutVars>
      </dgm:prSet>
      <dgm:spPr/>
    </dgm:pt>
    <dgm:pt modelId="{47AB36DD-C453-41C0-A98B-C54BE111E8C7}" type="pres">
      <dgm:prSet presAssocID="{C69C8745-F48D-41F5-93AD-07716F519297}" presName="compNode" presStyleCnt="0"/>
      <dgm:spPr/>
    </dgm:pt>
    <dgm:pt modelId="{63DA2F8B-F102-4C96-BC31-AEFC3A994F5C}" type="pres">
      <dgm:prSet presAssocID="{C69C8745-F48D-41F5-93AD-07716F51929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2FB5956A-A1FE-4E67-91B0-D610F74F3B7B}" type="pres">
      <dgm:prSet presAssocID="{C69C8745-F48D-41F5-93AD-07716F519297}" presName="iconSpace" presStyleCnt="0"/>
      <dgm:spPr/>
    </dgm:pt>
    <dgm:pt modelId="{CC37B9E8-3299-4A0B-B826-4C7EF97C055C}" type="pres">
      <dgm:prSet presAssocID="{C69C8745-F48D-41F5-93AD-07716F519297}" presName="parTx" presStyleLbl="revTx" presStyleIdx="0" presStyleCnt="8">
        <dgm:presLayoutVars>
          <dgm:chMax val="0"/>
          <dgm:chPref val="0"/>
        </dgm:presLayoutVars>
      </dgm:prSet>
      <dgm:spPr/>
    </dgm:pt>
    <dgm:pt modelId="{F0709143-921B-4345-83C9-314C8F938EEF}" type="pres">
      <dgm:prSet presAssocID="{C69C8745-F48D-41F5-93AD-07716F519297}" presName="txSpace" presStyleCnt="0"/>
      <dgm:spPr/>
    </dgm:pt>
    <dgm:pt modelId="{0BE6F955-7BB7-4DD1-AC04-9C62D37AB8A3}" type="pres">
      <dgm:prSet presAssocID="{C69C8745-F48D-41F5-93AD-07716F519297}" presName="desTx" presStyleLbl="revTx" presStyleIdx="1" presStyleCnt="8">
        <dgm:presLayoutVars/>
      </dgm:prSet>
      <dgm:spPr/>
    </dgm:pt>
    <dgm:pt modelId="{2FD4A2A7-F214-43B3-BB71-7A9DF6729F3D}" type="pres">
      <dgm:prSet presAssocID="{4B820C33-E915-461C-B177-27E9C5D232B7}" presName="sibTrans" presStyleCnt="0"/>
      <dgm:spPr/>
    </dgm:pt>
    <dgm:pt modelId="{4F722796-5CEE-4330-9A54-049E9B710648}" type="pres">
      <dgm:prSet presAssocID="{8549B0BD-DCA1-46DB-83B0-6E2E81BC6AB6}" presName="compNode" presStyleCnt="0"/>
      <dgm:spPr/>
    </dgm:pt>
    <dgm:pt modelId="{75C9A96B-EB56-4686-9DD0-139285DD12EC}" type="pres">
      <dgm:prSet presAssocID="{8549B0BD-DCA1-46DB-83B0-6E2E81BC6AB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93679E8F-AF1C-42AC-A77B-E3A1B10009AA}" type="pres">
      <dgm:prSet presAssocID="{8549B0BD-DCA1-46DB-83B0-6E2E81BC6AB6}" presName="iconSpace" presStyleCnt="0"/>
      <dgm:spPr/>
    </dgm:pt>
    <dgm:pt modelId="{C1C4EE20-E857-41E6-9D3D-E278AE99E0DA}" type="pres">
      <dgm:prSet presAssocID="{8549B0BD-DCA1-46DB-83B0-6E2E81BC6AB6}" presName="parTx" presStyleLbl="revTx" presStyleIdx="2" presStyleCnt="8">
        <dgm:presLayoutVars>
          <dgm:chMax val="0"/>
          <dgm:chPref val="0"/>
        </dgm:presLayoutVars>
      </dgm:prSet>
      <dgm:spPr/>
    </dgm:pt>
    <dgm:pt modelId="{0BC05A60-BE2A-41A5-8E80-2D6B319BBCD5}" type="pres">
      <dgm:prSet presAssocID="{8549B0BD-DCA1-46DB-83B0-6E2E81BC6AB6}" presName="txSpace" presStyleCnt="0"/>
      <dgm:spPr/>
    </dgm:pt>
    <dgm:pt modelId="{E5160789-3076-4DD1-B601-861C5127615A}" type="pres">
      <dgm:prSet presAssocID="{8549B0BD-DCA1-46DB-83B0-6E2E81BC6AB6}" presName="desTx" presStyleLbl="revTx" presStyleIdx="3" presStyleCnt="8">
        <dgm:presLayoutVars/>
      </dgm:prSet>
      <dgm:spPr/>
    </dgm:pt>
    <dgm:pt modelId="{85F90129-FEBB-48CB-B88A-F51AC0A8FF31}" type="pres">
      <dgm:prSet presAssocID="{CD601DF9-8C72-4E18-80D8-2B9B84A430CE}" presName="sibTrans" presStyleCnt="0"/>
      <dgm:spPr/>
    </dgm:pt>
    <dgm:pt modelId="{3541833B-5C4B-46AF-8DA3-BBEB80581068}" type="pres">
      <dgm:prSet presAssocID="{4079803E-766E-4D27-AE7B-3523DA32A3A5}" presName="compNode" presStyleCnt="0"/>
      <dgm:spPr/>
    </dgm:pt>
    <dgm:pt modelId="{1242AED5-EF5B-421A-B4EC-5E254C8BD350}" type="pres">
      <dgm:prSet presAssocID="{4079803E-766E-4D27-AE7B-3523DA32A3A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aptop"/>
        </a:ext>
      </dgm:extLst>
    </dgm:pt>
    <dgm:pt modelId="{75DA1582-8763-468C-8794-C3C388FC5715}" type="pres">
      <dgm:prSet presAssocID="{4079803E-766E-4D27-AE7B-3523DA32A3A5}" presName="iconSpace" presStyleCnt="0"/>
      <dgm:spPr/>
    </dgm:pt>
    <dgm:pt modelId="{9CD30D5A-3C1C-4DC5-85A0-3E9E2D0FAF9F}" type="pres">
      <dgm:prSet presAssocID="{4079803E-766E-4D27-AE7B-3523DA32A3A5}" presName="parTx" presStyleLbl="revTx" presStyleIdx="4" presStyleCnt="8">
        <dgm:presLayoutVars>
          <dgm:chMax val="0"/>
          <dgm:chPref val="0"/>
        </dgm:presLayoutVars>
      </dgm:prSet>
      <dgm:spPr/>
    </dgm:pt>
    <dgm:pt modelId="{7B81CC60-6BAB-45DD-9D57-D2A61FCB3A0E}" type="pres">
      <dgm:prSet presAssocID="{4079803E-766E-4D27-AE7B-3523DA32A3A5}" presName="txSpace" presStyleCnt="0"/>
      <dgm:spPr/>
    </dgm:pt>
    <dgm:pt modelId="{95AE016E-ECD9-474B-BFF6-90B11E30CABE}" type="pres">
      <dgm:prSet presAssocID="{4079803E-766E-4D27-AE7B-3523DA32A3A5}" presName="desTx" presStyleLbl="revTx" presStyleIdx="5" presStyleCnt="8">
        <dgm:presLayoutVars/>
      </dgm:prSet>
      <dgm:spPr/>
    </dgm:pt>
    <dgm:pt modelId="{3FFB3967-ED4A-49CD-8D11-953544CA2294}" type="pres">
      <dgm:prSet presAssocID="{B0071AD9-467C-4099-B0B1-FC0F2D77456F}" presName="sibTrans" presStyleCnt="0"/>
      <dgm:spPr/>
    </dgm:pt>
    <dgm:pt modelId="{8C67E530-9C17-4606-B7ED-65BA7DCB41EE}" type="pres">
      <dgm:prSet presAssocID="{54D3AA15-D0C6-44A4-9DE0-C433A7DD00E0}" presName="compNode" presStyleCnt="0"/>
      <dgm:spPr/>
    </dgm:pt>
    <dgm:pt modelId="{71787F7B-6DC5-485F-9BCB-C5168F89157E}" type="pres">
      <dgm:prSet presAssocID="{54D3AA15-D0C6-44A4-9DE0-C433A7DD00E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cessor"/>
        </a:ext>
      </dgm:extLst>
    </dgm:pt>
    <dgm:pt modelId="{33E4FBB0-148B-434D-9EBA-AAE9A38992D4}" type="pres">
      <dgm:prSet presAssocID="{54D3AA15-D0C6-44A4-9DE0-C433A7DD00E0}" presName="iconSpace" presStyleCnt="0"/>
      <dgm:spPr/>
    </dgm:pt>
    <dgm:pt modelId="{B26B2BEF-D170-435C-8A20-E5E936B1F282}" type="pres">
      <dgm:prSet presAssocID="{54D3AA15-D0C6-44A4-9DE0-C433A7DD00E0}" presName="parTx" presStyleLbl="revTx" presStyleIdx="6" presStyleCnt="8">
        <dgm:presLayoutVars>
          <dgm:chMax val="0"/>
          <dgm:chPref val="0"/>
        </dgm:presLayoutVars>
      </dgm:prSet>
      <dgm:spPr/>
    </dgm:pt>
    <dgm:pt modelId="{D5EAECCB-33E1-4B65-9215-3627D2CF5C0E}" type="pres">
      <dgm:prSet presAssocID="{54D3AA15-D0C6-44A4-9DE0-C433A7DD00E0}" presName="txSpace" presStyleCnt="0"/>
      <dgm:spPr/>
    </dgm:pt>
    <dgm:pt modelId="{B097FDD0-D909-4F9E-A215-A3117B69D2A8}" type="pres">
      <dgm:prSet presAssocID="{54D3AA15-D0C6-44A4-9DE0-C433A7DD00E0}" presName="desTx" presStyleLbl="revTx" presStyleIdx="7" presStyleCnt="8">
        <dgm:presLayoutVars/>
      </dgm:prSet>
      <dgm:spPr/>
    </dgm:pt>
  </dgm:ptLst>
  <dgm:cxnLst>
    <dgm:cxn modelId="{CE4AEB1B-A58D-4E27-8D01-7B939009ED6F}" type="presOf" srcId="{C69C8745-F48D-41F5-93AD-07716F519297}" destId="{CC37B9E8-3299-4A0B-B826-4C7EF97C055C}" srcOrd="0" destOrd="0" presId="urn:microsoft.com/office/officeart/2018/2/layout/IconLabelDescriptionList"/>
    <dgm:cxn modelId="{D9F0E65D-035D-40AD-91F7-8B16DB510317}" srcId="{FE3E0DE8-674C-4964-B704-D9461E3AE163}" destId="{8549B0BD-DCA1-46DB-83B0-6E2E81BC6AB6}" srcOrd="1" destOrd="0" parTransId="{2798132F-1552-4953-B89C-5E2DAA4823F3}" sibTransId="{CD601DF9-8C72-4E18-80D8-2B9B84A430CE}"/>
    <dgm:cxn modelId="{46493C5E-48E8-4253-9047-BADCB0DD18D9}" type="presOf" srcId="{54D3AA15-D0C6-44A4-9DE0-C433A7DD00E0}" destId="{B26B2BEF-D170-435C-8A20-E5E936B1F282}" srcOrd="0" destOrd="0" presId="urn:microsoft.com/office/officeart/2018/2/layout/IconLabelDescriptionList"/>
    <dgm:cxn modelId="{7452F565-862A-4A77-AA0F-CEAF14E8CD7B}" type="presOf" srcId="{A988A57C-3D94-4E16-AB20-72F69BE2108B}" destId="{B097FDD0-D909-4F9E-A215-A3117B69D2A8}" srcOrd="0" destOrd="4" presId="urn:microsoft.com/office/officeart/2018/2/layout/IconLabelDescriptionList"/>
    <dgm:cxn modelId="{E9C42E4E-5098-464A-A1B5-A2CED60D669C}" type="presOf" srcId="{87ACB110-D671-490E-9342-862878B549A4}" destId="{B097FDD0-D909-4F9E-A215-A3117B69D2A8}" srcOrd="0" destOrd="3" presId="urn:microsoft.com/office/officeart/2018/2/layout/IconLabelDescriptionList"/>
    <dgm:cxn modelId="{F9DA987C-A3CA-48E1-B116-A5EA23F09A6B}" type="presOf" srcId="{8549B0BD-DCA1-46DB-83B0-6E2E81BC6AB6}" destId="{C1C4EE20-E857-41E6-9D3D-E278AE99E0DA}" srcOrd="0" destOrd="0" presId="urn:microsoft.com/office/officeart/2018/2/layout/IconLabelDescriptionList"/>
    <dgm:cxn modelId="{FFA77986-D13E-47EC-BC78-0BFA4A8EFDF4}" type="presOf" srcId="{268F17E4-0C09-4524-BE3D-2F9C7AA3503D}" destId="{B097FDD0-D909-4F9E-A215-A3117B69D2A8}" srcOrd="0" destOrd="0" presId="urn:microsoft.com/office/officeart/2018/2/layout/IconLabelDescriptionList"/>
    <dgm:cxn modelId="{E170148B-CB5B-4425-8D98-8FF9D3FE68E9}" srcId="{54D3AA15-D0C6-44A4-9DE0-C433A7DD00E0}" destId="{33420DA0-BCC5-40BA-B820-AEAC4481EB57}" srcOrd="1" destOrd="0" parTransId="{74782A66-D244-43E6-AAB3-143E90F92678}" sibTransId="{857B83AD-1160-4444-B0D3-C90A191CA532}"/>
    <dgm:cxn modelId="{5AD24F8F-07D4-42E5-A1F2-0870F137E0DB}" type="presOf" srcId="{FE3E0DE8-674C-4964-B704-D9461E3AE163}" destId="{3B082B7C-B8E2-4F8E-AA52-76E7FF6B4F35}" srcOrd="0" destOrd="0" presId="urn:microsoft.com/office/officeart/2018/2/layout/IconLabelDescriptionList"/>
    <dgm:cxn modelId="{7763AE95-139F-4355-A9B2-A923EFEE1825}" type="presOf" srcId="{33420DA0-BCC5-40BA-B820-AEAC4481EB57}" destId="{B097FDD0-D909-4F9E-A215-A3117B69D2A8}" srcOrd="0" destOrd="1" presId="urn:microsoft.com/office/officeart/2018/2/layout/IconLabelDescriptionList"/>
    <dgm:cxn modelId="{6CE880A2-079F-471F-8A12-3C2FF257CBFE}" type="presOf" srcId="{4079803E-766E-4D27-AE7B-3523DA32A3A5}" destId="{9CD30D5A-3C1C-4DC5-85A0-3E9E2D0FAF9F}" srcOrd="0" destOrd="0" presId="urn:microsoft.com/office/officeart/2018/2/layout/IconLabelDescriptionList"/>
    <dgm:cxn modelId="{A715AFC4-9D6C-48FF-A52E-9533F6BCE9B7}" srcId="{FE3E0DE8-674C-4964-B704-D9461E3AE163}" destId="{54D3AA15-D0C6-44A4-9DE0-C433A7DD00E0}" srcOrd="3" destOrd="0" parTransId="{F11FAF2E-C2B2-4F81-8D74-921B942E315C}" sibTransId="{DA084F85-350D-4A82-873D-A2DA90F505FB}"/>
    <dgm:cxn modelId="{806CA9C5-2010-45BE-B20D-F3CE16B02FEF}" srcId="{54D3AA15-D0C6-44A4-9DE0-C433A7DD00E0}" destId="{204C0134-450D-4FE3-ABF9-0265655E524D}" srcOrd="2" destOrd="0" parTransId="{E5C25DF6-F233-4F71-A7DF-F075F5DCB7D5}" sibTransId="{0F7E82C1-8A7B-4B0B-9B44-C1DA1433F482}"/>
    <dgm:cxn modelId="{E7AA75D8-E3CC-46E6-A657-4550D5DE70DA}" srcId="{FE3E0DE8-674C-4964-B704-D9461E3AE163}" destId="{4079803E-766E-4D27-AE7B-3523DA32A3A5}" srcOrd="2" destOrd="0" parTransId="{B8D44D55-1A42-4B5F-A47E-06B1CD10CCC4}" sibTransId="{B0071AD9-467C-4099-B0B1-FC0F2D77456F}"/>
    <dgm:cxn modelId="{0AF833DE-AD54-44D5-BE0D-AB40C1BDB70A}" srcId="{54D3AA15-D0C6-44A4-9DE0-C433A7DD00E0}" destId="{268F17E4-0C09-4524-BE3D-2F9C7AA3503D}" srcOrd="0" destOrd="0" parTransId="{7334D518-68B5-4FEB-BFEB-06F7C55ED791}" sibTransId="{86517936-BC70-4090-86E3-B40435B91CD7}"/>
    <dgm:cxn modelId="{855730E0-A522-4880-AE8B-2CB9D2C4E070}" srcId="{54D3AA15-D0C6-44A4-9DE0-C433A7DD00E0}" destId="{A988A57C-3D94-4E16-AB20-72F69BE2108B}" srcOrd="4" destOrd="0" parTransId="{27DBF2DF-FE04-4396-BBD6-3F66690D0480}" sibTransId="{1CB1BA39-DB93-49AE-B88B-8F017AFE300A}"/>
    <dgm:cxn modelId="{166FF0E8-C8F4-4D93-B8C1-ACC98ADAD614}" srcId="{FE3E0DE8-674C-4964-B704-D9461E3AE163}" destId="{C69C8745-F48D-41F5-93AD-07716F519297}" srcOrd="0" destOrd="0" parTransId="{02889774-04A4-45D8-9457-D82B71D4CCC6}" sibTransId="{4B820C33-E915-461C-B177-27E9C5D232B7}"/>
    <dgm:cxn modelId="{A3B275EF-49CB-4B4A-BFD3-4EEC7CFE5BFB}" type="presOf" srcId="{204C0134-450D-4FE3-ABF9-0265655E524D}" destId="{B097FDD0-D909-4F9E-A215-A3117B69D2A8}" srcOrd="0" destOrd="2" presId="urn:microsoft.com/office/officeart/2018/2/layout/IconLabelDescriptionList"/>
    <dgm:cxn modelId="{4E8CC2FA-DE51-470E-A219-FE340BA57003}" srcId="{54D3AA15-D0C6-44A4-9DE0-C433A7DD00E0}" destId="{87ACB110-D671-490E-9342-862878B549A4}" srcOrd="3" destOrd="0" parTransId="{D95019E5-96ED-4511-AB36-EA1AF210F475}" sibTransId="{7F0698C2-DE34-4952-8873-FAFB89762D2F}"/>
    <dgm:cxn modelId="{0F303816-04B6-48D0-91FE-B008B45823E2}" type="presParOf" srcId="{3B082B7C-B8E2-4F8E-AA52-76E7FF6B4F35}" destId="{47AB36DD-C453-41C0-A98B-C54BE111E8C7}" srcOrd="0" destOrd="0" presId="urn:microsoft.com/office/officeart/2018/2/layout/IconLabelDescriptionList"/>
    <dgm:cxn modelId="{FFDAFE9C-354A-46A4-82D0-B6C8FBF11462}" type="presParOf" srcId="{47AB36DD-C453-41C0-A98B-C54BE111E8C7}" destId="{63DA2F8B-F102-4C96-BC31-AEFC3A994F5C}" srcOrd="0" destOrd="0" presId="urn:microsoft.com/office/officeart/2018/2/layout/IconLabelDescriptionList"/>
    <dgm:cxn modelId="{198B71B1-A63B-41AE-B758-92F645406997}" type="presParOf" srcId="{47AB36DD-C453-41C0-A98B-C54BE111E8C7}" destId="{2FB5956A-A1FE-4E67-91B0-D610F74F3B7B}" srcOrd="1" destOrd="0" presId="urn:microsoft.com/office/officeart/2018/2/layout/IconLabelDescriptionList"/>
    <dgm:cxn modelId="{10E2AE98-5D86-4FCA-9387-A75F25D54D83}" type="presParOf" srcId="{47AB36DD-C453-41C0-A98B-C54BE111E8C7}" destId="{CC37B9E8-3299-4A0B-B826-4C7EF97C055C}" srcOrd="2" destOrd="0" presId="urn:microsoft.com/office/officeart/2018/2/layout/IconLabelDescriptionList"/>
    <dgm:cxn modelId="{07F9AEDD-E2C2-41AF-838D-E01610CD22EF}" type="presParOf" srcId="{47AB36DD-C453-41C0-A98B-C54BE111E8C7}" destId="{F0709143-921B-4345-83C9-314C8F938EEF}" srcOrd="3" destOrd="0" presId="urn:microsoft.com/office/officeart/2018/2/layout/IconLabelDescriptionList"/>
    <dgm:cxn modelId="{6CC9E002-2879-4012-88BC-1697ED2E92AC}" type="presParOf" srcId="{47AB36DD-C453-41C0-A98B-C54BE111E8C7}" destId="{0BE6F955-7BB7-4DD1-AC04-9C62D37AB8A3}" srcOrd="4" destOrd="0" presId="urn:microsoft.com/office/officeart/2018/2/layout/IconLabelDescriptionList"/>
    <dgm:cxn modelId="{257B6ED7-E587-459A-99B0-057DF320F96A}" type="presParOf" srcId="{3B082B7C-B8E2-4F8E-AA52-76E7FF6B4F35}" destId="{2FD4A2A7-F214-43B3-BB71-7A9DF6729F3D}" srcOrd="1" destOrd="0" presId="urn:microsoft.com/office/officeart/2018/2/layout/IconLabelDescriptionList"/>
    <dgm:cxn modelId="{F09EE553-88EE-4669-85F3-87BBC6AB7432}" type="presParOf" srcId="{3B082B7C-B8E2-4F8E-AA52-76E7FF6B4F35}" destId="{4F722796-5CEE-4330-9A54-049E9B710648}" srcOrd="2" destOrd="0" presId="urn:microsoft.com/office/officeart/2018/2/layout/IconLabelDescriptionList"/>
    <dgm:cxn modelId="{95D00428-7383-4119-8A2C-41DBAE6EAB8B}" type="presParOf" srcId="{4F722796-5CEE-4330-9A54-049E9B710648}" destId="{75C9A96B-EB56-4686-9DD0-139285DD12EC}" srcOrd="0" destOrd="0" presId="urn:microsoft.com/office/officeart/2018/2/layout/IconLabelDescriptionList"/>
    <dgm:cxn modelId="{CF79AE6B-A1AB-4CD0-B274-CAE90BD8C735}" type="presParOf" srcId="{4F722796-5CEE-4330-9A54-049E9B710648}" destId="{93679E8F-AF1C-42AC-A77B-E3A1B10009AA}" srcOrd="1" destOrd="0" presId="urn:microsoft.com/office/officeart/2018/2/layout/IconLabelDescriptionList"/>
    <dgm:cxn modelId="{7289C1A8-99FC-4DD0-97B7-22BE69CD21EE}" type="presParOf" srcId="{4F722796-5CEE-4330-9A54-049E9B710648}" destId="{C1C4EE20-E857-41E6-9D3D-E278AE99E0DA}" srcOrd="2" destOrd="0" presId="urn:microsoft.com/office/officeart/2018/2/layout/IconLabelDescriptionList"/>
    <dgm:cxn modelId="{5D7C57F2-BE89-488A-93D9-D256725F557B}" type="presParOf" srcId="{4F722796-5CEE-4330-9A54-049E9B710648}" destId="{0BC05A60-BE2A-41A5-8E80-2D6B319BBCD5}" srcOrd="3" destOrd="0" presId="urn:microsoft.com/office/officeart/2018/2/layout/IconLabelDescriptionList"/>
    <dgm:cxn modelId="{EA52239A-ED4A-41E7-BCD8-86838BED6AF6}" type="presParOf" srcId="{4F722796-5CEE-4330-9A54-049E9B710648}" destId="{E5160789-3076-4DD1-B601-861C5127615A}" srcOrd="4" destOrd="0" presId="urn:microsoft.com/office/officeart/2018/2/layout/IconLabelDescriptionList"/>
    <dgm:cxn modelId="{D4F9FE33-69E6-4A44-8F05-F960F0447A41}" type="presParOf" srcId="{3B082B7C-B8E2-4F8E-AA52-76E7FF6B4F35}" destId="{85F90129-FEBB-48CB-B88A-F51AC0A8FF31}" srcOrd="3" destOrd="0" presId="urn:microsoft.com/office/officeart/2018/2/layout/IconLabelDescriptionList"/>
    <dgm:cxn modelId="{2150651C-7C6A-4AC0-AB17-B53AA0B31683}" type="presParOf" srcId="{3B082B7C-B8E2-4F8E-AA52-76E7FF6B4F35}" destId="{3541833B-5C4B-46AF-8DA3-BBEB80581068}" srcOrd="4" destOrd="0" presId="urn:microsoft.com/office/officeart/2018/2/layout/IconLabelDescriptionList"/>
    <dgm:cxn modelId="{D4BE655F-8DB6-4C58-99EC-9D5104A36DEF}" type="presParOf" srcId="{3541833B-5C4B-46AF-8DA3-BBEB80581068}" destId="{1242AED5-EF5B-421A-B4EC-5E254C8BD350}" srcOrd="0" destOrd="0" presId="urn:microsoft.com/office/officeart/2018/2/layout/IconLabelDescriptionList"/>
    <dgm:cxn modelId="{5B1FF493-D7E6-48AE-9BD8-5A6AC0E1EAD3}" type="presParOf" srcId="{3541833B-5C4B-46AF-8DA3-BBEB80581068}" destId="{75DA1582-8763-468C-8794-C3C388FC5715}" srcOrd="1" destOrd="0" presId="urn:microsoft.com/office/officeart/2018/2/layout/IconLabelDescriptionList"/>
    <dgm:cxn modelId="{2DDF2B1F-B3B9-4ED6-8DC3-CE36CDFC5072}" type="presParOf" srcId="{3541833B-5C4B-46AF-8DA3-BBEB80581068}" destId="{9CD30D5A-3C1C-4DC5-85A0-3E9E2D0FAF9F}" srcOrd="2" destOrd="0" presId="urn:microsoft.com/office/officeart/2018/2/layout/IconLabelDescriptionList"/>
    <dgm:cxn modelId="{005550FA-A28E-4723-BCA9-974ABC314A1E}" type="presParOf" srcId="{3541833B-5C4B-46AF-8DA3-BBEB80581068}" destId="{7B81CC60-6BAB-45DD-9D57-D2A61FCB3A0E}" srcOrd="3" destOrd="0" presId="urn:microsoft.com/office/officeart/2018/2/layout/IconLabelDescriptionList"/>
    <dgm:cxn modelId="{70A3B5F5-ECAC-4FC6-A210-AB7B0C0DB5FD}" type="presParOf" srcId="{3541833B-5C4B-46AF-8DA3-BBEB80581068}" destId="{95AE016E-ECD9-474B-BFF6-90B11E30CABE}" srcOrd="4" destOrd="0" presId="urn:microsoft.com/office/officeart/2018/2/layout/IconLabelDescriptionList"/>
    <dgm:cxn modelId="{07D26C35-79E0-40D3-A7F4-F186AB66CFA7}" type="presParOf" srcId="{3B082B7C-B8E2-4F8E-AA52-76E7FF6B4F35}" destId="{3FFB3967-ED4A-49CD-8D11-953544CA2294}" srcOrd="5" destOrd="0" presId="urn:microsoft.com/office/officeart/2018/2/layout/IconLabelDescriptionList"/>
    <dgm:cxn modelId="{0F66626B-6D71-4B92-8AC8-6C1742FC000E}" type="presParOf" srcId="{3B082B7C-B8E2-4F8E-AA52-76E7FF6B4F35}" destId="{8C67E530-9C17-4606-B7ED-65BA7DCB41EE}" srcOrd="6" destOrd="0" presId="urn:microsoft.com/office/officeart/2018/2/layout/IconLabelDescriptionList"/>
    <dgm:cxn modelId="{34C82F4F-A2AB-4291-AC62-A8211EFB4DED}" type="presParOf" srcId="{8C67E530-9C17-4606-B7ED-65BA7DCB41EE}" destId="{71787F7B-6DC5-485F-9BCB-C5168F89157E}" srcOrd="0" destOrd="0" presId="urn:microsoft.com/office/officeart/2018/2/layout/IconLabelDescriptionList"/>
    <dgm:cxn modelId="{8CCC561E-0EB7-44CC-B259-19F7030EFA83}" type="presParOf" srcId="{8C67E530-9C17-4606-B7ED-65BA7DCB41EE}" destId="{33E4FBB0-148B-434D-9EBA-AAE9A38992D4}" srcOrd="1" destOrd="0" presId="urn:microsoft.com/office/officeart/2018/2/layout/IconLabelDescriptionList"/>
    <dgm:cxn modelId="{3215C40F-D9C6-4EBB-A6BE-5C6B1DED2BCE}" type="presParOf" srcId="{8C67E530-9C17-4606-B7ED-65BA7DCB41EE}" destId="{B26B2BEF-D170-435C-8A20-E5E936B1F282}" srcOrd="2" destOrd="0" presId="urn:microsoft.com/office/officeart/2018/2/layout/IconLabelDescriptionList"/>
    <dgm:cxn modelId="{80BA0539-FF36-4241-8FA5-FFF98AE93525}" type="presParOf" srcId="{8C67E530-9C17-4606-B7ED-65BA7DCB41EE}" destId="{D5EAECCB-33E1-4B65-9215-3627D2CF5C0E}" srcOrd="3" destOrd="0" presId="urn:microsoft.com/office/officeart/2018/2/layout/IconLabelDescriptionList"/>
    <dgm:cxn modelId="{2C728535-905F-43F7-88ED-3CE97245F239}" type="presParOf" srcId="{8C67E530-9C17-4606-B7ED-65BA7DCB41EE}" destId="{B097FDD0-D909-4F9E-A215-A3117B69D2A8}"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C4ACE39-17C3-476B-A670-11AF238E6FB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D470C17-4D21-465A-83C9-CCD43624ABA1}">
      <dgm:prSet/>
      <dgm:spPr/>
      <dgm:t>
        <a:bodyPr/>
        <a:lstStyle/>
        <a:p>
          <a:r>
            <a:rPr lang="en-US" b="1"/>
            <a:t>Selenium WebDriver</a:t>
          </a:r>
          <a:r>
            <a:rPr lang="en-US"/>
            <a:t> is a powerful tool in the </a:t>
          </a:r>
          <a:r>
            <a:rPr lang="en-US" b="1"/>
            <a:t>Selenium suite</a:t>
          </a:r>
          <a:r>
            <a:rPr lang="en-US"/>
            <a:t> used for automating web application testing. It allows you to </a:t>
          </a:r>
          <a:r>
            <a:rPr lang="en-US" b="1"/>
            <a:t>programmatically control web browsers</a:t>
          </a:r>
          <a:r>
            <a:rPr lang="en-US"/>
            <a:t>, simulating user actions such as clicking, typing, navigating, and more.</a:t>
          </a:r>
        </a:p>
      </dgm:t>
    </dgm:pt>
    <dgm:pt modelId="{9C2D1A4E-7697-41F1-B565-1ED06E27988E}" type="parTrans" cxnId="{2F1546C5-1F67-4E1C-BD35-8E3E446C0A18}">
      <dgm:prSet/>
      <dgm:spPr/>
      <dgm:t>
        <a:bodyPr/>
        <a:lstStyle/>
        <a:p>
          <a:endParaRPr lang="en-US"/>
        </a:p>
      </dgm:t>
    </dgm:pt>
    <dgm:pt modelId="{AA4599B8-2CA8-4DF3-BBE1-9F8891144784}" type="sibTrans" cxnId="{2F1546C5-1F67-4E1C-BD35-8E3E446C0A18}">
      <dgm:prSet/>
      <dgm:spPr/>
      <dgm:t>
        <a:bodyPr/>
        <a:lstStyle/>
        <a:p>
          <a:endParaRPr lang="en-US"/>
        </a:p>
      </dgm:t>
    </dgm:pt>
    <dgm:pt modelId="{E067655B-001D-4F18-A887-EC664FEE660F}">
      <dgm:prSet/>
      <dgm:spPr/>
      <dgm:t>
        <a:bodyPr/>
        <a:lstStyle/>
        <a:p>
          <a:r>
            <a:rPr lang="en-US" b="1"/>
            <a:t>Definition:</a:t>
          </a:r>
          <a:r>
            <a:rPr lang="en-US"/>
            <a:t>Selenium WebDriver is an open-source API used to automate web browser interactions by communicating directly with the browser.</a:t>
          </a:r>
        </a:p>
      </dgm:t>
    </dgm:pt>
    <dgm:pt modelId="{804C6B69-673C-42DB-8154-34583C3351B9}" type="parTrans" cxnId="{DF8E2A17-25B4-48AA-8B51-A0340FA0AB9C}">
      <dgm:prSet/>
      <dgm:spPr/>
      <dgm:t>
        <a:bodyPr/>
        <a:lstStyle/>
        <a:p>
          <a:endParaRPr lang="en-US"/>
        </a:p>
      </dgm:t>
    </dgm:pt>
    <dgm:pt modelId="{0EA2DA3B-5846-4451-9D2C-3B016F3B4E73}" type="sibTrans" cxnId="{DF8E2A17-25B4-48AA-8B51-A0340FA0AB9C}">
      <dgm:prSet/>
      <dgm:spPr/>
      <dgm:t>
        <a:bodyPr/>
        <a:lstStyle/>
        <a:p>
          <a:endParaRPr lang="en-US"/>
        </a:p>
      </dgm:t>
    </dgm:pt>
    <dgm:pt modelId="{CA1340B1-7E85-49CA-8479-61A8B8FC54D5}">
      <dgm:prSet/>
      <dgm:spPr/>
      <dgm:t>
        <a:bodyPr/>
        <a:lstStyle/>
        <a:p>
          <a:r>
            <a:rPr lang="en-IN"/>
            <a:t>It supports various browsers and programming languages, making it suitable for cross-browser and cross-platform automated testing.</a:t>
          </a:r>
          <a:endParaRPr lang="en-US"/>
        </a:p>
      </dgm:t>
    </dgm:pt>
    <dgm:pt modelId="{7E77F6E3-739C-4982-AE42-6AF7ECC5CC33}" type="parTrans" cxnId="{65CE6B7A-1FF4-490C-AC22-D5AE43C66ABF}">
      <dgm:prSet/>
      <dgm:spPr/>
      <dgm:t>
        <a:bodyPr/>
        <a:lstStyle/>
        <a:p>
          <a:endParaRPr lang="en-US"/>
        </a:p>
      </dgm:t>
    </dgm:pt>
    <dgm:pt modelId="{8E55FA7A-4633-4DA3-A03C-0D4CB543C35A}" type="sibTrans" cxnId="{65CE6B7A-1FF4-490C-AC22-D5AE43C66ABF}">
      <dgm:prSet/>
      <dgm:spPr/>
      <dgm:t>
        <a:bodyPr/>
        <a:lstStyle/>
        <a:p>
          <a:endParaRPr lang="en-US"/>
        </a:p>
      </dgm:t>
    </dgm:pt>
    <dgm:pt modelId="{B55D141E-6F7C-4ECE-B27A-C623CCCFA972}" type="pres">
      <dgm:prSet presAssocID="{6C4ACE39-17C3-476B-A670-11AF238E6FBF}" presName="root" presStyleCnt="0">
        <dgm:presLayoutVars>
          <dgm:dir/>
          <dgm:resizeHandles val="exact"/>
        </dgm:presLayoutVars>
      </dgm:prSet>
      <dgm:spPr/>
    </dgm:pt>
    <dgm:pt modelId="{2A8C3622-1075-4051-962E-06029A32976C}" type="pres">
      <dgm:prSet presAssocID="{8D470C17-4D21-465A-83C9-CCD43624ABA1}" presName="compNode" presStyleCnt="0"/>
      <dgm:spPr/>
    </dgm:pt>
    <dgm:pt modelId="{385225F6-E993-41DD-BCED-187158A36DB3}" type="pres">
      <dgm:prSet presAssocID="{8D470C17-4D21-465A-83C9-CCD43624ABA1}" presName="bgRect" presStyleLbl="bgShp" presStyleIdx="0" presStyleCnt="3"/>
      <dgm:spPr/>
    </dgm:pt>
    <dgm:pt modelId="{10B4A6EA-6252-4423-A0A3-7435007481C8}" type="pres">
      <dgm:prSet presAssocID="{8D470C17-4D21-465A-83C9-CCD43624ABA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3BD623D7-F72F-4DCB-A293-AB5F878A8971}" type="pres">
      <dgm:prSet presAssocID="{8D470C17-4D21-465A-83C9-CCD43624ABA1}" presName="spaceRect" presStyleCnt="0"/>
      <dgm:spPr/>
    </dgm:pt>
    <dgm:pt modelId="{3C28BAA6-07AF-43D1-98AA-132105A1B42B}" type="pres">
      <dgm:prSet presAssocID="{8D470C17-4D21-465A-83C9-CCD43624ABA1}" presName="parTx" presStyleLbl="revTx" presStyleIdx="0" presStyleCnt="3">
        <dgm:presLayoutVars>
          <dgm:chMax val="0"/>
          <dgm:chPref val="0"/>
        </dgm:presLayoutVars>
      </dgm:prSet>
      <dgm:spPr/>
    </dgm:pt>
    <dgm:pt modelId="{D6D3671C-1269-412A-BFAB-6B95663FEE95}" type="pres">
      <dgm:prSet presAssocID="{AA4599B8-2CA8-4DF3-BBE1-9F8891144784}" presName="sibTrans" presStyleCnt="0"/>
      <dgm:spPr/>
    </dgm:pt>
    <dgm:pt modelId="{CC141C9A-26ED-4E0C-B09A-895EB0E24DD8}" type="pres">
      <dgm:prSet presAssocID="{E067655B-001D-4F18-A887-EC664FEE660F}" presName="compNode" presStyleCnt="0"/>
      <dgm:spPr/>
    </dgm:pt>
    <dgm:pt modelId="{94C66142-A740-4940-9792-7588F9A89EDD}" type="pres">
      <dgm:prSet presAssocID="{E067655B-001D-4F18-A887-EC664FEE660F}" presName="bgRect" presStyleLbl="bgShp" presStyleIdx="1" presStyleCnt="3"/>
      <dgm:spPr/>
    </dgm:pt>
    <dgm:pt modelId="{4770ABCB-FB28-416F-BC28-149D8188FAF6}" type="pres">
      <dgm:prSet presAssocID="{E067655B-001D-4F18-A887-EC664FEE660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g"/>
        </a:ext>
      </dgm:extLst>
    </dgm:pt>
    <dgm:pt modelId="{52A3FA85-44D4-43EA-ADF1-F15477DA28D0}" type="pres">
      <dgm:prSet presAssocID="{E067655B-001D-4F18-A887-EC664FEE660F}" presName="spaceRect" presStyleCnt="0"/>
      <dgm:spPr/>
    </dgm:pt>
    <dgm:pt modelId="{DBF6BE07-E7A6-4905-BDE9-8C134387ED80}" type="pres">
      <dgm:prSet presAssocID="{E067655B-001D-4F18-A887-EC664FEE660F}" presName="parTx" presStyleLbl="revTx" presStyleIdx="1" presStyleCnt="3">
        <dgm:presLayoutVars>
          <dgm:chMax val="0"/>
          <dgm:chPref val="0"/>
        </dgm:presLayoutVars>
      </dgm:prSet>
      <dgm:spPr/>
    </dgm:pt>
    <dgm:pt modelId="{CB4574A2-E030-48BF-8152-1C4CE433FD43}" type="pres">
      <dgm:prSet presAssocID="{0EA2DA3B-5846-4451-9D2C-3B016F3B4E73}" presName="sibTrans" presStyleCnt="0"/>
      <dgm:spPr/>
    </dgm:pt>
    <dgm:pt modelId="{8CBA8FC2-BEF4-4E73-8AA1-19C302CD4FF3}" type="pres">
      <dgm:prSet presAssocID="{CA1340B1-7E85-49CA-8479-61A8B8FC54D5}" presName="compNode" presStyleCnt="0"/>
      <dgm:spPr/>
    </dgm:pt>
    <dgm:pt modelId="{A21EC3EC-DB53-41A3-BE3D-B722483A6982}" type="pres">
      <dgm:prSet presAssocID="{CA1340B1-7E85-49CA-8479-61A8B8FC54D5}" presName="bgRect" presStyleLbl="bgShp" presStyleIdx="2" presStyleCnt="3"/>
      <dgm:spPr/>
    </dgm:pt>
    <dgm:pt modelId="{B03C9286-86DB-46E9-836F-53A92211D236}" type="pres">
      <dgm:prSet presAssocID="{CA1340B1-7E85-49CA-8479-61A8B8FC54D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A9EE4D07-0D97-4E2C-8E73-AC085D19D000}" type="pres">
      <dgm:prSet presAssocID="{CA1340B1-7E85-49CA-8479-61A8B8FC54D5}" presName="spaceRect" presStyleCnt="0"/>
      <dgm:spPr/>
    </dgm:pt>
    <dgm:pt modelId="{B2F8B4E2-716F-43F3-8C1D-20FAB301011F}" type="pres">
      <dgm:prSet presAssocID="{CA1340B1-7E85-49CA-8479-61A8B8FC54D5}" presName="parTx" presStyleLbl="revTx" presStyleIdx="2" presStyleCnt="3">
        <dgm:presLayoutVars>
          <dgm:chMax val="0"/>
          <dgm:chPref val="0"/>
        </dgm:presLayoutVars>
      </dgm:prSet>
      <dgm:spPr/>
    </dgm:pt>
  </dgm:ptLst>
  <dgm:cxnLst>
    <dgm:cxn modelId="{F7729E11-F5F1-4B5D-AF8D-1E1D4B44C132}" type="presOf" srcId="{8D470C17-4D21-465A-83C9-CCD43624ABA1}" destId="{3C28BAA6-07AF-43D1-98AA-132105A1B42B}" srcOrd="0" destOrd="0" presId="urn:microsoft.com/office/officeart/2018/2/layout/IconVerticalSolidList"/>
    <dgm:cxn modelId="{DF8E2A17-25B4-48AA-8B51-A0340FA0AB9C}" srcId="{6C4ACE39-17C3-476B-A670-11AF238E6FBF}" destId="{E067655B-001D-4F18-A887-EC664FEE660F}" srcOrd="1" destOrd="0" parTransId="{804C6B69-673C-42DB-8154-34583C3351B9}" sibTransId="{0EA2DA3B-5846-4451-9D2C-3B016F3B4E73}"/>
    <dgm:cxn modelId="{2B474A40-0BF5-48EB-925F-47C94C62389C}" type="presOf" srcId="{CA1340B1-7E85-49CA-8479-61A8B8FC54D5}" destId="{B2F8B4E2-716F-43F3-8C1D-20FAB301011F}" srcOrd="0" destOrd="0" presId="urn:microsoft.com/office/officeart/2018/2/layout/IconVerticalSolidList"/>
    <dgm:cxn modelId="{2FCEFE6C-5C04-4EAA-9391-8CCBBED98FFB}" type="presOf" srcId="{E067655B-001D-4F18-A887-EC664FEE660F}" destId="{DBF6BE07-E7A6-4905-BDE9-8C134387ED80}" srcOrd="0" destOrd="0" presId="urn:microsoft.com/office/officeart/2018/2/layout/IconVerticalSolidList"/>
    <dgm:cxn modelId="{65CE6B7A-1FF4-490C-AC22-D5AE43C66ABF}" srcId="{6C4ACE39-17C3-476B-A670-11AF238E6FBF}" destId="{CA1340B1-7E85-49CA-8479-61A8B8FC54D5}" srcOrd="2" destOrd="0" parTransId="{7E77F6E3-739C-4982-AE42-6AF7ECC5CC33}" sibTransId="{8E55FA7A-4633-4DA3-A03C-0D4CB543C35A}"/>
    <dgm:cxn modelId="{2F1546C5-1F67-4E1C-BD35-8E3E446C0A18}" srcId="{6C4ACE39-17C3-476B-A670-11AF238E6FBF}" destId="{8D470C17-4D21-465A-83C9-CCD43624ABA1}" srcOrd="0" destOrd="0" parTransId="{9C2D1A4E-7697-41F1-B565-1ED06E27988E}" sibTransId="{AA4599B8-2CA8-4DF3-BBE1-9F8891144784}"/>
    <dgm:cxn modelId="{6B179CE8-4B2D-4DF2-91F1-D4F2B751E1CA}" type="presOf" srcId="{6C4ACE39-17C3-476B-A670-11AF238E6FBF}" destId="{B55D141E-6F7C-4ECE-B27A-C623CCCFA972}" srcOrd="0" destOrd="0" presId="urn:microsoft.com/office/officeart/2018/2/layout/IconVerticalSolidList"/>
    <dgm:cxn modelId="{1C299FA5-2CA2-46D6-99AC-536C45A923B5}" type="presParOf" srcId="{B55D141E-6F7C-4ECE-B27A-C623CCCFA972}" destId="{2A8C3622-1075-4051-962E-06029A32976C}" srcOrd="0" destOrd="0" presId="urn:microsoft.com/office/officeart/2018/2/layout/IconVerticalSolidList"/>
    <dgm:cxn modelId="{63360C07-737E-4342-A1F4-48E4A9576248}" type="presParOf" srcId="{2A8C3622-1075-4051-962E-06029A32976C}" destId="{385225F6-E993-41DD-BCED-187158A36DB3}" srcOrd="0" destOrd="0" presId="urn:microsoft.com/office/officeart/2018/2/layout/IconVerticalSolidList"/>
    <dgm:cxn modelId="{EFDC4559-CCA2-4D0F-AA46-9358E9D7B7EF}" type="presParOf" srcId="{2A8C3622-1075-4051-962E-06029A32976C}" destId="{10B4A6EA-6252-4423-A0A3-7435007481C8}" srcOrd="1" destOrd="0" presId="urn:microsoft.com/office/officeart/2018/2/layout/IconVerticalSolidList"/>
    <dgm:cxn modelId="{6053C6DD-B53B-4BE5-8A90-CFDB647D2473}" type="presParOf" srcId="{2A8C3622-1075-4051-962E-06029A32976C}" destId="{3BD623D7-F72F-4DCB-A293-AB5F878A8971}" srcOrd="2" destOrd="0" presId="urn:microsoft.com/office/officeart/2018/2/layout/IconVerticalSolidList"/>
    <dgm:cxn modelId="{10A1EE81-DF4A-4425-807E-EB281C9AF755}" type="presParOf" srcId="{2A8C3622-1075-4051-962E-06029A32976C}" destId="{3C28BAA6-07AF-43D1-98AA-132105A1B42B}" srcOrd="3" destOrd="0" presId="urn:microsoft.com/office/officeart/2018/2/layout/IconVerticalSolidList"/>
    <dgm:cxn modelId="{0F18F2F0-5ACB-45CA-B9B1-37BF27F3FE5B}" type="presParOf" srcId="{B55D141E-6F7C-4ECE-B27A-C623CCCFA972}" destId="{D6D3671C-1269-412A-BFAB-6B95663FEE95}" srcOrd="1" destOrd="0" presId="urn:microsoft.com/office/officeart/2018/2/layout/IconVerticalSolidList"/>
    <dgm:cxn modelId="{D1EADEFC-87F9-4008-A86E-24F2FEAE54B8}" type="presParOf" srcId="{B55D141E-6F7C-4ECE-B27A-C623CCCFA972}" destId="{CC141C9A-26ED-4E0C-B09A-895EB0E24DD8}" srcOrd="2" destOrd="0" presId="urn:microsoft.com/office/officeart/2018/2/layout/IconVerticalSolidList"/>
    <dgm:cxn modelId="{BABEEC8F-7452-4AFB-8234-45EEB80A42BE}" type="presParOf" srcId="{CC141C9A-26ED-4E0C-B09A-895EB0E24DD8}" destId="{94C66142-A740-4940-9792-7588F9A89EDD}" srcOrd="0" destOrd="0" presId="urn:microsoft.com/office/officeart/2018/2/layout/IconVerticalSolidList"/>
    <dgm:cxn modelId="{E84CFC4E-AE6F-421F-B9DB-D7B61E045F7D}" type="presParOf" srcId="{CC141C9A-26ED-4E0C-B09A-895EB0E24DD8}" destId="{4770ABCB-FB28-416F-BC28-149D8188FAF6}" srcOrd="1" destOrd="0" presId="urn:microsoft.com/office/officeart/2018/2/layout/IconVerticalSolidList"/>
    <dgm:cxn modelId="{139DD71C-4C07-4BAA-AFC6-5B6C0B07E43B}" type="presParOf" srcId="{CC141C9A-26ED-4E0C-B09A-895EB0E24DD8}" destId="{52A3FA85-44D4-43EA-ADF1-F15477DA28D0}" srcOrd="2" destOrd="0" presId="urn:microsoft.com/office/officeart/2018/2/layout/IconVerticalSolidList"/>
    <dgm:cxn modelId="{633876F4-DAFF-481F-B047-FCD8D3B730FD}" type="presParOf" srcId="{CC141C9A-26ED-4E0C-B09A-895EB0E24DD8}" destId="{DBF6BE07-E7A6-4905-BDE9-8C134387ED80}" srcOrd="3" destOrd="0" presId="urn:microsoft.com/office/officeart/2018/2/layout/IconVerticalSolidList"/>
    <dgm:cxn modelId="{8900B455-3DD8-4787-808E-764E2D3C200B}" type="presParOf" srcId="{B55D141E-6F7C-4ECE-B27A-C623CCCFA972}" destId="{CB4574A2-E030-48BF-8152-1C4CE433FD43}" srcOrd="3" destOrd="0" presId="urn:microsoft.com/office/officeart/2018/2/layout/IconVerticalSolidList"/>
    <dgm:cxn modelId="{B38D41FA-182E-482D-82EA-242ACFBECDE6}" type="presParOf" srcId="{B55D141E-6F7C-4ECE-B27A-C623CCCFA972}" destId="{8CBA8FC2-BEF4-4E73-8AA1-19C302CD4FF3}" srcOrd="4" destOrd="0" presId="urn:microsoft.com/office/officeart/2018/2/layout/IconVerticalSolidList"/>
    <dgm:cxn modelId="{A1120BDD-1887-4A10-8B11-BA0E680AF65A}" type="presParOf" srcId="{8CBA8FC2-BEF4-4E73-8AA1-19C302CD4FF3}" destId="{A21EC3EC-DB53-41A3-BE3D-B722483A6982}" srcOrd="0" destOrd="0" presId="urn:microsoft.com/office/officeart/2018/2/layout/IconVerticalSolidList"/>
    <dgm:cxn modelId="{70F0CF10-5A29-4C3B-A4D8-7D2FFA1D35EE}" type="presParOf" srcId="{8CBA8FC2-BEF4-4E73-8AA1-19C302CD4FF3}" destId="{B03C9286-86DB-46E9-836F-53A92211D236}" srcOrd="1" destOrd="0" presId="urn:microsoft.com/office/officeart/2018/2/layout/IconVerticalSolidList"/>
    <dgm:cxn modelId="{1A67F95E-9ABA-4277-BB63-8BCDB5AE1009}" type="presParOf" srcId="{8CBA8FC2-BEF4-4E73-8AA1-19C302CD4FF3}" destId="{A9EE4D07-0D97-4E2C-8E73-AC085D19D000}" srcOrd="2" destOrd="0" presId="urn:microsoft.com/office/officeart/2018/2/layout/IconVerticalSolidList"/>
    <dgm:cxn modelId="{72AD970E-8B9A-466B-9749-C424CF82B862}" type="presParOf" srcId="{8CBA8FC2-BEF4-4E73-8AA1-19C302CD4FF3}" destId="{B2F8B4E2-716F-43F3-8C1D-20FAB301011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0B6459-1E20-47F0-AB5B-0953230E9771}">
      <dsp:nvSpPr>
        <dsp:cNvPr id="0" name=""/>
        <dsp:cNvSpPr/>
      </dsp:nvSpPr>
      <dsp:spPr>
        <a:xfrm>
          <a:off x="1953914" y="476309"/>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4D0148-6240-44B5-AE25-1AB16499A39F}">
      <dsp:nvSpPr>
        <dsp:cNvPr id="0" name=""/>
        <dsp:cNvSpPr/>
      </dsp:nvSpPr>
      <dsp:spPr>
        <a:xfrm>
          <a:off x="765914" y="2906495"/>
          <a:ext cx="43200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Selenium is a popular open-source </a:t>
          </a:r>
          <a:r>
            <a:rPr lang="en-US" sz="2000" u="sng" kern="1200" dirty="0">
              <a:hlinkClick xmlns:r="http://schemas.openxmlformats.org/officeDocument/2006/relationships" r:id="rId3"/>
            </a:rPr>
            <a:t>software testing</a:t>
          </a:r>
          <a:r>
            <a:rPr lang="en-US" sz="2000" kern="1200" dirty="0"/>
            <a:t> framework used for automating web applications. </a:t>
          </a:r>
        </a:p>
      </dsp:txBody>
      <dsp:txXfrm>
        <a:off x="765914" y="2906495"/>
        <a:ext cx="4320000" cy="810000"/>
      </dsp:txXfrm>
    </dsp:sp>
    <dsp:sp modelId="{451BC686-A901-4048-A714-C09765B32029}">
      <dsp:nvSpPr>
        <dsp:cNvPr id="0" name=""/>
        <dsp:cNvSpPr/>
      </dsp:nvSpPr>
      <dsp:spPr>
        <a:xfrm>
          <a:off x="7029914" y="476309"/>
          <a:ext cx="1944000" cy="1944000"/>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67A80E-90D4-46BA-9137-441785733011}">
      <dsp:nvSpPr>
        <dsp:cNvPr id="0" name=""/>
        <dsp:cNvSpPr/>
      </dsp:nvSpPr>
      <dsp:spPr>
        <a:xfrm>
          <a:off x="5841914" y="2906495"/>
          <a:ext cx="43200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It is widely used for functional testing, regression testing, and performance testing.</a:t>
          </a:r>
        </a:p>
      </dsp:txBody>
      <dsp:txXfrm>
        <a:off x="5841914" y="2906495"/>
        <a:ext cx="4320000" cy="81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DA2F8B-F102-4C96-BC31-AEFC3A994F5C}">
      <dsp:nvSpPr>
        <dsp:cNvPr id="0" name=""/>
        <dsp:cNvSpPr/>
      </dsp:nvSpPr>
      <dsp:spPr>
        <a:xfrm>
          <a:off x="8092" y="971933"/>
          <a:ext cx="812109" cy="812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37B9E8-3299-4A0B-B826-4C7EF97C055C}">
      <dsp:nvSpPr>
        <dsp:cNvPr id="0" name=""/>
        <dsp:cNvSpPr/>
      </dsp:nvSpPr>
      <dsp:spPr>
        <a:xfrm>
          <a:off x="8092" y="1887564"/>
          <a:ext cx="2320312" cy="413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Reduces manual testing effort</a:t>
          </a:r>
        </a:p>
      </dsp:txBody>
      <dsp:txXfrm>
        <a:off x="8092" y="1887564"/>
        <a:ext cx="2320312" cy="413305"/>
      </dsp:txXfrm>
    </dsp:sp>
    <dsp:sp modelId="{0BE6F955-7BB7-4DD1-AC04-9C62D37AB8A3}">
      <dsp:nvSpPr>
        <dsp:cNvPr id="0" name=""/>
        <dsp:cNvSpPr/>
      </dsp:nvSpPr>
      <dsp:spPr>
        <a:xfrm>
          <a:off x="8092" y="2349019"/>
          <a:ext cx="2320312" cy="1030385"/>
        </a:xfrm>
        <a:prstGeom prst="rect">
          <a:avLst/>
        </a:prstGeom>
        <a:noFill/>
        <a:ln>
          <a:noFill/>
        </a:ln>
        <a:effectLst/>
      </dsp:spPr>
      <dsp:style>
        <a:lnRef idx="0">
          <a:scrgbClr r="0" g="0" b="0"/>
        </a:lnRef>
        <a:fillRef idx="0">
          <a:scrgbClr r="0" g="0" b="0"/>
        </a:fillRef>
        <a:effectRef idx="0">
          <a:scrgbClr r="0" g="0" b="0"/>
        </a:effectRef>
        <a:fontRef idx="minor"/>
      </dsp:style>
    </dsp:sp>
    <dsp:sp modelId="{75C9A96B-EB56-4686-9DD0-139285DD12EC}">
      <dsp:nvSpPr>
        <dsp:cNvPr id="0" name=""/>
        <dsp:cNvSpPr/>
      </dsp:nvSpPr>
      <dsp:spPr>
        <a:xfrm>
          <a:off x="2734460" y="971933"/>
          <a:ext cx="812109" cy="812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C4EE20-E857-41E6-9D3D-E278AE99E0DA}">
      <dsp:nvSpPr>
        <dsp:cNvPr id="0" name=""/>
        <dsp:cNvSpPr/>
      </dsp:nvSpPr>
      <dsp:spPr>
        <a:xfrm>
          <a:off x="2734460" y="1887564"/>
          <a:ext cx="2320312" cy="413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Enables automated regression testing</a:t>
          </a:r>
        </a:p>
      </dsp:txBody>
      <dsp:txXfrm>
        <a:off x="2734460" y="1887564"/>
        <a:ext cx="2320312" cy="413305"/>
      </dsp:txXfrm>
    </dsp:sp>
    <dsp:sp modelId="{E5160789-3076-4DD1-B601-861C5127615A}">
      <dsp:nvSpPr>
        <dsp:cNvPr id="0" name=""/>
        <dsp:cNvSpPr/>
      </dsp:nvSpPr>
      <dsp:spPr>
        <a:xfrm>
          <a:off x="2734460" y="2349019"/>
          <a:ext cx="2320312" cy="1030385"/>
        </a:xfrm>
        <a:prstGeom prst="rect">
          <a:avLst/>
        </a:prstGeom>
        <a:noFill/>
        <a:ln>
          <a:noFill/>
        </a:ln>
        <a:effectLst/>
      </dsp:spPr>
      <dsp:style>
        <a:lnRef idx="0">
          <a:scrgbClr r="0" g="0" b="0"/>
        </a:lnRef>
        <a:fillRef idx="0">
          <a:scrgbClr r="0" g="0" b="0"/>
        </a:fillRef>
        <a:effectRef idx="0">
          <a:scrgbClr r="0" g="0" b="0"/>
        </a:effectRef>
        <a:fontRef idx="minor"/>
      </dsp:style>
    </dsp:sp>
    <dsp:sp modelId="{1242AED5-EF5B-421A-B4EC-5E254C8BD350}">
      <dsp:nvSpPr>
        <dsp:cNvPr id="0" name=""/>
        <dsp:cNvSpPr/>
      </dsp:nvSpPr>
      <dsp:spPr>
        <a:xfrm>
          <a:off x="5460827" y="971933"/>
          <a:ext cx="812109" cy="8121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D30D5A-3C1C-4DC5-85A0-3E9E2D0FAF9F}">
      <dsp:nvSpPr>
        <dsp:cNvPr id="0" name=""/>
        <dsp:cNvSpPr/>
      </dsp:nvSpPr>
      <dsp:spPr>
        <a:xfrm>
          <a:off x="5460827" y="1887564"/>
          <a:ext cx="2320312" cy="413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Works across browsers and operating systems</a:t>
          </a:r>
        </a:p>
      </dsp:txBody>
      <dsp:txXfrm>
        <a:off x="5460827" y="1887564"/>
        <a:ext cx="2320312" cy="413305"/>
      </dsp:txXfrm>
    </dsp:sp>
    <dsp:sp modelId="{95AE016E-ECD9-474B-BFF6-90B11E30CABE}">
      <dsp:nvSpPr>
        <dsp:cNvPr id="0" name=""/>
        <dsp:cNvSpPr/>
      </dsp:nvSpPr>
      <dsp:spPr>
        <a:xfrm>
          <a:off x="5460827" y="2349019"/>
          <a:ext cx="2320312" cy="1030385"/>
        </a:xfrm>
        <a:prstGeom prst="rect">
          <a:avLst/>
        </a:prstGeom>
        <a:noFill/>
        <a:ln>
          <a:noFill/>
        </a:ln>
        <a:effectLst/>
      </dsp:spPr>
      <dsp:style>
        <a:lnRef idx="0">
          <a:scrgbClr r="0" g="0" b="0"/>
        </a:lnRef>
        <a:fillRef idx="0">
          <a:scrgbClr r="0" g="0" b="0"/>
        </a:fillRef>
        <a:effectRef idx="0">
          <a:scrgbClr r="0" g="0" b="0"/>
        </a:effectRef>
        <a:fontRef idx="minor"/>
      </dsp:style>
    </dsp:sp>
    <dsp:sp modelId="{71787F7B-6DC5-485F-9BCB-C5168F89157E}">
      <dsp:nvSpPr>
        <dsp:cNvPr id="0" name=""/>
        <dsp:cNvSpPr/>
      </dsp:nvSpPr>
      <dsp:spPr>
        <a:xfrm>
          <a:off x="8187194" y="971933"/>
          <a:ext cx="812109" cy="8121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6B2BEF-D170-435C-8A20-E5E936B1F282}">
      <dsp:nvSpPr>
        <dsp:cNvPr id="0" name=""/>
        <dsp:cNvSpPr/>
      </dsp:nvSpPr>
      <dsp:spPr>
        <a:xfrm>
          <a:off x="8187194" y="1887564"/>
          <a:ext cx="2320312" cy="413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Integrates well with tools like </a:t>
          </a:r>
        </a:p>
      </dsp:txBody>
      <dsp:txXfrm>
        <a:off x="8187194" y="1887564"/>
        <a:ext cx="2320312" cy="413305"/>
      </dsp:txXfrm>
    </dsp:sp>
    <dsp:sp modelId="{B097FDD0-D909-4F9E-A215-A3117B69D2A8}">
      <dsp:nvSpPr>
        <dsp:cNvPr id="0" name=""/>
        <dsp:cNvSpPr/>
      </dsp:nvSpPr>
      <dsp:spPr>
        <a:xfrm>
          <a:off x="8187194" y="2349019"/>
          <a:ext cx="2320312" cy="1030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Build tool-Maven</a:t>
          </a:r>
        </a:p>
        <a:p>
          <a:pPr marL="0" lvl="0" indent="0" algn="l" defTabSz="488950">
            <a:lnSpc>
              <a:spcPct val="100000"/>
            </a:lnSpc>
            <a:spcBef>
              <a:spcPct val="0"/>
            </a:spcBef>
            <a:spcAft>
              <a:spcPct val="35000"/>
            </a:spcAft>
            <a:buNone/>
          </a:pPr>
          <a:r>
            <a:rPr lang="en-US" sz="1100" kern="1200"/>
            <a:t>Test Framework-TestNG,JUNIT</a:t>
          </a:r>
        </a:p>
        <a:p>
          <a:pPr marL="0" lvl="0" indent="0" algn="l" defTabSz="488950">
            <a:lnSpc>
              <a:spcPct val="100000"/>
            </a:lnSpc>
            <a:spcBef>
              <a:spcPct val="0"/>
            </a:spcBef>
            <a:spcAft>
              <a:spcPct val="35000"/>
            </a:spcAft>
            <a:buNone/>
          </a:pPr>
          <a:r>
            <a:rPr lang="en-US" sz="1100" kern="1200"/>
            <a:t>CI/CD Pipeline- Jenkins,</a:t>
          </a:r>
        </a:p>
        <a:p>
          <a:pPr marL="0" lvl="0" indent="0" algn="l" defTabSz="488950">
            <a:lnSpc>
              <a:spcPct val="100000"/>
            </a:lnSpc>
            <a:spcBef>
              <a:spcPct val="0"/>
            </a:spcBef>
            <a:spcAft>
              <a:spcPct val="35000"/>
            </a:spcAft>
            <a:buNone/>
          </a:pPr>
          <a:r>
            <a:rPr lang="en-US" sz="1100" kern="1200"/>
            <a:t>Version Control-Git</a:t>
          </a:r>
        </a:p>
        <a:p>
          <a:pPr marL="0" lvl="0" indent="0" algn="l" defTabSz="488950">
            <a:lnSpc>
              <a:spcPct val="100000"/>
            </a:lnSpc>
            <a:spcBef>
              <a:spcPct val="0"/>
            </a:spcBef>
            <a:spcAft>
              <a:spcPct val="35000"/>
            </a:spcAft>
            <a:buNone/>
          </a:pPr>
          <a:r>
            <a:rPr lang="en-US" sz="1100" kern="1200"/>
            <a:t>BDD framework with Cucumber</a:t>
          </a:r>
        </a:p>
      </dsp:txBody>
      <dsp:txXfrm>
        <a:off x="8187194" y="2349019"/>
        <a:ext cx="2320312" cy="10303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5225F6-E993-41DD-BCED-187158A36DB3}">
      <dsp:nvSpPr>
        <dsp:cNvPr id="0" name=""/>
        <dsp:cNvSpPr/>
      </dsp:nvSpPr>
      <dsp:spPr>
        <a:xfrm>
          <a:off x="0" y="531"/>
          <a:ext cx="10515600"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B4A6EA-6252-4423-A0A3-7435007481C8}">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28BAA6-07AF-43D1-98AA-132105A1B42B}">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90000"/>
            </a:lnSpc>
            <a:spcBef>
              <a:spcPct val="0"/>
            </a:spcBef>
            <a:spcAft>
              <a:spcPct val="35000"/>
            </a:spcAft>
            <a:buNone/>
          </a:pPr>
          <a:r>
            <a:rPr lang="en-US" sz="1800" b="1" kern="1200"/>
            <a:t>Selenium WebDriver</a:t>
          </a:r>
          <a:r>
            <a:rPr lang="en-US" sz="1800" kern="1200"/>
            <a:t> is a powerful tool in the </a:t>
          </a:r>
          <a:r>
            <a:rPr lang="en-US" sz="1800" b="1" kern="1200"/>
            <a:t>Selenium suite</a:t>
          </a:r>
          <a:r>
            <a:rPr lang="en-US" sz="1800" kern="1200"/>
            <a:t> used for automating web application testing. It allows you to </a:t>
          </a:r>
          <a:r>
            <a:rPr lang="en-US" sz="1800" b="1" kern="1200"/>
            <a:t>programmatically control web browsers</a:t>
          </a:r>
          <a:r>
            <a:rPr lang="en-US" sz="1800" kern="1200"/>
            <a:t>, simulating user actions such as clicking, typing, navigating, and more.</a:t>
          </a:r>
        </a:p>
      </dsp:txBody>
      <dsp:txXfrm>
        <a:off x="1435590" y="531"/>
        <a:ext cx="9080009" cy="1242935"/>
      </dsp:txXfrm>
    </dsp:sp>
    <dsp:sp modelId="{94C66142-A740-4940-9792-7588F9A89EDD}">
      <dsp:nvSpPr>
        <dsp:cNvPr id="0" name=""/>
        <dsp:cNvSpPr/>
      </dsp:nvSpPr>
      <dsp:spPr>
        <a:xfrm>
          <a:off x="0" y="1554201"/>
          <a:ext cx="10515600"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70ABCB-FB28-416F-BC28-149D8188FAF6}">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F6BE07-E7A6-4905-BDE9-8C134387ED80}">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90000"/>
            </a:lnSpc>
            <a:spcBef>
              <a:spcPct val="0"/>
            </a:spcBef>
            <a:spcAft>
              <a:spcPct val="35000"/>
            </a:spcAft>
            <a:buNone/>
          </a:pPr>
          <a:r>
            <a:rPr lang="en-US" sz="1800" b="1" kern="1200"/>
            <a:t>Definition:</a:t>
          </a:r>
          <a:r>
            <a:rPr lang="en-US" sz="1800" kern="1200"/>
            <a:t>Selenium WebDriver is an open-source API used to automate web browser interactions by communicating directly with the browser.</a:t>
          </a:r>
        </a:p>
      </dsp:txBody>
      <dsp:txXfrm>
        <a:off x="1435590" y="1554201"/>
        <a:ext cx="9080009" cy="1242935"/>
      </dsp:txXfrm>
    </dsp:sp>
    <dsp:sp modelId="{A21EC3EC-DB53-41A3-BE3D-B722483A6982}">
      <dsp:nvSpPr>
        <dsp:cNvPr id="0" name=""/>
        <dsp:cNvSpPr/>
      </dsp:nvSpPr>
      <dsp:spPr>
        <a:xfrm>
          <a:off x="0" y="3107870"/>
          <a:ext cx="10515600"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3C9286-86DB-46E9-836F-53A92211D236}">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F8B4E2-716F-43F3-8C1D-20FAB301011F}">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90000"/>
            </a:lnSpc>
            <a:spcBef>
              <a:spcPct val="0"/>
            </a:spcBef>
            <a:spcAft>
              <a:spcPct val="35000"/>
            </a:spcAft>
            <a:buNone/>
          </a:pPr>
          <a:r>
            <a:rPr lang="en-IN" sz="1800" kern="1200"/>
            <a:t>It supports various browsers and programming languages, making it suitable for cross-browser and cross-platform automated testing.</a:t>
          </a:r>
          <a:endParaRPr lang="en-US" sz="1800" kern="1200"/>
        </a:p>
      </dsp:txBody>
      <dsp:txXfrm>
        <a:off x="1435590" y="3107870"/>
        <a:ext cx="9080009"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1/11/2026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1/11/2026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92AD83-36A8-4A22-AACA-3FFA52758DF9}" type="slidenum">
              <a:rPr lang="en-IN" smtClean="0"/>
              <a:t>12</a:t>
            </a:fld>
            <a:endParaRPr lang="en-IN"/>
          </a:p>
        </p:txBody>
      </p:sp>
    </p:spTree>
    <p:extLst>
      <p:ext uri="{BB962C8B-B14F-4D97-AF65-F5344CB8AC3E}">
        <p14:creationId xmlns:p14="http://schemas.microsoft.com/office/powerpoint/2010/main" val="3496601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1/11/2026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1/11/2026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1/11/2026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1/11/2026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1/11/2026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1/11/2026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1/11/2026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1/11/2026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1/11/2026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1/11/2026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1/11/2026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1/11/2026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1/11/2026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1/11/2026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1/11/2026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1/11/2026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1/11/2026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1/11/2026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1/11/2026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1/11/2026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1/11/2026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1/11/2026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1/11/2026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1/11/2026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1/11/2026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1/11/2026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1/11/2026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1/11/2026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1/11/2026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1/11/2026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1/11/2026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1/11/2026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1/11/2026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1/11/2026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1/11/2026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972B70-9D95-0486-CC92-74DC70EE298D}"/>
              </a:ext>
            </a:extLst>
          </p:cNvPr>
          <p:cNvSpPr>
            <a:spLocks noGrp="1"/>
          </p:cNvSpPr>
          <p:nvPr>
            <p:ph type="dt" sz="half" idx="10"/>
          </p:nvPr>
        </p:nvSpPr>
        <p:spPr/>
        <p:txBody>
          <a:bodyPr/>
          <a:lstStyle/>
          <a:p>
            <a:fld id="{8B45FFED-3B76-4D7F-9694-331D8B46D53B}" type="datetimeFigureOut">
              <a:rPr lang="en-IN" smtClean="0"/>
              <a:t>11-01-2026</a:t>
            </a:fld>
            <a:endParaRPr lang="en-IN"/>
          </a:p>
        </p:txBody>
      </p:sp>
      <p:sp>
        <p:nvSpPr>
          <p:cNvPr id="3" name="Footer Placeholder 2">
            <a:extLst>
              <a:ext uri="{FF2B5EF4-FFF2-40B4-BE49-F238E27FC236}">
                <a16:creationId xmlns:a16="http://schemas.microsoft.com/office/drawing/2014/main" id="{B839EB90-9278-8B6C-0C42-F4047148FA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CE52539-CE12-0BE7-07D7-33DBD4C1DEA3}"/>
              </a:ext>
            </a:extLst>
          </p:cNvPr>
          <p:cNvSpPr>
            <a:spLocks noGrp="1"/>
          </p:cNvSpPr>
          <p:nvPr>
            <p:ph type="sldNum" sz="quarter" idx="12"/>
          </p:nvPr>
        </p:nvSpPr>
        <p:spPr/>
        <p:txBody>
          <a:bodyPr/>
          <a:lstStyle/>
          <a:p>
            <a:fld id="{55BB1685-5519-47C5-9AB6-927E3FC2BBCF}" type="slidenum">
              <a:rPr lang="en-IN" smtClean="0"/>
              <a:t>‹#›</a:t>
            </a:fld>
            <a:endParaRPr lang="en-IN"/>
          </a:p>
        </p:txBody>
      </p:sp>
    </p:spTree>
    <p:extLst>
      <p:ext uri="{BB962C8B-B14F-4D97-AF65-F5344CB8AC3E}">
        <p14:creationId xmlns:p14="http://schemas.microsoft.com/office/powerpoint/2010/main" val="402456592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2.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1/11/2026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 id="2147484009" r:id="rId69"/>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6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9.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69.xml"/></Relationships>
</file>

<file path=ppt/slides/_rels/slide1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69.xml"/></Relationships>
</file>

<file path=ppt/slides/_rels/slide1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1005839" y="2936367"/>
            <a:ext cx="4023360" cy="997196"/>
          </a:xfrm>
        </p:spPr>
        <p:txBody>
          <a:bodyPr/>
          <a:lstStyle/>
          <a:p>
            <a:r>
              <a:rPr lang="en-US" dirty="0"/>
              <a:t>Selenium Basics and Overview</a:t>
            </a:r>
          </a:p>
        </p:txBody>
      </p:sp>
      <p:sp>
        <p:nvSpPr>
          <p:cNvPr id="6" name="Subtitle 5">
            <a:extLst>
              <a:ext uri="{FF2B5EF4-FFF2-40B4-BE49-F238E27FC236}">
                <a16:creationId xmlns:a16="http://schemas.microsoft.com/office/drawing/2014/main" id="{88FEBB95-7384-788A-FB4C-0A6B87FC5084}"/>
              </a:ext>
            </a:extLst>
          </p:cNvPr>
          <p:cNvSpPr>
            <a:spLocks noGrp="1"/>
          </p:cNvSpPr>
          <p:nvPr>
            <p:ph type="subTitle" idx="1"/>
          </p:nvPr>
        </p:nvSpPr>
        <p:spPr/>
        <p:txBody>
          <a:bodyPr/>
          <a:lstStyle/>
          <a:p>
            <a:r>
              <a:rPr lang="en-US"/>
              <a:t>Poornima M</a:t>
            </a:r>
            <a:endParaRPr lang="en-US" dirty="0"/>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p:txBody>
          <a:bodyPr/>
          <a:lstStyle/>
          <a:p>
            <a:r>
              <a:rPr lang="en-US"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omputer script on a screen">
            <a:extLst>
              <a:ext uri="{FF2B5EF4-FFF2-40B4-BE49-F238E27FC236}">
                <a16:creationId xmlns:a16="http://schemas.microsoft.com/office/drawing/2014/main" id="{2C9C5032-F381-A206-B4D8-F6124B00C88F}"/>
              </a:ext>
            </a:extLst>
          </p:cNvPr>
          <p:cNvPicPr>
            <a:picLocks noChangeAspect="1"/>
          </p:cNvPicPr>
          <p:nvPr/>
        </p:nvPicPr>
        <p:blipFill>
          <a:blip r:embed="rId2"/>
          <a:srcRect r="31377" b="-2"/>
          <a:stretch>
            <a:fillRect/>
          </a:stretch>
        </p:blipFill>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noFill/>
        </p:spPr>
      </p:pic>
      <p:sp>
        <p:nvSpPr>
          <p:cNvPr id="3" name="Footer Placeholder 2">
            <a:extLst>
              <a:ext uri="{FF2B5EF4-FFF2-40B4-BE49-F238E27FC236}">
                <a16:creationId xmlns:a16="http://schemas.microsoft.com/office/drawing/2014/main" id="{DD2FBFB8-66F7-221A-E252-44C4C9B4781E}"/>
              </a:ext>
            </a:extLst>
          </p:cNvPr>
          <p:cNvSpPr>
            <a:spLocks noGrp="1"/>
          </p:cNvSpPr>
          <p:nvPr>
            <p:ph type="ftr" sz="quarter" idx="11"/>
          </p:nvPr>
        </p:nvSpPr>
        <p:spPr>
          <a:xfrm>
            <a:off x="1005840" y="6400800"/>
            <a:ext cx="1371600" cy="228600"/>
          </a:xfrm>
        </p:spPr>
        <p:txBody>
          <a:bodyPr anchor="ctr">
            <a:normAutofit/>
          </a:bodyPr>
          <a:lstStyle/>
          <a:p>
            <a:pPr>
              <a:spcAft>
                <a:spcPts val="600"/>
              </a:spcAft>
            </a:pPr>
            <a:r>
              <a:rPr lang="en-US"/>
              <a:t>© 2025–2027 Cognizant | Private</a:t>
            </a:r>
          </a:p>
        </p:txBody>
      </p:sp>
      <p:sp>
        <p:nvSpPr>
          <p:cNvPr id="4" name="Slide Number Placeholder 3">
            <a:extLst>
              <a:ext uri="{FF2B5EF4-FFF2-40B4-BE49-F238E27FC236}">
                <a16:creationId xmlns:a16="http://schemas.microsoft.com/office/drawing/2014/main" id="{412F0854-4751-82B9-2697-7EC8C61C2499}"/>
              </a:ext>
            </a:extLst>
          </p:cNvPr>
          <p:cNvSpPr>
            <a:spLocks noGrp="1"/>
          </p:cNvSpPr>
          <p:nvPr>
            <p:ph type="sldNum" sz="quarter" idx="12"/>
          </p:nvPr>
        </p:nvSpPr>
        <p:spPr>
          <a:xfrm>
            <a:off x="457200" y="6400799"/>
            <a:ext cx="365760" cy="228600"/>
          </a:xfrm>
        </p:spPr>
        <p:txBody>
          <a:bodyPr anchor="ctr">
            <a:normAutofit/>
          </a:bodyPr>
          <a:lstStyle/>
          <a:p>
            <a:pPr>
              <a:spcAft>
                <a:spcPts val="600"/>
              </a:spcAft>
            </a:pPr>
            <a:fld id="{38826FC0-333C-E549-9FA3-0EE43DF298A3}" type="slidenum">
              <a:rPr lang="en-US" smtClean="0"/>
              <a:pPr>
                <a:spcAft>
                  <a:spcPts val="600"/>
                </a:spcAft>
              </a:pPr>
              <a:t>2</a:t>
            </a:fld>
            <a:endParaRPr lang="en-US"/>
          </a:p>
        </p:txBody>
      </p:sp>
      <p:sp>
        <p:nvSpPr>
          <p:cNvPr id="2" name="Title 1">
            <a:extLst>
              <a:ext uri="{FF2B5EF4-FFF2-40B4-BE49-F238E27FC236}">
                <a16:creationId xmlns:a16="http://schemas.microsoft.com/office/drawing/2014/main" id="{E196544B-2F8B-B1C5-CE32-3E38E7C7C664}"/>
              </a:ext>
            </a:extLst>
          </p:cNvPr>
          <p:cNvSpPr>
            <a:spLocks noGrp="1"/>
          </p:cNvSpPr>
          <p:nvPr>
            <p:ph type="title"/>
          </p:nvPr>
        </p:nvSpPr>
        <p:spPr>
          <a:xfrm>
            <a:off x="7448602" y="1536250"/>
            <a:ext cx="4438597" cy="2040070"/>
          </a:xfrm>
        </p:spPr>
        <p:txBody>
          <a:bodyPr wrap="square" anchor="ctr">
            <a:normAutofit/>
          </a:bodyPr>
          <a:lstStyle/>
          <a:p>
            <a:r>
              <a:rPr lang="en-US" sz="3400" dirty="0"/>
              <a:t>INTRODUCTION TO BROWSER AUTOMATION</a:t>
            </a:r>
            <a:endParaRPr lang="en-IN" sz="3400" dirty="0"/>
          </a:p>
        </p:txBody>
      </p:sp>
    </p:spTree>
    <p:extLst>
      <p:ext uri="{BB962C8B-B14F-4D97-AF65-F5344CB8AC3E}">
        <p14:creationId xmlns:p14="http://schemas.microsoft.com/office/powerpoint/2010/main" val="2355027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2B672-B68B-918F-2026-DB86159129A4}"/>
              </a:ext>
            </a:extLst>
          </p:cNvPr>
          <p:cNvSpPr>
            <a:spLocks noGrp="1"/>
          </p:cNvSpPr>
          <p:nvPr>
            <p:ph type="title"/>
          </p:nvPr>
        </p:nvSpPr>
        <p:spPr/>
        <p:txBody>
          <a:bodyPr/>
          <a:lstStyle/>
          <a:p>
            <a:endParaRPr lang="en-IN"/>
          </a:p>
        </p:txBody>
      </p:sp>
      <p:sp>
        <p:nvSpPr>
          <p:cNvPr id="3" name="Footer Placeholder 2">
            <a:extLst>
              <a:ext uri="{FF2B5EF4-FFF2-40B4-BE49-F238E27FC236}">
                <a16:creationId xmlns:a16="http://schemas.microsoft.com/office/drawing/2014/main" id="{A2B2D99D-E303-6A56-6768-AB385955F9EF}"/>
              </a:ext>
            </a:extLst>
          </p:cNvPr>
          <p:cNvSpPr>
            <a:spLocks noGrp="1"/>
          </p:cNvSpPr>
          <p:nvPr>
            <p:ph type="ftr" sz="quarter" idx="11"/>
          </p:nvPr>
        </p:nvSpPr>
        <p:spPr/>
        <p:txBody>
          <a:bodyPr/>
          <a:lstStyle/>
          <a:p>
            <a:r>
              <a:rPr lang="en-US"/>
              <a:t>© 2025–2027 Cognizant | Private</a:t>
            </a:r>
            <a:endParaRPr lang="en-US" dirty="0"/>
          </a:p>
        </p:txBody>
      </p:sp>
      <p:sp>
        <p:nvSpPr>
          <p:cNvPr id="4" name="Slide Number Placeholder 3">
            <a:extLst>
              <a:ext uri="{FF2B5EF4-FFF2-40B4-BE49-F238E27FC236}">
                <a16:creationId xmlns:a16="http://schemas.microsoft.com/office/drawing/2014/main" id="{03EA47CB-059E-0D14-FCC8-5B7F131A2C79}"/>
              </a:ext>
            </a:extLst>
          </p:cNvPr>
          <p:cNvSpPr>
            <a:spLocks noGrp="1"/>
          </p:cNvSpPr>
          <p:nvPr>
            <p:ph type="sldNum" sz="quarter" idx="12"/>
          </p:nvPr>
        </p:nvSpPr>
        <p:spPr/>
        <p:txBody>
          <a:bodyPr/>
          <a:lstStyle/>
          <a:p>
            <a:fld id="{38826FC0-333C-E549-9FA3-0EE43DF298A3}" type="slidenum">
              <a:rPr lang="en-US" smtClean="0"/>
              <a:pPr/>
              <a:t>3</a:t>
            </a:fld>
            <a:endParaRPr lang="en-US" dirty="0"/>
          </a:p>
        </p:txBody>
      </p:sp>
      <p:sp>
        <p:nvSpPr>
          <p:cNvPr id="5" name="Content Placeholder 2">
            <a:extLst>
              <a:ext uri="{FF2B5EF4-FFF2-40B4-BE49-F238E27FC236}">
                <a16:creationId xmlns:a16="http://schemas.microsoft.com/office/drawing/2014/main" id="{F670A97F-D884-4BEB-67B1-E0403942FB28}"/>
              </a:ext>
            </a:extLst>
          </p:cNvPr>
          <p:cNvSpPr txBox="1">
            <a:spLocks/>
          </p:cNvSpPr>
          <p:nvPr/>
        </p:nvSpPr>
        <p:spPr>
          <a:xfrm>
            <a:off x="831586" y="569466"/>
            <a:ext cx="10007600" cy="5445254"/>
          </a:xfrm>
          <a:prstGeom prst="rect">
            <a:avLst/>
          </a:prstGeom>
        </p:spPr>
        <p:txBody>
          <a:bodyPr>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a:buFont typeface="Arial" panose="020B0604020202020204" pitchFamily="34" charset="0"/>
              <a:buNone/>
            </a:pPr>
            <a:r>
              <a:rPr lang="en-US" sz="2000" dirty="0"/>
              <a:t>Browser automation means automating actions performed by a user in a web browser, such as:</a:t>
            </a:r>
          </a:p>
          <a:p>
            <a:pPr>
              <a:buFont typeface="Arial" panose="020B0604020202020204" pitchFamily="34" charset="0"/>
              <a:buNone/>
            </a:pPr>
            <a:r>
              <a:rPr lang="en-US" sz="2000" dirty="0"/>
              <a:t> </a:t>
            </a:r>
          </a:p>
          <a:p>
            <a:pPr marL="742950" lvl="1" indent="-285750"/>
            <a:r>
              <a:rPr lang="en-US" sz="2000" dirty="0"/>
              <a:t>Opening a website</a:t>
            </a:r>
          </a:p>
          <a:p>
            <a:pPr marL="742950" lvl="1" indent="-285750"/>
            <a:r>
              <a:rPr lang="en-US" sz="2000" dirty="0"/>
              <a:t>Filling out forms</a:t>
            </a:r>
          </a:p>
          <a:p>
            <a:pPr marL="742950" lvl="1" indent="-285750"/>
            <a:r>
              <a:rPr lang="en-US" sz="2000" dirty="0"/>
              <a:t>Clicking buttons or links</a:t>
            </a:r>
          </a:p>
          <a:p>
            <a:pPr marL="742950" lvl="1" indent="-285750"/>
            <a:r>
              <a:rPr lang="en-US" sz="2000" dirty="0"/>
              <a:t>Navigating through pages</a:t>
            </a:r>
          </a:p>
          <a:p>
            <a:pPr marL="742950" lvl="1" indent="-285750"/>
            <a:r>
              <a:rPr lang="en-US" sz="2000" dirty="0"/>
              <a:t>Validating displayed content</a:t>
            </a:r>
          </a:p>
          <a:p>
            <a:pPr>
              <a:buFont typeface="Arial" panose="020B0604020202020204" pitchFamily="34" charset="0"/>
              <a:buNone/>
            </a:pPr>
            <a:r>
              <a:rPr lang="en-US" sz="2000" dirty="0"/>
              <a:t> </a:t>
            </a:r>
          </a:p>
          <a:p>
            <a:pPr>
              <a:buFont typeface="Arial" panose="020B0604020202020204" pitchFamily="34" charset="0"/>
              <a:buNone/>
            </a:pPr>
            <a:r>
              <a:rPr lang="en-US" sz="2000" dirty="0"/>
              <a:t> This is primarily used in testing web applications, data scraping, and repetitive web tasks.</a:t>
            </a:r>
          </a:p>
          <a:p>
            <a:endParaRPr lang="en-IN" sz="1700" dirty="0"/>
          </a:p>
        </p:txBody>
      </p:sp>
    </p:spTree>
    <p:extLst>
      <p:ext uri="{BB962C8B-B14F-4D97-AF65-F5344CB8AC3E}">
        <p14:creationId xmlns:p14="http://schemas.microsoft.com/office/powerpoint/2010/main" val="1136887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80C7F-9A14-6B02-9247-CA74739E059F}"/>
              </a:ext>
            </a:extLst>
          </p:cNvPr>
          <p:cNvSpPr>
            <a:spLocks noGrp="1"/>
          </p:cNvSpPr>
          <p:nvPr>
            <p:ph type="title"/>
          </p:nvPr>
        </p:nvSpPr>
        <p:spPr/>
        <p:txBody>
          <a:bodyPr/>
          <a:lstStyle/>
          <a:p>
            <a:endParaRPr lang="en-IN"/>
          </a:p>
        </p:txBody>
      </p:sp>
      <p:sp>
        <p:nvSpPr>
          <p:cNvPr id="3" name="Footer Placeholder 2">
            <a:extLst>
              <a:ext uri="{FF2B5EF4-FFF2-40B4-BE49-F238E27FC236}">
                <a16:creationId xmlns:a16="http://schemas.microsoft.com/office/drawing/2014/main" id="{D7C33825-DC76-01F4-4D5E-0D5CD2CBD5A5}"/>
              </a:ext>
            </a:extLst>
          </p:cNvPr>
          <p:cNvSpPr>
            <a:spLocks noGrp="1"/>
          </p:cNvSpPr>
          <p:nvPr>
            <p:ph type="ftr" sz="quarter" idx="11"/>
          </p:nvPr>
        </p:nvSpPr>
        <p:spPr/>
        <p:txBody>
          <a:bodyPr/>
          <a:lstStyle/>
          <a:p>
            <a:r>
              <a:rPr lang="en-US"/>
              <a:t>© 2025–2027 Cognizant | Private</a:t>
            </a:r>
            <a:endParaRPr lang="en-US" dirty="0"/>
          </a:p>
        </p:txBody>
      </p:sp>
      <p:sp>
        <p:nvSpPr>
          <p:cNvPr id="4" name="Slide Number Placeholder 3">
            <a:extLst>
              <a:ext uri="{FF2B5EF4-FFF2-40B4-BE49-F238E27FC236}">
                <a16:creationId xmlns:a16="http://schemas.microsoft.com/office/drawing/2014/main" id="{2B6A5C37-9525-E8E7-2739-427C24975AB3}"/>
              </a:ext>
            </a:extLst>
          </p:cNvPr>
          <p:cNvSpPr>
            <a:spLocks noGrp="1"/>
          </p:cNvSpPr>
          <p:nvPr>
            <p:ph type="sldNum" sz="quarter" idx="12"/>
          </p:nvPr>
        </p:nvSpPr>
        <p:spPr/>
        <p:txBody>
          <a:bodyPr/>
          <a:lstStyle/>
          <a:p>
            <a:fld id="{38826FC0-333C-E549-9FA3-0EE43DF298A3}" type="slidenum">
              <a:rPr lang="en-US" smtClean="0"/>
              <a:pPr/>
              <a:t>4</a:t>
            </a:fld>
            <a:endParaRPr lang="en-US" dirty="0"/>
          </a:p>
        </p:txBody>
      </p:sp>
      <p:sp>
        <p:nvSpPr>
          <p:cNvPr id="6" name="TextBox 5">
            <a:extLst>
              <a:ext uri="{FF2B5EF4-FFF2-40B4-BE49-F238E27FC236}">
                <a16:creationId xmlns:a16="http://schemas.microsoft.com/office/drawing/2014/main" id="{AA1DC1F7-D833-0BB4-1F3C-485552FFFA46}"/>
              </a:ext>
            </a:extLst>
          </p:cNvPr>
          <p:cNvSpPr txBox="1"/>
          <p:nvPr/>
        </p:nvSpPr>
        <p:spPr>
          <a:xfrm>
            <a:off x="3048000" y="760214"/>
            <a:ext cx="6096000" cy="523220"/>
          </a:xfrm>
          <a:prstGeom prst="rect">
            <a:avLst/>
          </a:prstGeom>
          <a:noFill/>
        </p:spPr>
        <p:txBody>
          <a:bodyPr wrap="square">
            <a:spAutoFit/>
          </a:bodyPr>
          <a:lstStyle/>
          <a:p>
            <a:pPr algn="ctr"/>
            <a:r>
              <a:rPr lang="en-US" sz="2800" b="1" dirty="0"/>
              <a:t>OVERVIEW OF SELENIUM</a:t>
            </a:r>
            <a:endParaRPr lang="en-IN" sz="2800" b="1" dirty="0"/>
          </a:p>
        </p:txBody>
      </p:sp>
      <p:graphicFrame>
        <p:nvGraphicFramePr>
          <p:cNvPr id="7" name="Content Placeholder 2">
            <a:extLst>
              <a:ext uri="{FF2B5EF4-FFF2-40B4-BE49-F238E27FC236}">
                <a16:creationId xmlns:a16="http://schemas.microsoft.com/office/drawing/2014/main" id="{45EDBAB0-DDDD-DAF0-CFA1-EE4F3E272581}"/>
              </a:ext>
            </a:extLst>
          </p:cNvPr>
          <p:cNvGraphicFramePr>
            <a:graphicFrameLocks/>
          </p:cNvGraphicFramePr>
          <p:nvPr>
            <p:extLst>
              <p:ext uri="{D42A27DB-BD31-4B8C-83A1-F6EECF244321}">
                <p14:modId xmlns:p14="http://schemas.microsoft.com/office/powerpoint/2010/main" val="203452672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2266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9CCED-BDCD-0CB7-C85B-C930523C0744}"/>
              </a:ext>
            </a:extLst>
          </p:cNvPr>
          <p:cNvSpPr>
            <a:spLocks noGrp="1"/>
          </p:cNvSpPr>
          <p:nvPr>
            <p:ph type="title"/>
          </p:nvPr>
        </p:nvSpPr>
        <p:spPr/>
        <p:txBody>
          <a:bodyPr/>
          <a:lstStyle/>
          <a:p>
            <a:endParaRPr lang="en-IN"/>
          </a:p>
        </p:txBody>
      </p:sp>
      <p:sp>
        <p:nvSpPr>
          <p:cNvPr id="3" name="Footer Placeholder 2">
            <a:extLst>
              <a:ext uri="{FF2B5EF4-FFF2-40B4-BE49-F238E27FC236}">
                <a16:creationId xmlns:a16="http://schemas.microsoft.com/office/drawing/2014/main" id="{8989D9EB-F443-6EFE-9F66-663A7367B8B3}"/>
              </a:ext>
            </a:extLst>
          </p:cNvPr>
          <p:cNvSpPr>
            <a:spLocks noGrp="1"/>
          </p:cNvSpPr>
          <p:nvPr>
            <p:ph type="ftr" sz="quarter" idx="11"/>
          </p:nvPr>
        </p:nvSpPr>
        <p:spPr/>
        <p:txBody>
          <a:bodyPr/>
          <a:lstStyle/>
          <a:p>
            <a:r>
              <a:rPr lang="en-US"/>
              <a:t>© 2025–2027 Cognizant | Private</a:t>
            </a:r>
            <a:endParaRPr lang="en-US" dirty="0"/>
          </a:p>
        </p:txBody>
      </p:sp>
      <p:sp>
        <p:nvSpPr>
          <p:cNvPr id="4" name="Slide Number Placeholder 3">
            <a:extLst>
              <a:ext uri="{FF2B5EF4-FFF2-40B4-BE49-F238E27FC236}">
                <a16:creationId xmlns:a16="http://schemas.microsoft.com/office/drawing/2014/main" id="{1E57E03F-F7C3-698B-FE13-887C17A9674E}"/>
              </a:ext>
            </a:extLst>
          </p:cNvPr>
          <p:cNvSpPr>
            <a:spLocks noGrp="1"/>
          </p:cNvSpPr>
          <p:nvPr>
            <p:ph type="sldNum" sz="quarter" idx="12"/>
          </p:nvPr>
        </p:nvSpPr>
        <p:spPr/>
        <p:txBody>
          <a:bodyPr/>
          <a:lstStyle/>
          <a:p>
            <a:fld id="{38826FC0-333C-E549-9FA3-0EE43DF298A3}" type="slidenum">
              <a:rPr lang="en-US" smtClean="0"/>
              <a:pPr/>
              <a:t>5</a:t>
            </a:fld>
            <a:endParaRPr lang="en-US" dirty="0"/>
          </a:p>
        </p:txBody>
      </p:sp>
      <p:sp>
        <p:nvSpPr>
          <p:cNvPr id="6" name="TextBox 5">
            <a:extLst>
              <a:ext uri="{FF2B5EF4-FFF2-40B4-BE49-F238E27FC236}">
                <a16:creationId xmlns:a16="http://schemas.microsoft.com/office/drawing/2014/main" id="{D9751B1C-7D81-9361-D729-289F30C1CAB9}"/>
              </a:ext>
            </a:extLst>
          </p:cNvPr>
          <p:cNvSpPr txBox="1"/>
          <p:nvPr/>
        </p:nvSpPr>
        <p:spPr>
          <a:xfrm>
            <a:off x="4490720" y="678934"/>
            <a:ext cx="6096000" cy="523220"/>
          </a:xfrm>
          <a:prstGeom prst="rect">
            <a:avLst/>
          </a:prstGeom>
          <a:noFill/>
        </p:spPr>
        <p:txBody>
          <a:bodyPr wrap="square">
            <a:spAutoFit/>
          </a:bodyPr>
          <a:lstStyle/>
          <a:p>
            <a:r>
              <a:rPr lang="en-US" sz="2800" b="1" dirty="0"/>
              <a:t>WHY SELENIUM?</a:t>
            </a:r>
            <a:endParaRPr lang="en-IN" sz="2800" b="1" dirty="0"/>
          </a:p>
        </p:txBody>
      </p:sp>
      <p:graphicFrame>
        <p:nvGraphicFramePr>
          <p:cNvPr id="9" name="Content Placeholder 2">
            <a:extLst>
              <a:ext uri="{FF2B5EF4-FFF2-40B4-BE49-F238E27FC236}">
                <a16:creationId xmlns:a16="http://schemas.microsoft.com/office/drawing/2014/main" id="{07842CB0-63E3-1A37-833A-880E1ED823D4}"/>
              </a:ext>
            </a:extLst>
          </p:cNvPr>
          <p:cNvGraphicFramePr>
            <a:graphicFrameLocks/>
          </p:cNvGraphicFramePr>
          <p:nvPr>
            <p:extLst>
              <p:ext uri="{D42A27DB-BD31-4B8C-83A1-F6EECF244321}">
                <p14:modId xmlns:p14="http://schemas.microsoft.com/office/powerpoint/2010/main" val="91291590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41243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0A360-2F6E-6201-FD01-86EA5036A405}"/>
              </a:ext>
            </a:extLst>
          </p:cNvPr>
          <p:cNvSpPr>
            <a:spLocks noGrp="1"/>
          </p:cNvSpPr>
          <p:nvPr>
            <p:ph type="title"/>
          </p:nvPr>
        </p:nvSpPr>
        <p:spPr>
          <a:xfrm>
            <a:off x="81280" y="768926"/>
            <a:ext cx="11277600" cy="387798"/>
          </a:xfrm>
        </p:spPr>
        <p:txBody>
          <a:bodyPr/>
          <a:lstStyle/>
          <a:p>
            <a:pPr algn="ctr"/>
            <a:r>
              <a:rPr lang="en-US" sz="2800" dirty="0"/>
              <a:t>HISTORY OF SELENIUM</a:t>
            </a:r>
            <a:endParaRPr lang="en-IN" sz="2800" dirty="0"/>
          </a:p>
        </p:txBody>
      </p:sp>
      <p:sp>
        <p:nvSpPr>
          <p:cNvPr id="3" name="Footer Placeholder 2">
            <a:extLst>
              <a:ext uri="{FF2B5EF4-FFF2-40B4-BE49-F238E27FC236}">
                <a16:creationId xmlns:a16="http://schemas.microsoft.com/office/drawing/2014/main" id="{68826976-3C83-57CE-D233-8D6A59A69FDD}"/>
              </a:ext>
            </a:extLst>
          </p:cNvPr>
          <p:cNvSpPr>
            <a:spLocks noGrp="1"/>
          </p:cNvSpPr>
          <p:nvPr>
            <p:ph type="ftr" sz="quarter" idx="11"/>
          </p:nvPr>
        </p:nvSpPr>
        <p:spPr/>
        <p:txBody>
          <a:bodyPr/>
          <a:lstStyle/>
          <a:p>
            <a:r>
              <a:rPr lang="en-US"/>
              <a:t>© 2025–2027 Cognizant | Private</a:t>
            </a:r>
            <a:endParaRPr lang="en-US" dirty="0"/>
          </a:p>
        </p:txBody>
      </p:sp>
      <p:sp>
        <p:nvSpPr>
          <p:cNvPr id="4" name="Slide Number Placeholder 3">
            <a:extLst>
              <a:ext uri="{FF2B5EF4-FFF2-40B4-BE49-F238E27FC236}">
                <a16:creationId xmlns:a16="http://schemas.microsoft.com/office/drawing/2014/main" id="{529CC177-6ADB-D17C-4C06-FB2AAFF02944}"/>
              </a:ext>
            </a:extLst>
          </p:cNvPr>
          <p:cNvSpPr>
            <a:spLocks noGrp="1"/>
          </p:cNvSpPr>
          <p:nvPr>
            <p:ph type="sldNum" sz="quarter" idx="12"/>
          </p:nvPr>
        </p:nvSpPr>
        <p:spPr/>
        <p:txBody>
          <a:bodyPr/>
          <a:lstStyle/>
          <a:p>
            <a:fld id="{38826FC0-333C-E549-9FA3-0EE43DF298A3}" type="slidenum">
              <a:rPr lang="en-US" smtClean="0"/>
              <a:pPr/>
              <a:t>6</a:t>
            </a:fld>
            <a:endParaRPr lang="en-US" dirty="0"/>
          </a:p>
        </p:txBody>
      </p:sp>
      <p:sp>
        <p:nvSpPr>
          <p:cNvPr id="7" name="TextBox 6">
            <a:extLst>
              <a:ext uri="{FF2B5EF4-FFF2-40B4-BE49-F238E27FC236}">
                <a16:creationId xmlns:a16="http://schemas.microsoft.com/office/drawing/2014/main" id="{D08E4604-2117-0798-3466-CEE20C3ED01F}"/>
              </a:ext>
            </a:extLst>
          </p:cNvPr>
          <p:cNvSpPr txBox="1"/>
          <p:nvPr/>
        </p:nvSpPr>
        <p:spPr>
          <a:xfrm>
            <a:off x="1402080" y="1789836"/>
            <a:ext cx="9956800" cy="461665"/>
          </a:xfrm>
          <a:prstGeom prst="rect">
            <a:avLst/>
          </a:prstGeom>
          <a:noFill/>
        </p:spPr>
        <p:txBody>
          <a:bodyPr wrap="square">
            <a:spAutoFit/>
          </a:bodyPr>
          <a:lstStyle/>
          <a:p>
            <a:r>
              <a:rPr lang="en-IN" sz="2400" dirty="0"/>
              <a:t>The web automation framework Selenium originated in</a:t>
            </a:r>
          </a:p>
        </p:txBody>
      </p:sp>
      <p:sp>
        <p:nvSpPr>
          <p:cNvPr id="11" name="TextBox 10">
            <a:extLst>
              <a:ext uri="{FF2B5EF4-FFF2-40B4-BE49-F238E27FC236}">
                <a16:creationId xmlns:a16="http://schemas.microsoft.com/office/drawing/2014/main" id="{ACFC95E5-948B-DAA8-6154-A2DAE9DEC285}"/>
              </a:ext>
            </a:extLst>
          </p:cNvPr>
          <p:cNvSpPr txBox="1"/>
          <p:nvPr/>
        </p:nvSpPr>
        <p:spPr>
          <a:xfrm>
            <a:off x="1483360" y="2331481"/>
            <a:ext cx="6096000" cy="523220"/>
          </a:xfrm>
          <a:prstGeom prst="rect">
            <a:avLst/>
          </a:prstGeom>
          <a:noFill/>
        </p:spPr>
        <p:txBody>
          <a:bodyPr wrap="square">
            <a:spAutoFit/>
          </a:bodyPr>
          <a:lstStyle/>
          <a:p>
            <a:r>
              <a:rPr lang="en-IN" sz="2800" b="1" dirty="0">
                <a:solidFill>
                  <a:schemeClr val="tx2"/>
                </a:solidFill>
              </a:rPr>
              <a:t>2004</a:t>
            </a:r>
            <a:endParaRPr lang="en-IN" sz="2800" dirty="0"/>
          </a:p>
        </p:txBody>
      </p:sp>
      <p:sp>
        <p:nvSpPr>
          <p:cNvPr id="13" name="TextBox 12">
            <a:extLst>
              <a:ext uri="{FF2B5EF4-FFF2-40B4-BE49-F238E27FC236}">
                <a16:creationId xmlns:a16="http://schemas.microsoft.com/office/drawing/2014/main" id="{3E22AB0B-4163-5F34-4361-F5041C835D4E}"/>
              </a:ext>
            </a:extLst>
          </p:cNvPr>
          <p:cNvSpPr txBox="1"/>
          <p:nvPr/>
        </p:nvSpPr>
        <p:spPr>
          <a:xfrm>
            <a:off x="2672080" y="2380158"/>
            <a:ext cx="6096000" cy="461665"/>
          </a:xfrm>
          <a:prstGeom prst="rect">
            <a:avLst/>
          </a:prstGeom>
          <a:noFill/>
        </p:spPr>
        <p:txBody>
          <a:bodyPr wrap="square">
            <a:spAutoFit/>
          </a:bodyPr>
          <a:lstStyle/>
          <a:p>
            <a:r>
              <a:rPr lang="en-IN" sz="2400" dirty="0"/>
              <a:t>with the name of</a:t>
            </a:r>
          </a:p>
        </p:txBody>
      </p:sp>
      <p:sp>
        <p:nvSpPr>
          <p:cNvPr id="15" name="TextBox 14">
            <a:extLst>
              <a:ext uri="{FF2B5EF4-FFF2-40B4-BE49-F238E27FC236}">
                <a16:creationId xmlns:a16="http://schemas.microsoft.com/office/drawing/2014/main" id="{EB0ED409-8B67-5B9E-C8E9-8BDBF9CDA214}"/>
              </a:ext>
            </a:extLst>
          </p:cNvPr>
          <p:cNvSpPr txBox="1"/>
          <p:nvPr/>
        </p:nvSpPr>
        <p:spPr>
          <a:xfrm>
            <a:off x="5181600" y="2382345"/>
            <a:ext cx="6096000" cy="523220"/>
          </a:xfrm>
          <a:prstGeom prst="rect">
            <a:avLst/>
          </a:prstGeom>
          <a:noFill/>
        </p:spPr>
        <p:txBody>
          <a:bodyPr wrap="square">
            <a:spAutoFit/>
          </a:bodyPr>
          <a:lstStyle/>
          <a:p>
            <a:r>
              <a:rPr lang="en-IN" sz="1800" b="1" dirty="0"/>
              <a:t>"</a:t>
            </a:r>
            <a:r>
              <a:rPr lang="en-IN" sz="2800" b="1" dirty="0"/>
              <a:t>Selenium</a:t>
            </a:r>
            <a:r>
              <a:rPr lang="en-IN" sz="1800" b="1" dirty="0"/>
              <a:t> </a:t>
            </a:r>
            <a:r>
              <a:rPr lang="en-IN" sz="2800" b="1" dirty="0"/>
              <a:t>Core</a:t>
            </a:r>
            <a:r>
              <a:rPr lang="en-IN" sz="1800" b="1" dirty="0"/>
              <a:t>"</a:t>
            </a:r>
            <a:endParaRPr lang="en-IN" dirty="0"/>
          </a:p>
        </p:txBody>
      </p:sp>
      <p:sp>
        <p:nvSpPr>
          <p:cNvPr id="17" name="TextBox 16">
            <a:extLst>
              <a:ext uri="{FF2B5EF4-FFF2-40B4-BE49-F238E27FC236}">
                <a16:creationId xmlns:a16="http://schemas.microsoft.com/office/drawing/2014/main" id="{FD891B42-AB73-B34B-F432-475658DCC676}"/>
              </a:ext>
            </a:extLst>
          </p:cNvPr>
          <p:cNvSpPr txBox="1"/>
          <p:nvPr/>
        </p:nvSpPr>
        <p:spPr>
          <a:xfrm>
            <a:off x="3484880" y="4379486"/>
            <a:ext cx="6096000" cy="1938992"/>
          </a:xfrm>
          <a:prstGeom prst="rect">
            <a:avLst/>
          </a:prstGeom>
          <a:noFill/>
        </p:spPr>
        <p:txBody>
          <a:bodyPr wrap="square">
            <a:spAutoFit/>
          </a:bodyPr>
          <a:lstStyle/>
          <a:p>
            <a:r>
              <a:rPr lang="en-IN" sz="2400" dirty="0"/>
              <a:t>Over the years, it evolved through several key components and major version releases to become the widely-used, open-source standard for browser automation that it is today . </a:t>
            </a:r>
          </a:p>
        </p:txBody>
      </p:sp>
      <p:sp>
        <p:nvSpPr>
          <p:cNvPr id="19" name="TextBox 18">
            <a:extLst>
              <a:ext uri="{FF2B5EF4-FFF2-40B4-BE49-F238E27FC236}">
                <a16:creationId xmlns:a16="http://schemas.microsoft.com/office/drawing/2014/main" id="{3DFE27B5-2E8E-83AA-FB9B-9687EB6E9B1D}"/>
              </a:ext>
            </a:extLst>
          </p:cNvPr>
          <p:cNvSpPr txBox="1"/>
          <p:nvPr/>
        </p:nvSpPr>
        <p:spPr>
          <a:xfrm>
            <a:off x="8229600" y="2401553"/>
            <a:ext cx="6096000" cy="461665"/>
          </a:xfrm>
          <a:prstGeom prst="rect">
            <a:avLst/>
          </a:prstGeom>
          <a:noFill/>
        </p:spPr>
        <p:txBody>
          <a:bodyPr wrap="square">
            <a:spAutoFit/>
          </a:bodyPr>
          <a:lstStyle/>
          <a:p>
            <a:r>
              <a:rPr lang="en-IN" sz="2400" dirty="0"/>
              <a:t>by </a:t>
            </a:r>
          </a:p>
        </p:txBody>
      </p:sp>
      <p:sp>
        <p:nvSpPr>
          <p:cNvPr id="21" name="TextBox 20">
            <a:extLst>
              <a:ext uri="{FF2B5EF4-FFF2-40B4-BE49-F238E27FC236}">
                <a16:creationId xmlns:a16="http://schemas.microsoft.com/office/drawing/2014/main" id="{E8C4EA1C-DF60-BEB6-A9ED-E84F2469B3A9}"/>
              </a:ext>
            </a:extLst>
          </p:cNvPr>
          <p:cNvSpPr txBox="1"/>
          <p:nvPr/>
        </p:nvSpPr>
        <p:spPr>
          <a:xfrm>
            <a:off x="1402080" y="3231317"/>
            <a:ext cx="7162800" cy="523220"/>
          </a:xfrm>
          <a:prstGeom prst="rect">
            <a:avLst/>
          </a:prstGeom>
          <a:noFill/>
        </p:spPr>
        <p:txBody>
          <a:bodyPr wrap="square">
            <a:spAutoFit/>
          </a:bodyPr>
          <a:lstStyle/>
          <a:p>
            <a:r>
              <a:rPr lang="en-IN" sz="2800" b="1" dirty="0">
                <a:solidFill>
                  <a:schemeClr val="tx2"/>
                </a:solidFill>
              </a:rPr>
              <a:t>Jason Huggins </a:t>
            </a:r>
            <a:endParaRPr lang="en-IN" sz="2800" dirty="0"/>
          </a:p>
        </p:txBody>
      </p:sp>
      <p:sp>
        <p:nvSpPr>
          <p:cNvPr id="23" name="TextBox 22">
            <a:extLst>
              <a:ext uri="{FF2B5EF4-FFF2-40B4-BE49-F238E27FC236}">
                <a16:creationId xmlns:a16="http://schemas.microsoft.com/office/drawing/2014/main" id="{7B7431C4-1F65-4F00-D5A6-D6F7598727C5}"/>
              </a:ext>
            </a:extLst>
          </p:cNvPr>
          <p:cNvSpPr txBox="1"/>
          <p:nvPr/>
        </p:nvSpPr>
        <p:spPr>
          <a:xfrm>
            <a:off x="4302760" y="3308261"/>
            <a:ext cx="7162800" cy="461665"/>
          </a:xfrm>
          <a:prstGeom prst="rect">
            <a:avLst/>
          </a:prstGeom>
          <a:noFill/>
        </p:spPr>
        <p:txBody>
          <a:bodyPr wrap="square">
            <a:spAutoFit/>
          </a:bodyPr>
          <a:lstStyle/>
          <a:p>
            <a:r>
              <a:rPr lang="en-IN" sz="2400" dirty="0"/>
              <a:t>at</a:t>
            </a:r>
          </a:p>
        </p:txBody>
      </p:sp>
      <p:sp>
        <p:nvSpPr>
          <p:cNvPr id="25" name="TextBox 24">
            <a:extLst>
              <a:ext uri="{FF2B5EF4-FFF2-40B4-BE49-F238E27FC236}">
                <a16:creationId xmlns:a16="http://schemas.microsoft.com/office/drawing/2014/main" id="{EA0E4DFB-A64F-2CB6-1868-D71AA07190D6}"/>
              </a:ext>
            </a:extLst>
          </p:cNvPr>
          <p:cNvSpPr txBox="1"/>
          <p:nvPr/>
        </p:nvSpPr>
        <p:spPr>
          <a:xfrm>
            <a:off x="4983480" y="3277483"/>
            <a:ext cx="7162800" cy="523220"/>
          </a:xfrm>
          <a:prstGeom prst="rect">
            <a:avLst/>
          </a:prstGeom>
          <a:noFill/>
        </p:spPr>
        <p:txBody>
          <a:bodyPr wrap="square">
            <a:spAutoFit/>
          </a:bodyPr>
          <a:lstStyle/>
          <a:p>
            <a:r>
              <a:rPr lang="en-IN" sz="2800" b="1" dirty="0" err="1">
                <a:solidFill>
                  <a:schemeClr val="tx2"/>
                </a:solidFill>
              </a:rPr>
              <a:t>ThoughtWorks</a:t>
            </a:r>
            <a:r>
              <a:rPr lang="en-IN" sz="2800" b="1" dirty="0">
                <a:solidFill>
                  <a:schemeClr val="tx2"/>
                </a:solidFill>
              </a:rPr>
              <a:t>.</a:t>
            </a:r>
            <a:endParaRPr lang="en-IN" sz="2800" dirty="0"/>
          </a:p>
        </p:txBody>
      </p:sp>
    </p:spTree>
    <p:extLst>
      <p:ext uri="{BB962C8B-B14F-4D97-AF65-F5344CB8AC3E}">
        <p14:creationId xmlns:p14="http://schemas.microsoft.com/office/powerpoint/2010/main" val="398222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arn(inVertic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inVertic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arn(inVertical)">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arn(inVertical)">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barn(inVertical)">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barn(inVertical)">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barn(inVertical)">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P spid="19" grpId="0"/>
      <p:bldP spid="21" grpId="0"/>
      <p:bldP spid="23"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76D5828-00AE-27B6-471D-A4D30FA1459F}"/>
              </a:ext>
            </a:extLst>
          </p:cNvPr>
          <p:cNvPicPr>
            <a:picLocks noChangeAspect="1"/>
          </p:cNvPicPr>
          <p:nvPr/>
        </p:nvPicPr>
        <p:blipFill>
          <a:blip r:embed="rId2"/>
          <a:srcRect b="15730"/>
          <a:stretch>
            <a:fillRect/>
          </a:stretch>
        </p:blipFill>
        <p:spPr>
          <a:xfrm>
            <a:off x="8646" y="10"/>
            <a:ext cx="12191980" cy="6857990"/>
          </a:xfrm>
          <a:prstGeom prst="rect">
            <a:avLst/>
          </a:prstGeom>
          <a:noFill/>
        </p:spPr>
      </p:pic>
      <p:sp>
        <p:nvSpPr>
          <p:cNvPr id="3" name="Footer Placeholder 2">
            <a:extLst>
              <a:ext uri="{FF2B5EF4-FFF2-40B4-BE49-F238E27FC236}">
                <a16:creationId xmlns:a16="http://schemas.microsoft.com/office/drawing/2014/main" id="{41D58541-7363-5B3E-C546-23F0B0F0E77D}"/>
              </a:ext>
            </a:extLst>
          </p:cNvPr>
          <p:cNvSpPr>
            <a:spLocks noGrp="1"/>
          </p:cNvSpPr>
          <p:nvPr>
            <p:ph type="ftr" sz="quarter" idx="12"/>
          </p:nvPr>
        </p:nvSpPr>
        <p:spPr>
          <a:xfrm>
            <a:off x="1005840" y="6400800"/>
            <a:ext cx="1371600" cy="228600"/>
          </a:xfrm>
        </p:spPr>
        <p:txBody>
          <a:bodyPr anchor="ctr">
            <a:normAutofit/>
          </a:bodyPr>
          <a:lstStyle/>
          <a:p>
            <a:pPr>
              <a:spcAft>
                <a:spcPts val="600"/>
              </a:spcAft>
            </a:pPr>
            <a:r>
              <a:rPr lang="en-US"/>
              <a:t>© 2025–2027 Cognizant | Private</a:t>
            </a:r>
          </a:p>
        </p:txBody>
      </p:sp>
      <p:sp>
        <p:nvSpPr>
          <p:cNvPr id="4" name="Slide Number Placeholder 3">
            <a:extLst>
              <a:ext uri="{FF2B5EF4-FFF2-40B4-BE49-F238E27FC236}">
                <a16:creationId xmlns:a16="http://schemas.microsoft.com/office/drawing/2014/main" id="{DFFE8B1C-241D-099B-250B-B854C84B29BA}"/>
              </a:ext>
            </a:extLst>
          </p:cNvPr>
          <p:cNvSpPr>
            <a:spLocks noGrp="1"/>
          </p:cNvSpPr>
          <p:nvPr>
            <p:ph type="sldNum" sz="quarter" idx="13"/>
          </p:nvPr>
        </p:nvSpPr>
        <p:spPr>
          <a:xfrm>
            <a:off x="457200" y="6400799"/>
            <a:ext cx="365760" cy="228600"/>
          </a:xfrm>
        </p:spPr>
        <p:txBody>
          <a:bodyPr anchor="ctr">
            <a:normAutofit/>
          </a:bodyPr>
          <a:lstStyle/>
          <a:p>
            <a:pPr>
              <a:spcAft>
                <a:spcPts val="600"/>
              </a:spcAft>
            </a:pPr>
            <a:fld id="{38826FC0-333C-E549-9FA3-0EE43DF298A3}" type="slidenum">
              <a:rPr lang="en-US" smtClean="0"/>
              <a:pPr>
                <a:spcAft>
                  <a:spcPts val="600"/>
                </a:spcAft>
              </a:pPr>
              <a:t>7</a:t>
            </a:fld>
            <a:endParaRPr lang="en-US"/>
          </a:p>
        </p:txBody>
      </p:sp>
    </p:spTree>
    <p:extLst>
      <p:ext uri="{BB962C8B-B14F-4D97-AF65-F5344CB8AC3E}">
        <p14:creationId xmlns:p14="http://schemas.microsoft.com/office/powerpoint/2010/main" val="1034557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F7F01-D7A2-6B1F-B313-44D6316D83CB}"/>
              </a:ext>
            </a:extLst>
          </p:cNvPr>
          <p:cNvSpPr>
            <a:spLocks noGrp="1"/>
          </p:cNvSpPr>
          <p:nvPr>
            <p:ph type="title"/>
          </p:nvPr>
        </p:nvSpPr>
        <p:spPr/>
        <p:txBody>
          <a:bodyPr/>
          <a:lstStyle/>
          <a:p>
            <a:endParaRPr lang="en-IN"/>
          </a:p>
        </p:txBody>
      </p:sp>
      <p:sp>
        <p:nvSpPr>
          <p:cNvPr id="3" name="Footer Placeholder 2">
            <a:extLst>
              <a:ext uri="{FF2B5EF4-FFF2-40B4-BE49-F238E27FC236}">
                <a16:creationId xmlns:a16="http://schemas.microsoft.com/office/drawing/2014/main" id="{9DFB77E0-BAED-5B20-E30C-D7FCDFD3CBD6}"/>
              </a:ext>
            </a:extLst>
          </p:cNvPr>
          <p:cNvSpPr>
            <a:spLocks noGrp="1"/>
          </p:cNvSpPr>
          <p:nvPr>
            <p:ph type="ftr" sz="quarter" idx="11"/>
          </p:nvPr>
        </p:nvSpPr>
        <p:spPr/>
        <p:txBody>
          <a:bodyPr/>
          <a:lstStyle/>
          <a:p>
            <a:r>
              <a:rPr lang="en-US"/>
              <a:t>© 2025–2027 Cognizant | Private</a:t>
            </a:r>
            <a:endParaRPr lang="en-US" dirty="0"/>
          </a:p>
        </p:txBody>
      </p:sp>
      <p:sp>
        <p:nvSpPr>
          <p:cNvPr id="4" name="Slide Number Placeholder 3">
            <a:extLst>
              <a:ext uri="{FF2B5EF4-FFF2-40B4-BE49-F238E27FC236}">
                <a16:creationId xmlns:a16="http://schemas.microsoft.com/office/drawing/2014/main" id="{F4959B07-975B-4A50-EBF7-6023AD1C849F}"/>
              </a:ext>
            </a:extLst>
          </p:cNvPr>
          <p:cNvSpPr>
            <a:spLocks noGrp="1"/>
          </p:cNvSpPr>
          <p:nvPr>
            <p:ph type="sldNum" sz="quarter" idx="12"/>
          </p:nvPr>
        </p:nvSpPr>
        <p:spPr/>
        <p:txBody>
          <a:bodyPr/>
          <a:lstStyle/>
          <a:p>
            <a:fld id="{38826FC0-333C-E549-9FA3-0EE43DF298A3}" type="slidenum">
              <a:rPr lang="en-US" smtClean="0"/>
              <a:pPr/>
              <a:t>8</a:t>
            </a:fld>
            <a:endParaRPr lang="en-US" dirty="0"/>
          </a:p>
        </p:txBody>
      </p:sp>
      <p:pic>
        <p:nvPicPr>
          <p:cNvPr id="6" name="Picture 5">
            <a:extLst>
              <a:ext uri="{FF2B5EF4-FFF2-40B4-BE49-F238E27FC236}">
                <a16:creationId xmlns:a16="http://schemas.microsoft.com/office/drawing/2014/main" id="{53B70803-E1FE-3029-9975-886C0CEBECBD}"/>
              </a:ext>
            </a:extLst>
          </p:cNvPr>
          <p:cNvPicPr>
            <a:picLocks noChangeAspect="1"/>
          </p:cNvPicPr>
          <p:nvPr/>
        </p:nvPicPr>
        <p:blipFill>
          <a:blip r:embed="rId2"/>
          <a:stretch>
            <a:fillRect/>
          </a:stretch>
        </p:blipFill>
        <p:spPr>
          <a:xfrm>
            <a:off x="0" y="0"/>
            <a:ext cx="12192000" cy="6858000"/>
          </a:xfrm>
          <a:prstGeom prst="rect">
            <a:avLst/>
          </a:prstGeom>
        </p:spPr>
      </p:pic>
      <p:sp>
        <p:nvSpPr>
          <p:cNvPr id="7" name="Cloud 6">
            <a:extLst>
              <a:ext uri="{FF2B5EF4-FFF2-40B4-BE49-F238E27FC236}">
                <a16:creationId xmlns:a16="http://schemas.microsoft.com/office/drawing/2014/main" id="{9C138008-987A-27F2-EECA-168D64507C1C}"/>
              </a:ext>
            </a:extLst>
          </p:cNvPr>
          <p:cNvSpPr/>
          <p:nvPr/>
        </p:nvSpPr>
        <p:spPr>
          <a:xfrm>
            <a:off x="7810718" y="5039294"/>
            <a:ext cx="2981815" cy="1590105"/>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t">
            <a:normAutofit fontScale="55000" lnSpcReduction="20000"/>
          </a:bodyPr>
          <a:lstStyle/>
          <a:p>
            <a:pPr indent="-228600">
              <a:lnSpc>
                <a:spcPct val="90000"/>
              </a:lnSpc>
              <a:spcAft>
                <a:spcPts val="600"/>
              </a:spcAft>
              <a:buFont typeface="Arial" panose="020B0604020202020204" pitchFamily="34" charset="0"/>
              <a:buChar char="•"/>
            </a:pPr>
            <a:r>
              <a:rPr lang="en-US" sz="2800" dirty="0">
                <a:solidFill>
                  <a:schemeClr val="bg2"/>
                </a:solidFill>
              </a:rPr>
              <a:t>The latest stable version of Selenium is </a:t>
            </a:r>
            <a:r>
              <a:rPr lang="en-US" sz="2800" b="1" dirty="0">
                <a:solidFill>
                  <a:schemeClr val="bg2"/>
                </a:solidFill>
              </a:rPr>
              <a:t>4.38.0</a:t>
            </a:r>
            <a:r>
              <a:rPr lang="en-US" sz="2800" dirty="0">
                <a:solidFill>
                  <a:schemeClr val="bg2"/>
                </a:solidFill>
              </a:rPr>
              <a:t>, released on October 25, 2025.</a:t>
            </a:r>
          </a:p>
        </p:txBody>
      </p:sp>
    </p:spTree>
    <p:extLst>
      <p:ext uri="{BB962C8B-B14F-4D97-AF65-F5344CB8AC3E}">
        <p14:creationId xmlns:p14="http://schemas.microsoft.com/office/powerpoint/2010/main" val="2913889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1F6BA4CE-36F8-5375-5C91-8DC6D828777E}"/>
              </a:ext>
            </a:extLst>
          </p:cNvPr>
          <p:cNvSpPr txBox="1"/>
          <p:nvPr/>
        </p:nvSpPr>
        <p:spPr>
          <a:xfrm>
            <a:off x="944880" y="2225038"/>
            <a:ext cx="8442960" cy="2076851"/>
          </a:xfrm>
          <a:prstGeom prst="rect">
            <a:avLst/>
          </a:prstGeom>
          <a:noFill/>
        </p:spPr>
        <p:txBody>
          <a:bodyPr wrap="square">
            <a:spAutoFit/>
          </a:bodyPr>
          <a:lstStyle/>
          <a:p>
            <a:pPr algn="l">
              <a:lnSpc>
                <a:spcPts val="2400"/>
              </a:lnSpc>
              <a:spcAft>
                <a:spcPts val="1200"/>
              </a:spcAft>
              <a:buFont typeface="Arial" panose="020B0604020202020204" pitchFamily="34" charset="0"/>
              <a:buChar char="•"/>
            </a:pPr>
            <a:r>
              <a:rPr lang="en-US" sz="2000" b="1" i="0" dirty="0">
                <a:solidFill>
                  <a:srgbClr val="374151"/>
                </a:solidFill>
                <a:effectLst/>
              </a:rPr>
              <a:t>Terminated </a:t>
            </a:r>
            <a:r>
              <a:rPr lang="en-US" sz="2000" b="0" i="0" dirty="0">
                <a:solidFill>
                  <a:srgbClr val="374151"/>
                </a:solidFill>
                <a:effectLst/>
              </a:rPr>
              <a:t>native support to</a:t>
            </a:r>
            <a:r>
              <a:rPr lang="en-US" sz="2000" b="1" i="0" dirty="0">
                <a:solidFill>
                  <a:srgbClr val="374151"/>
                </a:solidFill>
                <a:effectLst/>
              </a:rPr>
              <a:t> Opera and </a:t>
            </a:r>
            <a:r>
              <a:rPr lang="en-US" sz="2000" b="1" i="0" dirty="0" err="1">
                <a:solidFill>
                  <a:srgbClr val="374151"/>
                </a:solidFill>
                <a:effectLst/>
              </a:rPr>
              <a:t>PhantomJS</a:t>
            </a:r>
            <a:r>
              <a:rPr lang="en-US" sz="2000" b="0" i="0" dirty="0">
                <a:solidFill>
                  <a:srgbClr val="374151"/>
                </a:solidFill>
                <a:effectLst/>
              </a:rPr>
              <a:t> browsers</a:t>
            </a:r>
          </a:p>
          <a:p>
            <a:pPr algn="l">
              <a:lnSpc>
                <a:spcPts val="2400"/>
              </a:lnSpc>
              <a:spcAft>
                <a:spcPts val="1200"/>
              </a:spcAft>
              <a:buFont typeface="Arial" panose="020B0604020202020204" pitchFamily="34" charset="0"/>
              <a:buChar char="•"/>
            </a:pPr>
            <a:r>
              <a:rPr lang="en-US" sz="2000" b="0" i="0" dirty="0">
                <a:solidFill>
                  <a:srgbClr val="374151"/>
                </a:solidFill>
                <a:effectLst/>
              </a:rPr>
              <a:t>Selenium 4 introduced relative locators (enable you to locate web elements on a page based on their relationship to other elements)</a:t>
            </a:r>
          </a:p>
          <a:p>
            <a:pPr algn="l">
              <a:lnSpc>
                <a:spcPts val="2400"/>
              </a:lnSpc>
              <a:spcAft>
                <a:spcPts val="1200"/>
              </a:spcAft>
              <a:buFont typeface="Arial" panose="020B0604020202020204" pitchFamily="34" charset="0"/>
              <a:buChar char="•"/>
            </a:pPr>
            <a:r>
              <a:rPr lang="en-US" sz="2000" b="1" i="0" dirty="0">
                <a:solidFill>
                  <a:srgbClr val="374151"/>
                </a:solidFill>
                <a:effectLst/>
              </a:rPr>
              <a:t>Deprecated Desired Capabilities</a:t>
            </a:r>
            <a:r>
              <a:rPr lang="en-US" sz="2000" b="0" i="0" dirty="0">
                <a:solidFill>
                  <a:srgbClr val="374151"/>
                </a:solidFill>
                <a:effectLst/>
              </a:rPr>
              <a:t> and replaced it with </a:t>
            </a:r>
            <a:r>
              <a:rPr lang="en-US" sz="2000" b="1" i="0" dirty="0">
                <a:solidFill>
                  <a:srgbClr val="374151"/>
                </a:solidFill>
                <a:effectLst/>
              </a:rPr>
              <a:t>Options class</a:t>
            </a:r>
            <a:endParaRPr lang="en-US" sz="2000" b="0" i="0" dirty="0">
              <a:solidFill>
                <a:srgbClr val="374151"/>
              </a:solidFill>
              <a:effectLst/>
            </a:endParaRPr>
          </a:p>
          <a:p>
            <a:pPr algn="l">
              <a:lnSpc>
                <a:spcPts val="2400"/>
              </a:lnSpc>
              <a:spcAft>
                <a:spcPts val="2400"/>
              </a:spcAft>
              <a:buFont typeface="Arial" panose="020B0604020202020204" pitchFamily="34" charset="0"/>
              <a:buChar char="•"/>
            </a:pPr>
            <a:r>
              <a:rPr lang="en-US" sz="2000" b="0" i="0" dirty="0">
                <a:solidFill>
                  <a:srgbClr val="374151"/>
                </a:solidFill>
                <a:effectLst/>
              </a:rPr>
              <a:t>Added </a:t>
            </a:r>
            <a:r>
              <a:rPr lang="en-US" sz="2000" b="1" i="0" dirty="0">
                <a:solidFill>
                  <a:srgbClr val="374151"/>
                </a:solidFill>
                <a:effectLst/>
              </a:rPr>
              <a:t>new methods to Action class</a:t>
            </a:r>
            <a:endParaRPr lang="en-US" sz="2000" b="0" i="0" dirty="0">
              <a:solidFill>
                <a:srgbClr val="374151"/>
              </a:solidFill>
              <a:effectLst/>
            </a:endParaRPr>
          </a:p>
        </p:txBody>
      </p:sp>
      <p:sp>
        <p:nvSpPr>
          <p:cNvPr id="25" name="TextBox 24">
            <a:extLst>
              <a:ext uri="{FF2B5EF4-FFF2-40B4-BE49-F238E27FC236}">
                <a16:creationId xmlns:a16="http://schemas.microsoft.com/office/drawing/2014/main" id="{6C1897F2-142B-37ED-14C1-33DF68759BB6}"/>
              </a:ext>
            </a:extLst>
          </p:cNvPr>
          <p:cNvSpPr txBox="1"/>
          <p:nvPr/>
        </p:nvSpPr>
        <p:spPr>
          <a:xfrm>
            <a:off x="2265680" y="906053"/>
            <a:ext cx="7274560" cy="438582"/>
          </a:xfrm>
          <a:prstGeom prst="rect">
            <a:avLst/>
          </a:prstGeom>
          <a:noFill/>
        </p:spPr>
        <p:txBody>
          <a:bodyPr wrap="square">
            <a:spAutoFit/>
          </a:bodyPr>
          <a:lstStyle/>
          <a:p>
            <a:pPr algn="ctr">
              <a:lnSpc>
                <a:spcPts val="2700"/>
              </a:lnSpc>
              <a:spcBef>
                <a:spcPts val="3600"/>
              </a:spcBef>
              <a:spcAft>
                <a:spcPts val="1500"/>
              </a:spcAft>
              <a:buNone/>
            </a:pPr>
            <a:r>
              <a:rPr lang="en-US" sz="2800" b="1" dirty="0">
                <a:solidFill>
                  <a:srgbClr val="242424"/>
                </a:solidFill>
                <a:effectLst/>
                <a:latin typeface="+mj-lt"/>
              </a:rPr>
              <a:t>FEATURE HIGHLIGHTS OF SELENIUM 4</a:t>
            </a:r>
          </a:p>
        </p:txBody>
      </p:sp>
    </p:spTree>
    <p:extLst>
      <p:ext uri="{BB962C8B-B14F-4D97-AF65-F5344CB8AC3E}">
        <p14:creationId xmlns:p14="http://schemas.microsoft.com/office/powerpoint/2010/main" val="4223322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436A65-A831-1873-7A79-5DAF82A50423}"/>
              </a:ext>
            </a:extLst>
          </p:cNvPr>
          <p:cNvSpPr txBox="1"/>
          <p:nvPr/>
        </p:nvSpPr>
        <p:spPr>
          <a:xfrm>
            <a:off x="457200" y="457200"/>
            <a:ext cx="11277600" cy="332399"/>
          </a:xfrm>
          <a:prstGeom prst="rect">
            <a:avLst/>
          </a:prstGeom>
        </p:spPr>
        <p:txBody>
          <a:bodyPr vert="horz" wrap="square" lIns="0" tIns="0" rIns="0" bIns="0" rtlCol="0" anchor="t">
            <a:normAutofit/>
          </a:bodyPr>
          <a:lstStyle/>
          <a:p>
            <a:pPr>
              <a:lnSpc>
                <a:spcPct val="90000"/>
              </a:lnSpc>
              <a:spcBef>
                <a:spcPct val="0"/>
              </a:spcBef>
              <a:spcAft>
                <a:spcPts val="600"/>
              </a:spcAft>
            </a:pPr>
            <a:r>
              <a:rPr lang="en-US" sz="2400" b="1" kern="1200">
                <a:solidFill>
                  <a:schemeClr val="accent1"/>
                </a:solidFill>
                <a:latin typeface="+mj-lt"/>
                <a:ea typeface="+mj-ea"/>
                <a:cs typeface="+mj-cs"/>
              </a:rPr>
              <a:t>COMPONENTS OF SELENIUM</a:t>
            </a:r>
          </a:p>
        </p:txBody>
      </p:sp>
      <p:pic>
        <p:nvPicPr>
          <p:cNvPr id="6" name="Picture 2" descr="New version of selenium - evolution">
            <a:extLst>
              <a:ext uri="{FF2B5EF4-FFF2-40B4-BE49-F238E27FC236}">
                <a16:creationId xmlns:a16="http://schemas.microsoft.com/office/drawing/2014/main" id="{F0D459EB-707A-BB76-69AF-0691146D7A5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78610" y="1447800"/>
            <a:ext cx="6034779" cy="4716463"/>
          </a:xfrm>
          <a:prstGeom prst="rect">
            <a:avLst/>
          </a:prstGeom>
          <a:solidFill>
            <a:srgbClr val="FFFFFF"/>
          </a:solidFill>
          <a:ln>
            <a:noFill/>
          </a:ln>
        </p:spPr>
      </p:pic>
      <p:sp>
        <p:nvSpPr>
          <p:cNvPr id="3" name="Footer Placeholder 2">
            <a:extLst>
              <a:ext uri="{FF2B5EF4-FFF2-40B4-BE49-F238E27FC236}">
                <a16:creationId xmlns:a16="http://schemas.microsoft.com/office/drawing/2014/main" id="{3DD40A67-0882-D771-75A3-7BA3976375A2}"/>
              </a:ext>
            </a:extLst>
          </p:cNvPr>
          <p:cNvSpPr>
            <a:spLocks noGrp="1"/>
          </p:cNvSpPr>
          <p:nvPr>
            <p:ph type="ftr" sz="quarter" idx="15"/>
          </p:nvPr>
        </p:nvSpPr>
        <p:spPr>
          <a:xfrm>
            <a:off x="1005840" y="6400800"/>
            <a:ext cx="1371600" cy="228600"/>
          </a:xfrm>
        </p:spPr>
        <p:txBody>
          <a:bodyPr vert="horz" lIns="0" tIns="0" rIns="0" bIns="0" rtlCol="0" anchor="ctr">
            <a:normAutofit/>
          </a:bodyPr>
          <a:lstStyle/>
          <a:p>
            <a:pPr>
              <a:spcAft>
                <a:spcPts val="600"/>
              </a:spcAft>
            </a:pPr>
            <a:r>
              <a:rPr lang="en-US" b="0" kern="1200">
                <a:latin typeface="+mn-lt"/>
                <a:ea typeface="+mn-ea"/>
                <a:cs typeface="+mn-cs"/>
              </a:rPr>
              <a:t>© 2025–2027 Cognizant | Private</a:t>
            </a:r>
          </a:p>
        </p:txBody>
      </p:sp>
      <p:sp>
        <p:nvSpPr>
          <p:cNvPr id="4" name="Slide Number Placeholder 3">
            <a:extLst>
              <a:ext uri="{FF2B5EF4-FFF2-40B4-BE49-F238E27FC236}">
                <a16:creationId xmlns:a16="http://schemas.microsoft.com/office/drawing/2014/main" id="{5099F78E-13FD-CD4C-A9F7-E54A700599FE}"/>
              </a:ext>
            </a:extLst>
          </p:cNvPr>
          <p:cNvSpPr>
            <a:spLocks noGrp="1"/>
          </p:cNvSpPr>
          <p:nvPr>
            <p:ph type="sldNum" sz="quarter" idx="16"/>
          </p:nvPr>
        </p:nvSpPr>
        <p:spPr>
          <a:xfrm>
            <a:off x="457200" y="6400799"/>
            <a:ext cx="365760" cy="228600"/>
          </a:xfrm>
        </p:spPr>
        <p:txBody>
          <a:bodyPr vert="horz" lIns="0" tIns="0" rIns="0" bIns="0" rtlCol="0" anchor="ctr">
            <a:normAutofit/>
          </a:bodyPr>
          <a:lstStyle/>
          <a:p>
            <a:pPr>
              <a:spcAft>
                <a:spcPts val="600"/>
              </a:spcAft>
            </a:pPr>
            <a:fld id="{38826FC0-333C-E549-9FA3-0EE43DF298A3}" type="slidenum">
              <a:rPr lang="en-US" smtClean="0"/>
              <a:pPr>
                <a:spcAft>
                  <a:spcPts val="600"/>
                </a:spcAft>
              </a:pPr>
              <a:t>10</a:t>
            </a:fld>
            <a:endParaRPr lang="en-US"/>
          </a:p>
        </p:txBody>
      </p:sp>
    </p:spTree>
    <p:extLst>
      <p:ext uri="{BB962C8B-B14F-4D97-AF65-F5344CB8AC3E}">
        <p14:creationId xmlns:p14="http://schemas.microsoft.com/office/powerpoint/2010/main" val="2122271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C54F37-0289-7AB3-2B4F-02F29350C24D}"/>
              </a:ext>
            </a:extLst>
          </p:cNvPr>
          <p:cNvSpPr txBox="1"/>
          <p:nvPr/>
        </p:nvSpPr>
        <p:spPr>
          <a:xfrm>
            <a:off x="1872342" y="566678"/>
            <a:ext cx="11207931" cy="2585323"/>
          </a:xfrm>
          <a:prstGeom prst="rect">
            <a:avLst/>
          </a:prstGeom>
          <a:noFill/>
        </p:spPr>
        <p:txBody>
          <a:bodyPr wrap="square">
            <a:spAutoFit/>
          </a:bodyPr>
          <a:lstStyle/>
          <a:p>
            <a:pPr marL="342900" indent="-342900" algn="just">
              <a:buAutoNum type="arabicPeriod"/>
            </a:pPr>
            <a:r>
              <a:rPr lang="en-US" b="1" dirty="0"/>
              <a:t>Selenium IDE (Integrated Development Environment)</a:t>
            </a:r>
          </a:p>
          <a:p>
            <a:pPr marL="342900" indent="-342900" algn="just">
              <a:buAutoNum type="arabicPeriod"/>
            </a:pPr>
            <a:endParaRPr lang="en-US" dirty="0"/>
          </a:p>
          <a:p>
            <a:pPr algn="just">
              <a:buFont typeface="Arial" panose="020B0604020202020204" pitchFamily="34" charset="0"/>
              <a:buChar char="•"/>
            </a:pPr>
            <a:r>
              <a:rPr lang="en-US" b="1" dirty="0"/>
              <a:t>Type:</a:t>
            </a:r>
            <a:r>
              <a:rPr lang="en-US" dirty="0"/>
              <a:t> Record and Playback tool.</a:t>
            </a:r>
          </a:p>
          <a:p>
            <a:pPr algn="just">
              <a:buFont typeface="Arial" panose="020B0604020202020204" pitchFamily="34" charset="0"/>
              <a:buChar char="•"/>
            </a:pPr>
            <a:r>
              <a:rPr lang="en-US" b="1" dirty="0"/>
              <a:t>Used for:</a:t>
            </a:r>
            <a:r>
              <a:rPr lang="en-US" dirty="0"/>
              <a:t> Beginners and quick bug reproduction scripts.</a:t>
            </a:r>
          </a:p>
          <a:p>
            <a:pPr algn="just">
              <a:buFont typeface="Arial" panose="020B0604020202020204" pitchFamily="34" charset="0"/>
              <a:buChar char="•"/>
            </a:pPr>
            <a:r>
              <a:rPr lang="en-US" b="1" dirty="0"/>
              <a:t>Browser Support:</a:t>
            </a:r>
            <a:r>
              <a:rPr lang="en-US" dirty="0"/>
              <a:t> Firefox and Chrome (as extensions).</a:t>
            </a:r>
          </a:p>
          <a:p>
            <a:pPr algn="just">
              <a:buFont typeface="Arial" panose="020B0604020202020204" pitchFamily="34" charset="0"/>
              <a:buChar char="•"/>
            </a:pPr>
            <a:r>
              <a:rPr lang="en-US" b="1" dirty="0"/>
              <a:t>Key Features:</a:t>
            </a:r>
            <a:endParaRPr lang="en-US" dirty="0"/>
          </a:p>
          <a:p>
            <a:pPr marL="742950" lvl="1" indent="-285750" algn="just">
              <a:buFont typeface="Arial" panose="020B0604020202020204" pitchFamily="34" charset="0"/>
              <a:buChar char="•"/>
            </a:pPr>
            <a:r>
              <a:rPr lang="en-US" dirty="0"/>
              <a:t>Easy to use.</a:t>
            </a:r>
          </a:p>
          <a:p>
            <a:pPr marL="742950" lvl="1" indent="-285750" algn="just">
              <a:buFont typeface="Arial" panose="020B0604020202020204" pitchFamily="34" charset="0"/>
              <a:buChar char="•"/>
            </a:pPr>
            <a:r>
              <a:rPr lang="en-US" dirty="0"/>
              <a:t>No programming knowledge required.</a:t>
            </a:r>
          </a:p>
          <a:p>
            <a:pPr marL="742950" lvl="1" indent="-285750" algn="just">
              <a:buFont typeface="Arial" panose="020B0604020202020204" pitchFamily="34" charset="0"/>
              <a:buChar char="•"/>
            </a:pPr>
            <a:r>
              <a:rPr lang="en-US" dirty="0"/>
              <a:t>Generates code in Selenium-supported languages (Java, Python, etc.).</a:t>
            </a:r>
          </a:p>
        </p:txBody>
      </p:sp>
      <p:sp>
        <p:nvSpPr>
          <p:cNvPr id="5" name="TextBox 4">
            <a:extLst>
              <a:ext uri="{FF2B5EF4-FFF2-40B4-BE49-F238E27FC236}">
                <a16:creationId xmlns:a16="http://schemas.microsoft.com/office/drawing/2014/main" id="{AB26FF95-30B9-9166-F8E3-A64D1DE1AF97}"/>
              </a:ext>
            </a:extLst>
          </p:cNvPr>
          <p:cNvSpPr txBox="1"/>
          <p:nvPr/>
        </p:nvSpPr>
        <p:spPr>
          <a:xfrm>
            <a:off x="1872342" y="3429000"/>
            <a:ext cx="11678195" cy="2862322"/>
          </a:xfrm>
          <a:prstGeom prst="rect">
            <a:avLst/>
          </a:prstGeom>
          <a:noFill/>
        </p:spPr>
        <p:txBody>
          <a:bodyPr wrap="square">
            <a:spAutoFit/>
          </a:bodyPr>
          <a:lstStyle/>
          <a:p>
            <a:pPr algn="just">
              <a:buNone/>
            </a:pPr>
            <a:r>
              <a:rPr lang="en-IN" b="1" dirty="0"/>
              <a:t>2. Selenium WebDriver</a:t>
            </a:r>
          </a:p>
          <a:p>
            <a:pPr algn="just">
              <a:buNone/>
            </a:pPr>
            <a:endParaRPr lang="en-IN" dirty="0"/>
          </a:p>
          <a:p>
            <a:pPr algn="just">
              <a:buFont typeface="Arial" panose="020B0604020202020204" pitchFamily="34" charset="0"/>
              <a:buChar char="•"/>
            </a:pPr>
            <a:r>
              <a:rPr lang="en-IN" b="1" dirty="0"/>
              <a:t>Type:</a:t>
            </a:r>
            <a:r>
              <a:rPr lang="en-IN" dirty="0"/>
              <a:t> Core component for browser automation.</a:t>
            </a:r>
          </a:p>
          <a:p>
            <a:pPr algn="just">
              <a:buFont typeface="Arial" panose="020B0604020202020204" pitchFamily="34" charset="0"/>
              <a:buChar char="•"/>
            </a:pPr>
            <a:r>
              <a:rPr lang="en-IN" b="1" dirty="0"/>
              <a:t>Used for:</a:t>
            </a:r>
            <a:r>
              <a:rPr lang="en-IN" dirty="0"/>
              <a:t> Creating complex and robust automation scripts.</a:t>
            </a:r>
          </a:p>
          <a:p>
            <a:pPr algn="just">
              <a:buFont typeface="Arial" panose="020B0604020202020204" pitchFamily="34" charset="0"/>
              <a:buChar char="•"/>
            </a:pPr>
            <a:r>
              <a:rPr lang="en-IN" b="1" dirty="0"/>
              <a:t>Supports:</a:t>
            </a:r>
            <a:r>
              <a:rPr lang="en-IN" dirty="0"/>
              <a:t> Multiple programming languages – Java, Python, C#, Ruby, JavaScript.</a:t>
            </a:r>
          </a:p>
          <a:p>
            <a:pPr algn="just">
              <a:buFont typeface="Arial" panose="020B0604020202020204" pitchFamily="34" charset="0"/>
              <a:buChar char="•"/>
            </a:pPr>
            <a:r>
              <a:rPr lang="en-IN" b="1" dirty="0"/>
              <a:t>Browser Support:</a:t>
            </a:r>
            <a:r>
              <a:rPr lang="en-IN" dirty="0"/>
              <a:t> Chrome, Firefox, Safari, Edge, Opera.</a:t>
            </a:r>
          </a:p>
          <a:p>
            <a:pPr algn="just">
              <a:buFont typeface="Arial" panose="020B0604020202020204" pitchFamily="34" charset="0"/>
              <a:buChar char="•"/>
            </a:pPr>
            <a:r>
              <a:rPr lang="en-IN" b="1" dirty="0"/>
              <a:t>Key Features:</a:t>
            </a:r>
            <a:endParaRPr lang="en-IN" dirty="0"/>
          </a:p>
          <a:p>
            <a:pPr marL="742950" lvl="1" indent="-285750" algn="just">
              <a:buFont typeface="Arial" panose="020B0604020202020204" pitchFamily="34" charset="0"/>
              <a:buChar char="•"/>
            </a:pPr>
            <a:r>
              <a:rPr lang="en-IN" dirty="0"/>
              <a:t>Interacts directly with the browser.</a:t>
            </a:r>
          </a:p>
          <a:p>
            <a:pPr marL="742950" lvl="1" indent="-285750" algn="just">
              <a:buFont typeface="Arial" panose="020B0604020202020204" pitchFamily="34" charset="0"/>
              <a:buChar char="•"/>
            </a:pPr>
            <a:r>
              <a:rPr lang="en-IN" dirty="0"/>
              <a:t>No dependency on an external server (unlike Selenium RC).</a:t>
            </a:r>
          </a:p>
          <a:p>
            <a:pPr marL="742950" lvl="1" indent="-285750" algn="just">
              <a:buFont typeface="Arial" panose="020B0604020202020204" pitchFamily="34" charset="0"/>
              <a:buChar char="•"/>
            </a:pPr>
            <a:r>
              <a:rPr lang="en-IN" dirty="0"/>
              <a:t>Supports dynamic web elements and advanced user interactions.</a:t>
            </a:r>
          </a:p>
        </p:txBody>
      </p:sp>
    </p:spTree>
    <p:extLst>
      <p:ext uri="{BB962C8B-B14F-4D97-AF65-F5344CB8AC3E}">
        <p14:creationId xmlns:p14="http://schemas.microsoft.com/office/powerpoint/2010/main" val="3440015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0E60B23-2B4E-1837-AB21-84DA96FBB934}"/>
              </a:ext>
            </a:extLst>
          </p:cNvPr>
          <p:cNvSpPr txBox="1"/>
          <p:nvPr/>
        </p:nvSpPr>
        <p:spPr>
          <a:xfrm>
            <a:off x="2039984" y="189472"/>
            <a:ext cx="11937274" cy="2031325"/>
          </a:xfrm>
          <a:prstGeom prst="rect">
            <a:avLst/>
          </a:prstGeom>
          <a:noFill/>
        </p:spPr>
        <p:txBody>
          <a:bodyPr wrap="square">
            <a:spAutoFit/>
          </a:bodyPr>
          <a:lstStyle/>
          <a:p>
            <a:pPr algn="just">
              <a:buNone/>
            </a:pPr>
            <a:r>
              <a:rPr lang="en-US" b="1" dirty="0"/>
              <a:t>3. Selenium Grid</a:t>
            </a:r>
            <a:endParaRPr lang="en-US" dirty="0"/>
          </a:p>
          <a:p>
            <a:pPr algn="just">
              <a:buFont typeface="Arial" panose="020B0604020202020204" pitchFamily="34" charset="0"/>
              <a:buChar char="•"/>
            </a:pPr>
            <a:r>
              <a:rPr lang="en-US" b="1" dirty="0"/>
              <a:t>Type:</a:t>
            </a:r>
            <a:r>
              <a:rPr lang="en-US" dirty="0"/>
              <a:t> Distributed test execution tool.</a:t>
            </a:r>
          </a:p>
          <a:p>
            <a:pPr algn="just">
              <a:buFont typeface="Arial" panose="020B0604020202020204" pitchFamily="34" charset="0"/>
              <a:buChar char="•"/>
            </a:pPr>
            <a:r>
              <a:rPr lang="en-US" b="1" dirty="0"/>
              <a:t>Used for:</a:t>
            </a:r>
            <a:r>
              <a:rPr lang="en-US" dirty="0"/>
              <a:t> Running tests on multiple machines and browsers in parallel.</a:t>
            </a:r>
          </a:p>
          <a:p>
            <a:pPr algn="just">
              <a:buFont typeface="Arial" panose="020B0604020202020204" pitchFamily="34" charset="0"/>
              <a:buChar char="•"/>
            </a:pPr>
            <a:r>
              <a:rPr lang="en-US" b="1" dirty="0"/>
              <a:t>Key Features:</a:t>
            </a:r>
            <a:endParaRPr lang="en-US" dirty="0"/>
          </a:p>
          <a:p>
            <a:pPr marL="742950" lvl="1" indent="-285750" algn="just">
              <a:buFont typeface="Arial" panose="020B0604020202020204" pitchFamily="34" charset="0"/>
              <a:buChar char="•"/>
            </a:pPr>
            <a:r>
              <a:rPr lang="en-US" dirty="0"/>
              <a:t>Reduces test execution time.</a:t>
            </a:r>
          </a:p>
          <a:p>
            <a:pPr marL="742950" lvl="1" indent="-285750" algn="just">
              <a:buFont typeface="Arial" panose="020B0604020202020204" pitchFamily="34" charset="0"/>
              <a:buChar char="•"/>
            </a:pPr>
            <a:r>
              <a:rPr lang="en-US" dirty="0"/>
              <a:t>Supports parallel and cross-browser testing.</a:t>
            </a:r>
          </a:p>
          <a:p>
            <a:pPr marL="742950" lvl="1" indent="-285750" algn="just">
              <a:buFont typeface="Arial" panose="020B0604020202020204" pitchFamily="34" charset="0"/>
              <a:buChar char="•"/>
            </a:pPr>
            <a:r>
              <a:rPr lang="en-US" dirty="0"/>
              <a:t>Central hub manages multiple nodes.</a:t>
            </a:r>
          </a:p>
        </p:txBody>
      </p:sp>
      <p:sp>
        <p:nvSpPr>
          <p:cNvPr id="13" name="TextBox 12">
            <a:extLst>
              <a:ext uri="{FF2B5EF4-FFF2-40B4-BE49-F238E27FC236}">
                <a16:creationId xmlns:a16="http://schemas.microsoft.com/office/drawing/2014/main" id="{79223F5E-065C-8603-0CF1-5A57D2EEE666}"/>
              </a:ext>
            </a:extLst>
          </p:cNvPr>
          <p:cNvSpPr txBox="1"/>
          <p:nvPr/>
        </p:nvSpPr>
        <p:spPr>
          <a:xfrm>
            <a:off x="2039984" y="2413337"/>
            <a:ext cx="6990588" cy="2031325"/>
          </a:xfrm>
          <a:prstGeom prst="rect">
            <a:avLst/>
          </a:prstGeom>
          <a:noFill/>
        </p:spPr>
        <p:txBody>
          <a:bodyPr wrap="square">
            <a:spAutoFit/>
          </a:bodyPr>
          <a:lstStyle/>
          <a:p>
            <a:pPr algn="just">
              <a:buNone/>
            </a:pPr>
            <a:r>
              <a:rPr lang="en-IN" b="1" dirty="0"/>
              <a:t>4. Selenium RC (Remote Control) [</a:t>
            </a:r>
            <a:r>
              <a:rPr lang="en-IN" b="1" i="1" dirty="0"/>
              <a:t>Deprecated</a:t>
            </a:r>
            <a:r>
              <a:rPr lang="en-IN" b="1" dirty="0"/>
              <a:t>]</a:t>
            </a:r>
          </a:p>
          <a:p>
            <a:pPr algn="just">
              <a:buNone/>
            </a:pPr>
            <a:endParaRPr lang="en-IN" dirty="0"/>
          </a:p>
          <a:p>
            <a:pPr algn="just">
              <a:buFont typeface="Arial" panose="020B0604020202020204" pitchFamily="34" charset="0"/>
              <a:buChar char="•"/>
            </a:pPr>
            <a:r>
              <a:rPr lang="en-IN" b="1" dirty="0"/>
              <a:t>Type:</a:t>
            </a:r>
            <a:r>
              <a:rPr lang="en-IN" dirty="0"/>
              <a:t> Older version of Selenium for browser automation.</a:t>
            </a:r>
          </a:p>
          <a:p>
            <a:pPr algn="just">
              <a:buFont typeface="Arial" panose="020B0604020202020204" pitchFamily="34" charset="0"/>
              <a:buChar char="•"/>
            </a:pPr>
            <a:r>
              <a:rPr lang="en-IN" b="1" dirty="0"/>
              <a:t>Key Features:</a:t>
            </a:r>
            <a:endParaRPr lang="en-IN" dirty="0"/>
          </a:p>
          <a:p>
            <a:pPr marL="742950" lvl="1" indent="-285750" algn="just">
              <a:buFont typeface="Arial" panose="020B0604020202020204" pitchFamily="34" charset="0"/>
              <a:buChar char="•"/>
            </a:pPr>
            <a:r>
              <a:rPr lang="en-IN" dirty="0"/>
              <a:t>Required a server to inject JavaScript into browsers.</a:t>
            </a:r>
          </a:p>
          <a:p>
            <a:pPr marL="742950" lvl="1" indent="-285750" algn="just">
              <a:buFont typeface="Arial" panose="020B0604020202020204" pitchFamily="34" charset="0"/>
              <a:buChar char="•"/>
            </a:pPr>
            <a:r>
              <a:rPr lang="en-IN" dirty="0"/>
              <a:t>Superseded by Selenium WebDriver due to better architecture and performance.</a:t>
            </a:r>
          </a:p>
        </p:txBody>
      </p:sp>
      <p:sp>
        <p:nvSpPr>
          <p:cNvPr id="15" name="TextBox 14">
            <a:extLst>
              <a:ext uri="{FF2B5EF4-FFF2-40B4-BE49-F238E27FC236}">
                <a16:creationId xmlns:a16="http://schemas.microsoft.com/office/drawing/2014/main" id="{5E2139C5-403C-DB57-D5C6-1431C18BD14D}"/>
              </a:ext>
            </a:extLst>
          </p:cNvPr>
          <p:cNvSpPr txBox="1"/>
          <p:nvPr/>
        </p:nvSpPr>
        <p:spPr>
          <a:xfrm>
            <a:off x="2039984" y="4718965"/>
            <a:ext cx="6990588" cy="1754326"/>
          </a:xfrm>
          <a:prstGeom prst="rect">
            <a:avLst/>
          </a:prstGeom>
          <a:noFill/>
        </p:spPr>
        <p:txBody>
          <a:bodyPr wrap="square">
            <a:spAutoFit/>
          </a:bodyPr>
          <a:lstStyle/>
          <a:p>
            <a:pPr algn="just">
              <a:buNone/>
            </a:pPr>
            <a:r>
              <a:rPr lang="en-US" b="1" dirty="0"/>
              <a:t>5. Selenium Client API</a:t>
            </a:r>
            <a:endParaRPr lang="en-US" dirty="0"/>
          </a:p>
          <a:p>
            <a:pPr algn="just">
              <a:buFont typeface="Arial" panose="020B0604020202020204" pitchFamily="34" charset="0"/>
              <a:buChar char="•"/>
            </a:pPr>
            <a:r>
              <a:rPr lang="en-US" b="1" dirty="0"/>
              <a:t>Used for:</a:t>
            </a:r>
            <a:r>
              <a:rPr lang="en-US" dirty="0"/>
              <a:t> Writing test scripts in multiple programming languages.</a:t>
            </a:r>
          </a:p>
          <a:p>
            <a:pPr algn="just">
              <a:buFont typeface="Arial" panose="020B0604020202020204" pitchFamily="34" charset="0"/>
              <a:buChar char="•"/>
            </a:pPr>
            <a:r>
              <a:rPr lang="en-US" b="1" dirty="0"/>
              <a:t>Languages Supported:</a:t>
            </a:r>
            <a:r>
              <a:rPr lang="en-US" dirty="0"/>
              <a:t> Java, Python, C#, Ruby, JavaScript.</a:t>
            </a:r>
          </a:p>
          <a:p>
            <a:pPr algn="just">
              <a:buFont typeface="Arial" panose="020B0604020202020204" pitchFamily="34" charset="0"/>
              <a:buChar char="•"/>
            </a:pPr>
            <a:r>
              <a:rPr lang="en-US" b="1" dirty="0"/>
              <a:t>Key Feature:</a:t>
            </a:r>
            <a:r>
              <a:rPr lang="en-US" dirty="0"/>
              <a:t> Allows flexibility for testers to write in their preferred language.</a:t>
            </a:r>
          </a:p>
        </p:txBody>
      </p:sp>
    </p:spTree>
    <p:extLst>
      <p:ext uri="{BB962C8B-B14F-4D97-AF65-F5344CB8AC3E}">
        <p14:creationId xmlns:p14="http://schemas.microsoft.com/office/powerpoint/2010/main" val="2296252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C85DF37-B95D-8253-D359-5E1055989299}"/>
              </a:ext>
            </a:extLst>
          </p:cNvPr>
          <p:cNvSpPr>
            <a:spLocks noGrp="1"/>
          </p:cNvSpPr>
          <p:nvPr>
            <p:ph type="title"/>
          </p:nvPr>
        </p:nvSpPr>
        <p:spPr>
          <a:xfrm>
            <a:off x="457200" y="457200"/>
            <a:ext cx="11277600" cy="387798"/>
          </a:xfrm>
        </p:spPr>
        <p:txBody>
          <a:bodyPr/>
          <a:lstStyle/>
          <a:p>
            <a:pPr algn="ctr"/>
            <a:r>
              <a:rPr lang="en-US" sz="2800" dirty="0"/>
              <a:t>SELENIUM SUPPORTED BROWSER</a:t>
            </a:r>
          </a:p>
        </p:txBody>
      </p:sp>
      <p:pic>
        <p:nvPicPr>
          <p:cNvPr id="6" name="Picture 5">
            <a:extLst>
              <a:ext uri="{FF2B5EF4-FFF2-40B4-BE49-F238E27FC236}">
                <a16:creationId xmlns:a16="http://schemas.microsoft.com/office/drawing/2014/main" id="{F9C1E859-74F7-5ED2-6411-8DA2CC360DAC}"/>
              </a:ext>
            </a:extLst>
          </p:cNvPr>
          <p:cNvPicPr>
            <a:picLocks noChangeAspect="1"/>
          </p:cNvPicPr>
          <p:nvPr/>
        </p:nvPicPr>
        <p:blipFill>
          <a:blip r:embed="rId2"/>
          <a:stretch>
            <a:fillRect/>
          </a:stretch>
        </p:blipFill>
        <p:spPr>
          <a:xfrm>
            <a:off x="3418229" y="1376680"/>
            <a:ext cx="5355541" cy="4663440"/>
          </a:xfrm>
          <a:prstGeom prst="rect">
            <a:avLst/>
          </a:prstGeom>
          <a:noFill/>
        </p:spPr>
      </p:pic>
      <p:sp>
        <p:nvSpPr>
          <p:cNvPr id="3" name="Footer Placeholder 2">
            <a:extLst>
              <a:ext uri="{FF2B5EF4-FFF2-40B4-BE49-F238E27FC236}">
                <a16:creationId xmlns:a16="http://schemas.microsoft.com/office/drawing/2014/main" id="{8FF98BA2-8D9A-E37E-E9D3-2B4526CBA4A3}"/>
              </a:ext>
            </a:extLst>
          </p:cNvPr>
          <p:cNvSpPr>
            <a:spLocks noGrp="1"/>
          </p:cNvSpPr>
          <p:nvPr>
            <p:ph type="ftr" sz="quarter" idx="11"/>
          </p:nvPr>
        </p:nvSpPr>
        <p:spPr>
          <a:xfrm>
            <a:off x="1005840" y="6400800"/>
            <a:ext cx="1371600" cy="228600"/>
          </a:xfrm>
        </p:spPr>
        <p:txBody>
          <a:bodyPr anchor="ctr">
            <a:normAutofit/>
          </a:bodyPr>
          <a:lstStyle/>
          <a:p>
            <a:pPr>
              <a:spcAft>
                <a:spcPts val="600"/>
              </a:spcAft>
            </a:pPr>
            <a:r>
              <a:rPr lang="en-US"/>
              <a:t>© 2025–2027 Cognizant | Private</a:t>
            </a:r>
          </a:p>
        </p:txBody>
      </p:sp>
      <p:sp>
        <p:nvSpPr>
          <p:cNvPr id="4" name="Slide Number Placeholder 3">
            <a:extLst>
              <a:ext uri="{FF2B5EF4-FFF2-40B4-BE49-F238E27FC236}">
                <a16:creationId xmlns:a16="http://schemas.microsoft.com/office/drawing/2014/main" id="{8787AF6A-3DB6-827B-40DF-FE8E5249A9E2}"/>
              </a:ext>
            </a:extLst>
          </p:cNvPr>
          <p:cNvSpPr>
            <a:spLocks noGrp="1"/>
          </p:cNvSpPr>
          <p:nvPr>
            <p:ph type="sldNum" sz="quarter" idx="12"/>
          </p:nvPr>
        </p:nvSpPr>
        <p:spPr>
          <a:xfrm>
            <a:off x="457200" y="6400799"/>
            <a:ext cx="365760" cy="228600"/>
          </a:xfrm>
        </p:spPr>
        <p:txBody>
          <a:bodyPr anchor="ctr">
            <a:normAutofit/>
          </a:bodyPr>
          <a:lstStyle/>
          <a:p>
            <a:pPr>
              <a:spcAft>
                <a:spcPts val="600"/>
              </a:spcAft>
            </a:pPr>
            <a:fld id="{38826FC0-333C-E549-9FA3-0EE43DF298A3}" type="slidenum">
              <a:rPr lang="en-US" smtClean="0"/>
              <a:pPr>
                <a:spcAft>
                  <a:spcPts val="600"/>
                </a:spcAft>
              </a:pPr>
              <a:t>13</a:t>
            </a:fld>
            <a:endParaRPr lang="en-US"/>
          </a:p>
        </p:txBody>
      </p:sp>
    </p:spTree>
    <p:extLst>
      <p:ext uri="{BB962C8B-B14F-4D97-AF65-F5344CB8AC3E}">
        <p14:creationId xmlns:p14="http://schemas.microsoft.com/office/powerpoint/2010/main" val="9227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2781904-272A-0699-0484-9A3918EA603B}"/>
              </a:ext>
            </a:extLst>
          </p:cNvPr>
          <p:cNvSpPr>
            <a:spLocks noGrp="1"/>
          </p:cNvSpPr>
          <p:nvPr>
            <p:ph type="title"/>
          </p:nvPr>
        </p:nvSpPr>
        <p:spPr>
          <a:xfrm>
            <a:off x="457200" y="457200"/>
            <a:ext cx="11277600" cy="775597"/>
          </a:xfrm>
        </p:spPr>
        <p:txBody>
          <a:bodyPr/>
          <a:lstStyle/>
          <a:p>
            <a:pPr algn="ctr"/>
            <a:r>
              <a:rPr lang="en-US" sz="2800" cap="all" dirty="0">
                <a:solidFill>
                  <a:srgbClr val="FFFFFF"/>
                </a:solidFill>
              </a:rPr>
              <a:t>selenium supported languages</a:t>
            </a:r>
            <a:br>
              <a:rPr lang="en-IN" sz="2800" dirty="0"/>
            </a:br>
            <a:endParaRPr lang="en-US" sz="2800" dirty="0"/>
          </a:p>
        </p:txBody>
      </p:sp>
      <p:sp>
        <p:nvSpPr>
          <p:cNvPr id="3" name="Footer Placeholder 2">
            <a:extLst>
              <a:ext uri="{FF2B5EF4-FFF2-40B4-BE49-F238E27FC236}">
                <a16:creationId xmlns:a16="http://schemas.microsoft.com/office/drawing/2014/main" id="{E49AD3AF-8D9F-DB9E-7022-5A2BE41CF225}"/>
              </a:ext>
            </a:extLst>
          </p:cNvPr>
          <p:cNvSpPr>
            <a:spLocks noGrp="1"/>
          </p:cNvSpPr>
          <p:nvPr>
            <p:ph type="ftr" sz="quarter" idx="11"/>
          </p:nvPr>
        </p:nvSpPr>
        <p:spPr>
          <a:xfrm>
            <a:off x="1005840" y="6400800"/>
            <a:ext cx="1371600" cy="228600"/>
          </a:xfrm>
        </p:spPr>
        <p:txBody>
          <a:bodyPr anchor="ctr">
            <a:normAutofit/>
          </a:bodyPr>
          <a:lstStyle/>
          <a:p>
            <a:pPr>
              <a:spcAft>
                <a:spcPts val="600"/>
              </a:spcAft>
            </a:pPr>
            <a:r>
              <a:rPr lang="en-US"/>
              <a:t>© 2025–2027 Cognizant | Private</a:t>
            </a:r>
          </a:p>
        </p:txBody>
      </p:sp>
      <p:sp>
        <p:nvSpPr>
          <p:cNvPr id="4" name="Slide Number Placeholder 3">
            <a:extLst>
              <a:ext uri="{FF2B5EF4-FFF2-40B4-BE49-F238E27FC236}">
                <a16:creationId xmlns:a16="http://schemas.microsoft.com/office/drawing/2014/main" id="{3FD5A4D8-9DF9-4355-354D-BCB2A727043F}"/>
              </a:ext>
            </a:extLst>
          </p:cNvPr>
          <p:cNvSpPr>
            <a:spLocks noGrp="1"/>
          </p:cNvSpPr>
          <p:nvPr>
            <p:ph type="sldNum" sz="quarter" idx="12"/>
          </p:nvPr>
        </p:nvSpPr>
        <p:spPr>
          <a:xfrm>
            <a:off x="457200" y="6400799"/>
            <a:ext cx="365760" cy="228600"/>
          </a:xfrm>
        </p:spPr>
        <p:txBody>
          <a:bodyPr anchor="ctr">
            <a:normAutofit/>
          </a:bodyPr>
          <a:lstStyle/>
          <a:p>
            <a:pPr>
              <a:spcAft>
                <a:spcPts val="600"/>
              </a:spcAft>
            </a:pPr>
            <a:fld id="{38826FC0-333C-E549-9FA3-0EE43DF298A3}" type="slidenum">
              <a:rPr lang="en-US" smtClean="0"/>
              <a:pPr>
                <a:spcAft>
                  <a:spcPts val="600"/>
                </a:spcAft>
              </a:pPr>
              <a:t>14</a:t>
            </a:fld>
            <a:endParaRPr lang="en-US"/>
          </a:p>
        </p:txBody>
      </p:sp>
      <p:pic>
        <p:nvPicPr>
          <p:cNvPr id="8" name="Picture 2" descr="A group of logos on a white background&#10;&#10;AI-generated content may be incorrect.">
            <a:extLst>
              <a:ext uri="{FF2B5EF4-FFF2-40B4-BE49-F238E27FC236}">
                <a16:creationId xmlns:a16="http://schemas.microsoft.com/office/drawing/2014/main" id="{333329DD-D975-D8E1-9F3C-E3B69CAF255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705650" y="1364664"/>
            <a:ext cx="6780700" cy="4390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8497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FB8F3868-310B-7A1D-327F-8600F8AEBE7F}"/>
              </a:ext>
            </a:extLst>
          </p:cNvPr>
          <p:cNvSpPr>
            <a:spLocks noGrp="1"/>
          </p:cNvSpPr>
          <p:nvPr>
            <p:ph type="title"/>
          </p:nvPr>
        </p:nvSpPr>
        <p:spPr>
          <a:xfrm>
            <a:off x="457200" y="457200"/>
            <a:ext cx="11277600" cy="1052596"/>
          </a:xfrm>
        </p:spPr>
        <p:txBody>
          <a:bodyPr/>
          <a:lstStyle/>
          <a:p>
            <a:pPr algn="ctr"/>
            <a:r>
              <a:rPr lang="en-US" sz="2800" cap="all" dirty="0"/>
              <a:t>selenium supported OS</a:t>
            </a:r>
            <a:br>
              <a:rPr lang="en-US" sz="2800" dirty="0"/>
            </a:br>
            <a:br>
              <a:rPr lang="en-US" dirty="0"/>
            </a:br>
            <a:endParaRPr lang="en-US" dirty="0"/>
          </a:p>
        </p:txBody>
      </p:sp>
      <p:sp>
        <p:nvSpPr>
          <p:cNvPr id="6" name="TextBox 5">
            <a:extLst>
              <a:ext uri="{FF2B5EF4-FFF2-40B4-BE49-F238E27FC236}">
                <a16:creationId xmlns:a16="http://schemas.microsoft.com/office/drawing/2014/main" id="{D1F7AF35-B3DA-D5F0-37B3-DFEC6E260F7E}"/>
              </a:ext>
            </a:extLst>
          </p:cNvPr>
          <p:cNvSpPr txBox="1"/>
          <p:nvPr/>
        </p:nvSpPr>
        <p:spPr>
          <a:xfrm>
            <a:off x="457200" y="1447800"/>
            <a:ext cx="7518400" cy="4663440"/>
          </a:xfrm>
          <a:prstGeom prst="rect">
            <a:avLst/>
          </a:prstGeom>
        </p:spPr>
        <p:txBody>
          <a:bodyPr vert="horz" lIns="0" tIns="0" rIns="0" bIns="0" rtlCol="0">
            <a:normAutofit/>
          </a:bodyPr>
          <a:lstStyle/>
          <a:p>
            <a:pPr marL="182880" indent="-182880">
              <a:lnSpc>
                <a:spcPct val="110000"/>
              </a:lnSpc>
              <a:spcBef>
                <a:spcPts val="600"/>
              </a:spcBef>
              <a:buClr>
                <a:schemeClr val="tx1"/>
              </a:buClr>
              <a:buFont typeface="Arial" panose="020B0604020202020204" pitchFamily="34" charset="0"/>
              <a:buChar char="•"/>
            </a:pPr>
            <a:endParaRPr lang="en-US" sz="1600" dirty="0"/>
          </a:p>
        </p:txBody>
      </p:sp>
      <p:sp>
        <p:nvSpPr>
          <p:cNvPr id="3" name="Footer Placeholder 2">
            <a:extLst>
              <a:ext uri="{FF2B5EF4-FFF2-40B4-BE49-F238E27FC236}">
                <a16:creationId xmlns:a16="http://schemas.microsoft.com/office/drawing/2014/main" id="{E4FDD25F-C1B3-7891-E2D0-F0507D2F1148}"/>
              </a:ext>
            </a:extLst>
          </p:cNvPr>
          <p:cNvSpPr>
            <a:spLocks noGrp="1"/>
          </p:cNvSpPr>
          <p:nvPr>
            <p:ph type="ftr" sz="quarter" idx="11"/>
          </p:nvPr>
        </p:nvSpPr>
        <p:spPr>
          <a:xfrm>
            <a:off x="1005840" y="6400800"/>
            <a:ext cx="1371600" cy="228600"/>
          </a:xfrm>
        </p:spPr>
        <p:txBody>
          <a:bodyPr vert="horz" lIns="0" tIns="0" rIns="0" bIns="0" rtlCol="0" anchor="ctr">
            <a:normAutofit/>
          </a:bodyPr>
          <a:lstStyle/>
          <a:p>
            <a:pPr>
              <a:spcAft>
                <a:spcPts val="600"/>
              </a:spcAft>
            </a:pPr>
            <a:r>
              <a:rPr lang="en-US" b="0" kern="1200">
                <a:latin typeface="+mn-lt"/>
                <a:ea typeface="+mn-ea"/>
                <a:cs typeface="+mn-cs"/>
              </a:rPr>
              <a:t>© 2025–2027 Cognizant | Private</a:t>
            </a:r>
          </a:p>
        </p:txBody>
      </p:sp>
      <p:sp>
        <p:nvSpPr>
          <p:cNvPr id="4" name="Slide Number Placeholder 3">
            <a:extLst>
              <a:ext uri="{FF2B5EF4-FFF2-40B4-BE49-F238E27FC236}">
                <a16:creationId xmlns:a16="http://schemas.microsoft.com/office/drawing/2014/main" id="{733EB5FE-BBAE-0A5A-8DD8-5FBD05CC377E}"/>
              </a:ext>
            </a:extLst>
          </p:cNvPr>
          <p:cNvSpPr>
            <a:spLocks noGrp="1"/>
          </p:cNvSpPr>
          <p:nvPr>
            <p:ph type="sldNum" sz="quarter" idx="12"/>
          </p:nvPr>
        </p:nvSpPr>
        <p:spPr>
          <a:xfrm>
            <a:off x="457200" y="6400799"/>
            <a:ext cx="365760" cy="228600"/>
          </a:xfrm>
        </p:spPr>
        <p:txBody>
          <a:bodyPr vert="horz" lIns="0" tIns="0" rIns="0" bIns="0" rtlCol="0" anchor="ctr">
            <a:normAutofit/>
          </a:bodyPr>
          <a:lstStyle/>
          <a:p>
            <a:pPr>
              <a:spcAft>
                <a:spcPts val="600"/>
              </a:spcAft>
            </a:pPr>
            <a:fld id="{38826FC0-333C-E549-9FA3-0EE43DF298A3}" type="slidenum">
              <a:rPr lang="en-US" smtClean="0"/>
              <a:pPr>
                <a:spcAft>
                  <a:spcPts val="600"/>
                </a:spcAft>
              </a:pPr>
              <a:t>15</a:t>
            </a:fld>
            <a:endParaRPr lang="en-US"/>
          </a:p>
        </p:txBody>
      </p:sp>
      <p:pic>
        <p:nvPicPr>
          <p:cNvPr id="8" name="Picture 7">
            <a:extLst>
              <a:ext uri="{FF2B5EF4-FFF2-40B4-BE49-F238E27FC236}">
                <a16:creationId xmlns:a16="http://schemas.microsoft.com/office/drawing/2014/main" id="{E608C702-52C7-136C-FF4C-E7A0BCBE0B3B}"/>
              </a:ext>
            </a:extLst>
          </p:cNvPr>
          <p:cNvPicPr>
            <a:picLocks noChangeAspect="1"/>
          </p:cNvPicPr>
          <p:nvPr/>
        </p:nvPicPr>
        <p:blipFill>
          <a:blip r:embed="rId2"/>
          <a:stretch>
            <a:fillRect/>
          </a:stretch>
        </p:blipFill>
        <p:spPr>
          <a:xfrm>
            <a:off x="2757660" y="2263715"/>
            <a:ext cx="7587572" cy="3146485"/>
          </a:xfrm>
          <a:prstGeom prst="rect">
            <a:avLst/>
          </a:prstGeom>
        </p:spPr>
      </p:pic>
    </p:spTree>
    <p:extLst>
      <p:ext uri="{BB962C8B-B14F-4D97-AF65-F5344CB8AC3E}">
        <p14:creationId xmlns:p14="http://schemas.microsoft.com/office/powerpoint/2010/main" val="3437976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56DB0-F30A-2624-F4E7-0B7CA559E31F}"/>
              </a:ext>
            </a:extLst>
          </p:cNvPr>
          <p:cNvSpPr txBox="1"/>
          <p:nvPr/>
        </p:nvSpPr>
        <p:spPr>
          <a:xfrm>
            <a:off x="757645" y="313734"/>
            <a:ext cx="10389325" cy="1200329"/>
          </a:xfrm>
          <a:prstGeom prst="rect">
            <a:avLst/>
          </a:prstGeom>
          <a:noFill/>
        </p:spPr>
        <p:txBody>
          <a:bodyPr wrap="square">
            <a:spAutoFit/>
          </a:bodyPr>
          <a:lstStyle/>
          <a:p>
            <a:pPr>
              <a:buNone/>
            </a:pPr>
            <a:r>
              <a:rPr lang="en-US" dirty="0"/>
              <a:t>✅ Selenium: Cross-Browser &amp; Cross-Platform Compatibility</a:t>
            </a:r>
          </a:p>
          <a:p>
            <a:pPr>
              <a:buNone/>
            </a:pPr>
            <a:r>
              <a:rPr lang="en-US" dirty="0"/>
              <a:t> </a:t>
            </a:r>
          </a:p>
          <a:p>
            <a:r>
              <a:rPr lang="en-US" dirty="0"/>
              <a:t>Selenium is widely used because of its ability to support multiple browsers and run on different operating systems (platforms).</a:t>
            </a:r>
          </a:p>
        </p:txBody>
      </p:sp>
      <p:sp>
        <p:nvSpPr>
          <p:cNvPr id="5" name="TextBox 4">
            <a:extLst>
              <a:ext uri="{FF2B5EF4-FFF2-40B4-BE49-F238E27FC236}">
                <a16:creationId xmlns:a16="http://schemas.microsoft.com/office/drawing/2014/main" id="{1F0E2E13-5F31-B2E9-B14F-5EBBAFCCEC28}"/>
              </a:ext>
            </a:extLst>
          </p:cNvPr>
          <p:cNvSpPr txBox="1"/>
          <p:nvPr/>
        </p:nvSpPr>
        <p:spPr>
          <a:xfrm>
            <a:off x="2429690" y="1604449"/>
            <a:ext cx="6096000" cy="5355312"/>
          </a:xfrm>
          <a:prstGeom prst="rect">
            <a:avLst/>
          </a:prstGeom>
          <a:noFill/>
        </p:spPr>
        <p:txBody>
          <a:bodyPr wrap="square">
            <a:spAutoFit/>
          </a:bodyPr>
          <a:lstStyle/>
          <a:p>
            <a:pPr>
              <a:buNone/>
            </a:pPr>
            <a:r>
              <a:rPr lang="en-IN" dirty="0"/>
              <a:t>🔹 </a:t>
            </a:r>
            <a:r>
              <a:rPr lang="en-IN" b="1" dirty="0"/>
              <a:t>Cross-Browser Compatibility</a:t>
            </a:r>
          </a:p>
          <a:p>
            <a:pPr>
              <a:buNone/>
            </a:pPr>
            <a:r>
              <a:rPr lang="en-IN" dirty="0"/>
              <a:t> </a:t>
            </a:r>
          </a:p>
          <a:p>
            <a:pPr>
              <a:buNone/>
            </a:pPr>
            <a:r>
              <a:rPr lang="en-IN" dirty="0"/>
              <a:t>Selenium supports automation across all major browsers:</a:t>
            </a:r>
          </a:p>
          <a:p>
            <a:pPr>
              <a:buNone/>
            </a:pPr>
            <a:endParaRPr lang="en-IN" dirty="0"/>
          </a:p>
          <a:p>
            <a:pPr>
              <a:buNone/>
            </a:pPr>
            <a:endParaRPr lang="en-IN" dirty="0"/>
          </a:p>
          <a:p>
            <a:pPr>
              <a:buNone/>
            </a:pPr>
            <a:r>
              <a:rPr lang="en-IN" dirty="0"/>
              <a:t> </a:t>
            </a:r>
          </a:p>
          <a:p>
            <a:pPr>
              <a:buNone/>
            </a:pPr>
            <a:endParaRPr lang="en-IN" dirty="0"/>
          </a:p>
          <a:p>
            <a:pPr>
              <a:buNone/>
            </a:pPr>
            <a:endParaRPr lang="en-IN" dirty="0"/>
          </a:p>
          <a:p>
            <a:pPr>
              <a:buNone/>
            </a:pPr>
            <a:endParaRPr lang="en-IN" dirty="0"/>
          </a:p>
          <a:p>
            <a:pPr>
              <a:buNone/>
            </a:pPr>
            <a:endParaRPr lang="en-IN" dirty="0"/>
          </a:p>
          <a:p>
            <a:pPr>
              <a:buNone/>
            </a:pPr>
            <a:endParaRPr lang="en-IN" dirty="0"/>
          </a:p>
          <a:p>
            <a:pPr>
              <a:buNone/>
            </a:pPr>
            <a:endParaRPr lang="en-IN" dirty="0"/>
          </a:p>
          <a:p>
            <a:pPr>
              <a:buNone/>
            </a:pPr>
            <a:endParaRPr lang="en-IN" dirty="0"/>
          </a:p>
          <a:p>
            <a:pPr>
              <a:buNone/>
            </a:pPr>
            <a:endParaRPr lang="en-IN" dirty="0"/>
          </a:p>
          <a:p>
            <a:pPr>
              <a:buNone/>
            </a:pPr>
            <a:r>
              <a:rPr lang="en-IN" dirty="0"/>
              <a:t> </a:t>
            </a:r>
          </a:p>
          <a:p>
            <a:pPr>
              <a:buNone/>
            </a:pPr>
            <a:r>
              <a:rPr lang="en-IN" dirty="0"/>
              <a:t> </a:t>
            </a:r>
          </a:p>
          <a:p>
            <a:r>
              <a:rPr lang="en-IN" dirty="0"/>
              <a:t>Note: Each browser requires its specific WebDriver executable to interact with Selenium.</a:t>
            </a:r>
          </a:p>
        </p:txBody>
      </p:sp>
      <p:pic>
        <p:nvPicPr>
          <p:cNvPr id="5122" name="Picture 2">
            <a:extLst>
              <a:ext uri="{FF2B5EF4-FFF2-40B4-BE49-F238E27FC236}">
                <a16:creationId xmlns:a16="http://schemas.microsoft.com/office/drawing/2014/main" id="{CC66FA7D-7275-4960-5A29-A90DDE6CA5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1037" y="2883491"/>
            <a:ext cx="4732020" cy="281730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6B983F8-052A-FE42-5BF0-432370174782}"/>
              </a:ext>
            </a:extLst>
          </p:cNvPr>
          <p:cNvPicPr>
            <a:picLocks noChangeAspect="1"/>
          </p:cNvPicPr>
          <p:nvPr/>
        </p:nvPicPr>
        <p:blipFill>
          <a:blip r:embed="rId3"/>
          <a:stretch>
            <a:fillRect/>
          </a:stretch>
        </p:blipFill>
        <p:spPr>
          <a:xfrm>
            <a:off x="8243241" y="2800928"/>
            <a:ext cx="2844946" cy="2190863"/>
          </a:xfrm>
          <a:prstGeom prst="rect">
            <a:avLst/>
          </a:prstGeom>
        </p:spPr>
      </p:pic>
    </p:spTree>
    <p:extLst>
      <p:ext uri="{BB962C8B-B14F-4D97-AF65-F5344CB8AC3E}">
        <p14:creationId xmlns:p14="http://schemas.microsoft.com/office/powerpoint/2010/main" val="4151117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B34F3F-F3A0-115E-1667-8BEA4FDC5AD6}"/>
              </a:ext>
            </a:extLst>
          </p:cNvPr>
          <p:cNvSpPr txBox="1"/>
          <p:nvPr/>
        </p:nvSpPr>
        <p:spPr>
          <a:xfrm>
            <a:off x="977536" y="271198"/>
            <a:ext cx="9821091" cy="5909310"/>
          </a:xfrm>
          <a:prstGeom prst="rect">
            <a:avLst/>
          </a:prstGeom>
          <a:noFill/>
        </p:spPr>
        <p:txBody>
          <a:bodyPr wrap="square">
            <a:spAutoFit/>
          </a:bodyPr>
          <a:lstStyle/>
          <a:p>
            <a:pPr>
              <a:buNone/>
            </a:pPr>
            <a:r>
              <a:rPr lang="en-IN" dirty="0"/>
              <a:t>🔹 Cross-Platform Compatibility</a:t>
            </a:r>
          </a:p>
          <a:p>
            <a:pPr>
              <a:buNone/>
            </a:pPr>
            <a:r>
              <a:rPr lang="en-IN" dirty="0"/>
              <a:t> </a:t>
            </a:r>
          </a:p>
          <a:p>
            <a:pPr>
              <a:buNone/>
            </a:pPr>
            <a:r>
              <a:rPr lang="en-IN" dirty="0"/>
              <a:t>Selenium supports execution on major operating systems:</a:t>
            </a:r>
          </a:p>
          <a:p>
            <a:pPr>
              <a:buNone/>
            </a:pPr>
            <a:r>
              <a:rPr lang="en-IN" dirty="0"/>
              <a:t> </a:t>
            </a:r>
          </a:p>
          <a:p>
            <a:pPr>
              <a:buNone/>
            </a:pPr>
            <a:r>
              <a:rPr lang="en-IN" dirty="0"/>
              <a:t>OS Platform Supported</a:t>
            </a:r>
          </a:p>
          <a:p>
            <a:pPr>
              <a:buNone/>
            </a:pPr>
            <a:r>
              <a:rPr lang="en-IN" dirty="0"/>
              <a:t> </a:t>
            </a:r>
          </a:p>
          <a:p>
            <a:pPr>
              <a:buNone/>
            </a:pPr>
            <a:endParaRPr lang="en-IN" dirty="0"/>
          </a:p>
          <a:p>
            <a:pPr>
              <a:buNone/>
            </a:pPr>
            <a:endParaRPr lang="en-IN" dirty="0"/>
          </a:p>
          <a:p>
            <a:pPr>
              <a:buNone/>
            </a:pPr>
            <a:endParaRPr lang="en-IN" dirty="0"/>
          </a:p>
          <a:p>
            <a:pPr>
              <a:buNone/>
            </a:pPr>
            <a:endParaRPr lang="en-IN" dirty="0"/>
          </a:p>
          <a:p>
            <a:pPr>
              <a:buNone/>
            </a:pPr>
            <a:endParaRPr lang="en-IN" dirty="0"/>
          </a:p>
          <a:p>
            <a:pPr>
              <a:buNone/>
            </a:pPr>
            <a:endParaRPr lang="en-IN" dirty="0"/>
          </a:p>
          <a:p>
            <a:pPr>
              <a:buNone/>
            </a:pPr>
            <a:r>
              <a:rPr lang="en-IN" dirty="0"/>
              <a:t> </a:t>
            </a:r>
          </a:p>
          <a:p>
            <a:pPr>
              <a:buNone/>
            </a:pPr>
            <a:r>
              <a:rPr lang="en-IN" dirty="0"/>
              <a:t> </a:t>
            </a:r>
          </a:p>
          <a:p>
            <a:pPr>
              <a:buNone/>
            </a:pPr>
            <a:endParaRPr lang="en-IN" dirty="0"/>
          </a:p>
          <a:p>
            <a:pPr>
              <a:buNone/>
            </a:pPr>
            <a:endParaRPr lang="en-IN" dirty="0"/>
          </a:p>
          <a:p>
            <a:pPr>
              <a:buNone/>
            </a:pPr>
            <a:endParaRPr lang="en-IN" dirty="0"/>
          </a:p>
          <a:p>
            <a:pPr>
              <a:buNone/>
            </a:pPr>
            <a:endParaRPr lang="en-IN" dirty="0"/>
          </a:p>
          <a:p>
            <a:pPr>
              <a:buNone/>
            </a:pPr>
            <a:endParaRPr lang="en-IN" dirty="0"/>
          </a:p>
          <a:p>
            <a:r>
              <a:rPr lang="en-IN" dirty="0"/>
              <a:t>With Selenium Grid, you can run tests remotely on multiple OS-browser combinations from a central hub, ensuring full compatibility testing.</a:t>
            </a:r>
          </a:p>
        </p:txBody>
      </p:sp>
      <p:pic>
        <p:nvPicPr>
          <p:cNvPr id="6146" name="Picture 2">
            <a:extLst>
              <a:ext uri="{FF2B5EF4-FFF2-40B4-BE49-F238E27FC236}">
                <a16:creationId xmlns:a16="http://schemas.microsoft.com/office/drawing/2014/main" id="{23CCA921-A07A-D0EB-4022-76D356B2D9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3147" y="2100263"/>
            <a:ext cx="4057582" cy="2928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493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F4DCD-B0DB-AD84-BA26-90B5ECEE4778}"/>
              </a:ext>
            </a:extLst>
          </p:cNvPr>
          <p:cNvSpPr>
            <a:spLocks noGrp="1"/>
          </p:cNvSpPr>
          <p:nvPr>
            <p:ph type="title"/>
          </p:nvPr>
        </p:nvSpPr>
        <p:spPr/>
        <p:txBody>
          <a:bodyPr/>
          <a:lstStyle/>
          <a:p>
            <a:endParaRPr lang="en-IN"/>
          </a:p>
        </p:txBody>
      </p:sp>
      <p:sp>
        <p:nvSpPr>
          <p:cNvPr id="3" name="Footer Placeholder 2">
            <a:extLst>
              <a:ext uri="{FF2B5EF4-FFF2-40B4-BE49-F238E27FC236}">
                <a16:creationId xmlns:a16="http://schemas.microsoft.com/office/drawing/2014/main" id="{D0136328-A653-8656-E687-8E8FE584CCFE}"/>
              </a:ext>
            </a:extLst>
          </p:cNvPr>
          <p:cNvSpPr>
            <a:spLocks noGrp="1"/>
          </p:cNvSpPr>
          <p:nvPr>
            <p:ph type="ftr" sz="quarter" idx="11"/>
          </p:nvPr>
        </p:nvSpPr>
        <p:spPr/>
        <p:txBody>
          <a:bodyPr/>
          <a:lstStyle/>
          <a:p>
            <a:r>
              <a:rPr lang="en-US"/>
              <a:t>© 2025–2027 Cognizant | Private</a:t>
            </a:r>
            <a:endParaRPr lang="en-US" dirty="0"/>
          </a:p>
        </p:txBody>
      </p:sp>
      <p:sp>
        <p:nvSpPr>
          <p:cNvPr id="4" name="Slide Number Placeholder 3">
            <a:extLst>
              <a:ext uri="{FF2B5EF4-FFF2-40B4-BE49-F238E27FC236}">
                <a16:creationId xmlns:a16="http://schemas.microsoft.com/office/drawing/2014/main" id="{D122D73F-E62F-641A-FD04-63D5DCD0A451}"/>
              </a:ext>
            </a:extLst>
          </p:cNvPr>
          <p:cNvSpPr>
            <a:spLocks noGrp="1"/>
          </p:cNvSpPr>
          <p:nvPr>
            <p:ph type="sldNum" sz="quarter" idx="12"/>
          </p:nvPr>
        </p:nvSpPr>
        <p:spPr/>
        <p:txBody>
          <a:bodyPr/>
          <a:lstStyle/>
          <a:p>
            <a:fld id="{38826FC0-333C-E549-9FA3-0EE43DF298A3}" type="slidenum">
              <a:rPr lang="en-US" smtClean="0"/>
              <a:pPr/>
              <a:t>18</a:t>
            </a:fld>
            <a:endParaRPr lang="en-US" dirty="0"/>
          </a:p>
        </p:txBody>
      </p:sp>
      <p:pic>
        <p:nvPicPr>
          <p:cNvPr id="5" name="Picture 2">
            <a:extLst>
              <a:ext uri="{FF2B5EF4-FFF2-40B4-BE49-F238E27FC236}">
                <a16:creationId xmlns:a16="http://schemas.microsoft.com/office/drawing/2014/main" id="{BC1C3EA3-9F2F-43D8-2F80-17DBC94BC4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9073" b="6657"/>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4831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D0FFE-3B2B-49F1-BDC3-12D58A74F0AC}"/>
              </a:ext>
            </a:extLst>
          </p:cNvPr>
          <p:cNvSpPr>
            <a:spLocks noGrp="1"/>
          </p:cNvSpPr>
          <p:nvPr>
            <p:ph type="title"/>
          </p:nvPr>
        </p:nvSpPr>
        <p:spPr/>
        <p:txBody>
          <a:bodyPr anchor="b">
            <a:noAutofit/>
          </a:bodyPr>
          <a:lstStyle/>
          <a:p>
            <a:pPr algn="ctr"/>
            <a:r>
              <a:rPr lang="en-US" sz="2800" dirty="0"/>
              <a:t>SELENIUM WEBDRIVER</a:t>
            </a:r>
            <a:endParaRPr lang="en-IN" sz="2800" dirty="0"/>
          </a:p>
        </p:txBody>
      </p:sp>
      <p:graphicFrame>
        <p:nvGraphicFramePr>
          <p:cNvPr id="10" name="Content Placeholder 2">
            <a:extLst>
              <a:ext uri="{FF2B5EF4-FFF2-40B4-BE49-F238E27FC236}">
                <a16:creationId xmlns:a16="http://schemas.microsoft.com/office/drawing/2014/main" id="{D538395A-9CE3-5ADC-FFAA-C3CA07B79C3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252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34BB5-D123-4862-4BBE-51EF8F3C643B}"/>
              </a:ext>
            </a:extLst>
          </p:cNvPr>
          <p:cNvSpPr>
            <a:spLocks noGrp="1"/>
          </p:cNvSpPr>
          <p:nvPr>
            <p:ph type="title"/>
          </p:nvPr>
        </p:nvSpPr>
        <p:spPr/>
        <p:txBody>
          <a:bodyPr/>
          <a:lstStyle/>
          <a:p>
            <a:endParaRPr lang="en-IN"/>
          </a:p>
        </p:txBody>
      </p:sp>
      <p:sp>
        <p:nvSpPr>
          <p:cNvPr id="3" name="Footer Placeholder 2">
            <a:extLst>
              <a:ext uri="{FF2B5EF4-FFF2-40B4-BE49-F238E27FC236}">
                <a16:creationId xmlns:a16="http://schemas.microsoft.com/office/drawing/2014/main" id="{6C349043-7D63-7644-349B-8E991725AAA2}"/>
              </a:ext>
            </a:extLst>
          </p:cNvPr>
          <p:cNvSpPr>
            <a:spLocks noGrp="1"/>
          </p:cNvSpPr>
          <p:nvPr>
            <p:ph type="ftr" sz="quarter" idx="11"/>
          </p:nvPr>
        </p:nvSpPr>
        <p:spPr/>
        <p:txBody>
          <a:bodyPr/>
          <a:lstStyle/>
          <a:p>
            <a:r>
              <a:rPr lang="en-US"/>
              <a:t>© 2025–2027 Cognizant | Private</a:t>
            </a:r>
            <a:endParaRPr lang="en-US" dirty="0"/>
          </a:p>
        </p:txBody>
      </p:sp>
      <p:sp>
        <p:nvSpPr>
          <p:cNvPr id="4" name="Slide Number Placeholder 3">
            <a:extLst>
              <a:ext uri="{FF2B5EF4-FFF2-40B4-BE49-F238E27FC236}">
                <a16:creationId xmlns:a16="http://schemas.microsoft.com/office/drawing/2014/main" id="{FF8E02EA-070C-4074-C7FA-439EBBE2DBAF}"/>
              </a:ext>
            </a:extLst>
          </p:cNvPr>
          <p:cNvSpPr>
            <a:spLocks noGrp="1"/>
          </p:cNvSpPr>
          <p:nvPr>
            <p:ph type="sldNum" sz="quarter" idx="12"/>
          </p:nvPr>
        </p:nvSpPr>
        <p:spPr/>
        <p:txBody>
          <a:bodyPr/>
          <a:lstStyle/>
          <a:p>
            <a:fld id="{38826FC0-333C-E549-9FA3-0EE43DF298A3}" type="slidenum">
              <a:rPr lang="en-US" smtClean="0"/>
              <a:pPr/>
              <a:t>20</a:t>
            </a:fld>
            <a:endParaRPr lang="en-US" dirty="0"/>
          </a:p>
        </p:txBody>
      </p:sp>
      <p:sp>
        <p:nvSpPr>
          <p:cNvPr id="7" name="TextBox 6">
            <a:extLst>
              <a:ext uri="{FF2B5EF4-FFF2-40B4-BE49-F238E27FC236}">
                <a16:creationId xmlns:a16="http://schemas.microsoft.com/office/drawing/2014/main" id="{2E028148-2835-C5CA-0D04-D3068229153F}"/>
              </a:ext>
            </a:extLst>
          </p:cNvPr>
          <p:cNvSpPr txBox="1"/>
          <p:nvPr/>
        </p:nvSpPr>
        <p:spPr>
          <a:xfrm>
            <a:off x="822960" y="1179368"/>
            <a:ext cx="6096000" cy="1015663"/>
          </a:xfrm>
          <a:prstGeom prst="rect">
            <a:avLst/>
          </a:prstGeom>
          <a:noFill/>
        </p:spPr>
        <p:txBody>
          <a:bodyPr wrap="square">
            <a:spAutoFit/>
          </a:bodyPr>
          <a:lstStyle/>
          <a:p>
            <a:r>
              <a:rPr lang="en-IN" sz="2000" dirty="0"/>
              <a:t>WebDriver is the </a:t>
            </a:r>
            <a:r>
              <a:rPr lang="en-IN" sz="2000" b="1" dirty="0"/>
              <a:t>interface</a:t>
            </a:r>
            <a:r>
              <a:rPr lang="en-IN" sz="2000" dirty="0"/>
              <a:t> that allows communication between your test scripts and the browser.</a:t>
            </a:r>
          </a:p>
        </p:txBody>
      </p:sp>
      <p:sp>
        <p:nvSpPr>
          <p:cNvPr id="10" name="TextBox 9">
            <a:extLst>
              <a:ext uri="{FF2B5EF4-FFF2-40B4-BE49-F238E27FC236}">
                <a16:creationId xmlns:a16="http://schemas.microsoft.com/office/drawing/2014/main" id="{17F435B8-6312-766A-30B2-4F6EB46DE06A}"/>
              </a:ext>
            </a:extLst>
          </p:cNvPr>
          <p:cNvSpPr txBox="1"/>
          <p:nvPr/>
        </p:nvSpPr>
        <p:spPr>
          <a:xfrm>
            <a:off x="4378960" y="2880756"/>
            <a:ext cx="6096000" cy="3170099"/>
          </a:xfrm>
          <a:prstGeom prst="rect">
            <a:avLst/>
          </a:prstGeom>
          <a:noFill/>
        </p:spPr>
        <p:txBody>
          <a:bodyPr wrap="square">
            <a:spAutoFit/>
          </a:bodyPr>
          <a:lstStyle/>
          <a:p>
            <a:r>
              <a:rPr lang="en-IN" sz="2000" b="1" dirty="0"/>
              <a:t>API (Application Programming Interface) </a:t>
            </a:r>
            <a:r>
              <a:rPr lang="en-IN" sz="2000" dirty="0"/>
              <a:t>is a set of methods and classes that allow developers to interact with a system or software.</a:t>
            </a:r>
          </a:p>
          <a:p>
            <a:r>
              <a:rPr lang="en-IN" sz="2000" dirty="0"/>
              <a:t>Selenium offers language-specific APIs (Java, Python, C#, Ruby, etc.) so you can write automation scripts in your preferred language.</a:t>
            </a:r>
          </a:p>
          <a:p>
            <a:r>
              <a:rPr lang="en-IN" sz="2000" dirty="0"/>
              <a:t>These APIs expose WebDriver commands like get(), click(), </a:t>
            </a:r>
            <a:r>
              <a:rPr lang="en-IN" sz="2000" dirty="0" err="1"/>
              <a:t>sendKeys</a:t>
            </a:r>
            <a:r>
              <a:rPr lang="en-IN" sz="2000" dirty="0"/>
              <a:t>(), etc., which internally communicate with the browser via the WebDriver protocol.</a:t>
            </a:r>
          </a:p>
        </p:txBody>
      </p:sp>
    </p:spTree>
    <p:extLst>
      <p:ext uri="{BB962C8B-B14F-4D97-AF65-F5344CB8AC3E}">
        <p14:creationId xmlns:p14="http://schemas.microsoft.com/office/powerpoint/2010/main" val="1723990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AAD00-E05C-9C56-6655-C9C02FA990C3}"/>
              </a:ext>
            </a:extLst>
          </p:cNvPr>
          <p:cNvSpPr>
            <a:spLocks noGrp="1"/>
          </p:cNvSpPr>
          <p:nvPr>
            <p:ph type="title"/>
          </p:nvPr>
        </p:nvSpPr>
        <p:spPr/>
        <p:txBody>
          <a:bodyPr/>
          <a:lstStyle/>
          <a:p>
            <a:endParaRPr lang="en-IN"/>
          </a:p>
        </p:txBody>
      </p:sp>
      <p:sp>
        <p:nvSpPr>
          <p:cNvPr id="3" name="Footer Placeholder 2">
            <a:extLst>
              <a:ext uri="{FF2B5EF4-FFF2-40B4-BE49-F238E27FC236}">
                <a16:creationId xmlns:a16="http://schemas.microsoft.com/office/drawing/2014/main" id="{BBBF6E5F-C2F4-665F-7C6A-4D26ACAB720E}"/>
              </a:ext>
            </a:extLst>
          </p:cNvPr>
          <p:cNvSpPr>
            <a:spLocks noGrp="1"/>
          </p:cNvSpPr>
          <p:nvPr>
            <p:ph type="ftr" sz="quarter" idx="11"/>
          </p:nvPr>
        </p:nvSpPr>
        <p:spPr/>
        <p:txBody>
          <a:bodyPr/>
          <a:lstStyle/>
          <a:p>
            <a:r>
              <a:rPr lang="en-US"/>
              <a:t>© 2025–2027 Cognizant | Private</a:t>
            </a:r>
            <a:endParaRPr lang="en-US" dirty="0"/>
          </a:p>
        </p:txBody>
      </p:sp>
      <p:sp>
        <p:nvSpPr>
          <p:cNvPr id="4" name="Slide Number Placeholder 3">
            <a:extLst>
              <a:ext uri="{FF2B5EF4-FFF2-40B4-BE49-F238E27FC236}">
                <a16:creationId xmlns:a16="http://schemas.microsoft.com/office/drawing/2014/main" id="{41147805-63B3-AC38-78AB-0D1D8A74B3FD}"/>
              </a:ext>
            </a:extLst>
          </p:cNvPr>
          <p:cNvSpPr>
            <a:spLocks noGrp="1"/>
          </p:cNvSpPr>
          <p:nvPr>
            <p:ph type="sldNum" sz="quarter" idx="12"/>
          </p:nvPr>
        </p:nvSpPr>
        <p:spPr/>
        <p:txBody>
          <a:bodyPr/>
          <a:lstStyle/>
          <a:p>
            <a:fld id="{38826FC0-333C-E549-9FA3-0EE43DF298A3}" type="slidenum">
              <a:rPr lang="en-US" smtClean="0"/>
              <a:pPr/>
              <a:t>21</a:t>
            </a:fld>
            <a:endParaRPr lang="en-US" dirty="0"/>
          </a:p>
        </p:txBody>
      </p:sp>
      <p:sp>
        <p:nvSpPr>
          <p:cNvPr id="5" name="TextBox 4">
            <a:extLst>
              <a:ext uri="{FF2B5EF4-FFF2-40B4-BE49-F238E27FC236}">
                <a16:creationId xmlns:a16="http://schemas.microsoft.com/office/drawing/2014/main" id="{E47862DC-41BA-1C89-E3EF-8713DAAE4D4B}"/>
              </a:ext>
            </a:extLst>
          </p:cNvPr>
          <p:cNvSpPr txBox="1"/>
          <p:nvPr/>
        </p:nvSpPr>
        <p:spPr>
          <a:xfrm>
            <a:off x="894080" y="1365760"/>
            <a:ext cx="9235440" cy="4476239"/>
          </a:xfrm>
          <a:prstGeom prst="rect">
            <a:avLst/>
          </a:prstGeom>
          <a:noFill/>
        </p:spPr>
        <p:txBody>
          <a:bodyPr wrap="none" lIns="0" tIns="0" rIns="0" bIns="0" rtlCol="0">
            <a:noAutofit/>
          </a:bodyPr>
          <a:lstStyle/>
          <a:p>
            <a:pPr algn="l">
              <a:lnSpc>
                <a:spcPct val="110000"/>
              </a:lnSpc>
              <a:spcBef>
                <a:spcPts val="600"/>
              </a:spcBef>
              <a:spcAft>
                <a:spcPts val="0"/>
              </a:spcAft>
            </a:pPr>
            <a:r>
              <a:rPr lang="en-US" sz="2800" dirty="0"/>
              <a:t>FAQ??</a:t>
            </a:r>
          </a:p>
          <a:p>
            <a:pPr algn="l">
              <a:lnSpc>
                <a:spcPct val="110000"/>
              </a:lnSpc>
              <a:spcBef>
                <a:spcPts val="600"/>
              </a:spcBef>
              <a:spcAft>
                <a:spcPts val="0"/>
              </a:spcAft>
            </a:pPr>
            <a:endParaRPr lang="en-US" sz="2800" dirty="0"/>
          </a:p>
          <a:p>
            <a:pPr marL="342900" indent="-342900" algn="l">
              <a:lnSpc>
                <a:spcPct val="110000"/>
              </a:lnSpc>
              <a:spcBef>
                <a:spcPts val="600"/>
              </a:spcBef>
              <a:spcAft>
                <a:spcPts val="0"/>
              </a:spcAft>
              <a:buAutoNum type="arabicPeriod"/>
            </a:pPr>
            <a:r>
              <a:rPr lang="en-IN" sz="2800" dirty="0"/>
              <a:t>Why should I learn selenium?</a:t>
            </a:r>
          </a:p>
          <a:p>
            <a:pPr marL="342900" indent="-342900" algn="l">
              <a:lnSpc>
                <a:spcPct val="110000"/>
              </a:lnSpc>
              <a:spcBef>
                <a:spcPts val="600"/>
              </a:spcBef>
              <a:spcAft>
                <a:spcPts val="0"/>
              </a:spcAft>
              <a:buAutoNum type="arabicPeriod"/>
            </a:pPr>
            <a:r>
              <a:rPr lang="en-IN" sz="2800" dirty="0"/>
              <a:t>Do I need to learn a program language first?</a:t>
            </a:r>
          </a:p>
          <a:p>
            <a:pPr marL="342900" indent="-342900" algn="l">
              <a:lnSpc>
                <a:spcPct val="110000"/>
              </a:lnSpc>
              <a:spcBef>
                <a:spcPts val="600"/>
              </a:spcBef>
              <a:spcAft>
                <a:spcPts val="0"/>
              </a:spcAft>
              <a:buAutoNum type="arabicPeriod"/>
            </a:pPr>
            <a:r>
              <a:rPr lang="en-IN" sz="2800" dirty="0"/>
              <a:t>Can I use selenium just for understanding concepts </a:t>
            </a:r>
          </a:p>
          <a:p>
            <a:pPr algn="l">
              <a:lnSpc>
                <a:spcPct val="110000"/>
              </a:lnSpc>
              <a:spcBef>
                <a:spcPts val="600"/>
              </a:spcBef>
              <a:spcAft>
                <a:spcPts val="0"/>
              </a:spcAft>
            </a:pPr>
            <a:r>
              <a:rPr lang="en-IN" sz="2800" dirty="0"/>
              <a:t>and use other tools?</a:t>
            </a:r>
          </a:p>
          <a:p>
            <a:pPr marL="342900" indent="-342900" algn="l">
              <a:lnSpc>
                <a:spcPct val="110000"/>
              </a:lnSpc>
              <a:spcBef>
                <a:spcPts val="600"/>
              </a:spcBef>
              <a:spcAft>
                <a:spcPts val="0"/>
              </a:spcAft>
              <a:buAutoNum type="arabicPeriod"/>
            </a:pPr>
            <a:r>
              <a:rPr lang="en-IN" sz="2800" dirty="0"/>
              <a:t>Any limitations in selenium?</a:t>
            </a:r>
          </a:p>
          <a:p>
            <a:pPr marL="342900" indent="-342900" algn="l">
              <a:lnSpc>
                <a:spcPct val="110000"/>
              </a:lnSpc>
              <a:spcBef>
                <a:spcPts val="600"/>
              </a:spcBef>
              <a:spcAft>
                <a:spcPts val="0"/>
              </a:spcAft>
              <a:buAutoNum type="arabicPeriod"/>
            </a:pPr>
            <a:endParaRPr lang="en-IN" sz="2800" dirty="0" err="1"/>
          </a:p>
        </p:txBody>
      </p:sp>
    </p:spTree>
    <p:extLst>
      <p:ext uri="{BB962C8B-B14F-4D97-AF65-F5344CB8AC3E}">
        <p14:creationId xmlns:p14="http://schemas.microsoft.com/office/powerpoint/2010/main" val="2366988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barn(inVertical)">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barn(inVertical)">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barn(inVertical)">
                                      <p:cBhvr>
                                        <p:cTn id="17" dur="500"/>
                                        <p:tgtEl>
                                          <p:spTgt spid="5">
                                            <p:txEl>
                                              <p:pRg st="4" end="4"/>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5">
                                            <p:txEl>
                                              <p:pRg st="5" end="5"/>
                                            </p:txEl>
                                          </p:spTgt>
                                        </p:tgtEl>
                                        <p:attrNameLst>
                                          <p:attrName>style.visibility</p:attrName>
                                        </p:attrNameLst>
                                      </p:cBhvr>
                                      <p:to>
                                        <p:strVal val="visible"/>
                                      </p:to>
                                    </p:set>
                                    <p:animEffect transition="in" filter="barn(inVertical)">
                                      <p:cBhvr>
                                        <p:cTn id="20" dur="500"/>
                                        <p:tgtEl>
                                          <p:spTgt spid="5">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barn(inVertical)">
                                      <p:cBhvr>
                                        <p:cTn id="25"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2.xml><?xml version="1.0" encoding="utf-8"?>
<ds:datastoreItem xmlns:ds="http://schemas.openxmlformats.org/officeDocument/2006/customXml" ds:itemID="{4A4B404F-09F1-40CA-84E2-FD9F4E5EB219}">
  <ds:schemaRefs>
    <ds:schemaRef ds:uri="http://schemas.microsoft.com/office/2006/metadata/properties"/>
    <ds:schemaRef ds:uri="http://schemas.microsoft.com/office/infopath/2007/PartnerControls"/>
    <ds:schemaRef ds:uri="2f5cf1d1-81f3-4f99-b146-10f5cb39d018"/>
    <ds:schemaRef ds:uri="3c35e321-f73a-4dae-ae38-a0459de24735"/>
  </ds:schemaRefs>
</ds:datastoreItem>
</file>

<file path=customXml/itemProps3.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1075</TotalTime>
  <Words>947</Words>
  <Application>Microsoft Office PowerPoint</Application>
  <PresentationFormat>Widescreen</PresentationFormat>
  <Paragraphs>171</Paragraphs>
  <Slides>21</Slides>
  <Notes>2</Notes>
  <HiddenSlides>1</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21</vt:i4>
      </vt:variant>
    </vt:vector>
  </HeadingPairs>
  <TitlesOfParts>
    <vt:vector size="23" baseType="lpstr">
      <vt:lpstr>Arial</vt:lpstr>
      <vt:lpstr>Cognizant_2024</vt:lpstr>
      <vt:lpstr>Selenium Basics and Overview</vt:lpstr>
      <vt:lpstr>INTRODUCTION TO BROWSER AUTOMATION</vt:lpstr>
      <vt:lpstr>PowerPoint Presentation</vt:lpstr>
      <vt:lpstr>PowerPoint Presentation</vt:lpstr>
      <vt:lpstr>PowerPoint Presentation</vt:lpstr>
      <vt:lpstr>HISTORY OF SELENIUM</vt:lpstr>
      <vt:lpstr>PowerPoint Presentation</vt:lpstr>
      <vt:lpstr>PowerPoint Presentation</vt:lpstr>
      <vt:lpstr>PowerPoint Presentation</vt:lpstr>
      <vt:lpstr>PowerPoint Presentation</vt:lpstr>
      <vt:lpstr>PowerPoint Presentation</vt:lpstr>
      <vt:lpstr>PowerPoint Presentation</vt:lpstr>
      <vt:lpstr>SELENIUM SUPPORTED BROWSER</vt:lpstr>
      <vt:lpstr>selenium supported languages </vt:lpstr>
      <vt:lpstr>selenium supported OS  </vt:lpstr>
      <vt:lpstr>PowerPoint Presentation</vt:lpstr>
      <vt:lpstr>PowerPoint Presentation</vt:lpstr>
      <vt:lpstr>PowerPoint Presentation</vt:lpstr>
      <vt:lpstr>SELENIUM WEBDRIVER</vt:lpstr>
      <vt:lpstr>PowerPoint Presentation</vt:lpstr>
      <vt:lpstr>PowerPoint Presentation</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Lnu, Praveena (Cognizant)</dc:creator>
  <cp:keywords/>
  <dc:description/>
  <cp:lastModifiedBy>Venu, Yejjavarapu (Cognizant)</cp:lastModifiedBy>
  <cp:revision>3</cp:revision>
  <dcterms:created xsi:type="dcterms:W3CDTF">2025-12-16T13:43:30Z</dcterms:created>
  <dcterms:modified xsi:type="dcterms:W3CDTF">2026-01-11T15:25:39Z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