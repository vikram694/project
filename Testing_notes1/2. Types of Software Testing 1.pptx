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6" r:id="rId4"/>
  </p:sldMasterIdLst>
  <p:notesMasterIdLst>
    <p:notesMasterId r:id="rId33"/>
  </p:notesMasterIdLst>
  <p:handoutMasterIdLst>
    <p:handoutMasterId r:id="rId34"/>
  </p:handoutMasterIdLst>
  <p:sldIdLst>
    <p:sldId id="2147479184" r:id="rId5"/>
    <p:sldId id="2147479247" r:id="rId6"/>
    <p:sldId id="2147479248" r:id="rId7"/>
    <p:sldId id="2147479249" r:id="rId8"/>
    <p:sldId id="2147479258" r:id="rId9"/>
    <p:sldId id="2147479259" r:id="rId10"/>
    <p:sldId id="2147479250" r:id="rId11"/>
    <p:sldId id="2147479251" r:id="rId12"/>
    <p:sldId id="2147479221" r:id="rId13"/>
    <p:sldId id="2147479222" r:id="rId14"/>
    <p:sldId id="2147479223" r:id="rId15"/>
    <p:sldId id="2147479254" r:id="rId16"/>
    <p:sldId id="2147479255" r:id="rId17"/>
    <p:sldId id="2147479256" r:id="rId18"/>
    <p:sldId id="2147479262" r:id="rId19"/>
    <p:sldId id="2147479263" r:id="rId20"/>
    <p:sldId id="2147479264" r:id="rId21"/>
    <p:sldId id="2147479265" r:id="rId22"/>
    <p:sldId id="2147479266" r:id="rId23"/>
    <p:sldId id="2147479267" r:id="rId24"/>
    <p:sldId id="2147479268" r:id="rId25"/>
    <p:sldId id="2147479269" r:id="rId26"/>
    <p:sldId id="2147479270" r:id="rId27"/>
    <p:sldId id="2147479271" r:id="rId28"/>
    <p:sldId id="2147479272" r:id="rId29"/>
    <p:sldId id="2147479273" r:id="rId30"/>
    <p:sldId id="2147479260" r:id="rId31"/>
    <p:sldId id="2147479261"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CF2"/>
    <a:srgbClr val="CAE8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EC20E35-A176-4012-BC5E-935CFFF8708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339" autoAdjust="0"/>
  </p:normalViewPr>
  <p:slideViewPr>
    <p:cSldViewPr snapToGrid="0">
      <p:cViewPr varScale="1">
        <p:scale>
          <a:sx n="74" d="100"/>
          <a:sy n="74" d="100"/>
        </p:scale>
        <p:origin x="376" y="56"/>
      </p:cViewPr>
      <p:guideLst/>
    </p:cSldViewPr>
  </p:slideViewPr>
  <p:outlineViewPr>
    <p:cViewPr>
      <p:scale>
        <a:sx n="33" d="100"/>
        <a:sy n="33" d="100"/>
      </p:scale>
      <p:origin x="0" y="-19659"/>
    </p:cViewPr>
  </p:outlineViewPr>
  <p:notesTextViewPr>
    <p:cViewPr>
      <p:scale>
        <a:sx n="125" d="100"/>
        <a:sy n="125" d="100"/>
      </p:scale>
      <p:origin x="0" y="0"/>
    </p:cViewPr>
  </p:notesTextViewPr>
  <p:sorterViewPr>
    <p:cViewPr varScale="1">
      <p:scale>
        <a:sx n="1" d="1"/>
        <a:sy n="1" d="1"/>
      </p:scale>
      <p:origin x="0" y="0"/>
    </p:cViewPr>
  </p:sorterViewPr>
  <p:notesViewPr>
    <p:cSldViewPr snapToGrid="0">
      <p:cViewPr>
        <p:scale>
          <a:sx n="86" d="100"/>
          <a:sy n="86" d="100"/>
        </p:scale>
        <p:origin x="6440" y="228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40"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u, Yejjavarapu (Cognizant)" userId="3936b720-d7f5-4bca-9309-d3687ae3547e" providerId="ADAL" clId="{15B97537-7976-4122-9A46-6BBDEF3EB3C0}"/>
    <pc:docChg chg="modSld">
      <pc:chgData name="Venu, Yejjavarapu (Cognizant)" userId="3936b720-d7f5-4bca-9309-d3687ae3547e" providerId="ADAL" clId="{15B97537-7976-4122-9A46-6BBDEF3EB3C0}" dt="2026-01-11T10:01:09.735" v="0" actId="1038"/>
      <pc:docMkLst>
        <pc:docMk/>
      </pc:docMkLst>
      <pc:sldChg chg="modSp mod">
        <pc:chgData name="Venu, Yejjavarapu (Cognizant)" userId="3936b720-d7f5-4bca-9309-d3687ae3547e" providerId="ADAL" clId="{15B97537-7976-4122-9A46-6BBDEF3EB3C0}" dt="2026-01-11T10:01:09.735" v="0" actId="1038"/>
        <pc:sldMkLst>
          <pc:docMk/>
          <pc:sldMk cId="2713534842" sldId="2147479184"/>
        </pc:sldMkLst>
        <pc:spChg chg="mod">
          <ac:chgData name="Venu, Yejjavarapu (Cognizant)" userId="3936b720-d7f5-4bca-9309-d3687ae3547e" providerId="ADAL" clId="{15B97537-7976-4122-9A46-6BBDEF3EB3C0}" dt="2026-01-11T10:01:09.735" v="0" actId="1038"/>
          <ac:spMkLst>
            <pc:docMk/>
            <pc:sldMk cId="2713534842" sldId="2147479184"/>
            <ac:spMk id="5" creationId="{09D9EB17-9965-3523-3F99-EF5E53642703}"/>
          </ac:spMkLst>
        </pc:spChg>
      </pc:sldChg>
    </pc:docChg>
  </pc:docChgLst>
  <pc:docChgLst>
    <pc:chgData name="Mohan, Poornima Swarna (Cognizant)" userId="36824357-ffbd-40a5-b000-b82d0f7dca89" providerId="ADAL" clId="{BB20CA10-5FC3-4CCD-8518-89B0931CAB48}"/>
    <pc:docChg chg="undo redo custSel addSld delSld modSld sldOrd">
      <pc:chgData name="Mohan, Poornima Swarna (Cognizant)" userId="36824357-ffbd-40a5-b000-b82d0f7dca89" providerId="ADAL" clId="{BB20CA10-5FC3-4CCD-8518-89B0931CAB48}" dt="2025-12-12T05:49:59.554" v="3316" actId="47"/>
      <pc:docMkLst>
        <pc:docMk/>
      </pc:docMkLst>
      <pc:sldChg chg="addSp delSp modSp add del mod modClrScheme chgLayout">
        <pc:chgData name="Mohan, Poornima Swarna (Cognizant)" userId="36824357-ffbd-40a5-b000-b82d0f7dca89" providerId="ADAL" clId="{BB20CA10-5FC3-4CCD-8518-89B0931CAB48}" dt="2025-12-12T05:49:40.434" v="3314" actId="20577"/>
        <pc:sldMkLst>
          <pc:docMk/>
          <pc:sldMk cId="2713534842" sldId="2147479184"/>
        </pc:sldMkLst>
        <pc:spChg chg="mod ord">
          <ac:chgData name="Mohan, Poornima Swarna (Cognizant)" userId="36824357-ffbd-40a5-b000-b82d0f7dca89" providerId="ADAL" clId="{BB20CA10-5FC3-4CCD-8518-89B0931CAB48}" dt="2025-12-12T05:49:40.434" v="3314" actId="20577"/>
          <ac:spMkLst>
            <pc:docMk/>
            <pc:sldMk cId="2713534842" sldId="2147479184"/>
            <ac:spMk id="5" creationId="{09D9EB17-9965-3523-3F99-EF5E53642703}"/>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10" Type="http://schemas.openxmlformats.org/officeDocument/2006/relationships/image" Target="../media/image26.svg"/><Relationship Id="rId4" Type="http://schemas.openxmlformats.org/officeDocument/2006/relationships/image" Target="../media/image20.svg"/><Relationship Id="rId9" Type="http://schemas.openxmlformats.org/officeDocument/2006/relationships/image" Target="../media/image25.png"/></Relationships>
</file>

<file path=ppt/diagrams/_rels/data2.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10" Type="http://schemas.openxmlformats.org/officeDocument/2006/relationships/image" Target="../media/image38.svg"/><Relationship Id="rId4" Type="http://schemas.openxmlformats.org/officeDocument/2006/relationships/image" Target="../media/image32.svg"/><Relationship Id="rId9" Type="http://schemas.openxmlformats.org/officeDocument/2006/relationships/image" Target="../media/image37.png"/></Relationships>
</file>

<file path=ppt/diagrams/_rels/drawing1.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10" Type="http://schemas.openxmlformats.org/officeDocument/2006/relationships/image" Target="../media/image26.svg"/><Relationship Id="rId4" Type="http://schemas.openxmlformats.org/officeDocument/2006/relationships/image" Target="../media/image20.svg"/><Relationship Id="rId9" Type="http://schemas.openxmlformats.org/officeDocument/2006/relationships/image" Target="../media/image25.png"/></Relationships>
</file>

<file path=ppt/diagrams/_rels/drawing2.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10" Type="http://schemas.openxmlformats.org/officeDocument/2006/relationships/image" Target="../media/image38.svg"/><Relationship Id="rId4" Type="http://schemas.openxmlformats.org/officeDocument/2006/relationships/image" Target="../media/image32.svg"/><Relationship Id="rId9" Type="http://schemas.openxmlformats.org/officeDocument/2006/relationships/image" Target="../media/image37.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0278986-6C85-4516-A4CE-C870E3A902C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D3FF21B-50CC-4897-B734-4CDF55076C00}">
      <dgm:prSet/>
      <dgm:spPr/>
      <dgm:t>
        <a:bodyPr/>
        <a:lstStyle/>
        <a:p>
          <a:pPr>
            <a:lnSpc>
              <a:spcPct val="100000"/>
            </a:lnSpc>
          </a:pPr>
          <a:r>
            <a:rPr lang="en-IN" b="1" dirty="0">
              <a:latin typeface="Comic Sans MS" panose="030F0702030302020204" pitchFamily="66" charset="0"/>
            </a:rPr>
            <a:t>Decreases Flaws</a:t>
          </a:r>
          <a:endParaRPr lang="en-US" dirty="0">
            <a:latin typeface="Comic Sans MS" panose="030F0702030302020204" pitchFamily="66" charset="0"/>
          </a:endParaRPr>
        </a:p>
      </dgm:t>
    </dgm:pt>
    <dgm:pt modelId="{05B1E035-832D-4C2A-953A-89B4A234D689}" type="parTrans" cxnId="{5E88348C-AEAC-4213-AA32-AF27C6DF20E2}">
      <dgm:prSet/>
      <dgm:spPr/>
      <dgm:t>
        <a:bodyPr/>
        <a:lstStyle/>
        <a:p>
          <a:endParaRPr lang="en-US">
            <a:latin typeface="Comic Sans MS" panose="030F0702030302020204" pitchFamily="66" charset="0"/>
          </a:endParaRPr>
        </a:p>
      </dgm:t>
    </dgm:pt>
    <dgm:pt modelId="{F96FE70E-2F14-4E15-B84D-B2807C31F27B}" type="sibTrans" cxnId="{5E88348C-AEAC-4213-AA32-AF27C6DF20E2}">
      <dgm:prSet/>
      <dgm:spPr/>
      <dgm:t>
        <a:bodyPr/>
        <a:lstStyle/>
        <a:p>
          <a:endParaRPr lang="en-US">
            <a:latin typeface="Comic Sans MS" panose="030F0702030302020204" pitchFamily="66" charset="0"/>
          </a:endParaRPr>
        </a:p>
      </dgm:t>
    </dgm:pt>
    <dgm:pt modelId="{A309C762-2187-4BCA-999E-1A540699C2FA}">
      <dgm:prSet/>
      <dgm:spPr/>
      <dgm:t>
        <a:bodyPr/>
        <a:lstStyle/>
        <a:p>
          <a:pPr>
            <a:lnSpc>
              <a:spcPct val="100000"/>
            </a:lnSpc>
          </a:pPr>
          <a:r>
            <a:rPr lang="en-IN" b="1" dirty="0">
              <a:latin typeface="Comic Sans MS" panose="030F0702030302020204" pitchFamily="66" charset="0"/>
            </a:rPr>
            <a:t>Saves Time</a:t>
          </a:r>
          <a:endParaRPr lang="en-US" dirty="0">
            <a:latin typeface="Comic Sans MS" panose="030F0702030302020204" pitchFamily="66" charset="0"/>
          </a:endParaRPr>
        </a:p>
      </dgm:t>
    </dgm:pt>
    <dgm:pt modelId="{525D8C9D-E8B7-427F-87E9-6CFAFB0087FB}" type="parTrans" cxnId="{8ECA8808-E662-4232-B110-CEBEC1F6542C}">
      <dgm:prSet/>
      <dgm:spPr/>
      <dgm:t>
        <a:bodyPr/>
        <a:lstStyle/>
        <a:p>
          <a:endParaRPr lang="en-US">
            <a:latin typeface="Comic Sans MS" panose="030F0702030302020204" pitchFamily="66" charset="0"/>
          </a:endParaRPr>
        </a:p>
      </dgm:t>
    </dgm:pt>
    <dgm:pt modelId="{1C9008C9-81C6-4F35-B76C-F121CEAA5963}" type="sibTrans" cxnId="{8ECA8808-E662-4232-B110-CEBEC1F6542C}">
      <dgm:prSet/>
      <dgm:spPr/>
      <dgm:t>
        <a:bodyPr/>
        <a:lstStyle/>
        <a:p>
          <a:endParaRPr lang="en-US">
            <a:latin typeface="Comic Sans MS" panose="030F0702030302020204" pitchFamily="66" charset="0"/>
          </a:endParaRPr>
        </a:p>
      </dgm:t>
    </dgm:pt>
    <dgm:pt modelId="{D31750DF-C0A6-45FE-AB32-FD2106051E34}">
      <dgm:prSet/>
      <dgm:spPr/>
      <dgm:t>
        <a:bodyPr/>
        <a:lstStyle/>
        <a:p>
          <a:pPr>
            <a:lnSpc>
              <a:spcPct val="100000"/>
            </a:lnSpc>
          </a:pPr>
          <a:r>
            <a:rPr lang="en-IN" b="1" dirty="0">
              <a:latin typeface="Comic Sans MS" panose="030F0702030302020204" pitchFamily="66" charset="0"/>
            </a:rPr>
            <a:t>Easy Bug Fixing</a:t>
          </a:r>
          <a:endParaRPr lang="en-US" dirty="0">
            <a:latin typeface="Comic Sans MS" panose="030F0702030302020204" pitchFamily="66" charset="0"/>
          </a:endParaRPr>
        </a:p>
      </dgm:t>
    </dgm:pt>
    <dgm:pt modelId="{513D0960-3E13-4429-86E1-CAC0BA22B83A}" type="parTrans" cxnId="{AC17187A-4A24-490A-85C4-DE21E26604DB}">
      <dgm:prSet/>
      <dgm:spPr/>
      <dgm:t>
        <a:bodyPr/>
        <a:lstStyle/>
        <a:p>
          <a:endParaRPr lang="en-US">
            <a:latin typeface="Comic Sans MS" panose="030F0702030302020204" pitchFamily="66" charset="0"/>
          </a:endParaRPr>
        </a:p>
      </dgm:t>
    </dgm:pt>
    <dgm:pt modelId="{3D926F59-F90D-4A39-B5B2-1FFE963D67E7}" type="sibTrans" cxnId="{AC17187A-4A24-490A-85C4-DE21E26604DB}">
      <dgm:prSet/>
      <dgm:spPr/>
      <dgm:t>
        <a:bodyPr/>
        <a:lstStyle/>
        <a:p>
          <a:endParaRPr lang="en-US">
            <a:latin typeface="Comic Sans MS" panose="030F0702030302020204" pitchFamily="66" charset="0"/>
          </a:endParaRPr>
        </a:p>
      </dgm:t>
    </dgm:pt>
    <dgm:pt modelId="{0D7596DB-7774-43A2-95EE-9596BA1CB80A}">
      <dgm:prSet/>
      <dgm:spPr/>
      <dgm:t>
        <a:bodyPr/>
        <a:lstStyle/>
        <a:p>
          <a:pPr>
            <a:lnSpc>
              <a:spcPct val="100000"/>
            </a:lnSpc>
          </a:pPr>
          <a:r>
            <a:rPr lang="en-IN" b="1" dirty="0">
              <a:latin typeface="Comic Sans MS" panose="030F0702030302020204" pitchFamily="66" charset="0"/>
            </a:rPr>
            <a:t>Quality Improvement</a:t>
          </a:r>
          <a:endParaRPr lang="en-US" dirty="0">
            <a:latin typeface="Comic Sans MS" panose="030F0702030302020204" pitchFamily="66" charset="0"/>
          </a:endParaRPr>
        </a:p>
      </dgm:t>
    </dgm:pt>
    <dgm:pt modelId="{7ABCBB17-7883-464B-AEA7-88E857D3DA43}" type="parTrans" cxnId="{889E19D1-A80B-4266-AFC0-A83E406405DA}">
      <dgm:prSet/>
      <dgm:spPr/>
      <dgm:t>
        <a:bodyPr/>
        <a:lstStyle/>
        <a:p>
          <a:endParaRPr lang="en-US">
            <a:latin typeface="Comic Sans MS" panose="030F0702030302020204" pitchFamily="66" charset="0"/>
          </a:endParaRPr>
        </a:p>
      </dgm:t>
    </dgm:pt>
    <dgm:pt modelId="{ECE0F028-1C7F-4747-8807-1B19E901D1E6}" type="sibTrans" cxnId="{889E19D1-A80B-4266-AFC0-A83E406405DA}">
      <dgm:prSet/>
      <dgm:spPr/>
      <dgm:t>
        <a:bodyPr/>
        <a:lstStyle/>
        <a:p>
          <a:endParaRPr lang="en-US">
            <a:latin typeface="Comic Sans MS" panose="030F0702030302020204" pitchFamily="66" charset="0"/>
          </a:endParaRPr>
        </a:p>
      </dgm:t>
    </dgm:pt>
    <dgm:pt modelId="{0135CB41-13D9-4980-A1A8-9F02A4C8EAB9}">
      <dgm:prSet/>
      <dgm:spPr/>
      <dgm:t>
        <a:bodyPr/>
        <a:lstStyle/>
        <a:p>
          <a:pPr>
            <a:lnSpc>
              <a:spcPct val="100000"/>
            </a:lnSpc>
          </a:pPr>
          <a:r>
            <a:rPr lang="en-IN" b="1" dirty="0">
              <a:latin typeface="Comic Sans MS" panose="030F0702030302020204" pitchFamily="66" charset="0"/>
            </a:rPr>
            <a:t>Cost Efficiency</a:t>
          </a:r>
          <a:endParaRPr lang="en-US" dirty="0">
            <a:latin typeface="Comic Sans MS" panose="030F0702030302020204" pitchFamily="66" charset="0"/>
          </a:endParaRPr>
        </a:p>
      </dgm:t>
    </dgm:pt>
    <dgm:pt modelId="{0854897C-18FA-4EDA-86CD-50DCBB38E2D8}" type="parTrans" cxnId="{5468806F-9B29-4C6A-9E92-1B438C075A08}">
      <dgm:prSet/>
      <dgm:spPr/>
      <dgm:t>
        <a:bodyPr/>
        <a:lstStyle/>
        <a:p>
          <a:endParaRPr lang="en-US">
            <a:latin typeface="Comic Sans MS" panose="030F0702030302020204" pitchFamily="66" charset="0"/>
          </a:endParaRPr>
        </a:p>
      </dgm:t>
    </dgm:pt>
    <dgm:pt modelId="{B42980AB-0ED5-4C02-BAC6-E6E3FC1443B5}" type="sibTrans" cxnId="{5468806F-9B29-4C6A-9E92-1B438C075A08}">
      <dgm:prSet/>
      <dgm:spPr/>
      <dgm:t>
        <a:bodyPr/>
        <a:lstStyle/>
        <a:p>
          <a:endParaRPr lang="en-US">
            <a:latin typeface="Comic Sans MS" panose="030F0702030302020204" pitchFamily="66" charset="0"/>
          </a:endParaRPr>
        </a:p>
      </dgm:t>
    </dgm:pt>
    <dgm:pt modelId="{A898BFDF-842C-4379-8C61-C3EC3FE1C411}" type="pres">
      <dgm:prSet presAssocID="{80278986-6C85-4516-A4CE-C870E3A902CC}" presName="root" presStyleCnt="0">
        <dgm:presLayoutVars>
          <dgm:dir/>
          <dgm:resizeHandles val="exact"/>
        </dgm:presLayoutVars>
      </dgm:prSet>
      <dgm:spPr/>
    </dgm:pt>
    <dgm:pt modelId="{3D578027-E931-4E81-A9E4-2CF238CB8582}" type="pres">
      <dgm:prSet presAssocID="{9D3FF21B-50CC-4897-B734-4CDF55076C00}" presName="compNode" presStyleCnt="0"/>
      <dgm:spPr/>
    </dgm:pt>
    <dgm:pt modelId="{510E0ED7-380D-4908-9F9F-60A3DAF5BB45}" type="pres">
      <dgm:prSet presAssocID="{9D3FF21B-50CC-4897-B734-4CDF55076C00}" presName="bgRect" presStyleLbl="bgShp" presStyleIdx="0" presStyleCnt="5"/>
      <dgm:spPr/>
    </dgm:pt>
    <dgm:pt modelId="{5641305D-6341-4BCA-94A7-777CB78C7AA3}" type="pres">
      <dgm:prSet presAssocID="{9D3FF21B-50CC-4897-B734-4CDF55076C00}"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ownward trend"/>
        </a:ext>
      </dgm:extLst>
    </dgm:pt>
    <dgm:pt modelId="{6A3DB51D-2E33-4DB1-AAA7-DFC6E1241D7E}" type="pres">
      <dgm:prSet presAssocID="{9D3FF21B-50CC-4897-B734-4CDF55076C00}" presName="spaceRect" presStyleCnt="0"/>
      <dgm:spPr/>
    </dgm:pt>
    <dgm:pt modelId="{4A6A307F-26B9-4709-9977-B26F44032671}" type="pres">
      <dgm:prSet presAssocID="{9D3FF21B-50CC-4897-B734-4CDF55076C00}" presName="parTx" presStyleLbl="revTx" presStyleIdx="0" presStyleCnt="5">
        <dgm:presLayoutVars>
          <dgm:chMax val="0"/>
          <dgm:chPref val="0"/>
        </dgm:presLayoutVars>
      </dgm:prSet>
      <dgm:spPr/>
    </dgm:pt>
    <dgm:pt modelId="{ECCA5A11-731C-44B3-91B0-96255E1EE3CB}" type="pres">
      <dgm:prSet presAssocID="{F96FE70E-2F14-4E15-B84D-B2807C31F27B}" presName="sibTrans" presStyleCnt="0"/>
      <dgm:spPr/>
    </dgm:pt>
    <dgm:pt modelId="{A62387D7-EC0B-4565-B52F-2155D22A3CE4}" type="pres">
      <dgm:prSet presAssocID="{A309C762-2187-4BCA-999E-1A540699C2FA}" presName="compNode" presStyleCnt="0"/>
      <dgm:spPr/>
    </dgm:pt>
    <dgm:pt modelId="{6EA242B1-E7EB-42A5-90EB-49723F26DB31}" type="pres">
      <dgm:prSet presAssocID="{A309C762-2187-4BCA-999E-1A540699C2FA}" presName="bgRect" presStyleLbl="bgShp" presStyleIdx="1" presStyleCnt="5"/>
      <dgm:spPr/>
    </dgm:pt>
    <dgm:pt modelId="{1CDDD371-5B5C-4040-8B76-C3B181EBD0B6}" type="pres">
      <dgm:prSet presAssocID="{A309C762-2187-4BCA-999E-1A540699C2FA}"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topwatch"/>
        </a:ext>
      </dgm:extLst>
    </dgm:pt>
    <dgm:pt modelId="{1E1B3E8F-193C-4108-9A4A-0B766F6A5D7B}" type="pres">
      <dgm:prSet presAssocID="{A309C762-2187-4BCA-999E-1A540699C2FA}" presName="spaceRect" presStyleCnt="0"/>
      <dgm:spPr/>
    </dgm:pt>
    <dgm:pt modelId="{8554EE0F-54F5-4047-A5D7-8D9420A94295}" type="pres">
      <dgm:prSet presAssocID="{A309C762-2187-4BCA-999E-1A540699C2FA}" presName="parTx" presStyleLbl="revTx" presStyleIdx="1" presStyleCnt="5">
        <dgm:presLayoutVars>
          <dgm:chMax val="0"/>
          <dgm:chPref val="0"/>
        </dgm:presLayoutVars>
      </dgm:prSet>
      <dgm:spPr/>
    </dgm:pt>
    <dgm:pt modelId="{5B54617C-7F33-40D2-B4F7-38F62C49BA21}" type="pres">
      <dgm:prSet presAssocID="{1C9008C9-81C6-4F35-B76C-F121CEAA5963}" presName="sibTrans" presStyleCnt="0"/>
      <dgm:spPr/>
    </dgm:pt>
    <dgm:pt modelId="{9FF597FB-F647-402C-A846-09735133A3B8}" type="pres">
      <dgm:prSet presAssocID="{D31750DF-C0A6-45FE-AB32-FD2106051E34}" presName="compNode" presStyleCnt="0"/>
      <dgm:spPr/>
    </dgm:pt>
    <dgm:pt modelId="{2ED29492-F41A-4B8E-8972-87BC2930063F}" type="pres">
      <dgm:prSet presAssocID="{D31750DF-C0A6-45FE-AB32-FD2106051E34}" presName="bgRect" presStyleLbl="bgShp" presStyleIdx="2" presStyleCnt="5"/>
      <dgm:spPr/>
    </dgm:pt>
    <dgm:pt modelId="{50F2DB6D-DFA2-4980-A2F5-E926243916F5}" type="pres">
      <dgm:prSet presAssocID="{D31750DF-C0A6-45FE-AB32-FD2106051E34}"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ug"/>
        </a:ext>
      </dgm:extLst>
    </dgm:pt>
    <dgm:pt modelId="{5909D6E7-455D-4179-A1B5-444289757A34}" type="pres">
      <dgm:prSet presAssocID="{D31750DF-C0A6-45FE-AB32-FD2106051E34}" presName="spaceRect" presStyleCnt="0"/>
      <dgm:spPr/>
    </dgm:pt>
    <dgm:pt modelId="{B0206584-C51D-4F4C-90C0-A4D7FBFC170C}" type="pres">
      <dgm:prSet presAssocID="{D31750DF-C0A6-45FE-AB32-FD2106051E34}" presName="parTx" presStyleLbl="revTx" presStyleIdx="2" presStyleCnt="5">
        <dgm:presLayoutVars>
          <dgm:chMax val="0"/>
          <dgm:chPref val="0"/>
        </dgm:presLayoutVars>
      </dgm:prSet>
      <dgm:spPr/>
    </dgm:pt>
    <dgm:pt modelId="{AE8ED084-2BDB-4CBF-9DC9-6AE73B435B4D}" type="pres">
      <dgm:prSet presAssocID="{3D926F59-F90D-4A39-B5B2-1FFE963D67E7}" presName="sibTrans" presStyleCnt="0"/>
      <dgm:spPr/>
    </dgm:pt>
    <dgm:pt modelId="{FA5D6BCB-5C3E-4818-8FD4-168BFEAEFE23}" type="pres">
      <dgm:prSet presAssocID="{0D7596DB-7774-43A2-95EE-9596BA1CB80A}" presName="compNode" presStyleCnt="0"/>
      <dgm:spPr/>
    </dgm:pt>
    <dgm:pt modelId="{53A4A937-F9A8-4306-A755-0272E4D22BA0}" type="pres">
      <dgm:prSet presAssocID="{0D7596DB-7774-43A2-95EE-9596BA1CB80A}" presName="bgRect" presStyleLbl="bgShp" presStyleIdx="3" presStyleCnt="5"/>
      <dgm:spPr/>
    </dgm:pt>
    <dgm:pt modelId="{9322656A-E5C6-4070-80C9-E57C8976E0CF}" type="pres">
      <dgm:prSet presAssocID="{0D7596DB-7774-43A2-95EE-9596BA1CB80A}"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Upward trend"/>
        </a:ext>
      </dgm:extLst>
    </dgm:pt>
    <dgm:pt modelId="{89399CFB-CBC0-4DD9-828F-2255536A869F}" type="pres">
      <dgm:prSet presAssocID="{0D7596DB-7774-43A2-95EE-9596BA1CB80A}" presName="spaceRect" presStyleCnt="0"/>
      <dgm:spPr/>
    </dgm:pt>
    <dgm:pt modelId="{F92A936A-CAFB-44A9-9342-1B06D326F329}" type="pres">
      <dgm:prSet presAssocID="{0D7596DB-7774-43A2-95EE-9596BA1CB80A}" presName="parTx" presStyleLbl="revTx" presStyleIdx="3" presStyleCnt="5">
        <dgm:presLayoutVars>
          <dgm:chMax val="0"/>
          <dgm:chPref val="0"/>
        </dgm:presLayoutVars>
      </dgm:prSet>
      <dgm:spPr/>
    </dgm:pt>
    <dgm:pt modelId="{BD088BD7-B201-4C8B-BEDD-BE2A83B348DE}" type="pres">
      <dgm:prSet presAssocID="{ECE0F028-1C7F-4747-8807-1B19E901D1E6}" presName="sibTrans" presStyleCnt="0"/>
      <dgm:spPr/>
    </dgm:pt>
    <dgm:pt modelId="{8BC66A17-EF93-4186-9253-44FAA8B9117D}" type="pres">
      <dgm:prSet presAssocID="{0135CB41-13D9-4980-A1A8-9F02A4C8EAB9}" presName="compNode" presStyleCnt="0"/>
      <dgm:spPr/>
    </dgm:pt>
    <dgm:pt modelId="{C7CC2C8D-D30F-4BE5-AF10-385EBB80F367}" type="pres">
      <dgm:prSet presAssocID="{0135CB41-13D9-4980-A1A8-9F02A4C8EAB9}" presName="bgRect" presStyleLbl="bgShp" presStyleIdx="4" presStyleCnt="5"/>
      <dgm:spPr/>
    </dgm:pt>
    <dgm:pt modelId="{92734F8C-614A-436B-9CEF-9791B28A5AFA}" type="pres">
      <dgm:prSet presAssocID="{0135CB41-13D9-4980-A1A8-9F02A4C8EAB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Coins"/>
        </a:ext>
      </dgm:extLst>
    </dgm:pt>
    <dgm:pt modelId="{DC2A1D07-19BE-4F04-93A1-9B0AF438D245}" type="pres">
      <dgm:prSet presAssocID="{0135CB41-13D9-4980-A1A8-9F02A4C8EAB9}" presName="spaceRect" presStyleCnt="0"/>
      <dgm:spPr/>
    </dgm:pt>
    <dgm:pt modelId="{FD21EEB9-A150-4CE6-93F2-EA4C6C858DCB}" type="pres">
      <dgm:prSet presAssocID="{0135CB41-13D9-4980-A1A8-9F02A4C8EAB9}" presName="parTx" presStyleLbl="revTx" presStyleIdx="4" presStyleCnt="5">
        <dgm:presLayoutVars>
          <dgm:chMax val="0"/>
          <dgm:chPref val="0"/>
        </dgm:presLayoutVars>
      </dgm:prSet>
      <dgm:spPr/>
    </dgm:pt>
  </dgm:ptLst>
  <dgm:cxnLst>
    <dgm:cxn modelId="{7C9CE206-D864-467B-9233-D95E72EC4139}" type="presOf" srcId="{D31750DF-C0A6-45FE-AB32-FD2106051E34}" destId="{B0206584-C51D-4F4C-90C0-A4D7FBFC170C}" srcOrd="0" destOrd="0" presId="urn:microsoft.com/office/officeart/2018/2/layout/IconVerticalSolidList"/>
    <dgm:cxn modelId="{8ECA8808-E662-4232-B110-CEBEC1F6542C}" srcId="{80278986-6C85-4516-A4CE-C870E3A902CC}" destId="{A309C762-2187-4BCA-999E-1A540699C2FA}" srcOrd="1" destOrd="0" parTransId="{525D8C9D-E8B7-427F-87E9-6CFAFB0087FB}" sibTransId="{1C9008C9-81C6-4F35-B76C-F121CEAA5963}"/>
    <dgm:cxn modelId="{5468806F-9B29-4C6A-9E92-1B438C075A08}" srcId="{80278986-6C85-4516-A4CE-C870E3A902CC}" destId="{0135CB41-13D9-4980-A1A8-9F02A4C8EAB9}" srcOrd="4" destOrd="0" parTransId="{0854897C-18FA-4EDA-86CD-50DCBB38E2D8}" sibTransId="{B42980AB-0ED5-4C02-BAC6-E6E3FC1443B5}"/>
    <dgm:cxn modelId="{CDC42F52-096F-4620-86FD-3C99BDB91AC1}" type="presOf" srcId="{80278986-6C85-4516-A4CE-C870E3A902CC}" destId="{A898BFDF-842C-4379-8C61-C3EC3FE1C411}" srcOrd="0" destOrd="0" presId="urn:microsoft.com/office/officeart/2018/2/layout/IconVerticalSolidList"/>
    <dgm:cxn modelId="{AC17187A-4A24-490A-85C4-DE21E26604DB}" srcId="{80278986-6C85-4516-A4CE-C870E3A902CC}" destId="{D31750DF-C0A6-45FE-AB32-FD2106051E34}" srcOrd="2" destOrd="0" parTransId="{513D0960-3E13-4429-86E1-CAC0BA22B83A}" sibTransId="{3D926F59-F90D-4A39-B5B2-1FFE963D67E7}"/>
    <dgm:cxn modelId="{5E88348C-AEAC-4213-AA32-AF27C6DF20E2}" srcId="{80278986-6C85-4516-A4CE-C870E3A902CC}" destId="{9D3FF21B-50CC-4897-B734-4CDF55076C00}" srcOrd="0" destOrd="0" parTransId="{05B1E035-832D-4C2A-953A-89B4A234D689}" sibTransId="{F96FE70E-2F14-4E15-B84D-B2807C31F27B}"/>
    <dgm:cxn modelId="{E353C893-10B0-41BA-9F53-C15D502FFAEA}" type="presOf" srcId="{A309C762-2187-4BCA-999E-1A540699C2FA}" destId="{8554EE0F-54F5-4047-A5D7-8D9420A94295}" srcOrd="0" destOrd="0" presId="urn:microsoft.com/office/officeart/2018/2/layout/IconVerticalSolidList"/>
    <dgm:cxn modelId="{583957AB-EE07-42DD-92F6-7D3829018A66}" type="presOf" srcId="{0D7596DB-7774-43A2-95EE-9596BA1CB80A}" destId="{F92A936A-CAFB-44A9-9342-1B06D326F329}" srcOrd="0" destOrd="0" presId="urn:microsoft.com/office/officeart/2018/2/layout/IconVerticalSolidList"/>
    <dgm:cxn modelId="{3FDDD0C0-5990-4361-BCB0-077C7A3C0E94}" type="presOf" srcId="{9D3FF21B-50CC-4897-B734-4CDF55076C00}" destId="{4A6A307F-26B9-4709-9977-B26F44032671}" srcOrd="0" destOrd="0" presId="urn:microsoft.com/office/officeart/2018/2/layout/IconVerticalSolidList"/>
    <dgm:cxn modelId="{889E19D1-A80B-4266-AFC0-A83E406405DA}" srcId="{80278986-6C85-4516-A4CE-C870E3A902CC}" destId="{0D7596DB-7774-43A2-95EE-9596BA1CB80A}" srcOrd="3" destOrd="0" parTransId="{7ABCBB17-7883-464B-AEA7-88E857D3DA43}" sibTransId="{ECE0F028-1C7F-4747-8807-1B19E901D1E6}"/>
    <dgm:cxn modelId="{D7FC9BE1-8E89-4631-9CB8-B576DEB3AFFA}" type="presOf" srcId="{0135CB41-13D9-4980-A1A8-9F02A4C8EAB9}" destId="{FD21EEB9-A150-4CE6-93F2-EA4C6C858DCB}" srcOrd="0" destOrd="0" presId="urn:microsoft.com/office/officeart/2018/2/layout/IconVerticalSolidList"/>
    <dgm:cxn modelId="{45D726FF-EDBD-4DD9-AAA6-BF1C0AD74C4A}" type="presParOf" srcId="{A898BFDF-842C-4379-8C61-C3EC3FE1C411}" destId="{3D578027-E931-4E81-A9E4-2CF238CB8582}" srcOrd="0" destOrd="0" presId="urn:microsoft.com/office/officeart/2018/2/layout/IconVerticalSolidList"/>
    <dgm:cxn modelId="{D1C984B9-19A3-4FE4-9044-CA29075304D5}" type="presParOf" srcId="{3D578027-E931-4E81-A9E4-2CF238CB8582}" destId="{510E0ED7-380D-4908-9F9F-60A3DAF5BB45}" srcOrd="0" destOrd="0" presId="urn:microsoft.com/office/officeart/2018/2/layout/IconVerticalSolidList"/>
    <dgm:cxn modelId="{7FDDBCA6-143B-41F1-8369-B1D663F04227}" type="presParOf" srcId="{3D578027-E931-4E81-A9E4-2CF238CB8582}" destId="{5641305D-6341-4BCA-94A7-777CB78C7AA3}" srcOrd="1" destOrd="0" presId="urn:microsoft.com/office/officeart/2018/2/layout/IconVerticalSolidList"/>
    <dgm:cxn modelId="{896F4FC5-B724-4B13-9A38-F97D7FBA2EE1}" type="presParOf" srcId="{3D578027-E931-4E81-A9E4-2CF238CB8582}" destId="{6A3DB51D-2E33-4DB1-AAA7-DFC6E1241D7E}" srcOrd="2" destOrd="0" presId="urn:microsoft.com/office/officeart/2018/2/layout/IconVerticalSolidList"/>
    <dgm:cxn modelId="{497D21AF-F6FF-43E2-A284-E77F51C82D2E}" type="presParOf" srcId="{3D578027-E931-4E81-A9E4-2CF238CB8582}" destId="{4A6A307F-26B9-4709-9977-B26F44032671}" srcOrd="3" destOrd="0" presId="urn:microsoft.com/office/officeart/2018/2/layout/IconVerticalSolidList"/>
    <dgm:cxn modelId="{91D09501-F91D-4540-81B6-C4E3B665CE81}" type="presParOf" srcId="{A898BFDF-842C-4379-8C61-C3EC3FE1C411}" destId="{ECCA5A11-731C-44B3-91B0-96255E1EE3CB}" srcOrd="1" destOrd="0" presId="urn:microsoft.com/office/officeart/2018/2/layout/IconVerticalSolidList"/>
    <dgm:cxn modelId="{1A4B5EA7-091A-46AA-90E5-FEE66DC920B8}" type="presParOf" srcId="{A898BFDF-842C-4379-8C61-C3EC3FE1C411}" destId="{A62387D7-EC0B-4565-B52F-2155D22A3CE4}" srcOrd="2" destOrd="0" presId="urn:microsoft.com/office/officeart/2018/2/layout/IconVerticalSolidList"/>
    <dgm:cxn modelId="{9FE4E3C3-F30B-4833-B826-D0486F01A1B6}" type="presParOf" srcId="{A62387D7-EC0B-4565-B52F-2155D22A3CE4}" destId="{6EA242B1-E7EB-42A5-90EB-49723F26DB31}" srcOrd="0" destOrd="0" presId="urn:microsoft.com/office/officeart/2018/2/layout/IconVerticalSolidList"/>
    <dgm:cxn modelId="{E071DCF6-C4F0-4236-9EAE-E89A7DF20F75}" type="presParOf" srcId="{A62387D7-EC0B-4565-B52F-2155D22A3CE4}" destId="{1CDDD371-5B5C-4040-8B76-C3B181EBD0B6}" srcOrd="1" destOrd="0" presId="urn:microsoft.com/office/officeart/2018/2/layout/IconVerticalSolidList"/>
    <dgm:cxn modelId="{4F6E2BC0-A511-478F-8B67-018F699ED985}" type="presParOf" srcId="{A62387D7-EC0B-4565-B52F-2155D22A3CE4}" destId="{1E1B3E8F-193C-4108-9A4A-0B766F6A5D7B}" srcOrd="2" destOrd="0" presId="urn:microsoft.com/office/officeart/2018/2/layout/IconVerticalSolidList"/>
    <dgm:cxn modelId="{02A21A5A-6099-4F90-8436-3FB8C5A15389}" type="presParOf" srcId="{A62387D7-EC0B-4565-B52F-2155D22A3CE4}" destId="{8554EE0F-54F5-4047-A5D7-8D9420A94295}" srcOrd="3" destOrd="0" presId="urn:microsoft.com/office/officeart/2018/2/layout/IconVerticalSolidList"/>
    <dgm:cxn modelId="{C4CC2224-3447-410F-B14D-1BDBAF8EC84E}" type="presParOf" srcId="{A898BFDF-842C-4379-8C61-C3EC3FE1C411}" destId="{5B54617C-7F33-40D2-B4F7-38F62C49BA21}" srcOrd="3" destOrd="0" presId="urn:microsoft.com/office/officeart/2018/2/layout/IconVerticalSolidList"/>
    <dgm:cxn modelId="{D89469C3-E91C-4EC5-A792-5E3F2EF0A736}" type="presParOf" srcId="{A898BFDF-842C-4379-8C61-C3EC3FE1C411}" destId="{9FF597FB-F647-402C-A846-09735133A3B8}" srcOrd="4" destOrd="0" presId="urn:microsoft.com/office/officeart/2018/2/layout/IconVerticalSolidList"/>
    <dgm:cxn modelId="{ECE58CE8-B91A-41A0-9E7A-78DEE28F027A}" type="presParOf" srcId="{9FF597FB-F647-402C-A846-09735133A3B8}" destId="{2ED29492-F41A-4B8E-8972-87BC2930063F}" srcOrd="0" destOrd="0" presId="urn:microsoft.com/office/officeart/2018/2/layout/IconVerticalSolidList"/>
    <dgm:cxn modelId="{2D4F4C78-D7D2-441C-BFF6-A5989C937231}" type="presParOf" srcId="{9FF597FB-F647-402C-A846-09735133A3B8}" destId="{50F2DB6D-DFA2-4980-A2F5-E926243916F5}" srcOrd="1" destOrd="0" presId="urn:microsoft.com/office/officeart/2018/2/layout/IconVerticalSolidList"/>
    <dgm:cxn modelId="{C58C4935-6892-4F0F-9215-C922E4066FC8}" type="presParOf" srcId="{9FF597FB-F647-402C-A846-09735133A3B8}" destId="{5909D6E7-455D-4179-A1B5-444289757A34}" srcOrd="2" destOrd="0" presId="urn:microsoft.com/office/officeart/2018/2/layout/IconVerticalSolidList"/>
    <dgm:cxn modelId="{23257323-634A-4BDE-B9E1-7173FFE3B76D}" type="presParOf" srcId="{9FF597FB-F647-402C-A846-09735133A3B8}" destId="{B0206584-C51D-4F4C-90C0-A4D7FBFC170C}" srcOrd="3" destOrd="0" presId="urn:microsoft.com/office/officeart/2018/2/layout/IconVerticalSolidList"/>
    <dgm:cxn modelId="{6E462458-87A7-4C19-9653-073854C5FAA9}" type="presParOf" srcId="{A898BFDF-842C-4379-8C61-C3EC3FE1C411}" destId="{AE8ED084-2BDB-4CBF-9DC9-6AE73B435B4D}" srcOrd="5" destOrd="0" presId="urn:microsoft.com/office/officeart/2018/2/layout/IconVerticalSolidList"/>
    <dgm:cxn modelId="{3286FF80-C00A-4C21-B84F-78734BDD7798}" type="presParOf" srcId="{A898BFDF-842C-4379-8C61-C3EC3FE1C411}" destId="{FA5D6BCB-5C3E-4818-8FD4-168BFEAEFE23}" srcOrd="6" destOrd="0" presId="urn:microsoft.com/office/officeart/2018/2/layout/IconVerticalSolidList"/>
    <dgm:cxn modelId="{BB82CFE6-D906-4269-94A3-C840777F01FF}" type="presParOf" srcId="{FA5D6BCB-5C3E-4818-8FD4-168BFEAEFE23}" destId="{53A4A937-F9A8-4306-A755-0272E4D22BA0}" srcOrd="0" destOrd="0" presId="urn:microsoft.com/office/officeart/2018/2/layout/IconVerticalSolidList"/>
    <dgm:cxn modelId="{7305DFE4-6038-478E-A578-F66678B03954}" type="presParOf" srcId="{FA5D6BCB-5C3E-4818-8FD4-168BFEAEFE23}" destId="{9322656A-E5C6-4070-80C9-E57C8976E0CF}" srcOrd="1" destOrd="0" presId="urn:microsoft.com/office/officeart/2018/2/layout/IconVerticalSolidList"/>
    <dgm:cxn modelId="{B3107CF4-DC9A-435F-82D3-9B88D9D5B6CB}" type="presParOf" srcId="{FA5D6BCB-5C3E-4818-8FD4-168BFEAEFE23}" destId="{89399CFB-CBC0-4DD9-828F-2255536A869F}" srcOrd="2" destOrd="0" presId="urn:microsoft.com/office/officeart/2018/2/layout/IconVerticalSolidList"/>
    <dgm:cxn modelId="{5583F4B5-AAFA-4776-971B-F17A46EF91FF}" type="presParOf" srcId="{FA5D6BCB-5C3E-4818-8FD4-168BFEAEFE23}" destId="{F92A936A-CAFB-44A9-9342-1B06D326F329}" srcOrd="3" destOrd="0" presId="urn:microsoft.com/office/officeart/2018/2/layout/IconVerticalSolidList"/>
    <dgm:cxn modelId="{DD225719-688A-41C9-9198-DEBBE5898F9C}" type="presParOf" srcId="{A898BFDF-842C-4379-8C61-C3EC3FE1C411}" destId="{BD088BD7-B201-4C8B-BEDD-BE2A83B348DE}" srcOrd="7" destOrd="0" presId="urn:microsoft.com/office/officeart/2018/2/layout/IconVerticalSolidList"/>
    <dgm:cxn modelId="{556F245D-1DE9-4C4B-8616-4139CCCA64B5}" type="presParOf" srcId="{A898BFDF-842C-4379-8C61-C3EC3FE1C411}" destId="{8BC66A17-EF93-4186-9253-44FAA8B9117D}" srcOrd="8" destOrd="0" presId="urn:microsoft.com/office/officeart/2018/2/layout/IconVerticalSolidList"/>
    <dgm:cxn modelId="{24EF49E4-FC3A-4FD7-9BF8-D61E0F5F0E77}" type="presParOf" srcId="{8BC66A17-EF93-4186-9253-44FAA8B9117D}" destId="{C7CC2C8D-D30F-4BE5-AF10-385EBB80F367}" srcOrd="0" destOrd="0" presId="urn:microsoft.com/office/officeart/2018/2/layout/IconVerticalSolidList"/>
    <dgm:cxn modelId="{3D5A0B0E-D3B8-4D70-B9CE-7774F0DD17C4}" type="presParOf" srcId="{8BC66A17-EF93-4186-9253-44FAA8B9117D}" destId="{92734F8C-614A-436B-9CEF-9791B28A5AFA}" srcOrd="1" destOrd="0" presId="urn:microsoft.com/office/officeart/2018/2/layout/IconVerticalSolidList"/>
    <dgm:cxn modelId="{D2BCDFF3-E836-466C-B833-B6236FE90956}" type="presParOf" srcId="{8BC66A17-EF93-4186-9253-44FAA8B9117D}" destId="{DC2A1D07-19BE-4F04-93A1-9B0AF438D245}" srcOrd="2" destOrd="0" presId="urn:microsoft.com/office/officeart/2018/2/layout/IconVerticalSolidList"/>
    <dgm:cxn modelId="{387BCD28-552F-49F4-98E1-1A240CC57FD0}" type="presParOf" srcId="{8BC66A17-EF93-4186-9253-44FAA8B9117D}" destId="{FD21EEB9-A150-4CE6-93F2-EA4C6C858DC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73D6E11-7F42-4467-885A-3298BCEDB4F3}" type="doc">
      <dgm:prSet loTypeId="urn:microsoft.com/office/officeart/2018/2/layout/IconVerticalSolidList" loCatId="icon" qsTypeId="urn:microsoft.com/office/officeart/2005/8/quickstyle/simple4" qsCatId="simple" csTypeId="urn:microsoft.com/office/officeart/2005/8/colors/colorful2" csCatId="colorful" phldr="1"/>
      <dgm:spPr/>
      <dgm:t>
        <a:bodyPr/>
        <a:lstStyle/>
        <a:p>
          <a:endParaRPr lang="en-US"/>
        </a:p>
      </dgm:t>
    </dgm:pt>
    <dgm:pt modelId="{AA8A738C-B28A-4F57-9424-0C6279A68943}">
      <dgm:prSet custT="1"/>
      <dgm:spPr/>
      <dgm:t>
        <a:bodyPr/>
        <a:lstStyle/>
        <a:p>
          <a:pPr>
            <a:lnSpc>
              <a:spcPct val="100000"/>
            </a:lnSpc>
          </a:pPr>
          <a:r>
            <a:rPr lang="en-US" sz="1900" b="0" i="0" dirty="0">
              <a:latin typeface="Comic Sans MS" panose="030F0702030302020204" pitchFamily="66" charset="0"/>
            </a:rPr>
            <a:t>Helps in ensuring the software fulfills user needs</a:t>
          </a:r>
          <a:endParaRPr lang="en-US" sz="1900" dirty="0">
            <a:latin typeface="Comic Sans MS" panose="030F0702030302020204" pitchFamily="66" charset="0"/>
          </a:endParaRPr>
        </a:p>
      </dgm:t>
    </dgm:pt>
    <dgm:pt modelId="{B6F30B9D-03B7-42D2-A557-D873AF760EEF}" type="parTrans" cxnId="{34DEE1B4-C3DB-4A2F-8ED1-1031A64242C7}">
      <dgm:prSet/>
      <dgm:spPr/>
      <dgm:t>
        <a:bodyPr/>
        <a:lstStyle/>
        <a:p>
          <a:endParaRPr lang="en-US"/>
        </a:p>
      </dgm:t>
    </dgm:pt>
    <dgm:pt modelId="{553F8118-E530-40B5-B040-12390B6AD1A1}" type="sibTrans" cxnId="{34DEE1B4-C3DB-4A2F-8ED1-1031A64242C7}">
      <dgm:prSet/>
      <dgm:spPr/>
      <dgm:t>
        <a:bodyPr/>
        <a:lstStyle/>
        <a:p>
          <a:endParaRPr lang="en-US"/>
        </a:p>
      </dgm:t>
    </dgm:pt>
    <dgm:pt modelId="{91B79A8D-313A-427F-9D1E-7488A7CCA44B}">
      <dgm:prSet custT="1"/>
      <dgm:spPr/>
      <dgm:t>
        <a:bodyPr/>
        <a:lstStyle/>
        <a:p>
          <a:pPr>
            <a:lnSpc>
              <a:spcPct val="100000"/>
            </a:lnSpc>
          </a:pPr>
          <a:r>
            <a:rPr lang="en-US" sz="1900" b="0" i="0" dirty="0">
              <a:latin typeface="Comic Sans MS" panose="030F0702030302020204" pitchFamily="66" charset="0"/>
            </a:rPr>
            <a:t>Helps identify functional issues early on</a:t>
          </a:r>
          <a:endParaRPr lang="en-US" sz="1900" dirty="0">
            <a:latin typeface="Comic Sans MS" panose="030F0702030302020204" pitchFamily="66" charset="0"/>
          </a:endParaRPr>
        </a:p>
      </dgm:t>
    </dgm:pt>
    <dgm:pt modelId="{1B3A0C89-EA39-49A9-8333-4E8B87BB05E0}" type="parTrans" cxnId="{503396CB-F164-4F00-A798-7CFD2DE2A855}">
      <dgm:prSet/>
      <dgm:spPr/>
      <dgm:t>
        <a:bodyPr/>
        <a:lstStyle/>
        <a:p>
          <a:endParaRPr lang="en-US"/>
        </a:p>
      </dgm:t>
    </dgm:pt>
    <dgm:pt modelId="{652035FF-8662-48C6-B8D3-CB60D990D621}" type="sibTrans" cxnId="{503396CB-F164-4F00-A798-7CFD2DE2A855}">
      <dgm:prSet/>
      <dgm:spPr/>
      <dgm:t>
        <a:bodyPr/>
        <a:lstStyle/>
        <a:p>
          <a:endParaRPr lang="en-US"/>
        </a:p>
      </dgm:t>
    </dgm:pt>
    <dgm:pt modelId="{4556B220-5DAC-46B1-9656-F5D952C0873E}">
      <dgm:prSet custT="1"/>
      <dgm:spPr/>
      <dgm:t>
        <a:bodyPr/>
        <a:lstStyle/>
        <a:p>
          <a:pPr>
            <a:lnSpc>
              <a:spcPct val="100000"/>
            </a:lnSpc>
          </a:pPr>
          <a:r>
            <a:rPr lang="en-US" sz="1900" b="0" i="0" dirty="0">
              <a:latin typeface="Comic Sans MS" panose="030F0702030302020204" pitchFamily="66" charset="0"/>
            </a:rPr>
            <a:t>Enhances application quality and user experience</a:t>
          </a:r>
          <a:endParaRPr lang="en-US" sz="1900" dirty="0">
            <a:latin typeface="Comic Sans MS" panose="030F0702030302020204" pitchFamily="66" charset="0"/>
          </a:endParaRPr>
        </a:p>
      </dgm:t>
    </dgm:pt>
    <dgm:pt modelId="{FB05000A-B730-412C-B315-F36E2EC0E06D}" type="parTrans" cxnId="{C3A5128B-B157-476E-AC01-6D6810CDB9C5}">
      <dgm:prSet/>
      <dgm:spPr/>
      <dgm:t>
        <a:bodyPr/>
        <a:lstStyle/>
        <a:p>
          <a:endParaRPr lang="en-US"/>
        </a:p>
      </dgm:t>
    </dgm:pt>
    <dgm:pt modelId="{ACE5A1F4-72A0-4B83-AADD-17FEBC65D55F}" type="sibTrans" cxnId="{C3A5128B-B157-476E-AC01-6D6810CDB9C5}">
      <dgm:prSet/>
      <dgm:spPr/>
      <dgm:t>
        <a:bodyPr/>
        <a:lstStyle/>
        <a:p>
          <a:endParaRPr lang="en-US"/>
        </a:p>
      </dgm:t>
    </dgm:pt>
    <dgm:pt modelId="{873CE838-71C3-419F-ABED-9186ADDBB89E}">
      <dgm:prSet custT="1"/>
      <dgm:spPr/>
      <dgm:t>
        <a:bodyPr/>
        <a:lstStyle/>
        <a:p>
          <a:pPr>
            <a:lnSpc>
              <a:spcPct val="100000"/>
            </a:lnSpc>
          </a:pPr>
          <a:r>
            <a:rPr lang="en-US" sz="1900" b="0" i="0" dirty="0">
              <a:latin typeface="Comic Sans MS" panose="030F0702030302020204" pitchFamily="66" charset="0"/>
            </a:rPr>
            <a:t>Ensures application compatibility across different platforms</a:t>
          </a:r>
          <a:endParaRPr lang="en-US" sz="1900" dirty="0">
            <a:latin typeface="Comic Sans MS" panose="030F0702030302020204" pitchFamily="66" charset="0"/>
          </a:endParaRPr>
        </a:p>
      </dgm:t>
    </dgm:pt>
    <dgm:pt modelId="{F631AD93-175B-4273-9ACF-41324516FCDA}" type="parTrans" cxnId="{21FCF73C-F441-48CE-B1E8-41882B552706}">
      <dgm:prSet/>
      <dgm:spPr/>
      <dgm:t>
        <a:bodyPr/>
        <a:lstStyle/>
        <a:p>
          <a:endParaRPr lang="en-US"/>
        </a:p>
      </dgm:t>
    </dgm:pt>
    <dgm:pt modelId="{0B4D9758-8120-4713-AD51-6713B9FE7FED}" type="sibTrans" cxnId="{21FCF73C-F441-48CE-B1E8-41882B552706}">
      <dgm:prSet/>
      <dgm:spPr/>
      <dgm:t>
        <a:bodyPr/>
        <a:lstStyle/>
        <a:p>
          <a:endParaRPr lang="en-US"/>
        </a:p>
      </dgm:t>
    </dgm:pt>
    <dgm:pt modelId="{A95B7DFE-D909-43EB-81A0-BEE356C7EB27}">
      <dgm:prSet/>
      <dgm:spPr/>
      <dgm:t>
        <a:bodyPr/>
        <a:lstStyle/>
        <a:p>
          <a:pPr>
            <a:lnSpc>
              <a:spcPct val="100000"/>
            </a:lnSpc>
          </a:pPr>
          <a:r>
            <a:rPr lang="en-US" b="0" i="0" dirty="0">
              <a:latin typeface="Comic Sans MS" panose="030F0702030302020204" pitchFamily="66" charset="0"/>
            </a:rPr>
            <a:t>Verifies user workflows and interactions</a:t>
          </a:r>
          <a:endParaRPr lang="en-US" dirty="0">
            <a:latin typeface="Comic Sans MS" panose="030F0702030302020204" pitchFamily="66" charset="0"/>
          </a:endParaRPr>
        </a:p>
      </dgm:t>
    </dgm:pt>
    <dgm:pt modelId="{1601B1ED-D4F6-4D16-9F64-D86B32967D47}" type="parTrans" cxnId="{934A26C0-7072-4B33-86BB-6C8F445C4C84}">
      <dgm:prSet/>
      <dgm:spPr/>
      <dgm:t>
        <a:bodyPr/>
        <a:lstStyle/>
        <a:p>
          <a:endParaRPr lang="en-US"/>
        </a:p>
      </dgm:t>
    </dgm:pt>
    <dgm:pt modelId="{28A1820B-AB8F-403E-8568-FE798A55961C}" type="sibTrans" cxnId="{934A26C0-7072-4B33-86BB-6C8F445C4C84}">
      <dgm:prSet/>
      <dgm:spPr/>
      <dgm:t>
        <a:bodyPr/>
        <a:lstStyle/>
        <a:p>
          <a:endParaRPr lang="en-US"/>
        </a:p>
      </dgm:t>
    </dgm:pt>
    <dgm:pt modelId="{533E33E3-841A-4985-8365-B47AD1480DA5}" type="pres">
      <dgm:prSet presAssocID="{373D6E11-7F42-4467-885A-3298BCEDB4F3}" presName="root" presStyleCnt="0">
        <dgm:presLayoutVars>
          <dgm:dir/>
          <dgm:resizeHandles val="exact"/>
        </dgm:presLayoutVars>
      </dgm:prSet>
      <dgm:spPr/>
    </dgm:pt>
    <dgm:pt modelId="{7D7DB7E2-1D0A-4518-8191-54D9C08B117C}" type="pres">
      <dgm:prSet presAssocID="{AA8A738C-B28A-4F57-9424-0C6279A68943}" presName="compNode" presStyleCnt="0"/>
      <dgm:spPr/>
    </dgm:pt>
    <dgm:pt modelId="{EE9881E8-2288-43D6-9B28-6208BB57F5AF}" type="pres">
      <dgm:prSet presAssocID="{AA8A738C-B28A-4F57-9424-0C6279A68943}" presName="bgRect" presStyleLbl="bgShp" presStyleIdx="0" presStyleCnt="5" custScaleY="105955"/>
      <dgm:spPr/>
    </dgm:pt>
    <dgm:pt modelId="{935669C0-3A61-45C1-B3EA-338C0316EB67}" type="pres">
      <dgm:prSet presAssocID="{AA8A738C-B28A-4F57-9424-0C6279A68943}"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ser"/>
        </a:ext>
      </dgm:extLst>
    </dgm:pt>
    <dgm:pt modelId="{FFBBE196-71F2-4C38-832F-BD2C2ACCB6E6}" type="pres">
      <dgm:prSet presAssocID="{AA8A738C-B28A-4F57-9424-0C6279A68943}" presName="spaceRect" presStyleCnt="0"/>
      <dgm:spPr/>
    </dgm:pt>
    <dgm:pt modelId="{DD43BCF8-8B3D-4844-A789-57CF901ED007}" type="pres">
      <dgm:prSet presAssocID="{AA8A738C-B28A-4F57-9424-0C6279A68943}" presName="parTx" presStyleLbl="revTx" presStyleIdx="0" presStyleCnt="5">
        <dgm:presLayoutVars>
          <dgm:chMax val="0"/>
          <dgm:chPref val="0"/>
        </dgm:presLayoutVars>
      </dgm:prSet>
      <dgm:spPr/>
    </dgm:pt>
    <dgm:pt modelId="{0D5A1EA8-DA72-4F0A-93B7-0E76FA1BCA86}" type="pres">
      <dgm:prSet presAssocID="{553F8118-E530-40B5-B040-12390B6AD1A1}" presName="sibTrans" presStyleCnt="0"/>
      <dgm:spPr/>
    </dgm:pt>
    <dgm:pt modelId="{92ABFEBF-72E5-44B8-9829-5F4BC29FBA6D}" type="pres">
      <dgm:prSet presAssocID="{91B79A8D-313A-427F-9D1E-7488A7CCA44B}" presName="compNode" presStyleCnt="0"/>
      <dgm:spPr/>
    </dgm:pt>
    <dgm:pt modelId="{238D41D7-2B3C-4A07-A5D8-D052C0294253}" type="pres">
      <dgm:prSet presAssocID="{91B79A8D-313A-427F-9D1E-7488A7CCA44B}" presName="bgRect" presStyleLbl="bgShp" presStyleIdx="1" presStyleCnt="5"/>
      <dgm:spPr/>
    </dgm:pt>
    <dgm:pt modelId="{29DC6770-0DF1-4595-A9DA-3A369B6C7031}" type="pres">
      <dgm:prSet presAssocID="{91B79A8D-313A-427F-9D1E-7488A7CCA44B}"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ad with Gears"/>
        </a:ext>
      </dgm:extLst>
    </dgm:pt>
    <dgm:pt modelId="{13E8A6A1-6300-4A9A-9F95-D85C4FACAEB1}" type="pres">
      <dgm:prSet presAssocID="{91B79A8D-313A-427F-9D1E-7488A7CCA44B}" presName="spaceRect" presStyleCnt="0"/>
      <dgm:spPr/>
    </dgm:pt>
    <dgm:pt modelId="{3E4CE539-DA8D-4589-8DBD-1615439490F9}" type="pres">
      <dgm:prSet presAssocID="{91B79A8D-313A-427F-9D1E-7488A7CCA44B}" presName="parTx" presStyleLbl="revTx" presStyleIdx="1" presStyleCnt="5">
        <dgm:presLayoutVars>
          <dgm:chMax val="0"/>
          <dgm:chPref val="0"/>
        </dgm:presLayoutVars>
      </dgm:prSet>
      <dgm:spPr/>
    </dgm:pt>
    <dgm:pt modelId="{9E44C892-2D18-4724-AF24-8992C46E21E3}" type="pres">
      <dgm:prSet presAssocID="{652035FF-8662-48C6-B8D3-CB60D990D621}" presName="sibTrans" presStyleCnt="0"/>
      <dgm:spPr/>
    </dgm:pt>
    <dgm:pt modelId="{6A3AA459-F175-4E88-9BD2-0A9013E971F5}" type="pres">
      <dgm:prSet presAssocID="{4556B220-5DAC-46B1-9656-F5D952C0873E}" presName="compNode" presStyleCnt="0"/>
      <dgm:spPr/>
    </dgm:pt>
    <dgm:pt modelId="{EFBAB340-E110-41DF-B664-22D9450B9541}" type="pres">
      <dgm:prSet presAssocID="{4556B220-5DAC-46B1-9656-F5D952C0873E}" presName="bgRect" presStyleLbl="bgShp" presStyleIdx="2" presStyleCnt="5" custScaleY="125913"/>
      <dgm:spPr/>
    </dgm:pt>
    <dgm:pt modelId="{7B4FD163-3E92-42D3-ACE2-20B4CA35519A}" type="pres">
      <dgm:prSet presAssocID="{4556B220-5DAC-46B1-9656-F5D952C0873E}"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heck List"/>
        </a:ext>
      </dgm:extLst>
    </dgm:pt>
    <dgm:pt modelId="{8091CBEA-9662-42DA-A175-E0395A86EBBA}" type="pres">
      <dgm:prSet presAssocID="{4556B220-5DAC-46B1-9656-F5D952C0873E}" presName="spaceRect" presStyleCnt="0"/>
      <dgm:spPr/>
    </dgm:pt>
    <dgm:pt modelId="{217C2D45-738C-42EC-ADEB-B6C12CEF2419}" type="pres">
      <dgm:prSet presAssocID="{4556B220-5DAC-46B1-9656-F5D952C0873E}" presName="parTx" presStyleLbl="revTx" presStyleIdx="2" presStyleCnt="5">
        <dgm:presLayoutVars>
          <dgm:chMax val="0"/>
          <dgm:chPref val="0"/>
        </dgm:presLayoutVars>
      </dgm:prSet>
      <dgm:spPr/>
    </dgm:pt>
    <dgm:pt modelId="{AF56A280-86BB-4092-B21A-F728657CD3B6}" type="pres">
      <dgm:prSet presAssocID="{ACE5A1F4-72A0-4B83-AADD-17FEBC65D55F}" presName="sibTrans" presStyleCnt="0"/>
      <dgm:spPr/>
    </dgm:pt>
    <dgm:pt modelId="{BFA91FA6-E3F0-4971-B5EE-97174D69CCD7}" type="pres">
      <dgm:prSet presAssocID="{873CE838-71C3-419F-ABED-9186ADDBB89E}" presName="compNode" presStyleCnt="0"/>
      <dgm:spPr/>
    </dgm:pt>
    <dgm:pt modelId="{8E8B9477-802D-4A56-9570-577AAE29B1AF}" type="pres">
      <dgm:prSet presAssocID="{873CE838-71C3-419F-ABED-9186ADDBB89E}" presName="bgRect" presStyleLbl="bgShp" presStyleIdx="3" presStyleCnt="5"/>
      <dgm:spPr/>
    </dgm:pt>
    <dgm:pt modelId="{2CA98C8B-1C6B-43E4-BE83-A86F61A1C7C6}" type="pres">
      <dgm:prSet presAssocID="{873CE838-71C3-419F-ABED-9186ADDBB89E}"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heckmark"/>
        </a:ext>
      </dgm:extLst>
    </dgm:pt>
    <dgm:pt modelId="{780EFD5C-93A2-4EBF-BAD5-95895704BD36}" type="pres">
      <dgm:prSet presAssocID="{873CE838-71C3-419F-ABED-9186ADDBB89E}" presName="spaceRect" presStyleCnt="0"/>
      <dgm:spPr/>
    </dgm:pt>
    <dgm:pt modelId="{BA0D49C7-2193-465A-9DDE-2BD04F7A2902}" type="pres">
      <dgm:prSet presAssocID="{873CE838-71C3-419F-ABED-9186ADDBB89E}" presName="parTx" presStyleLbl="revTx" presStyleIdx="3" presStyleCnt="5">
        <dgm:presLayoutVars>
          <dgm:chMax val="0"/>
          <dgm:chPref val="0"/>
        </dgm:presLayoutVars>
      </dgm:prSet>
      <dgm:spPr/>
    </dgm:pt>
    <dgm:pt modelId="{850AD216-1ED2-4411-8927-B4D6935EC461}" type="pres">
      <dgm:prSet presAssocID="{0B4D9758-8120-4713-AD51-6713B9FE7FED}" presName="sibTrans" presStyleCnt="0"/>
      <dgm:spPr/>
    </dgm:pt>
    <dgm:pt modelId="{5E8D26FA-3848-45F8-B521-DF711D7C0B07}" type="pres">
      <dgm:prSet presAssocID="{A95B7DFE-D909-43EB-81A0-BEE356C7EB27}" presName="compNode" presStyleCnt="0"/>
      <dgm:spPr/>
    </dgm:pt>
    <dgm:pt modelId="{D8879327-97B0-446F-8278-D0B75273C885}" type="pres">
      <dgm:prSet presAssocID="{A95B7DFE-D909-43EB-81A0-BEE356C7EB27}" presName="bgRect" presStyleLbl="bgShp" presStyleIdx="4" presStyleCnt="5"/>
      <dgm:spPr/>
    </dgm:pt>
    <dgm:pt modelId="{55C92E80-0B1A-4795-A9FE-A77C9378858C}" type="pres">
      <dgm:prSet presAssocID="{A95B7DFE-D909-43EB-81A0-BEE356C7EB27}"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Users"/>
        </a:ext>
      </dgm:extLst>
    </dgm:pt>
    <dgm:pt modelId="{9EDF0803-135D-4D70-AB02-3B735B461F56}" type="pres">
      <dgm:prSet presAssocID="{A95B7DFE-D909-43EB-81A0-BEE356C7EB27}" presName="spaceRect" presStyleCnt="0"/>
      <dgm:spPr/>
    </dgm:pt>
    <dgm:pt modelId="{3E088840-255F-48F9-99A9-6F36F0D19E36}" type="pres">
      <dgm:prSet presAssocID="{A95B7DFE-D909-43EB-81A0-BEE356C7EB27}" presName="parTx" presStyleLbl="revTx" presStyleIdx="4" presStyleCnt="5">
        <dgm:presLayoutVars>
          <dgm:chMax val="0"/>
          <dgm:chPref val="0"/>
        </dgm:presLayoutVars>
      </dgm:prSet>
      <dgm:spPr/>
    </dgm:pt>
  </dgm:ptLst>
  <dgm:cxnLst>
    <dgm:cxn modelId="{21FCF73C-F441-48CE-B1E8-41882B552706}" srcId="{373D6E11-7F42-4467-885A-3298BCEDB4F3}" destId="{873CE838-71C3-419F-ABED-9186ADDBB89E}" srcOrd="3" destOrd="0" parTransId="{F631AD93-175B-4273-9ACF-41324516FCDA}" sibTransId="{0B4D9758-8120-4713-AD51-6713B9FE7FED}"/>
    <dgm:cxn modelId="{FAAE525F-9D83-41A7-A23A-EE6D043E20FE}" type="presOf" srcId="{A95B7DFE-D909-43EB-81A0-BEE356C7EB27}" destId="{3E088840-255F-48F9-99A9-6F36F0D19E36}" srcOrd="0" destOrd="0" presId="urn:microsoft.com/office/officeart/2018/2/layout/IconVerticalSolidList"/>
    <dgm:cxn modelId="{259CCD45-8294-4970-B35A-E5EF557274EC}" type="presOf" srcId="{4556B220-5DAC-46B1-9656-F5D952C0873E}" destId="{217C2D45-738C-42EC-ADEB-B6C12CEF2419}" srcOrd="0" destOrd="0" presId="urn:microsoft.com/office/officeart/2018/2/layout/IconVerticalSolidList"/>
    <dgm:cxn modelId="{C3A5128B-B157-476E-AC01-6D6810CDB9C5}" srcId="{373D6E11-7F42-4467-885A-3298BCEDB4F3}" destId="{4556B220-5DAC-46B1-9656-F5D952C0873E}" srcOrd="2" destOrd="0" parTransId="{FB05000A-B730-412C-B315-F36E2EC0E06D}" sibTransId="{ACE5A1F4-72A0-4B83-AADD-17FEBC65D55F}"/>
    <dgm:cxn modelId="{55348B8B-B272-4C7F-9625-A179C9270546}" type="presOf" srcId="{873CE838-71C3-419F-ABED-9186ADDBB89E}" destId="{BA0D49C7-2193-465A-9DDE-2BD04F7A2902}" srcOrd="0" destOrd="0" presId="urn:microsoft.com/office/officeart/2018/2/layout/IconVerticalSolidList"/>
    <dgm:cxn modelId="{A3FD6C8E-9E6B-4A41-93E6-9DF9D11FC23B}" type="presOf" srcId="{373D6E11-7F42-4467-885A-3298BCEDB4F3}" destId="{533E33E3-841A-4985-8365-B47AD1480DA5}" srcOrd="0" destOrd="0" presId="urn:microsoft.com/office/officeart/2018/2/layout/IconVerticalSolidList"/>
    <dgm:cxn modelId="{16CFD5A1-F81E-4FF8-8FB8-021384988677}" type="presOf" srcId="{AA8A738C-B28A-4F57-9424-0C6279A68943}" destId="{DD43BCF8-8B3D-4844-A789-57CF901ED007}" srcOrd="0" destOrd="0" presId="urn:microsoft.com/office/officeart/2018/2/layout/IconVerticalSolidList"/>
    <dgm:cxn modelId="{34DEE1B4-C3DB-4A2F-8ED1-1031A64242C7}" srcId="{373D6E11-7F42-4467-885A-3298BCEDB4F3}" destId="{AA8A738C-B28A-4F57-9424-0C6279A68943}" srcOrd="0" destOrd="0" parTransId="{B6F30B9D-03B7-42D2-A557-D873AF760EEF}" sibTransId="{553F8118-E530-40B5-B040-12390B6AD1A1}"/>
    <dgm:cxn modelId="{934A26C0-7072-4B33-86BB-6C8F445C4C84}" srcId="{373D6E11-7F42-4467-885A-3298BCEDB4F3}" destId="{A95B7DFE-D909-43EB-81A0-BEE356C7EB27}" srcOrd="4" destOrd="0" parTransId="{1601B1ED-D4F6-4D16-9F64-D86B32967D47}" sibTransId="{28A1820B-AB8F-403E-8568-FE798A55961C}"/>
    <dgm:cxn modelId="{6A8C2AC9-D85F-4939-B71B-DC65D070AF14}" type="presOf" srcId="{91B79A8D-313A-427F-9D1E-7488A7CCA44B}" destId="{3E4CE539-DA8D-4589-8DBD-1615439490F9}" srcOrd="0" destOrd="0" presId="urn:microsoft.com/office/officeart/2018/2/layout/IconVerticalSolidList"/>
    <dgm:cxn modelId="{503396CB-F164-4F00-A798-7CFD2DE2A855}" srcId="{373D6E11-7F42-4467-885A-3298BCEDB4F3}" destId="{91B79A8D-313A-427F-9D1E-7488A7CCA44B}" srcOrd="1" destOrd="0" parTransId="{1B3A0C89-EA39-49A9-8333-4E8B87BB05E0}" sibTransId="{652035FF-8662-48C6-B8D3-CB60D990D621}"/>
    <dgm:cxn modelId="{81099E40-556E-4FB8-947D-173D6CFE0BB9}" type="presParOf" srcId="{533E33E3-841A-4985-8365-B47AD1480DA5}" destId="{7D7DB7E2-1D0A-4518-8191-54D9C08B117C}" srcOrd="0" destOrd="0" presId="urn:microsoft.com/office/officeart/2018/2/layout/IconVerticalSolidList"/>
    <dgm:cxn modelId="{905EB16D-FCF4-45B8-9019-C20F647CAEEB}" type="presParOf" srcId="{7D7DB7E2-1D0A-4518-8191-54D9C08B117C}" destId="{EE9881E8-2288-43D6-9B28-6208BB57F5AF}" srcOrd="0" destOrd="0" presId="urn:microsoft.com/office/officeart/2018/2/layout/IconVerticalSolidList"/>
    <dgm:cxn modelId="{C77DDA51-95A4-4450-83D7-B277B0DC6068}" type="presParOf" srcId="{7D7DB7E2-1D0A-4518-8191-54D9C08B117C}" destId="{935669C0-3A61-45C1-B3EA-338C0316EB67}" srcOrd="1" destOrd="0" presId="urn:microsoft.com/office/officeart/2018/2/layout/IconVerticalSolidList"/>
    <dgm:cxn modelId="{9B485775-C195-4535-9D92-E25527DAC7C8}" type="presParOf" srcId="{7D7DB7E2-1D0A-4518-8191-54D9C08B117C}" destId="{FFBBE196-71F2-4C38-832F-BD2C2ACCB6E6}" srcOrd="2" destOrd="0" presId="urn:microsoft.com/office/officeart/2018/2/layout/IconVerticalSolidList"/>
    <dgm:cxn modelId="{8BE89434-8DFD-4DA4-A4C1-B39ACE792757}" type="presParOf" srcId="{7D7DB7E2-1D0A-4518-8191-54D9C08B117C}" destId="{DD43BCF8-8B3D-4844-A789-57CF901ED007}" srcOrd="3" destOrd="0" presId="urn:microsoft.com/office/officeart/2018/2/layout/IconVerticalSolidList"/>
    <dgm:cxn modelId="{BC84850B-11C5-43BB-9E17-D58C2B785E62}" type="presParOf" srcId="{533E33E3-841A-4985-8365-B47AD1480DA5}" destId="{0D5A1EA8-DA72-4F0A-93B7-0E76FA1BCA86}" srcOrd="1" destOrd="0" presId="urn:microsoft.com/office/officeart/2018/2/layout/IconVerticalSolidList"/>
    <dgm:cxn modelId="{F651F975-6BD3-4B2A-A17B-A1C302EFF2D1}" type="presParOf" srcId="{533E33E3-841A-4985-8365-B47AD1480DA5}" destId="{92ABFEBF-72E5-44B8-9829-5F4BC29FBA6D}" srcOrd="2" destOrd="0" presId="urn:microsoft.com/office/officeart/2018/2/layout/IconVerticalSolidList"/>
    <dgm:cxn modelId="{DC59E0A6-1CFE-4E3E-84EC-2021FAC71930}" type="presParOf" srcId="{92ABFEBF-72E5-44B8-9829-5F4BC29FBA6D}" destId="{238D41D7-2B3C-4A07-A5D8-D052C0294253}" srcOrd="0" destOrd="0" presId="urn:microsoft.com/office/officeart/2018/2/layout/IconVerticalSolidList"/>
    <dgm:cxn modelId="{81B82B28-5BD8-4825-A782-F9716B68F38A}" type="presParOf" srcId="{92ABFEBF-72E5-44B8-9829-5F4BC29FBA6D}" destId="{29DC6770-0DF1-4595-A9DA-3A369B6C7031}" srcOrd="1" destOrd="0" presId="urn:microsoft.com/office/officeart/2018/2/layout/IconVerticalSolidList"/>
    <dgm:cxn modelId="{7C04A385-59D1-4B14-BF44-9D31BA294D91}" type="presParOf" srcId="{92ABFEBF-72E5-44B8-9829-5F4BC29FBA6D}" destId="{13E8A6A1-6300-4A9A-9F95-D85C4FACAEB1}" srcOrd="2" destOrd="0" presId="urn:microsoft.com/office/officeart/2018/2/layout/IconVerticalSolidList"/>
    <dgm:cxn modelId="{6568EDC5-7836-4BBA-B0C7-5E1CB2236759}" type="presParOf" srcId="{92ABFEBF-72E5-44B8-9829-5F4BC29FBA6D}" destId="{3E4CE539-DA8D-4589-8DBD-1615439490F9}" srcOrd="3" destOrd="0" presId="urn:microsoft.com/office/officeart/2018/2/layout/IconVerticalSolidList"/>
    <dgm:cxn modelId="{CC9FB4BC-65BD-46E4-8291-294975867B83}" type="presParOf" srcId="{533E33E3-841A-4985-8365-B47AD1480DA5}" destId="{9E44C892-2D18-4724-AF24-8992C46E21E3}" srcOrd="3" destOrd="0" presId="urn:microsoft.com/office/officeart/2018/2/layout/IconVerticalSolidList"/>
    <dgm:cxn modelId="{8E59EC13-70BF-491F-BC73-EAF4E4D40AE2}" type="presParOf" srcId="{533E33E3-841A-4985-8365-B47AD1480DA5}" destId="{6A3AA459-F175-4E88-9BD2-0A9013E971F5}" srcOrd="4" destOrd="0" presId="urn:microsoft.com/office/officeart/2018/2/layout/IconVerticalSolidList"/>
    <dgm:cxn modelId="{F3B5CC7D-64DF-46DE-BB6F-D9038BD5AC93}" type="presParOf" srcId="{6A3AA459-F175-4E88-9BD2-0A9013E971F5}" destId="{EFBAB340-E110-41DF-B664-22D9450B9541}" srcOrd="0" destOrd="0" presId="urn:microsoft.com/office/officeart/2018/2/layout/IconVerticalSolidList"/>
    <dgm:cxn modelId="{B8B76E8C-D1CC-4BC8-8C9F-FD093327BA28}" type="presParOf" srcId="{6A3AA459-F175-4E88-9BD2-0A9013E971F5}" destId="{7B4FD163-3E92-42D3-ACE2-20B4CA35519A}" srcOrd="1" destOrd="0" presId="urn:microsoft.com/office/officeart/2018/2/layout/IconVerticalSolidList"/>
    <dgm:cxn modelId="{4AA0CFE4-5589-4434-8670-4002EA6AD20E}" type="presParOf" srcId="{6A3AA459-F175-4E88-9BD2-0A9013E971F5}" destId="{8091CBEA-9662-42DA-A175-E0395A86EBBA}" srcOrd="2" destOrd="0" presId="urn:microsoft.com/office/officeart/2018/2/layout/IconVerticalSolidList"/>
    <dgm:cxn modelId="{8B142DFE-EB65-44F5-8E23-6C2993C08B3E}" type="presParOf" srcId="{6A3AA459-F175-4E88-9BD2-0A9013E971F5}" destId="{217C2D45-738C-42EC-ADEB-B6C12CEF2419}" srcOrd="3" destOrd="0" presId="urn:microsoft.com/office/officeart/2018/2/layout/IconVerticalSolidList"/>
    <dgm:cxn modelId="{2C35AA70-9EA2-40FC-B4EA-A883B0B93622}" type="presParOf" srcId="{533E33E3-841A-4985-8365-B47AD1480DA5}" destId="{AF56A280-86BB-4092-B21A-F728657CD3B6}" srcOrd="5" destOrd="0" presId="urn:microsoft.com/office/officeart/2018/2/layout/IconVerticalSolidList"/>
    <dgm:cxn modelId="{2A2DB6C0-1B48-4EC7-B597-86BB506D6ACC}" type="presParOf" srcId="{533E33E3-841A-4985-8365-B47AD1480DA5}" destId="{BFA91FA6-E3F0-4971-B5EE-97174D69CCD7}" srcOrd="6" destOrd="0" presId="urn:microsoft.com/office/officeart/2018/2/layout/IconVerticalSolidList"/>
    <dgm:cxn modelId="{1A07FC46-15D0-44E1-95D3-4687708161FB}" type="presParOf" srcId="{BFA91FA6-E3F0-4971-B5EE-97174D69CCD7}" destId="{8E8B9477-802D-4A56-9570-577AAE29B1AF}" srcOrd="0" destOrd="0" presId="urn:microsoft.com/office/officeart/2018/2/layout/IconVerticalSolidList"/>
    <dgm:cxn modelId="{3AE44255-EA08-4ACA-9FAD-C0B092983956}" type="presParOf" srcId="{BFA91FA6-E3F0-4971-B5EE-97174D69CCD7}" destId="{2CA98C8B-1C6B-43E4-BE83-A86F61A1C7C6}" srcOrd="1" destOrd="0" presId="urn:microsoft.com/office/officeart/2018/2/layout/IconVerticalSolidList"/>
    <dgm:cxn modelId="{A39F9775-A7A5-4DFA-897D-766F7CCBC7A0}" type="presParOf" srcId="{BFA91FA6-E3F0-4971-B5EE-97174D69CCD7}" destId="{780EFD5C-93A2-4EBF-BAD5-95895704BD36}" srcOrd="2" destOrd="0" presId="urn:microsoft.com/office/officeart/2018/2/layout/IconVerticalSolidList"/>
    <dgm:cxn modelId="{B7BB27B8-BEFE-4D6C-A33E-2F33FB715D83}" type="presParOf" srcId="{BFA91FA6-E3F0-4971-B5EE-97174D69CCD7}" destId="{BA0D49C7-2193-465A-9DDE-2BD04F7A2902}" srcOrd="3" destOrd="0" presId="urn:microsoft.com/office/officeart/2018/2/layout/IconVerticalSolidList"/>
    <dgm:cxn modelId="{7227779F-4AA1-479A-A188-7710D478E24E}" type="presParOf" srcId="{533E33E3-841A-4985-8365-B47AD1480DA5}" destId="{850AD216-1ED2-4411-8927-B4D6935EC461}" srcOrd="7" destOrd="0" presId="urn:microsoft.com/office/officeart/2018/2/layout/IconVerticalSolidList"/>
    <dgm:cxn modelId="{1AF7BD22-D99B-4122-AC7B-E38DE127EC94}" type="presParOf" srcId="{533E33E3-841A-4985-8365-B47AD1480DA5}" destId="{5E8D26FA-3848-45F8-B521-DF711D7C0B07}" srcOrd="8" destOrd="0" presId="urn:microsoft.com/office/officeart/2018/2/layout/IconVerticalSolidList"/>
    <dgm:cxn modelId="{B2A8A853-1681-44CA-89AB-0130954527F9}" type="presParOf" srcId="{5E8D26FA-3848-45F8-B521-DF711D7C0B07}" destId="{D8879327-97B0-446F-8278-D0B75273C885}" srcOrd="0" destOrd="0" presId="urn:microsoft.com/office/officeart/2018/2/layout/IconVerticalSolidList"/>
    <dgm:cxn modelId="{7AC91321-913E-4250-807D-A0C7B9F268A2}" type="presParOf" srcId="{5E8D26FA-3848-45F8-B521-DF711D7C0B07}" destId="{55C92E80-0B1A-4795-A9FE-A77C9378858C}" srcOrd="1" destOrd="0" presId="urn:microsoft.com/office/officeart/2018/2/layout/IconVerticalSolidList"/>
    <dgm:cxn modelId="{D7CE0AD6-2652-4B95-B7CA-274D0E41BE1E}" type="presParOf" srcId="{5E8D26FA-3848-45F8-B521-DF711D7C0B07}" destId="{9EDF0803-135D-4D70-AB02-3B735B461F56}" srcOrd="2" destOrd="0" presId="urn:microsoft.com/office/officeart/2018/2/layout/IconVerticalSolidList"/>
    <dgm:cxn modelId="{7D9DFBD2-010B-48FC-A569-BE9D03862D1E}" type="presParOf" srcId="{5E8D26FA-3848-45F8-B521-DF711D7C0B07}" destId="{3E088840-255F-48F9-99A9-6F36F0D19E3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4A87645-3368-4881-9B21-5C5C62E21617}" type="doc">
      <dgm:prSet loTypeId="urn:microsoft.com/office/officeart/2005/8/layout/process4" loCatId="process" qsTypeId="urn:microsoft.com/office/officeart/2005/8/quickstyle/simple1" qsCatId="simple" csTypeId="urn:microsoft.com/office/officeart/2005/8/colors/accent1_2" csCatId="accent1"/>
      <dgm:spPr/>
      <dgm:t>
        <a:bodyPr/>
        <a:lstStyle/>
        <a:p>
          <a:endParaRPr lang="en-US"/>
        </a:p>
      </dgm:t>
    </dgm:pt>
    <dgm:pt modelId="{290809B5-3F50-47EE-988E-FCFE827AD95C}">
      <dgm:prSet custT="1"/>
      <dgm:spPr/>
      <dgm:t>
        <a:bodyPr/>
        <a:lstStyle/>
        <a:p>
          <a:r>
            <a:rPr lang="en-US" sz="1500">
              <a:latin typeface="Comic Sans MS" panose="030F0702030302020204" pitchFamily="66" charset="0"/>
            </a:rPr>
            <a:t>Full end-to-end testing of the software performed on the complete system.</a:t>
          </a:r>
        </a:p>
      </dgm:t>
    </dgm:pt>
    <dgm:pt modelId="{A9D153E7-2B85-4BC2-A865-8DF1812F18AB}" type="parTrans" cxnId="{437D2009-EC9B-4541-80A0-319DF556541F}">
      <dgm:prSet/>
      <dgm:spPr/>
      <dgm:t>
        <a:bodyPr/>
        <a:lstStyle/>
        <a:p>
          <a:endParaRPr lang="en-US" sz="1500">
            <a:latin typeface="Comic Sans MS" panose="030F0702030302020204" pitchFamily="66" charset="0"/>
          </a:endParaRPr>
        </a:p>
      </dgm:t>
    </dgm:pt>
    <dgm:pt modelId="{9FE3EA89-4785-40E1-823A-655555B8D8C1}" type="sibTrans" cxnId="{437D2009-EC9B-4541-80A0-319DF556541F}">
      <dgm:prSet/>
      <dgm:spPr/>
      <dgm:t>
        <a:bodyPr/>
        <a:lstStyle/>
        <a:p>
          <a:endParaRPr lang="en-US" sz="1500">
            <a:latin typeface="Comic Sans MS" panose="030F0702030302020204" pitchFamily="66" charset="0"/>
          </a:endParaRPr>
        </a:p>
      </dgm:t>
    </dgm:pt>
    <dgm:pt modelId="{881A4907-F163-4E88-AA4F-ACD9E5C059DD}">
      <dgm:prSet custT="1"/>
      <dgm:spPr/>
      <dgm:t>
        <a:bodyPr/>
        <a:lstStyle/>
        <a:p>
          <a:r>
            <a:rPr lang="en-US" sz="1500">
              <a:latin typeface="Comic Sans MS" panose="030F0702030302020204" pitchFamily="66" charset="0"/>
            </a:rPr>
            <a:t>Verifying both functional and non-functional requirements.</a:t>
          </a:r>
        </a:p>
      </dgm:t>
    </dgm:pt>
    <dgm:pt modelId="{827FE38A-3827-4DA3-AF0B-E5CF878BA614}" type="parTrans" cxnId="{CC289F75-3CCA-45C4-B812-48CAD4A0D607}">
      <dgm:prSet/>
      <dgm:spPr/>
      <dgm:t>
        <a:bodyPr/>
        <a:lstStyle/>
        <a:p>
          <a:endParaRPr lang="en-US" sz="1500">
            <a:latin typeface="Comic Sans MS" panose="030F0702030302020204" pitchFamily="66" charset="0"/>
          </a:endParaRPr>
        </a:p>
      </dgm:t>
    </dgm:pt>
    <dgm:pt modelId="{5E2DBBCD-472D-43DC-8140-E9E82A7F563B}" type="sibTrans" cxnId="{CC289F75-3CCA-45C4-B812-48CAD4A0D607}">
      <dgm:prSet/>
      <dgm:spPr/>
      <dgm:t>
        <a:bodyPr/>
        <a:lstStyle/>
        <a:p>
          <a:endParaRPr lang="en-US" sz="1500">
            <a:latin typeface="Comic Sans MS" panose="030F0702030302020204" pitchFamily="66" charset="0"/>
          </a:endParaRPr>
        </a:p>
      </dgm:t>
    </dgm:pt>
    <dgm:pt modelId="{697CA753-1BDB-430F-8CE7-276271385D25}">
      <dgm:prSet custT="1"/>
      <dgm:spPr/>
      <dgm:t>
        <a:bodyPr/>
        <a:lstStyle/>
        <a:p>
          <a:r>
            <a:rPr lang="en-US" sz="1500">
              <a:latin typeface="Comic Sans MS" panose="030F0702030302020204" pitchFamily="66" charset="0"/>
            </a:rPr>
            <a:t>Testing the software's behavior in real-world conditions.</a:t>
          </a:r>
        </a:p>
      </dgm:t>
    </dgm:pt>
    <dgm:pt modelId="{AB816D12-8FA9-4A4B-B6CD-A21EF4965474}" type="parTrans" cxnId="{07650C7F-3253-477C-80C8-7988EB327AF2}">
      <dgm:prSet/>
      <dgm:spPr/>
      <dgm:t>
        <a:bodyPr/>
        <a:lstStyle/>
        <a:p>
          <a:endParaRPr lang="en-US" sz="1500">
            <a:latin typeface="Comic Sans MS" panose="030F0702030302020204" pitchFamily="66" charset="0"/>
          </a:endParaRPr>
        </a:p>
      </dgm:t>
    </dgm:pt>
    <dgm:pt modelId="{1601637B-614A-458E-94B8-994AB4C340AC}" type="sibTrans" cxnId="{07650C7F-3253-477C-80C8-7988EB327AF2}">
      <dgm:prSet/>
      <dgm:spPr/>
      <dgm:t>
        <a:bodyPr/>
        <a:lstStyle/>
        <a:p>
          <a:endParaRPr lang="en-US" sz="1500">
            <a:latin typeface="Comic Sans MS" panose="030F0702030302020204" pitchFamily="66" charset="0"/>
          </a:endParaRPr>
        </a:p>
      </dgm:t>
    </dgm:pt>
    <dgm:pt modelId="{77879171-706C-4CC3-BC4C-5C1439F0308A}">
      <dgm:prSet custT="1"/>
      <dgm:spPr/>
      <dgm:t>
        <a:bodyPr/>
        <a:lstStyle/>
        <a:p>
          <a:r>
            <a:rPr lang="en-IN" sz="1500">
              <a:latin typeface="Comic Sans MS" panose="030F0702030302020204" pitchFamily="66" charset="0"/>
            </a:rPr>
            <a:t>Types of system testing:</a:t>
          </a:r>
          <a:endParaRPr lang="en-US" sz="1500">
            <a:latin typeface="Comic Sans MS" panose="030F0702030302020204" pitchFamily="66" charset="0"/>
          </a:endParaRPr>
        </a:p>
      </dgm:t>
    </dgm:pt>
    <dgm:pt modelId="{DE7A6327-168F-4DC6-A065-8E31D95BE34C}" type="parTrans" cxnId="{D589EE00-BA96-4448-8D8A-496C3E60FD68}">
      <dgm:prSet/>
      <dgm:spPr/>
      <dgm:t>
        <a:bodyPr/>
        <a:lstStyle/>
        <a:p>
          <a:endParaRPr lang="en-US" sz="1500">
            <a:latin typeface="Comic Sans MS" panose="030F0702030302020204" pitchFamily="66" charset="0"/>
          </a:endParaRPr>
        </a:p>
      </dgm:t>
    </dgm:pt>
    <dgm:pt modelId="{EB931A46-591D-425D-BB8A-517D1C1D1F14}" type="sibTrans" cxnId="{D589EE00-BA96-4448-8D8A-496C3E60FD68}">
      <dgm:prSet/>
      <dgm:spPr/>
      <dgm:t>
        <a:bodyPr/>
        <a:lstStyle/>
        <a:p>
          <a:endParaRPr lang="en-US" sz="1500">
            <a:latin typeface="Comic Sans MS" panose="030F0702030302020204" pitchFamily="66" charset="0"/>
          </a:endParaRPr>
        </a:p>
      </dgm:t>
    </dgm:pt>
    <dgm:pt modelId="{BDE0526C-9580-429A-8922-3D6683671A5A}">
      <dgm:prSet custT="1"/>
      <dgm:spPr/>
      <dgm:t>
        <a:bodyPr/>
        <a:lstStyle/>
        <a:p>
          <a:r>
            <a:rPr lang="en-IN" sz="1500">
              <a:latin typeface="Comic Sans MS" panose="030F0702030302020204" pitchFamily="66" charset="0"/>
            </a:rPr>
            <a:t>Functional Testing</a:t>
          </a:r>
          <a:endParaRPr lang="en-US" sz="1500">
            <a:latin typeface="Comic Sans MS" panose="030F0702030302020204" pitchFamily="66" charset="0"/>
          </a:endParaRPr>
        </a:p>
      </dgm:t>
    </dgm:pt>
    <dgm:pt modelId="{590F93FF-8777-4481-884E-1F9CD3F75DCB}" type="parTrans" cxnId="{13B884F6-5195-4EC1-8BC4-568FCBBECE71}">
      <dgm:prSet/>
      <dgm:spPr/>
      <dgm:t>
        <a:bodyPr/>
        <a:lstStyle/>
        <a:p>
          <a:endParaRPr lang="en-US" sz="1500">
            <a:latin typeface="Comic Sans MS" panose="030F0702030302020204" pitchFamily="66" charset="0"/>
          </a:endParaRPr>
        </a:p>
      </dgm:t>
    </dgm:pt>
    <dgm:pt modelId="{F69025CD-7990-4DB3-9323-8C79D703242E}" type="sibTrans" cxnId="{13B884F6-5195-4EC1-8BC4-568FCBBECE71}">
      <dgm:prSet/>
      <dgm:spPr/>
      <dgm:t>
        <a:bodyPr/>
        <a:lstStyle/>
        <a:p>
          <a:endParaRPr lang="en-US" sz="1500">
            <a:latin typeface="Comic Sans MS" panose="030F0702030302020204" pitchFamily="66" charset="0"/>
          </a:endParaRPr>
        </a:p>
      </dgm:t>
    </dgm:pt>
    <dgm:pt modelId="{5D13FD78-17D0-4001-A2B1-F5D37B8099CD}">
      <dgm:prSet custT="1"/>
      <dgm:spPr/>
      <dgm:t>
        <a:bodyPr/>
        <a:lstStyle/>
        <a:p>
          <a:r>
            <a:rPr lang="en-IN" sz="1500">
              <a:latin typeface="Comic Sans MS" panose="030F0702030302020204" pitchFamily="66" charset="0"/>
            </a:rPr>
            <a:t>Non Functional Testing</a:t>
          </a:r>
          <a:endParaRPr lang="en-US" sz="1500">
            <a:latin typeface="Comic Sans MS" panose="030F0702030302020204" pitchFamily="66" charset="0"/>
          </a:endParaRPr>
        </a:p>
      </dgm:t>
    </dgm:pt>
    <dgm:pt modelId="{A36AE76B-5F3B-4EFB-A01E-52E5916E60F4}" type="parTrans" cxnId="{28B9A7A4-C970-47FC-91AF-625E4A905A4B}">
      <dgm:prSet/>
      <dgm:spPr/>
      <dgm:t>
        <a:bodyPr/>
        <a:lstStyle/>
        <a:p>
          <a:endParaRPr lang="en-US" sz="1500">
            <a:latin typeface="Comic Sans MS" panose="030F0702030302020204" pitchFamily="66" charset="0"/>
          </a:endParaRPr>
        </a:p>
      </dgm:t>
    </dgm:pt>
    <dgm:pt modelId="{10DFB06D-2949-40A7-A98D-BF1A50594EBD}" type="sibTrans" cxnId="{28B9A7A4-C970-47FC-91AF-625E4A905A4B}">
      <dgm:prSet/>
      <dgm:spPr/>
      <dgm:t>
        <a:bodyPr/>
        <a:lstStyle/>
        <a:p>
          <a:endParaRPr lang="en-US" sz="1500">
            <a:latin typeface="Comic Sans MS" panose="030F0702030302020204" pitchFamily="66" charset="0"/>
          </a:endParaRPr>
        </a:p>
      </dgm:t>
    </dgm:pt>
    <dgm:pt modelId="{2B24CE50-5323-4564-99FF-19CC493684D1}">
      <dgm:prSet custT="1"/>
      <dgm:spPr/>
      <dgm:t>
        <a:bodyPr/>
        <a:lstStyle/>
        <a:p>
          <a:r>
            <a:rPr lang="en-IN" sz="1500">
              <a:latin typeface="Comic Sans MS" panose="030F0702030302020204" pitchFamily="66" charset="0"/>
            </a:rPr>
            <a:t>UI Testing</a:t>
          </a:r>
          <a:endParaRPr lang="en-US" sz="1500">
            <a:latin typeface="Comic Sans MS" panose="030F0702030302020204" pitchFamily="66" charset="0"/>
          </a:endParaRPr>
        </a:p>
      </dgm:t>
    </dgm:pt>
    <dgm:pt modelId="{93C630E2-9221-4CFA-AEBD-97B7DF149EE9}" type="parTrans" cxnId="{D9493D94-102B-486A-9269-0AE6C1DE1B68}">
      <dgm:prSet/>
      <dgm:spPr/>
      <dgm:t>
        <a:bodyPr/>
        <a:lstStyle/>
        <a:p>
          <a:endParaRPr lang="en-US" sz="1500">
            <a:latin typeface="Comic Sans MS" panose="030F0702030302020204" pitchFamily="66" charset="0"/>
          </a:endParaRPr>
        </a:p>
      </dgm:t>
    </dgm:pt>
    <dgm:pt modelId="{5E1D828C-E0CD-4E93-A97D-37F35FC61CD6}" type="sibTrans" cxnId="{D9493D94-102B-486A-9269-0AE6C1DE1B68}">
      <dgm:prSet/>
      <dgm:spPr/>
      <dgm:t>
        <a:bodyPr/>
        <a:lstStyle/>
        <a:p>
          <a:endParaRPr lang="en-US" sz="1500">
            <a:latin typeface="Comic Sans MS" panose="030F0702030302020204" pitchFamily="66" charset="0"/>
          </a:endParaRPr>
        </a:p>
      </dgm:t>
    </dgm:pt>
    <dgm:pt modelId="{C1095C43-E3FD-4690-BCC6-A52EF53610B2}">
      <dgm:prSet custT="1"/>
      <dgm:spPr/>
      <dgm:t>
        <a:bodyPr/>
        <a:lstStyle/>
        <a:p>
          <a:r>
            <a:rPr lang="en-IN" sz="1500">
              <a:latin typeface="Comic Sans MS" panose="030F0702030302020204" pitchFamily="66" charset="0"/>
            </a:rPr>
            <a:t>Usability Testing</a:t>
          </a:r>
          <a:endParaRPr lang="en-US" sz="1500">
            <a:latin typeface="Comic Sans MS" panose="030F0702030302020204" pitchFamily="66" charset="0"/>
          </a:endParaRPr>
        </a:p>
      </dgm:t>
    </dgm:pt>
    <dgm:pt modelId="{FB46DF9A-8094-402A-9720-8C246BC02B0A}" type="parTrans" cxnId="{AEF7F4C8-1860-43A3-9D4C-D806B757D433}">
      <dgm:prSet/>
      <dgm:spPr/>
      <dgm:t>
        <a:bodyPr/>
        <a:lstStyle/>
        <a:p>
          <a:endParaRPr lang="en-US" sz="1500">
            <a:latin typeface="Comic Sans MS" panose="030F0702030302020204" pitchFamily="66" charset="0"/>
          </a:endParaRPr>
        </a:p>
      </dgm:t>
    </dgm:pt>
    <dgm:pt modelId="{898AB7A7-9CA2-43D9-B03A-661633BB5420}" type="sibTrans" cxnId="{AEF7F4C8-1860-43A3-9D4C-D806B757D433}">
      <dgm:prSet/>
      <dgm:spPr/>
      <dgm:t>
        <a:bodyPr/>
        <a:lstStyle/>
        <a:p>
          <a:endParaRPr lang="en-US" sz="1500">
            <a:latin typeface="Comic Sans MS" panose="030F0702030302020204" pitchFamily="66" charset="0"/>
          </a:endParaRPr>
        </a:p>
      </dgm:t>
    </dgm:pt>
    <dgm:pt modelId="{F91DF5A7-71AC-4A29-AE8C-2DE987FDAFF0}" type="pres">
      <dgm:prSet presAssocID="{A4A87645-3368-4881-9B21-5C5C62E21617}" presName="Name0" presStyleCnt="0">
        <dgm:presLayoutVars>
          <dgm:dir/>
          <dgm:animLvl val="lvl"/>
          <dgm:resizeHandles val="exact"/>
        </dgm:presLayoutVars>
      </dgm:prSet>
      <dgm:spPr/>
    </dgm:pt>
    <dgm:pt modelId="{03C32382-5333-46C6-AA63-E45832781F58}" type="pres">
      <dgm:prSet presAssocID="{77879171-706C-4CC3-BC4C-5C1439F0308A}" presName="boxAndChildren" presStyleCnt="0"/>
      <dgm:spPr/>
    </dgm:pt>
    <dgm:pt modelId="{9C16F035-C20D-4235-BAF3-DBFE9D49A368}" type="pres">
      <dgm:prSet presAssocID="{77879171-706C-4CC3-BC4C-5C1439F0308A}" presName="parentTextBox" presStyleLbl="node1" presStyleIdx="0" presStyleCnt="4"/>
      <dgm:spPr/>
    </dgm:pt>
    <dgm:pt modelId="{CDC53CD2-7A12-42F0-B563-092B765CECEF}" type="pres">
      <dgm:prSet presAssocID="{77879171-706C-4CC3-BC4C-5C1439F0308A}" presName="entireBox" presStyleLbl="node1" presStyleIdx="0" presStyleCnt="4"/>
      <dgm:spPr/>
    </dgm:pt>
    <dgm:pt modelId="{1F988F48-1F3F-49AE-8A67-668E6787ACD5}" type="pres">
      <dgm:prSet presAssocID="{77879171-706C-4CC3-BC4C-5C1439F0308A}" presName="descendantBox" presStyleCnt="0"/>
      <dgm:spPr/>
    </dgm:pt>
    <dgm:pt modelId="{3EDADCE8-6DE0-466B-A44E-D1EA300B73E0}" type="pres">
      <dgm:prSet presAssocID="{BDE0526C-9580-429A-8922-3D6683671A5A}" presName="childTextBox" presStyleLbl="fgAccFollowNode1" presStyleIdx="0" presStyleCnt="4">
        <dgm:presLayoutVars>
          <dgm:bulletEnabled val="1"/>
        </dgm:presLayoutVars>
      </dgm:prSet>
      <dgm:spPr/>
    </dgm:pt>
    <dgm:pt modelId="{66ECFFEF-7D7C-40B0-8789-57A47754C3F7}" type="pres">
      <dgm:prSet presAssocID="{5D13FD78-17D0-4001-A2B1-F5D37B8099CD}" presName="childTextBox" presStyleLbl="fgAccFollowNode1" presStyleIdx="1" presStyleCnt="4">
        <dgm:presLayoutVars>
          <dgm:bulletEnabled val="1"/>
        </dgm:presLayoutVars>
      </dgm:prSet>
      <dgm:spPr/>
    </dgm:pt>
    <dgm:pt modelId="{A0AD1930-A544-4E9F-8390-A7A5A1F4B466}" type="pres">
      <dgm:prSet presAssocID="{2B24CE50-5323-4564-99FF-19CC493684D1}" presName="childTextBox" presStyleLbl="fgAccFollowNode1" presStyleIdx="2" presStyleCnt="4">
        <dgm:presLayoutVars>
          <dgm:bulletEnabled val="1"/>
        </dgm:presLayoutVars>
      </dgm:prSet>
      <dgm:spPr/>
    </dgm:pt>
    <dgm:pt modelId="{D95C2772-4023-476B-A7EB-F865322BBC23}" type="pres">
      <dgm:prSet presAssocID="{C1095C43-E3FD-4690-BCC6-A52EF53610B2}" presName="childTextBox" presStyleLbl="fgAccFollowNode1" presStyleIdx="3" presStyleCnt="4">
        <dgm:presLayoutVars>
          <dgm:bulletEnabled val="1"/>
        </dgm:presLayoutVars>
      </dgm:prSet>
      <dgm:spPr/>
    </dgm:pt>
    <dgm:pt modelId="{899B7E3D-F084-47DC-8128-CCD1ECD4DD8A}" type="pres">
      <dgm:prSet presAssocID="{1601637B-614A-458E-94B8-994AB4C340AC}" presName="sp" presStyleCnt="0"/>
      <dgm:spPr/>
    </dgm:pt>
    <dgm:pt modelId="{B0C70D72-B37B-48B5-821D-80913F082918}" type="pres">
      <dgm:prSet presAssocID="{697CA753-1BDB-430F-8CE7-276271385D25}" presName="arrowAndChildren" presStyleCnt="0"/>
      <dgm:spPr/>
    </dgm:pt>
    <dgm:pt modelId="{5C4B991D-1079-4BFB-A576-CB3E45BDD390}" type="pres">
      <dgm:prSet presAssocID="{697CA753-1BDB-430F-8CE7-276271385D25}" presName="parentTextArrow" presStyleLbl="node1" presStyleIdx="1" presStyleCnt="4"/>
      <dgm:spPr/>
    </dgm:pt>
    <dgm:pt modelId="{E9CEF7C5-40C5-42C8-8571-BA4BF28CEB8F}" type="pres">
      <dgm:prSet presAssocID="{5E2DBBCD-472D-43DC-8140-E9E82A7F563B}" presName="sp" presStyleCnt="0"/>
      <dgm:spPr/>
    </dgm:pt>
    <dgm:pt modelId="{7C8CE820-A60E-464C-8F19-7D63EA9ECF8A}" type="pres">
      <dgm:prSet presAssocID="{881A4907-F163-4E88-AA4F-ACD9E5C059DD}" presName="arrowAndChildren" presStyleCnt="0"/>
      <dgm:spPr/>
    </dgm:pt>
    <dgm:pt modelId="{942C5D88-C445-4411-A2A1-84BF7DA28512}" type="pres">
      <dgm:prSet presAssocID="{881A4907-F163-4E88-AA4F-ACD9E5C059DD}" presName="parentTextArrow" presStyleLbl="node1" presStyleIdx="2" presStyleCnt="4"/>
      <dgm:spPr/>
    </dgm:pt>
    <dgm:pt modelId="{7CD6DD0E-EB1A-4F58-A83D-D2A8534A6BB0}" type="pres">
      <dgm:prSet presAssocID="{9FE3EA89-4785-40E1-823A-655555B8D8C1}" presName="sp" presStyleCnt="0"/>
      <dgm:spPr/>
    </dgm:pt>
    <dgm:pt modelId="{96FB6587-8B7A-4B4D-84FB-1F32EC4A264C}" type="pres">
      <dgm:prSet presAssocID="{290809B5-3F50-47EE-988E-FCFE827AD95C}" presName="arrowAndChildren" presStyleCnt="0"/>
      <dgm:spPr/>
    </dgm:pt>
    <dgm:pt modelId="{16925AA9-28F7-420E-9B4D-366AAF0825C9}" type="pres">
      <dgm:prSet presAssocID="{290809B5-3F50-47EE-988E-FCFE827AD95C}" presName="parentTextArrow" presStyleLbl="node1" presStyleIdx="3" presStyleCnt="4"/>
      <dgm:spPr/>
    </dgm:pt>
  </dgm:ptLst>
  <dgm:cxnLst>
    <dgm:cxn modelId="{D589EE00-BA96-4448-8D8A-496C3E60FD68}" srcId="{A4A87645-3368-4881-9B21-5C5C62E21617}" destId="{77879171-706C-4CC3-BC4C-5C1439F0308A}" srcOrd="3" destOrd="0" parTransId="{DE7A6327-168F-4DC6-A065-8E31D95BE34C}" sibTransId="{EB931A46-591D-425D-BB8A-517D1C1D1F14}"/>
    <dgm:cxn modelId="{C048A501-CE44-43CF-A8A0-63FB2E20A06C}" type="presOf" srcId="{BDE0526C-9580-429A-8922-3D6683671A5A}" destId="{3EDADCE8-6DE0-466B-A44E-D1EA300B73E0}" srcOrd="0" destOrd="0" presId="urn:microsoft.com/office/officeart/2005/8/layout/process4"/>
    <dgm:cxn modelId="{5EC97005-E3A8-4169-A15E-551421DF00C8}" type="presOf" srcId="{5D13FD78-17D0-4001-A2B1-F5D37B8099CD}" destId="{66ECFFEF-7D7C-40B0-8789-57A47754C3F7}" srcOrd="0" destOrd="0" presId="urn:microsoft.com/office/officeart/2005/8/layout/process4"/>
    <dgm:cxn modelId="{437D2009-EC9B-4541-80A0-319DF556541F}" srcId="{A4A87645-3368-4881-9B21-5C5C62E21617}" destId="{290809B5-3F50-47EE-988E-FCFE827AD95C}" srcOrd="0" destOrd="0" parTransId="{A9D153E7-2B85-4BC2-A865-8DF1812F18AB}" sibTransId="{9FE3EA89-4785-40E1-823A-655555B8D8C1}"/>
    <dgm:cxn modelId="{5C49EA0E-AED1-4A1A-9BC2-3E5D38E5357F}" type="presOf" srcId="{77879171-706C-4CC3-BC4C-5C1439F0308A}" destId="{CDC53CD2-7A12-42F0-B563-092B765CECEF}" srcOrd="1" destOrd="0" presId="urn:microsoft.com/office/officeart/2005/8/layout/process4"/>
    <dgm:cxn modelId="{D15E3A15-3B42-4CC6-AABC-92DC9372D3B6}" type="presOf" srcId="{881A4907-F163-4E88-AA4F-ACD9E5C059DD}" destId="{942C5D88-C445-4411-A2A1-84BF7DA28512}" srcOrd="0" destOrd="0" presId="urn:microsoft.com/office/officeart/2005/8/layout/process4"/>
    <dgm:cxn modelId="{11200A35-7D53-441E-9777-970E1000FC12}" type="presOf" srcId="{697CA753-1BDB-430F-8CE7-276271385D25}" destId="{5C4B991D-1079-4BFB-A576-CB3E45BDD390}" srcOrd="0" destOrd="0" presId="urn:microsoft.com/office/officeart/2005/8/layout/process4"/>
    <dgm:cxn modelId="{4EF18F36-1353-4929-B3F4-2D0945E690FB}" type="presOf" srcId="{C1095C43-E3FD-4690-BCC6-A52EF53610B2}" destId="{D95C2772-4023-476B-A7EB-F865322BBC23}" srcOrd="0" destOrd="0" presId="urn:microsoft.com/office/officeart/2005/8/layout/process4"/>
    <dgm:cxn modelId="{DFB56C44-FC98-4A52-AA4F-9A63FD0EEACF}" type="presOf" srcId="{2B24CE50-5323-4564-99FF-19CC493684D1}" destId="{A0AD1930-A544-4E9F-8390-A7A5A1F4B466}" srcOrd="0" destOrd="0" presId="urn:microsoft.com/office/officeart/2005/8/layout/process4"/>
    <dgm:cxn modelId="{CC289F75-3CCA-45C4-B812-48CAD4A0D607}" srcId="{A4A87645-3368-4881-9B21-5C5C62E21617}" destId="{881A4907-F163-4E88-AA4F-ACD9E5C059DD}" srcOrd="1" destOrd="0" parTransId="{827FE38A-3827-4DA3-AF0B-E5CF878BA614}" sibTransId="{5E2DBBCD-472D-43DC-8140-E9E82A7F563B}"/>
    <dgm:cxn modelId="{7589EE58-925C-4AE5-9EE2-EEBC5697EB0B}" type="presOf" srcId="{77879171-706C-4CC3-BC4C-5C1439F0308A}" destId="{9C16F035-C20D-4235-BAF3-DBFE9D49A368}" srcOrd="0" destOrd="0" presId="urn:microsoft.com/office/officeart/2005/8/layout/process4"/>
    <dgm:cxn modelId="{07650C7F-3253-477C-80C8-7988EB327AF2}" srcId="{A4A87645-3368-4881-9B21-5C5C62E21617}" destId="{697CA753-1BDB-430F-8CE7-276271385D25}" srcOrd="2" destOrd="0" parTransId="{AB816D12-8FA9-4A4B-B6CD-A21EF4965474}" sibTransId="{1601637B-614A-458E-94B8-994AB4C340AC}"/>
    <dgm:cxn modelId="{4D284984-FAB9-4E81-8386-637789C33110}" type="presOf" srcId="{A4A87645-3368-4881-9B21-5C5C62E21617}" destId="{F91DF5A7-71AC-4A29-AE8C-2DE987FDAFF0}" srcOrd="0" destOrd="0" presId="urn:microsoft.com/office/officeart/2005/8/layout/process4"/>
    <dgm:cxn modelId="{D9493D94-102B-486A-9269-0AE6C1DE1B68}" srcId="{77879171-706C-4CC3-BC4C-5C1439F0308A}" destId="{2B24CE50-5323-4564-99FF-19CC493684D1}" srcOrd="2" destOrd="0" parTransId="{93C630E2-9221-4CFA-AEBD-97B7DF149EE9}" sibTransId="{5E1D828C-E0CD-4E93-A97D-37F35FC61CD6}"/>
    <dgm:cxn modelId="{28B9A7A4-C970-47FC-91AF-625E4A905A4B}" srcId="{77879171-706C-4CC3-BC4C-5C1439F0308A}" destId="{5D13FD78-17D0-4001-A2B1-F5D37B8099CD}" srcOrd="1" destOrd="0" parTransId="{A36AE76B-5F3B-4EFB-A01E-52E5916E60F4}" sibTransId="{10DFB06D-2949-40A7-A98D-BF1A50594EBD}"/>
    <dgm:cxn modelId="{EF9197A5-91E0-4CAD-B513-23B8FCAAB2EC}" type="presOf" srcId="{290809B5-3F50-47EE-988E-FCFE827AD95C}" destId="{16925AA9-28F7-420E-9B4D-366AAF0825C9}" srcOrd="0" destOrd="0" presId="urn:microsoft.com/office/officeart/2005/8/layout/process4"/>
    <dgm:cxn modelId="{AEF7F4C8-1860-43A3-9D4C-D806B757D433}" srcId="{77879171-706C-4CC3-BC4C-5C1439F0308A}" destId="{C1095C43-E3FD-4690-BCC6-A52EF53610B2}" srcOrd="3" destOrd="0" parTransId="{FB46DF9A-8094-402A-9720-8C246BC02B0A}" sibTransId="{898AB7A7-9CA2-43D9-B03A-661633BB5420}"/>
    <dgm:cxn modelId="{13B884F6-5195-4EC1-8BC4-568FCBBECE71}" srcId="{77879171-706C-4CC3-BC4C-5C1439F0308A}" destId="{BDE0526C-9580-429A-8922-3D6683671A5A}" srcOrd="0" destOrd="0" parTransId="{590F93FF-8777-4481-884E-1F9CD3F75DCB}" sibTransId="{F69025CD-7990-4DB3-9323-8C79D703242E}"/>
    <dgm:cxn modelId="{E40F9E22-E96D-46F7-9DEB-6EADA9D7B622}" type="presParOf" srcId="{F91DF5A7-71AC-4A29-AE8C-2DE987FDAFF0}" destId="{03C32382-5333-46C6-AA63-E45832781F58}" srcOrd="0" destOrd="0" presId="urn:microsoft.com/office/officeart/2005/8/layout/process4"/>
    <dgm:cxn modelId="{F2BEF2B3-ECA4-4D43-8476-E8FE08B1FF27}" type="presParOf" srcId="{03C32382-5333-46C6-AA63-E45832781F58}" destId="{9C16F035-C20D-4235-BAF3-DBFE9D49A368}" srcOrd="0" destOrd="0" presId="urn:microsoft.com/office/officeart/2005/8/layout/process4"/>
    <dgm:cxn modelId="{C8D49EF7-4450-4090-BF8F-54BF6C803541}" type="presParOf" srcId="{03C32382-5333-46C6-AA63-E45832781F58}" destId="{CDC53CD2-7A12-42F0-B563-092B765CECEF}" srcOrd="1" destOrd="0" presId="urn:microsoft.com/office/officeart/2005/8/layout/process4"/>
    <dgm:cxn modelId="{DFD85854-685A-4F95-A89D-6901BAD5E928}" type="presParOf" srcId="{03C32382-5333-46C6-AA63-E45832781F58}" destId="{1F988F48-1F3F-49AE-8A67-668E6787ACD5}" srcOrd="2" destOrd="0" presId="urn:microsoft.com/office/officeart/2005/8/layout/process4"/>
    <dgm:cxn modelId="{8FEFC594-1812-4B05-B349-309BF0BCC1BC}" type="presParOf" srcId="{1F988F48-1F3F-49AE-8A67-668E6787ACD5}" destId="{3EDADCE8-6DE0-466B-A44E-D1EA300B73E0}" srcOrd="0" destOrd="0" presId="urn:microsoft.com/office/officeart/2005/8/layout/process4"/>
    <dgm:cxn modelId="{84715FBD-11A2-4C39-9FDF-4B769FD35811}" type="presParOf" srcId="{1F988F48-1F3F-49AE-8A67-668E6787ACD5}" destId="{66ECFFEF-7D7C-40B0-8789-57A47754C3F7}" srcOrd="1" destOrd="0" presId="urn:microsoft.com/office/officeart/2005/8/layout/process4"/>
    <dgm:cxn modelId="{AF95971B-3B9A-444E-9B96-F49E29EA7F5C}" type="presParOf" srcId="{1F988F48-1F3F-49AE-8A67-668E6787ACD5}" destId="{A0AD1930-A544-4E9F-8390-A7A5A1F4B466}" srcOrd="2" destOrd="0" presId="urn:microsoft.com/office/officeart/2005/8/layout/process4"/>
    <dgm:cxn modelId="{543B1820-729F-4E16-B174-3DE449E2FA26}" type="presParOf" srcId="{1F988F48-1F3F-49AE-8A67-668E6787ACD5}" destId="{D95C2772-4023-476B-A7EB-F865322BBC23}" srcOrd="3" destOrd="0" presId="urn:microsoft.com/office/officeart/2005/8/layout/process4"/>
    <dgm:cxn modelId="{CE94A6CA-3BE5-42EC-B27F-8FACBB667860}" type="presParOf" srcId="{F91DF5A7-71AC-4A29-AE8C-2DE987FDAFF0}" destId="{899B7E3D-F084-47DC-8128-CCD1ECD4DD8A}" srcOrd="1" destOrd="0" presId="urn:microsoft.com/office/officeart/2005/8/layout/process4"/>
    <dgm:cxn modelId="{C1EA7FC4-E21F-43BF-A245-3B4118C8F255}" type="presParOf" srcId="{F91DF5A7-71AC-4A29-AE8C-2DE987FDAFF0}" destId="{B0C70D72-B37B-48B5-821D-80913F082918}" srcOrd="2" destOrd="0" presId="urn:microsoft.com/office/officeart/2005/8/layout/process4"/>
    <dgm:cxn modelId="{A2A679E6-EE4F-4AE8-8DAE-7862AF250A03}" type="presParOf" srcId="{B0C70D72-B37B-48B5-821D-80913F082918}" destId="{5C4B991D-1079-4BFB-A576-CB3E45BDD390}" srcOrd="0" destOrd="0" presId="urn:microsoft.com/office/officeart/2005/8/layout/process4"/>
    <dgm:cxn modelId="{41685FBE-A1D7-4B0D-9254-3C1219E2514C}" type="presParOf" srcId="{F91DF5A7-71AC-4A29-AE8C-2DE987FDAFF0}" destId="{E9CEF7C5-40C5-42C8-8571-BA4BF28CEB8F}" srcOrd="3" destOrd="0" presId="urn:microsoft.com/office/officeart/2005/8/layout/process4"/>
    <dgm:cxn modelId="{C621C513-D229-4700-A723-7CB306EF8B42}" type="presParOf" srcId="{F91DF5A7-71AC-4A29-AE8C-2DE987FDAFF0}" destId="{7C8CE820-A60E-464C-8F19-7D63EA9ECF8A}" srcOrd="4" destOrd="0" presId="urn:microsoft.com/office/officeart/2005/8/layout/process4"/>
    <dgm:cxn modelId="{724DF4B1-3160-4BD7-9695-A20B94A080A7}" type="presParOf" srcId="{7C8CE820-A60E-464C-8F19-7D63EA9ECF8A}" destId="{942C5D88-C445-4411-A2A1-84BF7DA28512}" srcOrd="0" destOrd="0" presId="urn:microsoft.com/office/officeart/2005/8/layout/process4"/>
    <dgm:cxn modelId="{D5EA3453-2024-43F4-8165-05170F78CBC6}" type="presParOf" srcId="{F91DF5A7-71AC-4A29-AE8C-2DE987FDAFF0}" destId="{7CD6DD0E-EB1A-4F58-A83D-D2A8534A6BB0}" srcOrd="5" destOrd="0" presId="urn:microsoft.com/office/officeart/2005/8/layout/process4"/>
    <dgm:cxn modelId="{4B374E13-EF5C-4779-9200-76B50A643F3C}" type="presParOf" srcId="{F91DF5A7-71AC-4A29-AE8C-2DE987FDAFF0}" destId="{96FB6587-8B7A-4B4D-84FB-1F32EC4A264C}" srcOrd="6" destOrd="0" presId="urn:microsoft.com/office/officeart/2005/8/layout/process4"/>
    <dgm:cxn modelId="{2D16FF86-59AE-4FB8-B9FF-D7E3A5A47B72}" type="presParOf" srcId="{96FB6587-8B7A-4B4D-84FB-1F32EC4A264C}" destId="{16925AA9-28F7-420E-9B4D-366AAF0825C9}"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0E0ED7-380D-4908-9F9F-60A3DAF5BB45}">
      <dsp:nvSpPr>
        <dsp:cNvPr id="0" name=""/>
        <dsp:cNvSpPr/>
      </dsp:nvSpPr>
      <dsp:spPr>
        <a:xfrm>
          <a:off x="0" y="1939"/>
          <a:ext cx="10384970" cy="4130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41305D-6341-4BCA-94A7-777CB78C7AA3}">
      <dsp:nvSpPr>
        <dsp:cNvPr id="0" name=""/>
        <dsp:cNvSpPr/>
      </dsp:nvSpPr>
      <dsp:spPr>
        <a:xfrm>
          <a:off x="124935" y="94866"/>
          <a:ext cx="227155" cy="22715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6A307F-26B9-4709-9977-B26F44032671}">
      <dsp:nvSpPr>
        <dsp:cNvPr id="0" name=""/>
        <dsp:cNvSpPr/>
      </dsp:nvSpPr>
      <dsp:spPr>
        <a:xfrm>
          <a:off x="477027" y="1939"/>
          <a:ext cx="9907943" cy="4130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3710" tIns="43710" rIns="43710" bIns="43710" numCol="1" spcCol="1270" anchor="ctr" anchorCtr="0">
          <a:noAutofit/>
        </a:bodyPr>
        <a:lstStyle/>
        <a:p>
          <a:pPr marL="0" lvl="0" indent="0" algn="l" defTabSz="800100">
            <a:lnSpc>
              <a:spcPct val="100000"/>
            </a:lnSpc>
            <a:spcBef>
              <a:spcPct val="0"/>
            </a:spcBef>
            <a:spcAft>
              <a:spcPct val="35000"/>
            </a:spcAft>
            <a:buNone/>
          </a:pPr>
          <a:r>
            <a:rPr lang="en-IN" sz="1800" b="1" kern="1200" dirty="0">
              <a:latin typeface="Comic Sans MS" panose="030F0702030302020204" pitchFamily="66" charset="0"/>
            </a:rPr>
            <a:t>Decreases Flaws</a:t>
          </a:r>
          <a:endParaRPr lang="en-US" sz="1800" kern="1200" dirty="0">
            <a:latin typeface="Comic Sans MS" panose="030F0702030302020204" pitchFamily="66" charset="0"/>
          </a:endParaRPr>
        </a:p>
      </dsp:txBody>
      <dsp:txXfrm>
        <a:off x="477027" y="1939"/>
        <a:ext cx="9907943" cy="413010"/>
      </dsp:txXfrm>
    </dsp:sp>
    <dsp:sp modelId="{6EA242B1-E7EB-42A5-90EB-49723F26DB31}">
      <dsp:nvSpPr>
        <dsp:cNvPr id="0" name=""/>
        <dsp:cNvSpPr/>
      </dsp:nvSpPr>
      <dsp:spPr>
        <a:xfrm>
          <a:off x="0" y="518202"/>
          <a:ext cx="10384970" cy="4130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DDD371-5B5C-4040-8B76-C3B181EBD0B6}">
      <dsp:nvSpPr>
        <dsp:cNvPr id="0" name=""/>
        <dsp:cNvSpPr/>
      </dsp:nvSpPr>
      <dsp:spPr>
        <a:xfrm>
          <a:off x="124935" y="611129"/>
          <a:ext cx="227155" cy="22715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54EE0F-54F5-4047-A5D7-8D9420A94295}">
      <dsp:nvSpPr>
        <dsp:cNvPr id="0" name=""/>
        <dsp:cNvSpPr/>
      </dsp:nvSpPr>
      <dsp:spPr>
        <a:xfrm>
          <a:off x="477027" y="518202"/>
          <a:ext cx="9907943" cy="4130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3710" tIns="43710" rIns="43710" bIns="43710" numCol="1" spcCol="1270" anchor="ctr" anchorCtr="0">
          <a:noAutofit/>
        </a:bodyPr>
        <a:lstStyle/>
        <a:p>
          <a:pPr marL="0" lvl="0" indent="0" algn="l" defTabSz="800100">
            <a:lnSpc>
              <a:spcPct val="100000"/>
            </a:lnSpc>
            <a:spcBef>
              <a:spcPct val="0"/>
            </a:spcBef>
            <a:spcAft>
              <a:spcPct val="35000"/>
            </a:spcAft>
            <a:buNone/>
          </a:pPr>
          <a:r>
            <a:rPr lang="en-IN" sz="1800" b="1" kern="1200" dirty="0">
              <a:latin typeface="Comic Sans MS" panose="030F0702030302020204" pitchFamily="66" charset="0"/>
            </a:rPr>
            <a:t>Saves Time</a:t>
          </a:r>
          <a:endParaRPr lang="en-US" sz="1800" kern="1200" dirty="0">
            <a:latin typeface="Comic Sans MS" panose="030F0702030302020204" pitchFamily="66" charset="0"/>
          </a:endParaRPr>
        </a:p>
      </dsp:txBody>
      <dsp:txXfrm>
        <a:off x="477027" y="518202"/>
        <a:ext cx="9907943" cy="413010"/>
      </dsp:txXfrm>
    </dsp:sp>
    <dsp:sp modelId="{2ED29492-F41A-4B8E-8972-87BC2930063F}">
      <dsp:nvSpPr>
        <dsp:cNvPr id="0" name=""/>
        <dsp:cNvSpPr/>
      </dsp:nvSpPr>
      <dsp:spPr>
        <a:xfrm>
          <a:off x="0" y="1034465"/>
          <a:ext cx="10384970" cy="4130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F2DB6D-DFA2-4980-A2F5-E926243916F5}">
      <dsp:nvSpPr>
        <dsp:cNvPr id="0" name=""/>
        <dsp:cNvSpPr/>
      </dsp:nvSpPr>
      <dsp:spPr>
        <a:xfrm>
          <a:off x="124935" y="1127393"/>
          <a:ext cx="227155" cy="22715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206584-C51D-4F4C-90C0-A4D7FBFC170C}">
      <dsp:nvSpPr>
        <dsp:cNvPr id="0" name=""/>
        <dsp:cNvSpPr/>
      </dsp:nvSpPr>
      <dsp:spPr>
        <a:xfrm>
          <a:off x="477027" y="1034465"/>
          <a:ext cx="9907943" cy="4130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3710" tIns="43710" rIns="43710" bIns="43710" numCol="1" spcCol="1270" anchor="ctr" anchorCtr="0">
          <a:noAutofit/>
        </a:bodyPr>
        <a:lstStyle/>
        <a:p>
          <a:pPr marL="0" lvl="0" indent="0" algn="l" defTabSz="800100">
            <a:lnSpc>
              <a:spcPct val="100000"/>
            </a:lnSpc>
            <a:spcBef>
              <a:spcPct val="0"/>
            </a:spcBef>
            <a:spcAft>
              <a:spcPct val="35000"/>
            </a:spcAft>
            <a:buNone/>
          </a:pPr>
          <a:r>
            <a:rPr lang="en-IN" sz="1800" b="1" kern="1200" dirty="0">
              <a:latin typeface="Comic Sans MS" panose="030F0702030302020204" pitchFamily="66" charset="0"/>
            </a:rPr>
            <a:t>Easy Bug Fixing</a:t>
          </a:r>
          <a:endParaRPr lang="en-US" sz="1800" kern="1200" dirty="0">
            <a:latin typeface="Comic Sans MS" panose="030F0702030302020204" pitchFamily="66" charset="0"/>
          </a:endParaRPr>
        </a:p>
      </dsp:txBody>
      <dsp:txXfrm>
        <a:off x="477027" y="1034465"/>
        <a:ext cx="9907943" cy="413010"/>
      </dsp:txXfrm>
    </dsp:sp>
    <dsp:sp modelId="{53A4A937-F9A8-4306-A755-0272E4D22BA0}">
      <dsp:nvSpPr>
        <dsp:cNvPr id="0" name=""/>
        <dsp:cNvSpPr/>
      </dsp:nvSpPr>
      <dsp:spPr>
        <a:xfrm>
          <a:off x="0" y="1550728"/>
          <a:ext cx="10384970" cy="4130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22656A-E5C6-4070-80C9-E57C8976E0CF}">
      <dsp:nvSpPr>
        <dsp:cNvPr id="0" name=""/>
        <dsp:cNvSpPr/>
      </dsp:nvSpPr>
      <dsp:spPr>
        <a:xfrm>
          <a:off x="124935" y="1643656"/>
          <a:ext cx="227155" cy="22715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2A936A-CAFB-44A9-9342-1B06D326F329}">
      <dsp:nvSpPr>
        <dsp:cNvPr id="0" name=""/>
        <dsp:cNvSpPr/>
      </dsp:nvSpPr>
      <dsp:spPr>
        <a:xfrm>
          <a:off x="477027" y="1550728"/>
          <a:ext cx="9907943" cy="4130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3710" tIns="43710" rIns="43710" bIns="43710" numCol="1" spcCol="1270" anchor="ctr" anchorCtr="0">
          <a:noAutofit/>
        </a:bodyPr>
        <a:lstStyle/>
        <a:p>
          <a:pPr marL="0" lvl="0" indent="0" algn="l" defTabSz="800100">
            <a:lnSpc>
              <a:spcPct val="100000"/>
            </a:lnSpc>
            <a:spcBef>
              <a:spcPct val="0"/>
            </a:spcBef>
            <a:spcAft>
              <a:spcPct val="35000"/>
            </a:spcAft>
            <a:buNone/>
          </a:pPr>
          <a:r>
            <a:rPr lang="en-IN" sz="1800" b="1" kern="1200" dirty="0">
              <a:latin typeface="Comic Sans MS" panose="030F0702030302020204" pitchFamily="66" charset="0"/>
            </a:rPr>
            <a:t>Quality Improvement</a:t>
          </a:r>
          <a:endParaRPr lang="en-US" sz="1800" kern="1200" dirty="0">
            <a:latin typeface="Comic Sans MS" panose="030F0702030302020204" pitchFamily="66" charset="0"/>
          </a:endParaRPr>
        </a:p>
      </dsp:txBody>
      <dsp:txXfrm>
        <a:off x="477027" y="1550728"/>
        <a:ext cx="9907943" cy="413010"/>
      </dsp:txXfrm>
    </dsp:sp>
    <dsp:sp modelId="{C7CC2C8D-D30F-4BE5-AF10-385EBB80F367}">
      <dsp:nvSpPr>
        <dsp:cNvPr id="0" name=""/>
        <dsp:cNvSpPr/>
      </dsp:nvSpPr>
      <dsp:spPr>
        <a:xfrm>
          <a:off x="0" y="2066992"/>
          <a:ext cx="10384970" cy="4130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734F8C-614A-436B-9CEF-9791B28A5AFA}">
      <dsp:nvSpPr>
        <dsp:cNvPr id="0" name=""/>
        <dsp:cNvSpPr/>
      </dsp:nvSpPr>
      <dsp:spPr>
        <a:xfrm>
          <a:off x="124935" y="2159919"/>
          <a:ext cx="227155" cy="22715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21EEB9-A150-4CE6-93F2-EA4C6C858DCB}">
      <dsp:nvSpPr>
        <dsp:cNvPr id="0" name=""/>
        <dsp:cNvSpPr/>
      </dsp:nvSpPr>
      <dsp:spPr>
        <a:xfrm>
          <a:off x="477027" y="2066992"/>
          <a:ext cx="9907943" cy="4130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3710" tIns="43710" rIns="43710" bIns="43710" numCol="1" spcCol="1270" anchor="ctr" anchorCtr="0">
          <a:noAutofit/>
        </a:bodyPr>
        <a:lstStyle/>
        <a:p>
          <a:pPr marL="0" lvl="0" indent="0" algn="l" defTabSz="800100">
            <a:lnSpc>
              <a:spcPct val="100000"/>
            </a:lnSpc>
            <a:spcBef>
              <a:spcPct val="0"/>
            </a:spcBef>
            <a:spcAft>
              <a:spcPct val="35000"/>
            </a:spcAft>
            <a:buNone/>
          </a:pPr>
          <a:r>
            <a:rPr lang="en-IN" sz="1800" b="1" kern="1200" dirty="0">
              <a:latin typeface="Comic Sans MS" panose="030F0702030302020204" pitchFamily="66" charset="0"/>
            </a:rPr>
            <a:t>Cost Efficiency</a:t>
          </a:r>
          <a:endParaRPr lang="en-US" sz="1800" kern="1200" dirty="0">
            <a:latin typeface="Comic Sans MS" panose="030F0702030302020204" pitchFamily="66" charset="0"/>
          </a:endParaRPr>
        </a:p>
      </dsp:txBody>
      <dsp:txXfrm>
        <a:off x="477027" y="2066992"/>
        <a:ext cx="9907943" cy="4130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9881E8-2288-43D6-9B28-6208BB57F5AF}">
      <dsp:nvSpPr>
        <dsp:cNvPr id="0" name=""/>
        <dsp:cNvSpPr/>
      </dsp:nvSpPr>
      <dsp:spPr>
        <a:xfrm>
          <a:off x="0" y="1018"/>
          <a:ext cx="5913437" cy="93498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935669C0-3A61-45C1-B3EA-338C0316EB67}">
      <dsp:nvSpPr>
        <dsp:cNvPr id="0" name=""/>
        <dsp:cNvSpPr/>
      </dsp:nvSpPr>
      <dsp:spPr>
        <a:xfrm>
          <a:off x="266935" y="225839"/>
          <a:ext cx="485337" cy="4853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DD43BCF8-8B3D-4844-A789-57CF901ED007}">
      <dsp:nvSpPr>
        <dsp:cNvPr id="0" name=""/>
        <dsp:cNvSpPr/>
      </dsp:nvSpPr>
      <dsp:spPr>
        <a:xfrm>
          <a:off x="1019208" y="27292"/>
          <a:ext cx="4894228" cy="8824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91" tIns="93391" rIns="93391" bIns="93391" numCol="1" spcCol="1270" anchor="ctr" anchorCtr="0">
          <a:noAutofit/>
        </a:bodyPr>
        <a:lstStyle/>
        <a:p>
          <a:pPr marL="0" lvl="0" indent="0" algn="l" defTabSz="844550">
            <a:lnSpc>
              <a:spcPct val="100000"/>
            </a:lnSpc>
            <a:spcBef>
              <a:spcPct val="0"/>
            </a:spcBef>
            <a:spcAft>
              <a:spcPct val="35000"/>
            </a:spcAft>
            <a:buNone/>
          </a:pPr>
          <a:r>
            <a:rPr lang="en-US" sz="1900" b="0" i="0" kern="1200" dirty="0">
              <a:latin typeface="Comic Sans MS" panose="030F0702030302020204" pitchFamily="66" charset="0"/>
            </a:rPr>
            <a:t>Helps in ensuring the software fulfills user needs</a:t>
          </a:r>
          <a:endParaRPr lang="en-US" sz="1900" kern="1200" dirty="0">
            <a:latin typeface="Comic Sans MS" panose="030F0702030302020204" pitchFamily="66" charset="0"/>
          </a:endParaRPr>
        </a:p>
      </dsp:txBody>
      <dsp:txXfrm>
        <a:off x="1019208" y="27292"/>
        <a:ext cx="4894228" cy="882431"/>
      </dsp:txXfrm>
    </dsp:sp>
    <dsp:sp modelId="{238D41D7-2B3C-4A07-A5D8-D052C0294253}">
      <dsp:nvSpPr>
        <dsp:cNvPr id="0" name=""/>
        <dsp:cNvSpPr/>
      </dsp:nvSpPr>
      <dsp:spPr>
        <a:xfrm>
          <a:off x="0" y="1156606"/>
          <a:ext cx="5913437" cy="88243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29DC6770-0DF1-4595-A9DA-3A369B6C7031}">
      <dsp:nvSpPr>
        <dsp:cNvPr id="0" name=""/>
        <dsp:cNvSpPr/>
      </dsp:nvSpPr>
      <dsp:spPr>
        <a:xfrm>
          <a:off x="266935" y="1355153"/>
          <a:ext cx="485337" cy="4853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3E4CE539-DA8D-4589-8DBD-1615439490F9}">
      <dsp:nvSpPr>
        <dsp:cNvPr id="0" name=""/>
        <dsp:cNvSpPr/>
      </dsp:nvSpPr>
      <dsp:spPr>
        <a:xfrm>
          <a:off x="1019208" y="1156606"/>
          <a:ext cx="4894228" cy="8824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91" tIns="93391" rIns="93391" bIns="93391" numCol="1" spcCol="1270" anchor="ctr" anchorCtr="0">
          <a:noAutofit/>
        </a:bodyPr>
        <a:lstStyle/>
        <a:p>
          <a:pPr marL="0" lvl="0" indent="0" algn="l" defTabSz="844550">
            <a:lnSpc>
              <a:spcPct val="100000"/>
            </a:lnSpc>
            <a:spcBef>
              <a:spcPct val="0"/>
            </a:spcBef>
            <a:spcAft>
              <a:spcPct val="35000"/>
            </a:spcAft>
            <a:buNone/>
          </a:pPr>
          <a:r>
            <a:rPr lang="en-US" sz="1900" b="0" i="0" kern="1200" dirty="0">
              <a:latin typeface="Comic Sans MS" panose="030F0702030302020204" pitchFamily="66" charset="0"/>
            </a:rPr>
            <a:t>Helps identify functional issues early on</a:t>
          </a:r>
          <a:endParaRPr lang="en-US" sz="1900" kern="1200" dirty="0">
            <a:latin typeface="Comic Sans MS" panose="030F0702030302020204" pitchFamily="66" charset="0"/>
          </a:endParaRPr>
        </a:p>
      </dsp:txBody>
      <dsp:txXfrm>
        <a:off x="1019208" y="1156606"/>
        <a:ext cx="4894228" cy="882431"/>
      </dsp:txXfrm>
    </dsp:sp>
    <dsp:sp modelId="{EFBAB340-E110-41DF-B664-22D9450B9541}">
      <dsp:nvSpPr>
        <dsp:cNvPr id="0" name=""/>
        <dsp:cNvSpPr/>
      </dsp:nvSpPr>
      <dsp:spPr>
        <a:xfrm>
          <a:off x="0" y="2259646"/>
          <a:ext cx="5913437" cy="111109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7B4FD163-3E92-42D3-ACE2-20B4CA35519A}">
      <dsp:nvSpPr>
        <dsp:cNvPr id="0" name=""/>
        <dsp:cNvSpPr/>
      </dsp:nvSpPr>
      <dsp:spPr>
        <a:xfrm>
          <a:off x="266935" y="2572525"/>
          <a:ext cx="485337" cy="48533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217C2D45-738C-42EC-ADEB-B6C12CEF2419}">
      <dsp:nvSpPr>
        <dsp:cNvPr id="0" name=""/>
        <dsp:cNvSpPr/>
      </dsp:nvSpPr>
      <dsp:spPr>
        <a:xfrm>
          <a:off x="1019208" y="2373978"/>
          <a:ext cx="4894228" cy="8824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91" tIns="93391" rIns="93391" bIns="93391" numCol="1" spcCol="1270" anchor="ctr" anchorCtr="0">
          <a:noAutofit/>
        </a:bodyPr>
        <a:lstStyle/>
        <a:p>
          <a:pPr marL="0" lvl="0" indent="0" algn="l" defTabSz="844550">
            <a:lnSpc>
              <a:spcPct val="100000"/>
            </a:lnSpc>
            <a:spcBef>
              <a:spcPct val="0"/>
            </a:spcBef>
            <a:spcAft>
              <a:spcPct val="35000"/>
            </a:spcAft>
            <a:buNone/>
          </a:pPr>
          <a:r>
            <a:rPr lang="en-US" sz="1900" b="0" i="0" kern="1200" dirty="0">
              <a:latin typeface="Comic Sans MS" panose="030F0702030302020204" pitchFamily="66" charset="0"/>
            </a:rPr>
            <a:t>Enhances application quality and user experience</a:t>
          </a:r>
          <a:endParaRPr lang="en-US" sz="1900" kern="1200" dirty="0">
            <a:latin typeface="Comic Sans MS" panose="030F0702030302020204" pitchFamily="66" charset="0"/>
          </a:endParaRPr>
        </a:p>
      </dsp:txBody>
      <dsp:txXfrm>
        <a:off x="1019208" y="2373978"/>
        <a:ext cx="4894228" cy="882431"/>
      </dsp:txXfrm>
    </dsp:sp>
    <dsp:sp modelId="{8E8B9477-802D-4A56-9570-577AAE29B1AF}">
      <dsp:nvSpPr>
        <dsp:cNvPr id="0" name=""/>
        <dsp:cNvSpPr/>
      </dsp:nvSpPr>
      <dsp:spPr>
        <a:xfrm>
          <a:off x="0" y="3591350"/>
          <a:ext cx="5913437" cy="88243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2CA98C8B-1C6B-43E4-BE83-A86F61A1C7C6}">
      <dsp:nvSpPr>
        <dsp:cNvPr id="0" name=""/>
        <dsp:cNvSpPr/>
      </dsp:nvSpPr>
      <dsp:spPr>
        <a:xfrm>
          <a:off x="266935" y="3789897"/>
          <a:ext cx="485337" cy="48533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BA0D49C7-2193-465A-9DDE-2BD04F7A2902}">
      <dsp:nvSpPr>
        <dsp:cNvPr id="0" name=""/>
        <dsp:cNvSpPr/>
      </dsp:nvSpPr>
      <dsp:spPr>
        <a:xfrm>
          <a:off x="1019208" y="3591350"/>
          <a:ext cx="4894228" cy="8824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91" tIns="93391" rIns="93391" bIns="93391" numCol="1" spcCol="1270" anchor="ctr" anchorCtr="0">
          <a:noAutofit/>
        </a:bodyPr>
        <a:lstStyle/>
        <a:p>
          <a:pPr marL="0" lvl="0" indent="0" algn="l" defTabSz="844550">
            <a:lnSpc>
              <a:spcPct val="100000"/>
            </a:lnSpc>
            <a:spcBef>
              <a:spcPct val="0"/>
            </a:spcBef>
            <a:spcAft>
              <a:spcPct val="35000"/>
            </a:spcAft>
            <a:buNone/>
          </a:pPr>
          <a:r>
            <a:rPr lang="en-US" sz="1900" b="0" i="0" kern="1200" dirty="0">
              <a:latin typeface="Comic Sans MS" panose="030F0702030302020204" pitchFamily="66" charset="0"/>
            </a:rPr>
            <a:t>Ensures application compatibility across different platforms</a:t>
          </a:r>
          <a:endParaRPr lang="en-US" sz="1900" kern="1200" dirty="0">
            <a:latin typeface="Comic Sans MS" panose="030F0702030302020204" pitchFamily="66" charset="0"/>
          </a:endParaRPr>
        </a:p>
      </dsp:txBody>
      <dsp:txXfrm>
        <a:off x="1019208" y="3591350"/>
        <a:ext cx="4894228" cy="882431"/>
      </dsp:txXfrm>
    </dsp:sp>
    <dsp:sp modelId="{D8879327-97B0-446F-8278-D0B75273C885}">
      <dsp:nvSpPr>
        <dsp:cNvPr id="0" name=""/>
        <dsp:cNvSpPr/>
      </dsp:nvSpPr>
      <dsp:spPr>
        <a:xfrm>
          <a:off x="0" y="4694390"/>
          <a:ext cx="5913437" cy="88243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55C92E80-0B1A-4795-A9FE-A77C9378858C}">
      <dsp:nvSpPr>
        <dsp:cNvPr id="0" name=""/>
        <dsp:cNvSpPr/>
      </dsp:nvSpPr>
      <dsp:spPr>
        <a:xfrm>
          <a:off x="266935" y="4892937"/>
          <a:ext cx="485337" cy="48533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3E088840-255F-48F9-99A9-6F36F0D19E36}">
      <dsp:nvSpPr>
        <dsp:cNvPr id="0" name=""/>
        <dsp:cNvSpPr/>
      </dsp:nvSpPr>
      <dsp:spPr>
        <a:xfrm>
          <a:off x="1019208" y="4694390"/>
          <a:ext cx="4894228" cy="8824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91" tIns="93391" rIns="93391" bIns="93391" numCol="1" spcCol="1270" anchor="ctr" anchorCtr="0">
          <a:noAutofit/>
        </a:bodyPr>
        <a:lstStyle/>
        <a:p>
          <a:pPr marL="0" lvl="0" indent="0" algn="l" defTabSz="844550">
            <a:lnSpc>
              <a:spcPct val="100000"/>
            </a:lnSpc>
            <a:spcBef>
              <a:spcPct val="0"/>
            </a:spcBef>
            <a:spcAft>
              <a:spcPct val="35000"/>
            </a:spcAft>
            <a:buNone/>
          </a:pPr>
          <a:r>
            <a:rPr lang="en-US" sz="1900" b="0" i="0" kern="1200" dirty="0">
              <a:latin typeface="Comic Sans MS" panose="030F0702030302020204" pitchFamily="66" charset="0"/>
            </a:rPr>
            <a:t>Verifies user workflows and interactions</a:t>
          </a:r>
          <a:endParaRPr lang="en-US" sz="1900" kern="1200" dirty="0">
            <a:latin typeface="Comic Sans MS" panose="030F0702030302020204" pitchFamily="66" charset="0"/>
          </a:endParaRPr>
        </a:p>
      </dsp:txBody>
      <dsp:txXfrm>
        <a:off x="1019208" y="4694390"/>
        <a:ext cx="4894228" cy="88243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C53CD2-7A12-42F0-B563-092B765CECEF}">
      <dsp:nvSpPr>
        <dsp:cNvPr id="0" name=""/>
        <dsp:cNvSpPr/>
      </dsp:nvSpPr>
      <dsp:spPr>
        <a:xfrm>
          <a:off x="0" y="3276811"/>
          <a:ext cx="10770507" cy="71688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IN" sz="1500" kern="1200">
              <a:latin typeface="Comic Sans MS" panose="030F0702030302020204" pitchFamily="66" charset="0"/>
            </a:rPr>
            <a:t>Types of system testing:</a:t>
          </a:r>
          <a:endParaRPr lang="en-US" sz="1500" kern="1200">
            <a:latin typeface="Comic Sans MS" panose="030F0702030302020204" pitchFamily="66" charset="0"/>
          </a:endParaRPr>
        </a:p>
      </dsp:txBody>
      <dsp:txXfrm>
        <a:off x="0" y="3276811"/>
        <a:ext cx="10770507" cy="387118"/>
      </dsp:txXfrm>
    </dsp:sp>
    <dsp:sp modelId="{3EDADCE8-6DE0-466B-A44E-D1EA300B73E0}">
      <dsp:nvSpPr>
        <dsp:cNvPr id="0" name=""/>
        <dsp:cNvSpPr/>
      </dsp:nvSpPr>
      <dsp:spPr>
        <a:xfrm>
          <a:off x="0" y="3649592"/>
          <a:ext cx="2692626" cy="329767"/>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9050" rIns="106680" bIns="19050" numCol="1" spcCol="1270" anchor="ctr" anchorCtr="0">
          <a:noAutofit/>
        </a:bodyPr>
        <a:lstStyle/>
        <a:p>
          <a:pPr marL="0" lvl="0" indent="0" algn="ctr" defTabSz="666750">
            <a:lnSpc>
              <a:spcPct val="90000"/>
            </a:lnSpc>
            <a:spcBef>
              <a:spcPct val="0"/>
            </a:spcBef>
            <a:spcAft>
              <a:spcPct val="35000"/>
            </a:spcAft>
            <a:buNone/>
          </a:pPr>
          <a:r>
            <a:rPr lang="en-IN" sz="1500" kern="1200">
              <a:latin typeface="Comic Sans MS" panose="030F0702030302020204" pitchFamily="66" charset="0"/>
            </a:rPr>
            <a:t>Functional Testing</a:t>
          </a:r>
          <a:endParaRPr lang="en-US" sz="1500" kern="1200">
            <a:latin typeface="Comic Sans MS" panose="030F0702030302020204" pitchFamily="66" charset="0"/>
          </a:endParaRPr>
        </a:p>
      </dsp:txBody>
      <dsp:txXfrm>
        <a:off x="0" y="3649592"/>
        <a:ext cx="2692626" cy="329767"/>
      </dsp:txXfrm>
    </dsp:sp>
    <dsp:sp modelId="{66ECFFEF-7D7C-40B0-8789-57A47754C3F7}">
      <dsp:nvSpPr>
        <dsp:cNvPr id="0" name=""/>
        <dsp:cNvSpPr/>
      </dsp:nvSpPr>
      <dsp:spPr>
        <a:xfrm>
          <a:off x="2692626" y="3649592"/>
          <a:ext cx="2692626" cy="329767"/>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9050" rIns="106680" bIns="19050" numCol="1" spcCol="1270" anchor="ctr" anchorCtr="0">
          <a:noAutofit/>
        </a:bodyPr>
        <a:lstStyle/>
        <a:p>
          <a:pPr marL="0" lvl="0" indent="0" algn="ctr" defTabSz="666750">
            <a:lnSpc>
              <a:spcPct val="90000"/>
            </a:lnSpc>
            <a:spcBef>
              <a:spcPct val="0"/>
            </a:spcBef>
            <a:spcAft>
              <a:spcPct val="35000"/>
            </a:spcAft>
            <a:buNone/>
          </a:pPr>
          <a:r>
            <a:rPr lang="en-IN" sz="1500" kern="1200">
              <a:latin typeface="Comic Sans MS" panose="030F0702030302020204" pitchFamily="66" charset="0"/>
            </a:rPr>
            <a:t>Non Functional Testing</a:t>
          </a:r>
          <a:endParaRPr lang="en-US" sz="1500" kern="1200">
            <a:latin typeface="Comic Sans MS" panose="030F0702030302020204" pitchFamily="66" charset="0"/>
          </a:endParaRPr>
        </a:p>
      </dsp:txBody>
      <dsp:txXfrm>
        <a:off x="2692626" y="3649592"/>
        <a:ext cx="2692626" cy="329767"/>
      </dsp:txXfrm>
    </dsp:sp>
    <dsp:sp modelId="{A0AD1930-A544-4E9F-8390-A7A5A1F4B466}">
      <dsp:nvSpPr>
        <dsp:cNvPr id="0" name=""/>
        <dsp:cNvSpPr/>
      </dsp:nvSpPr>
      <dsp:spPr>
        <a:xfrm>
          <a:off x="5385253" y="3649592"/>
          <a:ext cx="2692626" cy="329767"/>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9050" rIns="106680" bIns="19050" numCol="1" spcCol="1270" anchor="ctr" anchorCtr="0">
          <a:noAutofit/>
        </a:bodyPr>
        <a:lstStyle/>
        <a:p>
          <a:pPr marL="0" lvl="0" indent="0" algn="ctr" defTabSz="666750">
            <a:lnSpc>
              <a:spcPct val="90000"/>
            </a:lnSpc>
            <a:spcBef>
              <a:spcPct val="0"/>
            </a:spcBef>
            <a:spcAft>
              <a:spcPct val="35000"/>
            </a:spcAft>
            <a:buNone/>
          </a:pPr>
          <a:r>
            <a:rPr lang="en-IN" sz="1500" kern="1200">
              <a:latin typeface="Comic Sans MS" panose="030F0702030302020204" pitchFamily="66" charset="0"/>
            </a:rPr>
            <a:t>UI Testing</a:t>
          </a:r>
          <a:endParaRPr lang="en-US" sz="1500" kern="1200">
            <a:latin typeface="Comic Sans MS" panose="030F0702030302020204" pitchFamily="66" charset="0"/>
          </a:endParaRPr>
        </a:p>
      </dsp:txBody>
      <dsp:txXfrm>
        <a:off x="5385253" y="3649592"/>
        <a:ext cx="2692626" cy="329767"/>
      </dsp:txXfrm>
    </dsp:sp>
    <dsp:sp modelId="{D95C2772-4023-476B-A7EB-F865322BBC23}">
      <dsp:nvSpPr>
        <dsp:cNvPr id="0" name=""/>
        <dsp:cNvSpPr/>
      </dsp:nvSpPr>
      <dsp:spPr>
        <a:xfrm>
          <a:off x="8077880" y="3649592"/>
          <a:ext cx="2692626" cy="329767"/>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9050" rIns="106680" bIns="19050" numCol="1" spcCol="1270" anchor="ctr" anchorCtr="0">
          <a:noAutofit/>
        </a:bodyPr>
        <a:lstStyle/>
        <a:p>
          <a:pPr marL="0" lvl="0" indent="0" algn="ctr" defTabSz="666750">
            <a:lnSpc>
              <a:spcPct val="90000"/>
            </a:lnSpc>
            <a:spcBef>
              <a:spcPct val="0"/>
            </a:spcBef>
            <a:spcAft>
              <a:spcPct val="35000"/>
            </a:spcAft>
            <a:buNone/>
          </a:pPr>
          <a:r>
            <a:rPr lang="en-IN" sz="1500" kern="1200">
              <a:latin typeface="Comic Sans MS" panose="030F0702030302020204" pitchFamily="66" charset="0"/>
            </a:rPr>
            <a:t>Usability Testing</a:t>
          </a:r>
          <a:endParaRPr lang="en-US" sz="1500" kern="1200">
            <a:latin typeface="Comic Sans MS" panose="030F0702030302020204" pitchFamily="66" charset="0"/>
          </a:endParaRPr>
        </a:p>
      </dsp:txBody>
      <dsp:txXfrm>
        <a:off x="8077880" y="3649592"/>
        <a:ext cx="2692626" cy="329767"/>
      </dsp:txXfrm>
    </dsp:sp>
    <dsp:sp modelId="{5C4B991D-1079-4BFB-A576-CB3E45BDD390}">
      <dsp:nvSpPr>
        <dsp:cNvPr id="0" name=""/>
        <dsp:cNvSpPr/>
      </dsp:nvSpPr>
      <dsp:spPr>
        <a:xfrm rot="10800000">
          <a:off x="0" y="2184993"/>
          <a:ext cx="10770507" cy="1102571"/>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kern="1200">
              <a:latin typeface="Comic Sans MS" panose="030F0702030302020204" pitchFamily="66" charset="0"/>
            </a:rPr>
            <a:t>Testing the software's behavior in real-world conditions.</a:t>
          </a:r>
        </a:p>
      </dsp:txBody>
      <dsp:txXfrm rot="10800000">
        <a:off x="0" y="2184993"/>
        <a:ext cx="10770507" cy="716418"/>
      </dsp:txXfrm>
    </dsp:sp>
    <dsp:sp modelId="{942C5D88-C445-4411-A2A1-84BF7DA28512}">
      <dsp:nvSpPr>
        <dsp:cNvPr id="0" name=""/>
        <dsp:cNvSpPr/>
      </dsp:nvSpPr>
      <dsp:spPr>
        <a:xfrm rot="10800000">
          <a:off x="0" y="1093175"/>
          <a:ext cx="10770507" cy="1102571"/>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kern="1200">
              <a:latin typeface="Comic Sans MS" panose="030F0702030302020204" pitchFamily="66" charset="0"/>
            </a:rPr>
            <a:t>Verifying both functional and non-functional requirements.</a:t>
          </a:r>
        </a:p>
      </dsp:txBody>
      <dsp:txXfrm rot="10800000">
        <a:off x="0" y="1093175"/>
        <a:ext cx="10770507" cy="716418"/>
      </dsp:txXfrm>
    </dsp:sp>
    <dsp:sp modelId="{16925AA9-28F7-420E-9B4D-366AAF0825C9}">
      <dsp:nvSpPr>
        <dsp:cNvPr id="0" name=""/>
        <dsp:cNvSpPr/>
      </dsp:nvSpPr>
      <dsp:spPr>
        <a:xfrm rot="10800000">
          <a:off x="0" y="1358"/>
          <a:ext cx="10770507" cy="1102571"/>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kern="1200">
              <a:latin typeface="Comic Sans MS" panose="030F0702030302020204" pitchFamily="66" charset="0"/>
            </a:rPr>
            <a:t>Full end-to-end testing of the software performed on the complete system.</a:t>
          </a:r>
        </a:p>
      </dsp:txBody>
      <dsp:txXfrm rot="10800000">
        <a:off x="0" y="1358"/>
        <a:ext cx="10770507" cy="71641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30F5A08-7575-F725-BFF1-D935F90F92AC}"/>
              </a:ext>
            </a:extLst>
          </p:cNvPr>
          <p:cNvSpPr>
            <a:spLocks noGrp="1"/>
          </p:cNvSpPr>
          <p:nvPr>
            <p:ph type="dt" sz="quarter" idx="1"/>
          </p:nvPr>
        </p:nvSpPr>
        <p:spPr>
          <a:xfrm>
            <a:off x="2743200" y="8778240"/>
            <a:ext cx="685800" cy="186772"/>
          </a:xfrm>
          <a:prstGeom prst="rect">
            <a:avLst/>
          </a:prstGeom>
        </p:spPr>
        <p:txBody>
          <a:bodyPr vert="horz" lIns="0" tIns="0" rIns="0" bIns="0" rtlCol="0" anchor="ctr"/>
          <a:lstStyle>
            <a:lvl1pPr algn="r">
              <a:defRPr sz="1200"/>
            </a:lvl1pPr>
          </a:lstStyle>
          <a:p>
            <a:pPr algn="l"/>
            <a:fld id="{29AC45B9-84CC-40E1-828C-10F71E33992E}" type="datetimeFigureOut">
              <a:rPr lang="en-US" sz="700" smtClean="0"/>
              <a:pPr algn="l"/>
              <a:t>1/11/2026</a:t>
            </a:fld>
            <a:endParaRPr lang="en-US" sz="700" dirty="0"/>
          </a:p>
        </p:txBody>
      </p:sp>
      <p:sp>
        <p:nvSpPr>
          <p:cNvPr id="4" name="Footer Placeholder 3">
            <a:extLst>
              <a:ext uri="{FF2B5EF4-FFF2-40B4-BE49-F238E27FC236}">
                <a16:creationId xmlns:a16="http://schemas.microsoft.com/office/drawing/2014/main" id="{37A56218-DB2F-0418-99B8-6A1ACC2C9AFC}"/>
              </a:ext>
            </a:extLst>
          </p:cNvPr>
          <p:cNvSpPr>
            <a:spLocks noGrp="1"/>
          </p:cNvSpPr>
          <p:nvPr>
            <p:ph type="ftr" sz="quarter" idx="2"/>
          </p:nvPr>
        </p:nvSpPr>
        <p:spPr>
          <a:xfrm>
            <a:off x="1005840" y="8778240"/>
            <a:ext cx="1645920" cy="186772"/>
          </a:xfrm>
          <a:prstGeom prst="rect">
            <a:avLst/>
          </a:prstGeom>
        </p:spPr>
        <p:txBody>
          <a:bodyPr vert="horz" lIns="0" tIns="0" rIns="0" bIns="0" rtlCol="0" anchor="ctr"/>
          <a:lstStyle>
            <a:lvl1pPr algn="l">
              <a:defRPr sz="1200"/>
            </a:lvl1pPr>
          </a:lstStyle>
          <a:p>
            <a:r>
              <a:rPr lang="en-US" sz="700" dirty="0"/>
              <a:t>© 2024 Cognizant | Private</a:t>
            </a:r>
          </a:p>
        </p:txBody>
      </p:sp>
      <p:sp>
        <p:nvSpPr>
          <p:cNvPr id="5" name="Slide Number Placeholder 4">
            <a:extLst>
              <a:ext uri="{FF2B5EF4-FFF2-40B4-BE49-F238E27FC236}">
                <a16:creationId xmlns:a16="http://schemas.microsoft.com/office/drawing/2014/main" id="{E623B4F1-BEDD-220B-3FE3-DF0A0400F465}"/>
              </a:ext>
            </a:extLst>
          </p:cNvPr>
          <p:cNvSpPr>
            <a:spLocks noGrp="1"/>
          </p:cNvSpPr>
          <p:nvPr>
            <p:ph type="sldNum" sz="quarter" idx="3"/>
          </p:nvPr>
        </p:nvSpPr>
        <p:spPr>
          <a:xfrm>
            <a:off x="457200" y="8778240"/>
            <a:ext cx="457200" cy="186772"/>
          </a:xfrm>
          <a:prstGeom prst="rect">
            <a:avLst/>
          </a:prstGeom>
        </p:spPr>
        <p:txBody>
          <a:bodyPr vert="horz" lIns="0" tIns="0" rIns="0" bIns="0" rtlCol="0" anchor="ctr"/>
          <a:lstStyle>
            <a:lvl1pPr algn="r">
              <a:defRPr sz="1200"/>
            </a:lvl1pPr>
          </a:lstStyle>
          <a:p>
            <a:pPr algn="l"/>
            <a:fld id="{885E0265-FDA2-4E8C-937F-39DAB9288447}" type="slidenum">
              <a:rPr lang="en-US" sz="700" smtClean="0"/>
              <a:pPr algn="l"/>
              <a:t>‹#›</a:t>
            </a:fld>
            <a:endParaRPr lang="en-US" sz="700" dirty="0"/>
          </a:p>
        </p:txBody>
      </p:sp>
      <p:pic>
        <p:nvPicPr>
          <p:cNvPr id="6" name="Cognizant Logo_rgb_pos_2023">
            <a:extLst>
              <a:ext uri="{FF2B5EF4-FFF2-40B4-BE49-F238E27FC236}">
                <a16:creationId xmlns:a16="http://schemas.microsoft.com/office/drawing/2014/main" id="{77CDF549-6216-3CBB-4649-15E94847D7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Tree>
    <p:extLst>
      <p:ext uri="{BB962C8B-B14F-4D97-AF65-F5344CB8AC3E}">
        <p14:creationId xmlns:p14="http://schemas.microsoft.com/office/powerpoint/2010/main" val="2023093806"/>
      </p:ext>
    </p:extLst>
  </p:cSld>
  <p:clrMap bg1="lt1" tx1="dk1" bg2="lt2" tx2="dk2" accent1="accent1" accent2="accent2" accent3="accent3" accent4="accent4" accent5="accent5" accent6="accent6" hlink="hlink" folHlink="folHlink"/>
  <p:hf dt="0"/>
  <p:extLst>
    <p:ext uri="{56416CCD-93CA-4268-BC5B-53C4BB910035}">
      <p15:sldGuideLst xmlns:p15="http://schemas.microsoft.com/office/powerpoint/2012/main">
        <p15:guide id="1" orient="horz" pos="288" userDrawn="1">
          <p15:clr>
            <a:srgbClr val="F26B43"/>
          </p15:clr>
        </p15:guide>
        <p15:guide id="2" pos="4008" userDrawn="1">
          <p15:clr>
            <a:srgbClr val="F26B43"/>
          </p15:clr>
        </p15:guide>
        <p15:guide id="3" pos="28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2743200" y="8778240"/>
            <a:ext cx="685800" cy="182880"/>
          </a:xfrm>
          <a:prstGeom prst="rect">
            <a:avLst/>
          </a:prstGeom>
        </p:spPr>
        <p:txBody>
          <a:bodyPr vert="horz" lIns="0" tIns="0" rIns="0" bIns="0" rtlCol="0" anchor="ctr"/>
          <a:lstStyle>
            <a:lvl1pPr algn="just">
              <a:defRPr sz="700">
                <a:solidFill>
                  <a:schemeClr val="tx1"/>
                </a:solidFill>
              </a:defRPr>
            </a:lvl1pPr>
          </a:lstStyle>
          <a:p>
            <a:fld id="{77F90463-ABF8-694C-8BD0-274F394D1536}" type="datetimeFigureOut">
              <a:rPr lang="en-US" smtClean="0"/>
              <a:pPr/>
              <a:t>1/11/2026</a:t>
            </a:fld>
            <a:endParaRPr lang="en-US" dirty="0"/>
          </a:p>
        </p:txBody>
      </p:sp>
      <p:sp>
        <p:nvSpPr>
          <p:cNvPr id="4" name="Slide Image Placeholder 3"/>
          <p:cNvSpPr>
            <a:spLocks noGrp="1" noRot="1" noChangeAspect="1"/>
          </p:cNvSpPr>
          <p:nvPr>
            <p:ph type="sldImg" idx="2"/>
          </p:nvPr>
        </p:nvSpPr>
        <p:spPr>
          <a:xfrm>
            <a:off x="685800" y="685800"/>
            <a:ext cx="5486400" cy="3086100"/>
          </a:xfrm>
          <a:prstGeom prst="rect">
            <a:avLst/>
          </a:prstGeom>
          <a:noFill/>
          <a:ln w="6350">
            <a:solidFill>
              <a:schemeClr val="accent6"/>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003766"/>
            <a:ext cx="5486400" cy="4572000"/>
          </a:xfrm>
          <a:prstGeom prst="rect">
            <a:avLst/>
          </a:prstGeom>
        </p:spPr>
        <p:txBody>
          <a:bodyPr vert="horz" lIns="0" tIns="0" rIns="0" bIns="0" numCol="2" spcCol="45720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Footer Placeholder 5"/>
          <p:cNvSpPr>
            <a:spLocks noGrp="1"/>
          </p:cNvSpPr>
          <p:nvPr>
            <p:ph type="ftr" sz="quarter" idx="4"/>
          </p:nvPr>
        </p:nvSpPr>
        <p:spPr>
          <a:xfrm>
            <a:off x="1005839" y="8778240"/>
            <a:ext cx="1645920" cy="182880"/>
          </a:xfrm>
          <a:prstGeom prst="rect">
            <a:avLst/>
          </a:prstGeom>
        </p:spPr>
        <p:txBody>
          <a:bodyPr vert="horz" lIns="0" tIns="0" rIns="0" bIns="0" rtlCol="0" anchor="ctr"/>
          <a:lstStyle>
            <a:lvl1pPr algn="l">
              <a:defRPr sz="700">
                <a:solidFill>
                  <a:schemeClr val="tx1"/>
                </a:solidFill>
              </a:defRPr>
            </a:lvl1pPr>
          </a:lstStyle>
          <a:p>
            <a:r>
              <a:rPr lang="en-US" dirty="0"/>
              <a:t>© 2024 Cognizant | Private</a:t>
            </a:r>
          </a:p>
        </p:txBody>
      </p:sp>
      <p:sp>
        <p:nvSpPr>
          <p:cNvPr id="7" name="Slide Number Placeholder 6"/>
          <p:cNvSpPr>
            <a:spLocks noGrp="1"/>
          </p:cNvSpPr>
          <p:nvPr>
            <p:ph type="sldNum" sz="quarter" idx="5"/>
          </p:nvPr>
        </p:nvSpPr>
        <p:spPr>
          <a:xfrm>
            <a:off x="457200" y="8778240"/>
            <a:ext cx="457200" cy="182880"/>
          </a:xfrm>
          <a:prstGeom prst="rect">
            <a:avLst/>
          </a:prstGeom>
        </p:spPr>
        <p:txBody>
          <a:bodyPr vert="horz" lIns="0" tIns="0" rIns="0" bIns="0" rtlCol="0" anchor="ctr"/>
          <a:lstStyle>
            <a:lvl1pPr algn="l">
              <a:defRPr sz="700">
                <a:solidFill>
                  <a:schemeClr val="tx1"/>
                </a:solidFill>
              </a:defRPr>
            </a:lvl1pPr>
          </a:lstStyle>
          <a:p>
            <a:fld id="{3B1EFD08-C94F-6048-8AD6-4B7ED2EB73E5}" type="slidenum">
              <a:rPr lang="en-US" smtClean="0"/>
              <a:pPr/>
              <a:t>‹#›</a:t>
            </a:fld>
            <a:endParaRPr lang="en-US" dirty="0"/>
          </a:p>
        </p:txBody>
      </p:sp>
      <p:pic>
        <p:nvPicPr>
          <p:cNvPr id="14" name="Cognizant Logo_rgb_pos_2023">
            <a:extLst>
              <a:ext uri="{FF2B5EF4-FFF2-40B4-BE49-F238E27FC236}">
                <a16:creationId xmlns:a16="http://schemas.microsoft.com/office/drawing/2014/main" id="{A2974059-71CF-4B2E-674F-C2960C7D06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
        <p:nvSpPr>
          <p:cNvPr id="9" name="TextBox 8">
            <a:extLst>
              <a:ext uri="{FF2B5EF4-FFF2-40B4-BE49-F238E27FC236}">
                <a16:creationId xmlns:a16="http://schemas.microsoft.com/office/drawing/2014/main" id="{A173F526-7A43-BDC0-E786-AC0B86C66A25}"/>
              </a:ext>
            </a:extLst>
          </p:cNvPr>
          <p:cNvSpPr txBox="1"/>
          <p:nvPr/>
        </p:nvSpPr>
        <p:spPr>
          <a:xfrm>
            <a:off x="7246125" y="4003766"/>
            <a:ext cx="2779024" cy="1061829"/>
          </a:xfrm>
          <a:prstGeom prst="rect">
            <a:avLst/>
          </a:prstGeom>
          <a:solidFill>
            <a:schemeClr val="accent6"/>
          </a:solidFill>
        </p:spPr>
        <p:txBody>
          <a:bodyPr wrap="square" rtlCol="0">
            <a:spAutoFit/>
          </a:bodyPr>
          <a:lstStyle/>
          <a:p>
            <a:r>
              <a:rPr lang="en-US" sz="1050" dirty="0">
                <a:solidFill>
                  <a:schemeClr val="tx1"/>
                </a:solidFill>
              </a:rPr>
              <a:t>Speaker Notes will automatically appear in the text box on the page. To design the handout page differently, insert any additional text boxes and graphics as needed, and move the Speaker Notes box off of the page, but do not delete it. </a:t>
            </a:r>
          </a:p>
        </p:txBody>
      </p:sp>
    </p:spTree>
    <p:extLst>
      <p:ext uri="{BB962C8B-B14F-4D97-AF65-F5344CB8AC3E}">
        <p14:creationId xmlns:p14="http://schemas.microsoft.com/office/powerpoint/2010/main" val="3393915420"/>
      </p:ext>
    </p:extLst>
  </p:cSld>
  <p:clrMap bg1="lt1" tx1="dk1" bg2="lt2" tx2="dk2" accent1="accent1" accent2="accent2" accent3="accent3" accent4="accent4" accent5="accent5" accent6="accent6" hlink="hlink" folHlink="folHlink"/>
  <p:hf dt="0"/>
  <p:notesStyle>
    <a:lvl1pPr marL="0" algn="l" defTabSz="914400" rtl="0" eaLnBrk="1" latinLnBrk="0" hangingPunct="1">
      <a:spcBef>
        <a:spcPts val="900"/>
      </a:spcBef>
      <a:defRPr sz="1050" kern="1200">
        <a:solidFill>
          <a:schemeClr val="tx1"/>
        </a:solidFill>
        <a:latin typeface="+mn-lt"/>
        <a:ea typeface="+mn-ea"/>
        <a:cs typeface="+mn-cs"/>
      </a:defRPr>
    </a:lvl1pPr>
    <a:lvl2pPr marL="231775"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2pPr>
    <a:lvl3pPr marL="411480"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3pPr>
    <a:lvl4pPr marL="573088" indent="-12700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4pPr>
    <a:lvl5pPr marL="1828800" algn="l" defTabSz="914400" rtl="0" eaLnBrk="1" latinLnBrk="0" hangingPunct="1">
      <a:spcBef>
        <a:spcPts val="900"/>
      </a:spcBef>
      <a:defRPr sz="105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2" pos="432" userDrawn="1">
          <p15:clr>
            <a:srgbClr val="F26B43"/>
          </p15:clr>
        </p15:guide>
        <p15:guide id="3" pos="3888" userDrawn="1">
          <p15:clr>
            <a:srgbClr val="F26B43"/>
          </p15:clr>
        </p15:guide>
        <p15:guide id="4" orient="horz" pos="432" userDrawn="1">
          <p15:clr>
            <a:srgbClr val="F26B43"/>
          </p15:clr>
        </p15:guide>
        <p15:guide id="5" pos="2064" userDrawn="1">
          <p15:clr>
            <a:srgbClr val="F26B43"/>
          </p15:clr>
        </p15:guide>
        <p15:guide id="6" pos="225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Header Placeholder 4">
            <a:extLst>
              <a:ext uri="{FF2B5EF4-FFF2-40B4-BE49-F238E27FC236}">
                <a16:creationId xmlns:a16="http://schemas.microsoft.com/office/drawing/2014/main" id="{AD61830B-85AB-908F-E819-D770B13C7699}"/>
              </a:ext>
            </a:extLst>
          </p:cNvPr>
          <p:cNvSpPr>
            <a:spLocks noGrp="1"/>
          </p:cNvSpPr>
          <p:nvPr>
            <p:ph type="hdr" sz="quarter"/>
          </p:nvPr>
        </p:nvSpPr>
        <p:spPr>
          <a:xfrm>
            <a:off x="0" y="228600"/>
            <a:ext cx="3429000" cy="228600"/>
          </a:xfrm>
          <a:prstGeom prst="rect">
            <a:avLst/>
          </a:prstGeom>
        </p:spPr>
        <p:txBody>
          <a:bodyPr/>
          <a:lstStyle/>
          <a:p>
            <a:r>
              <a:rPr lang="en-US" dirty="0"/>
              <a:t>Presentation title</a:t>
            </a:r>
          </a:p>
        </p:txBody>
      </p:sp>
      <p:sp>
        <p:nvSpPr>
          <p:cNvPr id="6" name="Footer Placeholder 5">
            <a:extLst>
              <a:ext uri="{FF2B5EF4-FFF2-40B4-BE49-F238E27FC236}">
                <a16:creationId xmlns:a16="http://schemas.microsoft.com/office/drawing/2014/main" id="{5F2BB85D-C5E9-56A1-5B2C-F294052461D5}"/>
              </a:ext>
            </a:extLst>
          </p:cNvPr>
          <p:cNvSpPr>
            <a:spLocks noGrp="1"/>
          </p:cNvSpPr>
          <p:nvPr>
            <p:ph type="ftr" sz="quarter" idx="4"/>
          </p:nvPr>
        </p:nvSpPr>
        <p:spPr/>
        <p:txBody>
          <a:bodyPr/>
          <a:lstStyle/>
          <a:p>
            <a:r>
              <a:rPr lang="en-US" dirty="0"/>
              <a:t>© 2024 Cognizant | Private</a:t>
            </a:r>
          </a:p>
        </p:txBody>
      </p:sp>
      <p:sp>
        <p:nvSpPr>
          <p:cNvPr id="7" name="Slide Number Placeholder 6">
            <a:extLst>
              <a:ext uri="{FF2B5EF4-FFF2-40B4-BE49-F238E27FC236}">
                <a16:creationId xmlns:a16="http://schemas.microsoft.com/office/drawing/2014/main" id="{0FFF4630-F4DE-449C-EDFB-181F737A1EDF}"/>
              </a:ext>
            </a:extLst>
          </p:cNvPr>
          <p:cNvSpPr>
            <a:spLocks noGrp="1"/>
          </p:cNvSpPr>
          <p:nvPr>
            <p:ph type="sldNum" sz="quarter" idx="5"/>
          </p:nvPr>
        </p:nvSpPr>
        <p:spPr/>
        <p:txBody>
          <a:bodyPr/>
          <a:lstStyle/>
          <a:p>
            <a:fld id="{3B1EFD08-C94F-6048-8AD6-4B7ED2EB73E5}" type="slidenum">
              <a:rPr lang="en-US" smtClean="0"/>
              <a:pPr/>
              <a:t>1</a:t>
            </a:fld>
            <a:endParaRPr lang="en-US" dirty="0"/>
          </a:p>
        </p:txBody>
      </p:sp>
    </p:spTree>
    <p:extLst>
      <p:ext uri="{BB962C8B-B14F-4D97-AF65-F5344CB8AC3E}">
        <p14:creationId xmlns:p14="http://schemas.microsoft.com/office/powerpoint/2010/main" val="5804080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600379" y="2407182"/>
            <a:ext cx="8991244"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COVERS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334358417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ver 1">
    <p:bg bwMode="auto">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8B373-B954-E6CF-C9C8-9AC20DDB2431}"/>
              </a:ext>
            </a:extLst>
          </p:cNvPr>
          <p:cNvSpPr>
            <a:spLocks noGrp="1"/>
          </p:cNvSpPr>
          <p:nvPr>
            <p:ph type="ctrTitle" hasCustomPrompt="1"/>
          </p:nvPr>
        </p:nvSpPr>
        <p:spPr bwMode="white">
          <a:xfrm>
            <a:off x="1005839" y="2936367"/>
            <a:ext cx="4023360" cy="997196"/>
          </a:xfrm>
        </p:spPr>
        <p:txBody>
          <a:bodyPr anchor="b"/>
          <a:lstStyle>
            <a:lvl1pPr algn="l">
              <a:defRPr sz="3600" b="1"/>
            </a:lvl1pPr>
          </a:lstStyle>
          <a:p>
            <a:r>
              <a:rPr lang="en-US" dirty="0"/>
              <a:t>Click to add title Arial 36pt bold</a:t>
            </a:r>
          </a:p>
        </p:txBody>
      </p:sp>
      <p:sp>
        <p:nvSpPr>
          <p:cNvPr id="3" name="Subtitle 2">
            <a:extLst>
              <a:ext uri="{FF2B5EF4-FFF2-40B4-BE49-F238E27FC236}">
                <a16:creationId xmlns:a16="http://schemas.microsoft.com/office/drawing/2014/main" id="{0C972F9C-09A7-DBD8-2D67-0D748097DF24}"/>
              </a:ext>
            </a:extLst>
          </p:cNvPr>
          <p:cNvSpPr>
            <a:spLocks noGrp="1"/>
          </p:cNvSpPr>
          <p:nvPr>
            <p:ph type="subTitle" idx="1" hasCustomPrompt="1"/>
          </p:nvPr>
        </p:nvSpPr>
        <p:spPr bwMode="white">
          <a:xfrm>
            <a:off x="1005839" y="4187952"/>
            <a:ext cx="4023360" cy="332399"/>
          </a:xfrm>
        </p:spPr>
        <p:txBody>
          <a:bodyPr>
            <a:spAutoFit/>
          </a:bodyPr>
          <a:lstStyle>
            <a:lvl1pPr marL="0" indent="0" algn="l">
              <a:lnSpc>
                <a:spcPct val="90000"/>
              </a:lnSpc>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6" name="Text Placeholder 15">
            <a:extLst>
              <a:ext uri="{FF2B5EF4-FFF2-40B4-BE49-F238E27FC236}">
                <a16:creationId xmlns:a16="http://schemas.microsoft.com/office/drawing/2014/main" id="{368BAD18-89D3-751D-5AD5-9D192969E4B8}"/>
              </a:ext>
            </a:extLst>
          </p:cNvPr>
          <p:cNvSpPr>
            <a:spLocks noGrp="1"/>
          </p:cNvSpPr>
          <p:nvPr>
            <p:ph type="body" sz="quarter" idx="13" hasCustomPrompt="1"/>
          </p:nvPr>
        </p:nvSpPr>
        <p:spPr bwMode="white">
          <a:xfrm>
            <a:off x="1005840" y="5221923"/>
            <a:ext cx="4023360" cy="187359"/>
          </a:xfrm>
        </p:spPr>
        <p:txBody>
          <a:bodyPr>
            <a:spAutoFit/>
          </a:bodyPr>
          <a:lstStyle>
            <a:lvl1pPr marL="0" indent="0">
              <a:buNone/>
              <a:defRPr sz="1200"/>
            </a:lvl1pPr>
          </a:lstStyle>
          <a:p>
            <a:pPr lvl="0"/>
            <a:r>
              <a:rPr lang="en-US" dirty="0"/>
              <a:t>Click to add date</a:t>
            </a:r>
          </a:p>
        </p:txBody>
      </p:sp>
      <p:pic>
        <p:nvPicPr>
          <p:cNvPr id="5" name="Cognizant Logo_rgb_rev_2023">
            <a:extLst>
              <a:ext uri="{FF2B5EF4-FFF2-40B4-BE49-F238E27FC236}">
                <a16:creationId xmlns:a16="http://schemas.microsoft.com/office/drawing/2014/main" id="{6D31EA89-5C1D-DE6B-0A5E-E426A85A66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7141" y="534665"/>
            <a:ext cx="1783080" cy="312988"/>
          </a:xfrm>
          <a:prstGeom prst="rect">
            <a:avLst/>
          </a:prstGeom>
        </p:spPr>
      </p:pic>
      <p:sp>
        <p:nvSpPr>
          <p:cNvPr id="4" name="Date Placeholder 3">
            <a:extLst>
              <a:ext uri="{FF2B5EF4-FFF2-40B4-BE49-F238E27FC236}">
                <a16:creationId xmlns:a16="http://schemas.microsoft.com/office/drawing/2014/main" id="{F704D708-80D4-E81A-396C-38F535D61CAA}"/>
              </a:ext>
            </a:extLst>
          </p:cNvPr>
          <p:cNvSpPr>
            <a:spLocks noGrp="1"/>
          </p:cNvSpPr>
          <p:nvPr>
            <p:ph type="dt" sz="half" idx="14"/>
          </p:nvPr>
        </p:nvSpPr>
        <p:spPr bwMode="white"/>
        <p:txBody>
          <a:bodyPr/>
          <a:lstStyle/>
          <a:p>
            <a:fld id="{C654E610-DB42-4088-BCAC-33270A5A4A3B}" type="datetime1">
              <a:rPr lang="en-US" smtClean="0"/>
              <a:t>1/11/2026</a:t>
            </a:fld>
            <a:endParaRPr lang="en-US" dirty="0"/>
          </a:p>
        </p:txBody>
      </p:sp>
      <p:sp>
        <p:nvSpPr>
          <p:cNvPr id="6" name="Footer Placeholder 5">
            <a:extLst>
              <a:ext uri="{FF2B5EF4-FFF2-40B4-BE49-F238E27FC236}">
                <a16:creationId xmlns:a16="http://schemas.microsoft.com/office/drawing/2014/main" id="{A7F602FB-08B6-9224-2ED9-82E1EB902A97}"/>
              </a:ext>
            </a:extLst>
          </p:cNvPr>
          <p:cNvSpPr>
            <a:spLocks noGrp="1"/>
          </p:cNvSpPr>
          <p:nvPr>
            <p:ph type="ftr" sz="quarter" idx="15"/>
          </p:nvPr>
        </p:nvSpPr>
        <p:spPr bwMode="white">
          <a:xfrm>
            <a:off x="1005840" y="6400800"/>
            <a:ext cx="1371600" cy="228600"/>
          </a:xfrm>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C08A7654-3A43-87A9-ABBA-350B88EB467E}"/>
              </a:ext>
            </a:extLst>
          </p:cNvPr>
          <p:cNvSpPr>
            <a:spLocks noGrp="1"/>
          </p:cNvSpPr>
          <p:nvPr>
            <p:ph type="sldNum" sz="quarter" idx="16"/>
          </p:nvPr>
        </p:nvSpPr>
        <p:spPr bwMode="white"/>
        <p:txBody>
          <a:bodyPr/>
          <a:lstStyle/>
          <a:p>
            <a:fld id="{38826FC0-333C-E549-9FA3-0EE43DF298A3}" type="slidenum">
              <a:rPr lang="en-US" smtClean="0"/>
              <a:pPr/>
              <a:t>‹#›</a:t>
            </a:fld>
            <a:endParaRPr lang="en-US" dirty="0"/>
          </a:p>
        </p:txBody>
      </p:sp>
      <p:pic>
        <p:nvPicPr>
          <p:cNvPr id="14" name="Picture 13">
            <a:extLst>
              <a:ext uri="{FF2B5EF4-FFF2-40B4-BE49-F238E27FC236}">
                <a16:creationId xmlns:a16="http://schemas.microsoft.com/office/drawing/2014/main" id="{D0F03245-CDE7-48AA-BD1B-F0D6935521F6}"/>
              </a:ext>
            </a:extLst>
          </p:cNvPr>
          <p:cNvPicPr>
            <a:picLocks noChangeAspect="1"/>
          </p:cNvPicPr>
          <p:nvPr/>
        </p:nvPicPr>
        <p:blipFill rotWithShape="1">
          <a:blip r:embed="rId4">
            <a:alphaModFix/>
          </a:blip>
          <a:srcRect l="-2" r="-9" b="23"/>
          <a:stretch/>
        </p:blipFill>
        <p:spPr>
          <a:xfrm>
            <a:off x="5221960" y="-2"/>
            <a:ext cx="6970040" cy="6858002"/>
          </a:xfrm>
          <a:prstGeom prst="rect">
            <a:avLst/>
          </a:prstGeom>
        </p:spPr>
      </p:pic>
    </p:spTree>
    <p:extLst>
      <p:ext uri="{BB962C8B-B14F-4D97-AF65-F5344CB8AC3E}">
        <p14:creationId xmlns:p14="http://schemas.microsoft.com/office/powerpoint/2010/main" val="8384312"/>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over 2">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hasCustomPrompt="1"/>
          </p:nvPr>
        </p:nvSpPr>
        <p:spPr>
          <a:xfrm>
            <a:off x="1005840" y="2431804"/>
            <a:ext cx="8712200" cy="997196"/>
          </a:xfrm>
        </p:spPr>
        <p:txBody>
          <a:bodyPr anchor="b">
            <a:spAutoFit/>
          </a:bodyPr>
          <a:lstStyle>
            <a:lvl1pPr algn="l">
              <a:defRPr sz="3600" b="1">
                <a:solidFill>
                  <a:schemeClr val="tx2"/>
                </a:solidFill>
              </a:defRPr>
            </a:lvl1pPr>
          </a:lstStyle>
          <a:p>
            <a:r>
              <a:rPr lang="en-US" dirty="0"/>
              <a:t>Click to add extra long presentation </a:t>
            </a:r>
            <a:br>
              <a:rPr lang="en-US" dirty="0"/>
            </a:br>
            <a:r>
              <a:rPr lang="en-US" dirty="0"/>
              <a:t>title Arial 36pt bold</a:t>
            </a:r>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hasCustomPrompt="1"/>
          </p:nvPr>
        </p:nvSpPr>
        <p:spPr>
          <a:xfrm>
            <a:off x="1005840" y="3885739"/>
            <a:ext cx="8712200" cy="276999"/>
          </a:xfrm>
          <a:prstGeom prst="rect">
            <a:avLst/>
          </a:prstGeom>
        </p:spPr>
        <p:txBody>
          <a:bodyPr wrap="square" lIns="0" tIns="0" rIns="0" bIns="0">
            <a:spAutoFit/>
          </a:bodyPr>
          <a:lstStyle>
            <a:lvl1pPr marL="0" indent="0" algn="l">
              <a:lnSpc>
                <a:spcPct val="90000"/>
              </a:lnSpc>
              <a:buNone/>
              <a:defRPr sz="20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005840" y="5221922"/>
            <a:ext cx="4023360" cy="187359"/>
          </a:xfrm>
          <a:prstGeom prst="rect">
            <a:avLst/>
          </a:prstGeom>
        </p:spPr>
        <p:txBody>
          <a:bodyPr wrap="none">
            <a:spAutoFit/>
          </a:bodyPr>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add date</a:t>
            </a:r>
          </a:p>
        </p:txBody>
      </p:sp>
      <p:pic>
        <p:nvPicPr>
          <p:cNvPr id="2" name="Cognizant Logo_rgb_rev_2023">
            <a:extLst>
              <a:ext uri="{FF2B5EF4-FFF2-40B4-BE49-F238E27FC236}">
                <a16:creationId xmlns:a16="http://schemas.microsoft.com/office/drawing/2014/main" id="{A289B6B7-484E-820F-55A6-B545B1D7FE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invGray">
          <a:xfrm>
            <a:off x="376990" y="1095300"/>
            <a:ext cx="2624328" cy="460654"/>
          </a:xfrm>
          <a:prstGeom prst="rect">
            <a:avLst/>
          </a:prstGeom>
        </p:spPr>
      </p:pic>
      <p:sp>
        <p:nvSpPr>
          <p:cNvPr id="5" name="Date Placeholder 4">
            <a:extLst>
              <a:ext uri="{FF2B5EF4-FFF2-40B4-BE49-F238E27FC236}">
                <a16:creationId xmlns:a16="http://schemas.microsoft.com/office/drawing/2014/main" id="{7ED7D619-D61B-E60B-63C9-B090CABB0105}"/>
              </a:ext>
            </a:extLst>
          </p:cNvPr>
          <p:cNvSpPr>
            <a:spLocks noGrp="1"/>
          </p:cNvSpPr>
          <p:nvPr>
            <p:ph type="dt" sz="half" idx="13"/>
          </p:nvPr>
        </p:nvSpPr>
        <p:spPr/>
        <p:txBody>
          <a:bodyPr/>
          <a:lstStyle/>
          <a:p>
            <a:fld id="{295A92A4-D239-4DAC-83D7-9560A78607E9}" type="datetime1">
              <a:rPr lang="en-US" smtClean="0"/>
              <a:t>1/11/2026</a:t>
            </a:fld>
            <a:endParaRPr lang="en-US" dirty="0"/>
          </a:p>
        </p:txBody>
      </p:sp>
      <p:sp>
        <p:nvSpPr>
          <p:cNvPr id="6" name="Footer Placeholder 5">
            <a:extLst>
              <a:ext uri="{FF2B5EF4-FFF2-40B4-BE49-F238E27FC236}">
                <a16:creationId xmlns:a16="http://schemas.microsoft.com/office/drawing/2014/main" id="{70F51BFC-5EC2-9CD1-7F12-40FA9671C977}"/>
              </a:ext>
            </a:extLst>
          </p:cNvPr>
          <p:cNvSpPr>
            <a:spLocks noGrp="1"/>
          </p:cNvSpPr>
          <p:nvPr>
            <p:ph type="ftr" sz="quarter" idx="14"/>
          </p:nvPr>
        </p:nvSpPr>
        <p:spPr>
          <a:xfrm>
            <a:off x="1005840" y="6400800"/>
            <a:ext cx="1371600" cy="228600"/>
          </a:xfrm>
        </p:spPr>
        <p:txBody>
          <a:bodyPr/>
          <a:lstStyle/>
          <a:p>
            <a:r>
              <a:rPr lang="en-US"/>
              <a:t>© 2025–2027 Cognizant | Private</a:t>
            </a:r>
            <a:endParaRPr lang="en-US" dirty="0"/>
          </a:p>
        </p:txBody>
      </p:sp>
      <p:sp>
        <p:nvSpPr>
          <p:cNvPr id="7" name="Slide Number Placeholder 6">
            <a:extLst>
              <a:ext uri="{FF2B5EF4-FFF2-40B4-BE49-F238E27FC236}">
                <a16:creationId xmlns:a16="http://schemas.microsoft.com/office/drawing/2014/main" id="{5A2E8399-6911-0E44-17E5-8C2D8297AA27}"/>
              </a:ext>
            </a:extLst>
          </p:cNvPr>
          <p:cNvSpPr>
            <a:spLocks noGrp="1"/>
          </p:cNvSpPr>
          <p:nvPr>
            <p:ph type="sldNum" sz="quarter" idx="1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9631327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Agenda - ligh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content</a:t>
            </a:r>
          </a:p>
          <a:p>
            <a:pPr lvl="1"/>
            <a:r>
              <a:rPr lang="en-US" dirty="0"/>
              <a:t>2nd level text</a:t>
            </a:r>
          </a:p>
          <a:p>
            <a:pPr lvl="2"/>
            <a:r>
              <a:rPr lang="en-US" dirty="0"/>
              <a:t>3rd level text</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31347B8F-702B-F8D2-3BCF-E1C9AEB86CEC}"/>
              </a:ext>
            </a:extLst>
          </p:cNvPr>
          <p:cNvSpPr>
            <a:spLocks noGrp="1"/>
          </p:cNvSpPr>
          <p:nvPr>
            <p:ph type="dt" sz="half" idx="10"/>
          </p:nvPr>
        </p:nvSpPr>
        <p:spPr/>
        <p:txBody>
          <a:bodyPr/>
          <a:lstStyle/>
          <a:p>
            <a:fld id="{7BD0C447-63DF-4D3E-8633-1F74B6350F13}" type="datetime1">
              <a:rPr lang="en-US" smtClean="0"/>
              <a:t>1/11/2026</a:t>
            </a:fld>
            <a:endParaRPr lang="en-US" dirty="0"/>
          </a:p>
        </p:txBody>
      </p:sp>
      <p:sp>
        <p:nvSpPr>
          <p:cNvPr id="8" name="Footer Placeholder 7">
            <a:extLst>
              <a:ext uri="{FF2B5EF4-FFF2-40B4-BE49-F238E27FC236}">
                <a16:creationId xmlns:a16="http://schemas.microsoft.com/office/drawing/2014/main" id="{2D295671-87C9-E086-9979-83CE71CF0FF1}"/>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3DF2403-9115-12D2-6006-6F820363A79D}"/>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5" name="Straight Connector 4">
            <a:extLst>
              <a:ext uri="{FF2B5EF4-FFF2-40B4-BE49-F238E27FC236}">
                <a16:creationId xmlns:a16="http://schemas.microsoft.com/office/drawing/2014/main" id="{46BFA7A6-B1A7-45E7-3AC5-3E0FB62C8ACD}"/>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72208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Agenda - dark">
    <p:bg bwMode="ltGray">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bwMode="white">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bwMode="white">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text</a:t>
            </a:r>
          </a:p>
          <a:p>
            <a:pPr lvl="1"/>
            <a:r>
              <a:rPr lang="en-US" dirty="0"/>
              <a:t>Second level</a:t>
            </a:r>
          </a:p>
          <a:p>
            <a:pPr lvl="2"/>
            <a:r>
              <a:rPr lang="en-US" dirty="0"/>
              <a:t>Third level</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10" name="Date Placeholder 9">
            <a:extLst>
              <a:ext uri="{FF2B5EF4-FFF2-40B4-BE49-F238E27FC236}">
                <a16:creationId xmlns:a16="http://schemas.microsoft.com/office/drawing/2014/main" id="{3721A195-6B8B-725F-D366-5DEA3DB95C6B}"/>
              </a:ext>
            </a:extLst>
          </p:cNvPr>
          <p:cNvSpPr>
            <a:spLocks noGrp="1"/>
          </p:cNvSpPr>
          <p:nvPr>
            <p:ph type="dt" sz="half" idx="10"/>
          </p:nvPr>
        </p:nvSpPr>
        <p:spPr bwMode="white"/>
        <p:txBody>
          <a:bodyPr/>
          <a:lstStyle/>
          <a:p>
            <a:fld id="{35804F47-C571-497F-BD65-F5BF142AEBFB}" type="datetime1">
              <a:rPr lang="en-US" smtClean="0"/>
              <a:t>1/11/2026</a:t>
            </a:fld>
            <a:endParaRPr lang="en-US" dirty="0"/>
          </a:p>
        </p:txBody>
      </p:sp>
      <p:sp>
        <p:nvSpPr>
          <p:cNvPr id="11" name="Footer Placeholder 10">
            <a:extLst>
              <a:ext uri="{FF2B5EF4-FFF2-40B4-BE49-F238E27FC236}">
                <a16:creationId xmlns:a16="http://schemas.microsoft.com/office/drawing/2014/main" id="{0526A62E-F7DF-7CEE-ED9A-0CD867A6E84B}"/>
              </a:ext>
            </a:extLst>
          </p:cNvPr>
          <p:cNvSpPr>
            <a:spLocks noGrp="1"/>
          </p:cNvSpPr>
          <p:nvPr>
            <p:ph type="ftr" sz="quarter" idx="11"/>
          </p:nvPr>
        </p:nvSpPr>
        <p:spPr bwMode="white"/>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7A014AE8-178B-A9BA-EAEA-F7363ADD19D1}"/>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cxnSp>
        <p:nvCxnSpPr>
          <p:cNvPr id="4" name="Straight Connector 3">
            <a:extLst>
              <a:ext uri="{FF2B5EF4-FFF2-40B4-BE49-F238E27FC236}">
                <a16:creationId xmlns:a16="http://schemas.microsoft.com/office/drawing/2014/main" id="{02972682-3F2E-080B-6434-DA84A8F99BEB}"/>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pic>
        <p:nvPicPr>
          <p:cNvPr id="5" name="Cognizant Logo_rgb_rev_2023" descr="Cognizant logo reversed, SVG format">
            <a:extLst>
              <a:ext uri="{FF2B5EF4-FFF2-40B4-BE49-F238E27FC236}">
                <a16:creationId xmlns:a16="http://schemas.microsoft.com/office/drawing/2014/main" id="{EC1DBD74-512D-7084-97CF-8AB4F27F93C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94748079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hasCustomPrompt="1"/>
          </p:nvPr>
        </p:nvSpPr>
        <p:spPr>
          <a:xfrm>
            <a:off x="1005840" y="2563670"/>
            <a:ext cx="6969760" cy="1477328"/>
          </a:xfrm>
        </p:spPr>
        <p:txBody>
          <a:bodyPr wrap="square" anchor="b" anchorCtr="0">
            <a:spAutoFit/>
          </a:bodyPr>
          <a:lstStyle>
            <a:lvl1pPr algn="l">
              <a:lnSpc>
                <a:spcPct val="80000"/>
              </a:lnSpc>
              <a:defRPr sz="6000" b="1">
                <a:solidFill>
                  <a:schemeClr val="tx1"/>
                </a:solidFill>
              </a:defRPr>
            </a:lvl1pPr>
          </a:lstStyle>
          <a:p>
            <a:r>
              <a:rPr lang="en-US" dirty="0"/>
              <a:t>Click to add thank you Arial 60pt bold</a:t>
            </a:r>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hasCustomPrompt="1"/>
          </p:nvPr>
        </p:nvSpPr>
        <p:spPr>
          <a:xfrm>
            <a:off x="1005839" y="4187952"/>
            <a:ext cx="6969759" cy="738664"/>
          </a:xfrm>
          <a:prstGeom prst="rect">
            <a:avLst/>
          </a:prstGeom>
        </p:spPr>
        <p:txBody>
          <a:bodyPr wrap="square">
            <a:spAutoFit/>
          </a:bodyPr>
          <a:lstStyle>
            <a:lvl1pPr marL="0" indent="0">
              <a:lnSpc>
                <a:spcPct val="100000"/>
              </a:lnSpc>
              <a:buNone/>
              <a:defRPr sz="2400"/>
            </a:lvl1pPr>
          </a:lstStyle>
          <a:p>
            <a:r>
              <a:rPr lang="en-US" dirty="0"/>
              <a:t>Presenter’s name will go here</a:t>
            </a:r>
            <a:br>
              <a:rPr lang="en-US" dirty="0"/>
            </a:br>
            <a:r>
              <a:rPr lang="en-US" dirty="0"/>
              <a:t>Contact information will go here</a:t>
            </a:r>
          </a:p>
        </p:txBody>
      </p:sp>
      <p:pic>
        <p:nvPicPr>
          <p:cNvPr id="4" name="Cognizant Logo_rgb_pos_2023">
            <a:extLst>
              <a:ext uri="{FF2B5EF4-FFF2-40B4-BE49-F238E27FC236}">
                <a16:creationId xmlns:a16="http://schemas.microsoft.com/office/drawing/2014/main" id="{933CBE7C-62A0-B842-444A-9CB149FE47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141" y="536757"/>
            <a:ext cx="1771158" cy="310896"/>
          </a:xfrm>
          <a:prstGeom prst="rect">
            <a:avLst/>
          </a:prstGeom>
        </p:spPr>
      </p:pic>
      <p:sp>
        <p:nvSpPr>
          <p:cNvPr id="8" name="Date Placeholder 7">
            <a:extLst>
              <a:ext uri="{FF2B5EF4-FFF2-40B4-BE49-F238E27FC236}">
                <a16:creationId xmlns:a16="http://schemas.microsoft.com/office/drawing/2014/main" id="{63AB218E-6446-9119-F020-EA0226D5EA00}"/>
              </a:ext>
            </a:extLst>
          </p:cNvPr>
          <p:cNvSpPr>
            <a:spLocks noGrp="1"/>
          </p:cNvSpPr>
          <p:nvPr>
            <p:ph type="dt" sz="half" idx="14"/>
          </p:nvPr>
        </p:nvSpPr>
        <p:spPr/>
        <p:txBody>
          <a:bodyPr/>
          <a:lstStyle/>
          <a:p>
            <a:fld id="{FC49663A-D29C-4B22-94EC-2FFD1DA1E12C}" type="datetime1">
              <a:rPr lang="en-US" smtClean="0"/>
              <a:t>1/11/2026</a:t>
            </a:fld>
            <a:endParaRPr lang="en-US" dirty="0"/>
          </a:p>
        </p:txBody>
      </p:sp>
      <p:sp>
        <p:nvSpPr>
          <p:cNvPr id="10" name="Footer Placeholder 9">
            <a:extLst>
              <a:ext uri="{FF2B5EF4-FFF2-40B4-BE49-F238E27FC236}">
                <a16:creationId xmlns:a16="http://schemas.microsoft.com/office/drawing/2014/main" id="{6A69099E-58E8-F0C3-D6AC-8BF8CA47CAAD}"/>
              </a:ext>
            </a:extLst>
          </p:cNvPr>
          <p:cNvSpPr>
            <a:spLocks noGrp="1"/>
          </p:cNvSpPr>
          <p:nvPr>
            <p:ph type="ftr" sz="quarter" idx="15"/>
          </p:nvPr>
        </p:nvSpPr>
        <p:spPr>
          <a:xfrm>
            <a:off x="1005840" y="6400800"/>
            <a:ext cx="1371600" cy="228600"/>
          </a:xfrm>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007F51C3-FF3D-0A66-9CCC-77DE445C7F3A}"/>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239070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DIVID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68183" y="2407183"/>
            <a:ext cx="10055638"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DIVIDERS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7400077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1 - gradient 1">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BD76384-5270-C4A7-D992-81F8ADBA5582}"/>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D23DD35-F8AD-429C-B3C1-6AFB057088C6}"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19955793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1 - gradient 2">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EED6A89-35BA-3F8A-D8BB-D4E661AF1A89}"/>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2025E2AA-42C1-4AB1-ACA0-4028843E7AE5}"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1193105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1 - gradient 3">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30394C-5C91-9DEE-E78B-8B2737F22E88}"/>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1F9A45AA-4C9B-4F3D-9B00-955010BFFB10}"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27006361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1">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B92954D4-551A-42ED-A500-34A95CD5658A}"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3" name="Picture 2">
            <a:extLst>
              <a:ext uri="{FF2B5EF4-FFF2-40B4-BE49-F238E27FC236}">
                <a16:creationId xmlns:a16="http://schemas.microsoft.com/office/drawing/2014/main" id="{B400FEF8-3A34-CD8C-A6FB-CE13CAA3B7DD}"/>
              </a:ext>
            </a:extLst>
          </p:cNvPr>
          <p:cNvPicPr>
            <a:picLocks noChangeAspect="1"/>
          </p:cNvPicPr>
          <p:nvPr userDrawn="1"/>
        </p:nvPicPr>
        <p:blipFill>
          <a:blip r:embed="rId2"/>
          <a:stretch>
            <a:fillRect/>
          </a:stretch>
        </p:blipFill>
        <p:spPr>
          <a:xfrm rot="16200000">
            <a:off x="4555191"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6" name="Cognizant Logo_rgb_rev_2023" descr="Cognizant logo reversed, SVG format">
            <a:extLst>
              <a:ext uri="{FF2B5EF4-FFF2-40B4-BE49-F238E27FC236}">
                <a16:creationId xmlns:a16="http://schemas.microsoft.com/office/drawing/2014/main" id="{82FF47A8-7CF0-F27D-023E-57FE9B71381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89766627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2">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AF7C349D-DFBC-444A-B2F5-B5608581AD28}"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6" name="Picture 5">
            <a:extLst>
              <a:ext uri="{FF2B5EF4-FFF2-40B4-BE49-F238E27FC236}">
                <a16:creationId xmlns:a16="http://schemas.microsoft.com/office/drawing/2014/main" id="{D7B5A0F4-9AAB-4DDF-CF55-9A7C1A97CF2F}"/>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3" name="Cognizant Logo_rgb_rev_2023" descr="Cognizant logo reversed, SVG format">
            <a:extLst>
              <a:ext uri="{FF2B5EF4-FFF2-40B4-BE49-F238E27FC236}">
                <a16:creationId xmlns:a16="http://schemas.microsoft.com/office/drawing/2014/main" id="{10928C0D-93E9-B015-DAA2-F15DE1B8AA5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693668669"/>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3">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10" name="Picture 9">
            <a:extLst>
              <a:ext uri="{FF2B5EF4-FFF2-40B4-BE49-F238E27FC236}">
                <a16:creationId xmlns:a16="http://schemas.microsoft.com/office/drawing/2014/main" id="{A7CFA061-257C-B680-CB8A-410FE77C6A85}"/>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05BEDD96-87AA-4299-8CE3-CAAE9239AB8E}"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9CDEB77C-83A9-471E-0DD7-632772E158A5}"/>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04379831"/>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1">
    <p:bg>
      <p:bgRef idx="1001">
        <a:schemeClr val="bg2"/>
      </p:bgRef>
    </p:bg>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6DF08015-38F6-54F7-EFDB-1C1EAF004ABF}"/>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rotWithShape="1">
          <a:blip r:embed="rId2"/>
          <a:srcRect t="20568"/>
          <a:stretch/>
        </p:blipFill>
        <p:spPr>
          <a:xfrm rot="16200000">
            <a:off x="-86681" y="86681"/>
            <a:ext cx="6858000" cy="6684639"/>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5005AE86-1640-4D8B-A4F0-019A930B54B1}"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7" name="Table Placeholder 6">
            <a:extLst>
              <a:ext uri="{FF2B5EF4-FFF2-40B4-BE49-F238E27FC236}">
                <a16:creationId xmlns:a16="http://schemas.microsoft.com/office/drawing/2014/main" id="{E6CF90BD-F1D4-0D82-4CDD-222505B22CE8}"/>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48096880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2">
    <p:bg>
      <p:bgRef idx="1001">
        <a:schemeClr val="bg2"/>
      </p:bgRef>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A0D8AB6-3AED-7935-402A-4053B324B5CB}"/>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6" name="Picture 25">
            <a:extLst>
              <a:ext uri="{FF2B5EF4-FFF2-40B4-BE49-F238E27FC236}">
                <a16:creationId xmlns:a16="http://schemas.microsoft.com/office/drawing/2014/main" id="{2E287986-5735-CAAE-7F1D-D641F5BF13F7}"/>
              </a:ext>
            </a:extLst>
          </p:cNvPr>
          <p:cNvPicPr>
            <a:picLocks noChangeAspect="1"/>
          </p:cNvPicPr>
          <p:nvPr userDrawn="1"/>
        </p:nvPicPr>
        <p:blipFill rotWithShape="1">
          <a:blip r:embed="rId2"/>
          <a:srcRect t="20568"/>
          <a:stretch/>
        </p:blipFill>
        <p:spPr>
          <a:xfrm rot="16200000">
            <a:off x="-86682" y="86681"/>
            <a:ext cx="6858000" cy="6684637"/>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03C1F63-A2DD-4DE2-8D77-4EDDD69835E5}"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5" name="Table Placeholder 6">
            <a:extLst>
              <a:ext uri="{FF2B5EF4-FFF2-40B4-BE49-F238E27FC236}">
                <a16:creationId xmlns:a16="http://schemas.microsoft.com/office/drawing/2014/main" id="{E57C6CAD-0EE0-4D1F-585B-3C9CA1A4DCF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858845412"/>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3">
    <p:bg>
      <p:bgRef idx="1001">
        <a:schemeClr val="bg2"/>
      </p:bgRef>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DE083EF2-B9ED-A8EB-E84E-F0E0FBE4C14E}"/>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4" name="Picture 23">
            <a:extLst>
              <a:ext uri="{FF2B5EF4-FFF2-40B4-BE49-F238E27FC236}">
                <a16:creationId xmlns:a16="http://schemas.microsoft.com/office/drawing/2014/main" id="{D3B5FB7A-3A13-9083-843A-06B731B02439}"/>
              </a:ext>
            </a:extLst>
          </p:cNvPr>
          <p:cNvPicPr>
            <a:picLocks noChangeAspect="1"/>
          </p:cNvPicPr>
          <p:nvPr userDrawn="1"/>
        </p:nvPicPr>
        <p:blipFill rotWithShape="1">
          <a:blip r:embed="rId2"/>
          <a:srcRect t="20568"/>
          <a:stretch/>
        </p:blipFill>
        <p:spPr>
          <a:xfrm rot="16200000">
            <a:off x="-86681" y="86682"/>
            <a:ext cx="6858000" cy="668463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 </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894E410E-EBAE-44D2-861A-9BA5FD172332}"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3" name="Table Placeholder 6">
            <a:extLst>
              <a:ext uri="{FF2B5EF4-FFF2-40B4-BE49-F238E27FC236}">
                <a16:creationId xmlns:a16="http://schemas.microsoft.com/office/drawing/2014/main" id="{14B17B9E-37F1-2E25-4E4D-4BE64E780B0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369510336"/>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4 - gradient 1">
    <p:bg>
      <p:bgRef idx="1001">
        <a:schemeClr val="bg1"/>
      </p:bgRef>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F4124EB5-51FD-40CC-8D44-0DC571C5E665}"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23640641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4 - gradient 2">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231D93-F448-189B-0481-564A24064BF8}"/>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C725206-C539-4CD5-9A96-6A6EA4047699}"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182028784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4 - gradient 3">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EC6B776-428C-5C39-6B96-46437F782E11}"/>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09EE139-3B1D-4FC0-A0F3-A113B4CC045D}"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2271147822"/>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5 - gradient 1">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000023D-E955-5182-3282-0810B76F4603}"/>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3" name="Picture Placeholder 42">
            <a:extLst>
              <a:ext uri="{FF2B5EF4-FFF2-40B4-BE49-F238E27FC236}">
                <a16:creationId xmlns:a16="http://schemas.microsoft.com/office/drawing/2014/main" id="{EC842FEB-95BB-4FB4-3FA3-1E474B85B1F9}"/>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3EAF8B40-B29E-414A-9231-017F753B963C}"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44" name="Title 43">
            <a:extLst>
              <a:ext uri="{FF2B5EF4-FFF2-40B4-BE49-F238E27FC236}">
                <a16:creationId xmlns:a16="http://schemas.microsoft.com/office/drawing/2014/main" id="{B01F0658-A406-0A81-8740-42D0296493A0}"/>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2026314163"/>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5 - gradient 2">
    <p:bg>
      <p:bgRef idx="1001">
        <a:schemeClr val="bg1"/>
      </p:bgRef>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409E97D-0361-7DD7-5A21-A33316BCCCD6}"/>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9D2A95BB-6B24-408C-A56B-816E9D0158BB}"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C783E89B-070C-A8F7-620B-402672D863BE}"/>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6F701354-590A-2F87-01D8-E966A92E9AC2}"/>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142995245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5 - gradient 3">
    <p:bg>
      <p:bgRef idx="1001">
        <a:schemeClr val="bg1"/>
      </p:bgRef>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14C4F196-D7A9-ED2E-C141-813614D36A3A}"/>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8C4B3C08-E32E-46A6-9940-C674B78126A2}" type="datetime1">
              <a:rPr lang="en-US" smtClean="0"/>
              <a:t>1/11/2026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4C31AD8D-BE37-52EE-F12C-2DD4458EFD1C}"/>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142A0D92-C0EF-2935-ECF6-3D38467DA7E3}"/>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3167360719"/>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951966" y="2407183"/>
            <a:ext cx="10288073"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CONTENT</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984837384"/>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BAA707EB-F149-4F65-A059-3E9202505DFA}" type="datetime1">
              <a:rPr lang="en-US" smtClean="0"/>
              <a:t>1/11/2026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541436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uper head, sub head, footnote - Super head, sub head, footnot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2"/>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2"/>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accent6">
                    <a:lumMod val="50000"/>
                  </a:schemeClr>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163F489F-9B53-4FCC-B3C2-252173530A19}" type="datetime1">
              <a:rPr lang="en-US" smtClean="0"/>
              <a:t>1/11/2026</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923293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 light">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AE93934B-F4CE-AD9A-35D6-CC331792B5C3}"/>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3" name="Date Placeholder 2">
            <a:extLst>
              <a:ext uri="{FF2B5EF4-FFF2-40B4-BE49-F238E27FC236}">
                <a16:creationId xmlns:a16="http://schemas.microsoft.com/office/drawing/2014/main" id="{84022F7E-4713-F54B-0D06-50B8F5080741}"/>
              </a:ext>
            </a:extLst>
          </p:cNvPr>
          <p:cNvSpPr>
            <a:spLocks noGrp="1"/>
          </p:cNvSpPr>
          <p:nvPr>
            <p:ph type="dt" sz="half" idx="10"/>
          </p:nvPr>
        </p:nvSpPr>
        <p:spPr/>
        <p:txBody>
          <a:bodyPr/>
          <a:lstStyle/>
          <a:p>
            <a:fld id="{32523293-0015-4865-92C0-63029C67C08B}" type="datetime1">
              <a:rPr lang="en-US" smtClean="0"/>
              <a:t>1/11/2026</a:t>
            </a:fld>
            <a:endParaRPr lang="en-US" dirty="0"/>
          </a:p>
        </p:txBody>
      </p:sp>
      <p:sp>
        <p:nvSpPr>
          <p:cNvPr id="7" name="Footer Placeholder 6">
            <a:extLst>
              <a:ext uri="{FF2B5EF4-FFF2-40B4-BE49-F238E27FC236}">
                <a16:creationId xmlns:a16="http://schemas.microsoft.com/office/drawing/2014/main" id="{E800DDDC-1A7E-DB83-3DF7-C1422F0007E3}"/>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ACBA0657-9DC2-4B9A-96F7-59E8C05D92C8}"/>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471106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D0AD1154-7DA6-4D00-9C05-2C627858BDDF}" type="datetime1">
              <a:rPr lang="en-US" smtClean="0"/>
              <a:t>1/11/2026</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41404100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199" y="1447800"/>
            <a:ext cx="5212080"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lvl1pPr marL="0" indent="0">
              <a:buNone/>
              <a:defRPr/>
            </a:lvl1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CF52D24F-A919-4C36-9BB0-CC56D69F5134}" type="datetime1">
              <a:rPr lang="en-US" smtClean="0"/>
              <a:t>1/11/2026</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9334579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4th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54255A21-2286-48B2-85B8-09A3AB748CB1}" type="datetime1">
              <a:rPr lang="en-US" smtClean="0"/>
              <a:t>1/11/2026</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endParaRPr lang="en-US" dirty="0"/>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224414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1F36B69E-D9F9-452B-9074-A7489B939D17}" type="datetime1">
              <a:rPr lang="en-US" smtClean="0"/>
              <a:t>1/11/2026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5" name="Straight Connector 4">
            <a:extLst>
              <a:ext uri="{FF2B5EF4-FFF2-40B4-BE49-F238E27FC236}">
                <a16:creationId xmlns:a16="http://schemas.microsoft.com/office/drawing/2014/main" id="{429A3035-2EDB-6331-792C-C204BF38F6AC}"/>
              </a:ext>
            </a:extLst>
          </p:cNvPr>
          <p:cNvCxnSpPr>
            <a:cxnSpLocks/>
          </p:cNvCxnSpPr>
          <p:nvPr/>
        </p:nvCxnSpPr>
        <p:spPr>
          <a:xfrm>
            <a:off x="452438" y="1342781"/>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6E72534-59BF-D450-E5D9-32D085C7E6D9}"/>
              </a:ext>
            </a:extLst>
          </p:cNvPr>
          <p:cNvCxnSpPr>
            <a:cxnSpLocks/>
          </p:cNvCxnSpPr>
          <p:nvPr/>
        </p:nvCxnSpPr>
        <p:spPr>
          <a:xfrm>
            <a:off x="3962400" y="1342781"/>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81774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0"/>
            <a:ext cx="5212080" cy="4571999"/>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0975437E-1DBA-4B9C-9581-0BBB1993339C}" type="datetime1">
              <a:rPr lang="en-US" smtClean="0"/>
              <a:t>1/11/2026</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6" name="Straight Connector 5">
            <a:extLst>
              <a:ext uri="{FF2B5EF4-FFF2-40B4-BE49-F238E27FC236}">
                <a16:creationId xmlns:a16="http://schemas.microsoft.com/office/drawing/2014/main" id="{124E5F2F-71BE-F7DA-234E-403E9123E2E3}"/>
              </a:ext>
            </a:extLst>
          </p:cNvPr>
          <p:cNvCxnSpPr>
            <a:cxnSpLocks/>
          </p:cNvCxnSpPr>
          <p:nvPr/>
        </p:nvCxnSpPr>
        <p:spPr>
          <a:xfrm>
            <a:off x="6096000" y="1444750"/>
            <a:ext cx="0" cy="4571997"/>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62424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29184"/>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F634C7C7-C4EF-4670-B999-297CDE7276C2}" type="datetime1">
              <a:rPr lang="en-US" smtClean="0"/>
              <a:t>1/11/2026</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013306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08E9509E-2D00-4425-8617-63AD21C2168D}" type="datetime1">
              <a:rPr lang="en-US" smtClean="0"/>
              <a:t>1/11/2026</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5250528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tatement - light">
    <p:bg>
      <p:bgRef idx="1001">
        <a:schemeClr val="bg2"/>
      </p:bgRef>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2"/>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dirty="0"/>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4" name="Date Placeholder 3">
            <a:extLst>
              <a:ext uri="{FF2B5EF4-FFF2-40B4-BE49-F238E27FC236}">
                <a16:creationId xmlns:a16="http://schemas.microsoft.com/office/drawing/2014/main" id="{A90C7F1F-725F-1A52-1D97-F08B00EAAD97}"/>
              </a:ext>
            </a:extLst>
          </p:cNvPr>
          <p:cNvSpPr>
            <a:spLocks noGrp="1"/>
          </p:cNvSpPr>
          <p:nvPr>
            <p:ph type="dt" sz="half" idx="14"/>
          </p:nvPr>
        </p:nvSpPr>
        <p:spPr/>
        <p:txBody>
          <a:bodyPr/>
          <a:lstStyle/>
          <a:p>
            <a:fld id="{B301B72F-569F-4EC1-BC0D-A48112D7E658}" type="datetime1">
              <a:rPr lang="en-US" smtClean="0"/>
              <a:t>1/11/2026</a:t>
            </a:fld>
            <a:endParaRPr lang="en-US" dirty="0"/>
          </a:p>
        </p:txBody>
      </p:sp>
      <p:sp>
        <p:nvSpPr>
          <p:cNvPr id="7" name="Footer Placeholder 6">
            <a:extLst>
              <a:ext uri="{FF2B5EF4-FFF2-40B4-BE49-F238E27FC236}">
                <a16:creationId xmlns:a16="http://schemas.microsoft.com/office/drawing/2014/main" id="{D50B4EFF-B670-387B-EBF2-318801CE65AB}"/>
              </a:ext>
            </a:extLst>
          </p:cNvPr>
          <p:cNvSpPr>
            <a:spLocks noGrp="1"/>
          </p:cNvSpPr>
          <p:nvPr>
            <p:ph type="ftr" sz="quarter" idx="15"/>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B54DEEBD-7FD8-B1BF-8875-FF2A60284D39}"/>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72647368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ase study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42164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E240D85D-6E93-453E-9D10-D2844A4FB22C}" type="datetime1">
              <a:rPr lang="en-US" smtClean="0"/>
              <a:t>1/11/2026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24429341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ase study light - no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E73A3D6-80E4-AC3E-7815-5FDC789342D0}"/>
              </a:ext>
            </a:extLst>
          </p:cNvPr>
          <p:cNvSpPr/>
          <p:nvPr userDrawn="1"/>
        </p:nvSpPr>
        <p:spPr>
          <a:xfrm>
            <a:off x="0" y="0"/>
            <a:ext cx="42164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bg1"/>
                </a:solidFill>
              </a:defRPr>
            </a:lvl1pPr>
          </a:lstStyle>
          <a:p>
            <a:fld id="{3D4BFC8A-E4DD-4119-B3BA-BC9D4E473C99}" type="datetime1">
              <a:rPr lang="en-US" smtClean="0"/>
              <a:t>1/11/2026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1625816533"/>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DARK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775811" y="1385364"/>
            <a:ext cx="10640378" cy="4087273"/>
          </a:xfrm>
          <a:prstGeom prst="rect">
            <a:avLst/>
          </a:prstGeom>
          <a:noFill/>
        </p:spPr>
        <p:txBody>
          <a:bodyPr wrap="squar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DARK 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2891603830"/>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obj" preserve="1">
  <p:cSld name="Title and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F383D916-FBF7-8EA7-4311-2FD3E10E8254}"/>
              </a:ext>
            </a:extLst>
          </p:cNvPr>
          <p:cNvSpPr>
            <a:spLocks noGrp="1"/>
          </p:cNvSpPr>
          <p:nvPr>
            <p:ph type="dt" sz="half" idx="10"/>
          </p:nvPr>
        </p:nvSpPr>
        <p:spPr/>
        <p:txBody>
          <a:bodyPr/>
          <a:lstStyle/>
          <a:p>
            <a:fld id="{A8FE65DC-9B0C-48A5-898F-3399994D7A14}" type="datetime1">
              <a:rPr lang="en-US" smtClean="0"/>
              <a:t>1/11/2026</a:t>
            </a:fld>
            <a:endParaRPr lang="en-US" dirty="0"/>
          </a:p>
        </p:txBody>
      </p:sp>
      <p:sp>
        <p:nvSpPr>
          <p:cNvPr id="10" name="Footer Placeholder 9">
            <a:extLst>
              <a:ext uri="{FF2B5EF4-FFF2-40B4-BE49-F238E27FC236}">
                <a16:creationId xmlns:a16="http://schemas.microsoft.com/office/drawing/2014/main" id="{69D40ACC-00F3-03AD-3DB1-6487497FA161}"/>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1DA0B9D4-7BD8-9FB8-A351-972423D1D77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591ACBB7-11CF-0324-65ED-7CE580E3A1A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111587575"/>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uper head, sub head, footnote - Super head, sub head, footnote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3"/>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3"/>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tx1"/>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4D400A4B-814A-44AC-8B06-B181334875EB}" type="datetime1">
              <a:rPr lang="en-US" smtClean="0"/>
              <a:t>1/11/2026</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pic>
        <p:nvPicPr>
          <p:cNvPr id="6" name="Cognizant Logo_rgb_rev_2023" descr="Cognizant logo reversed, SVG format">
            <a:extLst>
              <a:ext uri="{FF2B5EF4-FFF2-40B4-BE49-F238E27FC236}">
                <a16:creationId xmlns:a16="http://schemas.microsoft.com/office/drawing/2014/main" id="{C58C5DC1-02D1-ACC1-37E9-20232B40787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620446942"/>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Only" preserve="1">
  <p:cSld name="Title only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8" name="Date Placeholder 7">
            <a:extLst>
              <a:ext uri="{FF2B5EF4-FFF2-40B4-BE49-F238E27FC236}">
                <a16:creationId xmlns:a16="http://schemas.microsoft.com/office/drawing/2014/main" id="{D1C004D1-9C96-9E3A-B3CF-E648F1817884}"/>
              </a:ext>
            </a:extLst>
          </p:cNvPr>
          <p:cNvSpPr>
            <a:spLocks noGrp="1"/>
          </p:cNvSpPr>
          <p:nvPr>
            <p:ph type="dt" sz="half" idx="10"/>
          </p:nvPr>
        </p:nvSpPr>
        <p:spPr/>
        <p:txBody>
          <a:bodyPr/>
          <a:lstStyle/>
          <a:p>
            <a:fld id="{34B751B7-EDD5-4C32-B7E9-CF83F055A7D0}" type="datetime1">
              <a:rPr lang="en-US" smtClean="0"/>
              <a:t>1/11/2026</a:t>
            </a:fld>
            <a:endParaRPr lang="en-US" dirty="0"/>
          </a:p>
        </p:txBody>
      </p:sp>
      <p:sp>
        <p:nvSpPr>
          <p:cNvPr id="9" name="Footer Placeholder 8">
            <a:extLst>
              <a:ext uri="{FF2B5EF4-FFF2-40B4-BE49-F238E27FC236}">
                <a16:creationId xmlns:a16="http://schemas.microsoft.com/office/drawing/2014/main" id="{C8F63855-627B-94BE-7770-B3F2F8F1DAD6}"/>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64918DA7-E1E1-1CFE-6E02-09FE2AA2F07F}"/>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39ECF048-F463-0BC0-00A8-80B618B315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9099305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Blank - dark">
    <p:bg>
      <p:bgRef idx="1001">
        <a:schemeClr val="bg1"/>
      </p:bgRef>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lstStyle>
            <a:lvl1pPr>
              <a:defRPr sz="1400">
                <a:solidFill>
                  <a:schemeClr val="bg1"/>
                </a:solidFill>
              </a:defRPr>
            </a:lvl1pPr>
          </a:lstStyle>
          <a:p>
            <a:r>
              <a:rPr lang="en-US"/>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B8D9EEA2-7C16-4EBF-A4ED-6EE3F89E8D21}" type="datetime1">
              <a:rPr lang="en-US" smtClean="0"/>
              <a:t>1/11/2026</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F805300B-96D9-F036-71EF-3F86B3B72D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794437884"/>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wo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7800"/>
            <a:ext cx="5212076"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a:t>
            </a:r>
          </a:p>
          <a:p>
            <a:pPr lvl="4"/>
            <a:r>
              <a:rPr lang="en-US" dirty="0"/>
              <a:t>Fifth level</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91C17549-EEBF-4F3F-AEC3-BD6253AA8F59}" type="datetime1">
              <a:rPr lang="en-US" smtClean="0"/>
              <a:t>1/11/2026</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1DE60F7F-2598-AFEF-3685-42666554AD0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92546887"/>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hree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80A36B52-8436-4389-9B2A-8C0F3227369F}" type="datetime1">
              <a:rPr lang="en-US" smtClean="0"/>
              <a:t>1/11/2026</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endParaRPr lang="en-US" dirty="0"/>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4D269101-9011-77BF-B029-F362C603BBB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205733390"/>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omparison horizontal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88600C33-2456-4AF5-B85D-EE39F485AD31}" type="datetime1">
              <a:rPr lang="en-US" smtClean="0"/>
              <a:t>1/11/2026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3"/>
                </a:solidFill>
              </a:defRPr>
            </a:lvl1pPr>
          </a:lstStyle>
          <a:p>
            <a:pPr lvl="0"/>
            <a:r>
              <a:rPr lang="en-US" dirty="0"/>
              <a:t>Subtitle here</a:t>
            </a:r>
          </a:p>
        </p:txBody>
      </p:sp>
      <p:sp>
        <p:nvSpPr>
          <p:cNvPr id="4" name="Text Placeholder 7">
            <a:extLst>
              <a:ext uri="{FF2B5EF4-FFF2-40B4-BE49-F238E27FC236}">
                <a16:creationId xmlns:a16="http://schemas.microsoft.com/office/drawing/2014/main" id="{72C70445-48B0-9FD3-49CD-384BFCCB6776}"/>
              </a:ext>
            </a:extLst>
          </p:cNvPr>
          <p:cNvSpPr>
            <a:spLocks noGrp="1"/>
          </p:cNvSpPr>
          <p:nvPr>
            <p:ph type="body" sz="quarter" idx="18" hasCustomPrompt="1"/>
          </p:nvPr>
        </p:nvSpPr>
        <p:spPr>
          <a:xfrm>
            <a:off x="457200" y="5947090"/>
            <a:ext cx="11277600" cy="124906"/>
          </a:xfrm>
        </p:spPr>
        <p:txBody>
          <a:bodyPr anchor="b">
            <a:spAutoFit/>
          </a:bodyPr>
          <a:lstStyle>
            <a:lvl1pPr marL="0" indent="0">
              <a:buNone/>
              <a:defRPr sz="800">
                <a:solidFill>
                  <a:schemeClr val="tx1"/>
                </a:solidFill>
              </a:defRPr>
            </a:lvl1pPr>
          </a:lstStyle>
          <a:p>
            <a:pPr lvl="0"/>
            <a:r>
              <a:rPr lang="en-US"/>
              <a:t>Insert source or footnote here</a:t>
            </a:r>
          </a:p>
        </p:txBody>
      </p:sp>
      <p:cxnSp>
        <p:nvCxnSpPr>
          <p:cNvPr id="8" name="Straight Connector 7">
            <a:extLst>
              <a:ext uri="{FF2B5EF4-FFF2-40B4-BE49-F238E27FC236}">
                <a16:creationId xmlns:a16="http://schemas.microsoft.com/office/drawing/2014/main" id="{35EE48CC-AC3C-AD12-0F6B-6F8CB2E6EC5E}"/>
              </a:ext>
            </a:extLst>
          </p:cNvPr>
          <p:cNvCxnSpPr>
            <a:cxnSpLocks/>
          </p:cNvCxnSpPr>
          <p:nvPr/>
        </p:nvCxnSpPr>
        <p:spPr>
          <a:xfrm>
            <a:off x="452438" y="1342781"/>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28B6686-C28E-A83C-319D-33930A551B41}"/>
              </a:ext>
            </a:extLst>
          </p:cNvPr>
          <p:cNvCxnSpPr>
            <a:cxnSpLocks/>
          </p:cNvCxnSpPr>
          <p:nvPr/>
        </p:nvCxnSpPr>
        <p:spPr>
          <a:xfrm>
            <a:off x="3962400" y="1342781"/>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0" name="Cognizant Logo_rgb_rev_2023" descr="Cognizant logo reversed, SVG format">
            <a:extLst>
              <a:ext uri="{FF2B5EF4-FFF2-40B4-BE49-F238E27FC236}">
                <a16:creationId xmlns:a16="http://schemas.microsoft.com/office/drawing/2014/main" id="{8EF2B9B7-A970-B060-F759-FFA1C8972DF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2974737"/>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woObj" preserve="1">
  <p:cSld name="Two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757E0E9A-856D-4146-8D92-37E8551F25FC}" type="datetime1">
              <a:rPr lang="en-US" smtClean="0"/>
              <a:t>1/11/2026</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7" name="Straight Connector 6">
            <a:extLst>
              <a:ext uri="{FF2B5EF4-FFF2-40B4-BE49-F238E27FC236}">
                <a16:creationId xmlns:a16="http://schemas.microsoft.com/office/drawing/2014/main" id="{E37B872B-0E81-EACD-CA82-14E1DB182F48}"/>
              </a:ext>
            </a:extLst>
          </p:cNvPr>
          <p:cNvCxnSpPr>
            <a:cxnSpLocks/>
          </p:cNvCxnSpPr>
          <p:nvPr/>
        </p:nvCxnSpPr>
        <p:spPr>
          <a:xfrm>
            <a:off x="6096000" y="1444752"/>
            <a:ext cx="0" cy="45720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Cognizant Logo_rgb_rev_2023" descr="Cognizant logo reversed, SVG format">
            <a:extLst>
              <a:ext uri="{FF2B5EF4-FFF2-40B4-BE49-F238E27FC236}">
                <a16:creationId xmlns:a16="http://schemas.microsoft.com/office/drawing/2014/main" id="{FC29E878-865C-DE37-D860-F62A7822B47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3668469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marL="0" indent="0">
              <a:buNone/>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C113BBD8-F83C-431F-B9CD-851F5EF17787}" type="datetime1">
              <a:rPr lang="en-US" smtClean="0"/>
              <a:t>1/11/2026</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C4BD05FC-72E2-D49F-5723-85E3F31D26F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28391651"/>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15EE1895-83F9-4535-8AB0-D77A601E1BB9}" type="datetime1">
              <a:rPr lang="en-US" smtClean="0"/>
              <a:t>1/11/2026</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0967F69A-1700-3CED-CEEE-EDC58785000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88755820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Statement - dark">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3"/>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11" name="Date Placeholder 10">
            <a:extLst>
              <a:ext uri="{FF2B5EF4-FFF2-40B4-BE49-F238E27FC236}">
                <a16:creationId xmlns:a16="http://schemas.microsoft.com/office/drawing/2014/main" id="{37922929-B64F-A5FD-E813-DE4E4B47609B}"/>
              </a:ext>
            </a:extLst>
          </p:cNvPr>
          <p:cNvSpPr>
            <a:spLocks noGrp="1"/>
          </p:cNvSpPr>
          <p:nvPr>
            <p:ph type="dt" sz="half" idx="14"/>
          </p:nvPr>
        </p:nvSpPr>
        <p:spPr/>
        <p:txBody>
          <a:bodyPr/>
          <a:lstStyle/>
          <a:p>
            <a:fld id="{B1D548D1-88F1-4583-9328-BC85F87DFD98}" type="datetime1">
              <a:rPr lang="en-US" smtClean="0"/>
              <a:t>1/11/2026</a:t>
            </a:fld>
            <a:endParaRPr lang="en-US" dirty="0"/>
          </a:p>
        </p:txBody>
      </p:sp>
      <p:sp>
        <p:nvSpPr>
          <p:cNvPr id="12" name="Footer Placeholder 11">
            <a:extLst>
              <a:ext uri="{FF2B5EF4-FFF2-40B4-BE49-F238E27FC236}">
                <a16:creationId xmlns:a16="http://schemas.microsoft.com/office/drawing/2014/main" id="{A6D064D0-10B1-84E9-43BC-A587DFCF2552}"/>
              </a:ext>
            </a:extLst>
          </p:cNvPr>
          <p:cNvSpPr>
            <a:spLocks noGrp="1"/>
          </p:cNvSpPr>
          <p:nvPr>
            <p:ph type="ftr" sz="quarter" idx="15"/>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157F07D9-AB26-FAA7-F6B2-13FC833B9175}"/>
              </a:ext>
            </a:extLst>
          </p:cNvPr>
          <p:cNvSpPr>
            <a:spLocks noGrp="1"/>
          </p:cNvSpPr>
          <p:nvPr>
            <p:ph type="sldNum" sz="quarter" idx="16"/>
          </p:nvPr>
        </p:nvSpPr>
        <p:spPr/>
        <p:txBody>
          <a:bodyPr/>
          <a:lstStyle/>
          <a:p>
            <a:fld id="{38826FC0-333C-E549-9FA3-0EE43DF298A3}" type="slidenum">
              <a:rPr lang="en-US" smtClean="0"/>
              <a:pPr/>
              <a:t>‹#›</a:t>
            </a:fld>
            <a:endParaRPr lang="en-US" dirty="0"/>
          </a:p>
        </p:txBody>
      </p:sp>
      <p:pic>
        <p:nvPicPr>
          <p:cNvPr id="2" name="Cognizant Logo_rgb_rev_2023" descr="Cognizant logo reversed, SVG format">
            <a:extLst>
              <a:ext uri="{FF2B5EF4-FFF2-40B4-BE49-F238E27FC236}">
                <a16:creationId xmlns:a16="http://schemas.microsoft.com/office/drawing/2014/main" id="{3F28610E-22AA-1C1B-C7F0-DD2EE706F7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8930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IMAGERY">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128298" y="2407183"/>
            <a:ext cx="9935412"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IMAGERY</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833642144"/>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Full bleed image">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88C8F82A-3BDD-4832-FBE3-E4EA9DC8D02A}"/>
              </a:ext>
            </a:extLst>
          </p:cNvPr>
          <p:cNvSpPr>
            <a:spLocks noGrp="1"/>
          </p:cNvSpPr>
          <p:nvPr>
            <p:ph type="pic" sz="quarter" idx="10" hasCustomPrompt="1"/>
          </p:nvPr>
        </p:nvSpPr>
        <p:spPr>
          <a:xfrm>
            <a:off x="0" y="0"/>
            <a:ext cx="1219200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53B7DBAB-080F-4B67-994D-0695A8EEE08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4" name="Date Placeholder 3">
            <a:extLst>
              <a:ext uri="{FF2B5EF4-FFF2-40B4-BE49-F238E27FC236}">
                <a16:creationId xmlns:a16="http://schemas.microsoft.com/office/drawing/2014/main" id="{5BFB887B-6507-E9E7-6352-B825F1F0F5F9}"/>
              </a:ext>
            </a:extLst>
          </p:cNvPr>
          <p:cNvSpPr>
            <a:spLocks noGrp="1"/>
          </p:cNvSpPr>
          <p:nvPr>
            <p:ph type="dt" sz="half" idx="11"/>
          </p:nvPr>
        </p:nvSpPr>
        <p:spPr/>
        <p:txBody>
          <a:bodyPr/>
          <a:lstStyle>
            <a:lvl1pPr>
              <a:defRPr>
                <a:solidFill>
                  <a:schemeClr val="bg1"/>
                </a:solidFill>
              </a:defRPr>
            </a:lvl1pPr>
          </a:lstStyle>
          <a:p>
            <a:fld id="{2AB97785-BC91-433E-AAFD-12DF553140BB}" type="datetime1">
              <a:rPr lang="en-US" smtClean="0"/>
              <a:t>1/11/2026</a:t>
            </a:fld>
            <a:endParaRPr lang="en-US" dirty="0"/>
          </a:p>
        </p:txBody>
      </p:sp>
      <p:sp>
        <p:nvSpPr>
          <p:cNvPr id="5" name="Footer Placeholder 4">
            <a:extLst>
              <a:ext uri="{FF2B5EF4-FFF2-40B4-BE49-F238E27FC236}">
                <a16:creationId xmlns:a16="http://schemas.microsoft.com/office/drawing/2014/main" id="{6B5E64F9-7C61-C44F-A370-C65AE1081941}"/>
              </a:ext>
            </a:extLst>
          </p:cNvPr>
          <p:cNvSpPr>
            <a:spLocks noGrp="1"/>
          </p:cNvSpPr>
          <p:nvPr>
            <p:ph type="ftr" sz="quarter" idx="12"/>
          </p:nvPr>
        </p:nvSpPr>
        <p:spPr/>
        <p:txBody>
          <a:bodyPr/>
          <a:lstStyle>
            <a:lvl1pPr>
              <a:defRPr>
                <a:solidFill>
                  <a:schemeClr val="bg1"/>
                </a:solidFill>
              </a:defRPr>
            </a:lvl1pPr>
          </a:lstStyle>
          <a:p>
            <a:r>
              <a:rPr lang="en-US"/>
              <a:t>© 2025–2027 Cognizant | Private</a:t>
            </a:r>
            <a:endParaRPr lang="en-US" dirty="0"/>
          </a:p>
        </p:txBody>
      </p:sp>
      <p:sp>
        <p:nvSpPr>
          <p:cNvPr id="6" name="Slide Number Placeholder 5">
            <a:extLst>
              <a:ext uri="{FF2B5EF4-FFF2-40B4-BE49-F238E27FC236}">
                <a16:creationId xmlns:a16="http://schemas.microsoft.com/office/drawing/2014/main" id="{ED7E8873-455E-923B-1219-1607269A283F}"/>
              </a:ext>
            </a:extLst>
          </p:cNvPr>
          <p:cNvSpPr>
            <a:spLocks noGrp="1"/>
          </p:cNvSpPr>
          <p:nvPr>
            <p:ph type="sldNum" sz="quarter" idx="13"/>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5525849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Two full bleed images">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ADE4608A-2C9D-8AC0-0EE2-0A3DE403F95E}"/>
              </a:ext>
            </a:extLst>
          </p:cNvPr>
          <p:cNvSpPr>
            <a:spLocks noGrp="1"/>
          </p:cNvSpPr>
          <p:nvPr>
            <p:ph type="pic" sz="quarter" idx="10" hasCustomPrompt="1"/>
          </p:nvPr>
        </p:nvSpPr>
        <p:spPr>
          <a:xfrm>
            <a:off x="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Picture Placeholder 6">
            <a:extLst>
              <a:ext uri="{FF2B5EF4-FFF2-40B4-BE49-F238E27FC236}">
                <a16:creationId xmlns:a16="http://schemas.microsoft.com/office/drawing/2014/main" id="{18BDCDEC-14FD-8C34-93CD-BF169FDDE985}"/>
              </a:ext>
            </a:extLst>
          </p:cNvPr>
          <p:cNvSpPr>
            <a:spLocks noGrp="1"/>
          </p:cNvSpPr>
          <p:nvPr>
            <p:ph type="pic" sz="quarter" idx="11"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9E428EDA-797C-145E-CD31-0E63FC891181}"/>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Tree>
    <p:extLst>
      <p:ext uri="{BB962C8B-B14F-4D97-AF65-F5344CB8AC3E}">
        <p14:creationId xmlns:p14="http://schemas.microsoft.com/office/powerpoint/2010/main" val="15064838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Half image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endParaRPr lang="en-US" dirty="0"/>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BB5808C-19DB-4C41-84E0-48A1BD83855E}" type="datetime1">
              <a:rPr lang="en-US" smtClean="0"/>
              <a:t>1/11/2026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74820804"/>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Half image - dark">
    <p:bg>
      <p:bgRef idx="1001">
        <a:schemeClr val="bg1"/>
      </p:bgRef>
    </p:bg>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endParaRPr lang="en-US" dirty="0"/>
          </a:p>
        </p:txBody>
      </p:sp>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p>
            <a:fld id="{4FA18C8D-234A-4CF1-A186-3B9D9D2193F7}" type="datetime1">
              <a:rPr lang="en-US" smtClean="0"/>
              <a:t>1/11/2026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708625479"/>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Half image big statement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A524937-147D-4B8D-B911-4B6401599AE1}" type="datetime1">
              <a:rPr lang="en-US" smtClean="0"/>
              <a:t>1/11/2026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004170106"/>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Half image big statement - dark">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32FDA553-34D9-4BF0-AE12-2F31CF77CB92}" type="datetime1">
              <a:rPr lang="en-US" smtClean="0"/>
              <a:t>1/11/2026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80592317"/>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io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9C8F0F23-A115-4B55-B0DC-1A145A15A985}" type="datetime1">
              <a:rPr lang="en-US" smtClean="0"/>
              <a:t>1/11/2026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6096112" y="1000124"/>
            <a:ext cx="5212079" cy="249812"/>
          </a:xfrm>
        </p:spPr>
        <p:txBody>
          <a:bodyPr wrap="square">
            <a:spAutoFit/>
          </a:bodyPr>
          <a:lstStyle>
            <a:lvl1pPr marL="0" indent="0">
              <a:lnSpc>
                <a:spcPct val="100000"/>
              </a:lnSpc>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bwMode="white">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Cognizant Logo_rgb_rev_2023" descr="Cognizant logo reversed, SVG format">
            <a:extLst>
              <a:ext uri="{FF2B5EF4-FFF2-40B4-BE49-F238E27FC236}">
                <a16:creationId xmlns:a16="http://schemas.microsoft.com/office/drawing/2014/main" id="{2B4BD740-217D-D8B8-0418-4E6D1550639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37795905"/>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io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BB37B52D-59B6-4C6B-B2D0-A7DB448212D2}" type="datetime1">
              <a:rPr lang="en-US" smtClean="0"/>
              <a:t>1/11/2026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6096112" y="1000124"/>
            <a:ext cx="5212079" cy="249812"/>
          </a:xfrm>
        </p:spPr>
        <p:txBody>
          <a:bodyPr wrap="square">
            <a:spAutoFit/>
          </a:bodyPr>
          <a:lstStyle>
            <a:lvl1pPr marL="0" indent="0">
              <a:lnSpc>
                <a:spcPct val="100000"/>
              </a:lnSpc>
              <a:buNone/>
              <a:defRPr>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97481656"/>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eam introduction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57AF3672-9971-4DF1-9084-EED87CB53896}" type="datetime1">
              <a:rPr lang="en-US" smtClean="0"/>
              <a:t>1/11/2026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1437641"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bwMode="white">
          <a:xfrm>
            <a:off x="3926605"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bwMode="white">
          <a:xfrm>
            <a:off x="3926605"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bwMode="white">
          <a:xfrm>
            <a:off x="643659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bwMode="white">
          <a:xfrm>
            <a:off x="643659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bwMode="white">
          <a:xfrm>
            <a:off x="894658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bwMode="white">
          <a:xfrm>
            <a:off x="894658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bwMode="white">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bwMode="white">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bwMode="white">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pic>
        <p:nvPicPr>
          <p:cNvPr id="3" name="Cognizant Logo_rgb_rev_2023" descr="Cognizant logo reversed, SVG format">
            <a:extLst>
              <a:ext uri="{FF2B5EF4-FFF2-40B4-BE49-F238E27FC236}">
                <a16:creationId xmlns:a16="http://schemas.microsoft.com/office/drawing/2014/main" id="{289D256D-EB50-B40B-6594-8D04791EFFC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42138913"/>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Bio alt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1619814"/>
            <a:ext cx="2799786" cy="2799786"/>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96977534-0DA3-4097-9D59-53EA5CBCE385}" type="datetime1">
              <a:rPr lang="en-US" smtClean="0"/>
              <a:t>1/11/2026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840598" y="3450611"/>
            <a:ext cx="5014602" cy="249812"/>
          </a:xfrm>
        </p:spPr>
        <p:txBody>
          <a:bodyPr wrap="square">
            <a:spAutoFit/>
          </a:bodyPr>
          <a:lstStyle>
            <a:lvl1pPr marL="0" indent="0">
              <a:buNone/>
              <a:defRPr sz="16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bwMode="white">
          <a:xfrm>
            <a:off x="4840597" y="3868550"/>
            <a:ext cx="5014599" cy="187359"/>
          </a:xfrm>
        </p:spPr>
        <p:txBody>
          <a:bodyPr wrap="square">
            <a:spAutoFit/>
          </a:bodyPr>
          <a:lstStyle>
            <a:lvl1pPr marL="0" indent="0">
              <a:lnSpc>
                <a:spcPct val="100000"/>
              </a:lnSpc>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pic>
        <p:nvPicPr>
          <p:cNvPr id="2" name="Cognizant Logo_rgb_rev_2023" descr="Cognizant logo reversed, SVG format">
            <a:extLst>
              <a:ext uri="{FF2B5EF4-FFF2-40B4-BE49-F238E27FC236}">
                <a16:creationId xmlns:a16="http://schemas.microsoft.com/office/drawing/2014/main" id="{BECD7034-456B-359A-4008-D8F48DBDB2E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918756601"/>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am introduction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DB5201A6-12F9-468B-B44F-50AEC23C7C5D}" type="datetime1">
              <a:rPr lang="en-US" smtClean="0"/>
              <a:t>1/11/2026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1437641"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a:xfrm>
            <a:off x="3926605"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a:xfrm>
            <a:off x="3926605"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a:xfrm>
            <a:off x="643659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a:xfrm>
            <a:off x="643659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a:xfrm>
            <a:off x="894658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a:xfrm>
            <a:off x="894658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Tree>
    <p:extLst>
      <p:ext uri="{BB962C8B-B14F-4D97-AF65-F5344CB8AC3E}">
        <p14:creationId xmlns:p14="http://schemas.microsoft.com/office/powerpoint/2010/main" val="2487450006"/>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io alt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1619814"/>
            <a:ext cx="2799786" cy="2799786"/>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8E8A5000-CFAF-48AA-A1F5-19ACBA8F9248}" type="datetime1">
              <a:rPr lang="en-US" smtClean="0"/>
              <a:t>1/11/2026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840598" y="3450611"/>
            <a:ext cx="5014602" cy="249812"/>
          </a:xfrm>
        </p:spPr>
        <p:txBody>
          <a:bodyPr wrap="square">
            <a:spAutoFit/>
          </a:bodyPr>
          <a:lstStyle>
            <a:lvl1pPr marL="0" indent="0">
              <a:buNone/>
              <a:defRPr sz="16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a:xfrm>
            <a:off x="4840597" y="3868550"/>
            <a:ext cx="5014599" cy="187359"/>
          </a:xfrm>
        </p:spPr>
        <p:txBody>
          <a:bodyPr wrap="square">
            <a:spAutoFit/>
          </a:bodyPr>
          <a:lstStyle>
            <a:lvl1pPr marL="0" indent="0">
              <a:lnSpc>
                <a:spcPct val="100000"/>
              </a:lnSpc>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spTree>
    <p:extLst>
      <p:ext uri="{BB962C8B-B14F-4D97-AF65-F5344CB8AC3E}">
        <p14:creationId xmlns:p14="http://schemas.microsoft.com/office/powerpoint/2010/main" val="4009223359"/>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se study">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121920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2685238"/>
            <a:ext cx="7518399" cy="492443"/>
          </a:xfrm>
        </p:spPr>
        <p:txBody>
          <a:bodyPr wrap="square" lIns="0" tIns="0" rIns="0" bIns="0" anchor="ctr" anchorCtr="0">
            <a:spAutoFit/>
          </a:bodyPr>
          <a:lstStyle>
            <a:lvl1pPr>
              <a:lnSpc>
                <a:spcPct val="100000"/>
              </a:lnSpc>
              <a:spcBef>
                <a:spcPts val="1200"/>
              </a:spcBef>
              <a:defRPr sz="32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D9C2A5B5-C493-46C7-A150-ADCF0F3EA550}" type="datetime1">
              <a:rPr lang="en-US" smtClean="0"/>
              <a:t>1/11/2026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692020149"/>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PRINT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10479" y="1385366"/>
            <a:ext cx="10171054" cy="4087273"/>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PRINT</a:t>
            </a:r>
            <a:br>
              <a:rPr kumimoji="0" lang="en-US" sz="16600" b="1" i="0" u="none" strike="noStrike" kern="0" cap="none" spc="0" normalizeH="0" baseline="0" noProof="0" dirty="0">
                <a:ln>
                  <a:noFill/>
                </a:ln>
                <a:solidFill>
                  <a:srgbClr val="FFFFFF"/>
                </a:solidFill>
                <a:effectLst/>
                <a:uLnTx/>
                <a:uFillTx/>
              </a:rPr>
            </a:br>
            <a:r>
              <a:rPr kumimoji="0" lang="en-US" sz="16600" b="1" i="0" u="none" strike="noStrike" kern="0" cap="none" spc="0" normalizeH="0" baseline="0" noProof="0" dirty="0">
                <a:ln>
                  <a:noFill/>
                </a:ln>
                <a:solidFill>
                  <a:srgbClr val="FFFFFF"/>
                </a:solidFill>
                <a:effectLst/>
                <a:uLnTx/>
                <a:uFillTx/>
              </a:rPr>
              <a:t>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432408760"/>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rint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8" name="Content Placeholder 4">
            <a:extLst>
              <a:ext uri="{FF2B5EF4-FFF2-40B4-BE49-F238E27FC236}">
                <a16:creationId xmlns:a16="http://schemas.microsoft.com/office/drawing/2014/main" id="{97C8D286-D420-EE2D-6164-1E5FF70C4225}"/>
              </a:ext>
            </a:extLst>
          </p:cNvPr>
          <p:cNvSpPr>
            <a:spLocks noGrp="1"/>
          </p:cNvSpPr>
          <p:nvPr>
            <p:ph sz="quarter" idx="13" hasCustomPrompt="1"/>
          </p:nvPr>
        </p:nvSpPr>
        <p:spPr>
          <a:xfrm>
            <a:off x="457200" y="1447800"/>
            <a:ext cx="112776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72328515-FC2B-A5A7-A51D-AD83EA148662}"/>
              </a:ext>
            </a:extLst>
          </p:cNvPr>
          <p:cNvSpPr>
            <a:spLocks noGrp="1"/>
          </p:cNvSpPr>
          <p:nvPr>
            <p:ph type="dt" sz="half" idx="14"/>
          </p:nvPr>
        </p:nvSpPr>
        <p:spPr/>
        <p:txBody>
          <a:bodyPr/>
          <a:lstStyle/>
          <a:p>
            <a:fld id="{243E7BF8-771B-44E1-8077-3B3D238EA0E8}" type="datetime1">
              <a:rPr lang="en-US" smtClean="0"/>
              <a:t>1/11/2026</a:t>
            </a:fld>
            <a:endParaRPr lang="en-US" dirty="0"/>
          </a:p>
        </p:txBody>
      </p:sp>
      <p:sp>
        <p:nvSpPr>
          <p:cNvPr id="7" name="Footer Placeholder 6">
            <a:extLst>
              <a:ext uri="{FF2B5EF4-FFF2-40B4-BE49-F238E27FC236}">
                <a16:creationId xmlns:a16="http://schemas.microsoft.com/office/drawing/2014/main" id="{8A78C47A-CC18-2B7E-01BA-B71033C96E49}"/>
              </a:ext>
            </a:extLst>
          </p:cNvPr>
          <p:cNvSpPr>
            <a:spLocks noGrp="1"/>
          </p:cNvSpPr>
          <p:nvPr>
            <p:ph type="ftr" sz="quarter" idx="15"/>
          </p:nvPr>
        </p:nvSpPr>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19B43DAB-918E-9FD2-A5E8-F9530136AAE1}"/>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7321474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Print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6" name="Content Placeholder 4">
            <a:extLst>
              <a:ext uri="{FF2B5EF4-FFF2-40B4-BE49-F238E27FC236}">
                <a16:creationId xmlns:a16="http://schemas.microsoft.com/office/drawing/2014/main" id="{EFB2AB4E-99EA-866B-42DB-AA6B0640E978}"/>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8" name="Date Placeholder 7">
            <a:extLst>
              <a:ext uri="{FF2B5EF4-FFF2-40B4-BE49-F238E27FC236}">
                <a16:creationId xmlns:a16="http://schemas.microsoft.com/office/drawing/2014/main" id="{49FBA165-B4C4-9560-3B73-D4440E1274B4}"/>
              </a:ext>
            </a:extLst>
          </p:cNvPr>
          <p:cNvSpPr>
            <a:spLocks noGrp="1"/>
          </p:cNvSpPr>
          <p:nvPr>
            <p:ph type="dt" sz="half" idx="14"/>
          </p:nvPr>
        </p:nvSpPr>
        <p:spPr/>
        <p:txBody>
          <a:bodyPr/>
          <a:lstStyle/>
          <a:p>
            <a:fld id="{E1B9DF5E-9AD4-4087-B137-32CBE7F264D9}" type="datetime1">
              <a:rPr lang="en-US" smtClean="0"/>
              <a:t>1/11/2026</a:t>
            </a:fld>
            <a:endParaRPr lang="en-US" dirty="0"/>
          </a:p>
        </p:txBody>
      </p:sp>
      <p:sp>
        <p:nvSpPr>
          <p:cNvPr id="9" name="Footer Placeholder 8">
            <a:extLst>
              <a:ext uri="{FF2B5EF4-FFF2-40B4-BE49-F238E27FC236}">
                <a16:creationId xmlns:a16="http://schemas.microsoft.com/office/drawing/2014/main" id="{355393B2-66D7-C532-B4ED-1C7095A892B2}"/>
              </a:ext>
            </a:extLst>
          </p:cNvPr>
          <p:cNvSpPr>
            <a:spLocks noGrp="1"/>
          </p:cNvSpPr>
          <p:nvPr>
            <p:ph type="ftr" sz="quarter" idx="15"/>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3E96471B-AF2B-8429-A5BE-4098F30AC55D}"/>
              </a:ext>
            </a:extLst>
          </p:cNvPr>
          <p:cNvSpPr>
            <a:spLocks noGrp="1"/>
          </p:cNvSpPr>
          <p:nvPr>
            <p:ph type="sldNum" sz="quarter" idx="16"/>
          </p:nvPr>
        </p:nvSpPr>
        <p:spPr/>
        <p:txBody>
          <a:bodyPr/>
          <a:lstStyle/>
          <a:p>
            <a:fld id="{38826FC0-333C-E549-9FA3-0EE43DF298A3}" type="slidenum">
              <a:rPr lang="en-US" smtClean="0"/>
              <a:pPr/>
              <a:t>‹#›</a:t>
            </a:fld>
            <a:endParaRPr lang="en-US" dirty="0"/>
          </a:p>
        </p:txBody>
      </p:sp>
      <p:sp>
        <p:nvSpPr>
          <p:cNvPr id="11" name="Picture Placeholder 6">
            <a:extLst>
              <a:ext uri="{FF2B5EF4-FFF2-40B4-BE49-F238E27FC236}">
                <a16:creationId xmlns:a16="http://schemas.microsoft.com/office/drawing/2014/main" id="{FF811353-C714-762F-1AAE-32044BE7B552}"/>
              </a:ext>
            </a:extLst>
          </p:cNvPr>
          <p:cNvSpPr>
            <a:spLocks noGrp="1" noChangeAspect="1"/>
          </p:cNvSpPr>
          <p:nvPr>
            <p:ph type="pic" sz="quarter" idx="22" hasCustomPrompt="1"/>
          </p:nvPr>
        </p:nvSpPr>
        <p:spPr>
          <a:xfrm>
            <a:off x="8305800" y="1447800"/>
            <a:ext cx="3429000" cy="4716463"/>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Tree>
    <p:extLst>
      <p:ext uri="{BB962C8B-B14F-4D97-AF65-F5344CB8AC3E}">
        <p14:creationId xmlns:p14="http://schemas.microsoft.com/office/powerpoint/2010/main" val="33488216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Print layou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9" name="Content Placeholder 11">
            <a:extLst>
              <a:ext uri="{FF2B5EF4-FFF2-40B4-BE49-F238E27FC236}">
                <a16:creationId xmlns:a16="http://schemas.microsoft.com/office/drawing/2014/main" id="{259B0F51-32FC-A168-2D3A-C5941F904A9A}"/>
              </a:ext>
            </a:extLst>
          </p:cNvPr>
          <p:cNvSpPr>
            <a:spLocks noGrp="1"/>
          </p:cNvSpPr>
          <p:nvPr>
            <p:ph sz="quarter" idx="15" hasCustomPrompt="1"/>
          </p:nvPr>
        </p:nvSpPr>
        <p:spPr>
          <a:xfrm>
            <a:off x="8305800" y="1447800"/>
            <a:ext cx="3429000" cy="4716463"/>
          </a:xfrm>
          <a:noFill/>
        </p:spPr>
        <p:txBody>
          <a:bodyPr bIns="1280160" anchor="ctr" anchorCtr="0"/>
          <a:lstStyle>
            <a:lvl1pPr marL="0" indent="0" algn="ctr">
              <a:buNone/>
              <a:defRPr sz="1100">
                <a:solidFill>
                  <a:schemeClr val="tx1"/>
                </a:solidFill>
              </a:defRPr>
            </a:lvl1pPr>
          </a:lstStyle>
          <a:p>
            <a:pPr lvl="0"/>
            <a:r>
              <a:rPr lang="en-US" dirty="0"/>
              <a:t>Click to add content</a:t>
            </a:r>
          </a:p>
        </p:txBody>
      </p:sp>
      <p:sp>
        <p:nvSpPr>
          <p:cNvPr id="6" name="Content Placeholder 4">
            <a:extLst>
              <a:ext uri="{FF2B5EF4-FFF2-40B4-BE49-F238E27FC236}">
                <a16:creationId xmlns:a16="http://schemas.microsoft.com/office/drawing/2014/main" id="{E6871F2F-0300-3464-E2A2-7AF48ACCDA0E}"/>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7" name="Date Placeholder 6">
            <a:extLst>
              <a:ext uri="{FF2B5EF4-FFF2-40B4-BE49-F238E27FC236}">
                <a16:creationId xmlns:a16="http://schemas.microsoft.com/office/drawing/2014/main" id="{E7F5A834-2BF7-D718-8760-B751F1362C5B}"/>
              </a:ext>
            </a:extLst>
          </p:cNvPr>
          <p:cNvSpPr>
            <a:spLocks noGrp="1"/>
          </p:cNvSpPr>
          <p:nvPr>
            <p:ph type="dt" sz="half" idx="16"/>
          </p:nvPr>
        </p:nvSpPr>
        <p:spPr/>
        <p:txBody>
          <a:bodyPr/>
          <a:lstStyle/>
          <a:p>
            <a:fld id="{8B3334DE-0309-4316-9524-1C880826860D}" type="datetime1">
              <a:rPr lang="en-US" smtClean="0"/>
              <a:t>1/11/2026</a:t>
            </a:fld>
            <a:endParaRPr lang="en-US" dirty="0"/>
          </a:p>
        </p:txBody>
      </p:sp>
      <p:sp>
        <p:nvSpPr>
          <p:cNvPr id="8" name="Footer Placeholder 7">
            <a:extLst>
              <a:ext uri="{FF2B5EF4-FFF2-40B4-BE49-F238E27FC236}">
                <a16:creationId xmlns:a16="http://schemas.microsoft.com/office/drawing/2014/main" id="{BAD15E00-493E-DA78-52D5-886D4490A1D0}"/>
              </a:ext>
            </a:extLst>
          </p:cNvPr>
          <p:cNvSpPr>
            <a:spLocks noGrp="1"/>
          </p:cNvSpPr>
          <p:nvPr>
            <p:ph type="ftr" sz="quarter" idx="17"/>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A2550889-1E0E-444C-2EB8-5E1C1E1649C8}"/>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31153402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rint layou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7" name="Text Placeholder 9">
            <a:extLst>
              <a:ext uri="{FF2B5EF4-FFF2-40B4-BE49-F238E27FC236}">
                <a16:creationId xmlns:a16="http://schemas.microsoft.com/office/drawing/2014/main" id="{A497A1BE-986B-0BD6-76A5-85ABDFBA41E0}"/>
              </a:ext>
            </a:extLst>
          </p:cNvPr>
          <p:cNvSpPr>
            <a:spLocks noGrp="1"/>
          </p:cNvSpPr>
          <p:nvPr>
            <p:ph type="body" sz="quarter" idx="16" hasCustomPrompt="1"/>
          </p:nvPr>
        </p:nvSpPr>
        <p:spPr>
          <a:xfrm>
            <a:off x="8446381" y="2016681"/>
            <a:ext cx="3291841" cy="337080"/>
          </a:xfrm>
          <a:noFill/>
        </p:spPr>
        <p:txBody>
          <a:bodyPr wrap="square" lIns="0" tIns="0" rIns="0" bIns="0">
            <a:spAutoFit/>
          </a:bodyPr>
          <a:lstStyle>
            <a:lvl1pPr marL="0" indent="0">
              <a:lnSpc>
                <a:spcPct val="110000"/>
              </a:lnSpc>
              <a:spcBef>
                <a:spcPts val="1200"/>
              </a:spcBef>
              <a:buNone/>
              <a:defRPr sz="1100">
                <a:solidFill>
                  <a:schemeClr val="accent1"/>
                </a:solidFill>
              </a:defRPr>
            </a:lvl1pPr>
            <a:lvl2pPr marL="12700" marR="0" indent="0" algn="l" defTabSz="914171" rtl="0" eaLnBrk="1" fontAlgn="auto" latinLnBrk="0" hangingPunct="1">
              <a:lnSpc>
                <a:spcPct val="110000"/>
              </a:lnSpc>
              <a:spcBef>
                <a:spcPts val="1200"/>
              </a:spcBef>
              <a:spcAft>
                <a:spcPts val="1200"/>
              </a:spcAft>
              <a:buClr>
                <a:schemeClr val="accent1"/>
              </a:buClr>
              <a:buSzTx/>
              <a:buFont typeface="Arial" panose="020B0604020202020204" pitchFamily="34" charset="0"/>
              <a:buNone/>
              <a:tabLst/>
              <a:defRPr sz="900" i="1">
                <a:solidFill>
                  <a:schemeClr val="tx2"/>
                </a:solidFill>
              </a:defRPr>
            </a:lvl2pPr>
            <a:lvl3pPr marL="9525" indent="619125">
              <a:buFontTx/>
              <a:buNone/>
              <a:tabLst/>
              <a:defRPr sz="900"/>
            </a:lvl3pPr>
          </a:lstStyle>
          <a:p>
            <a:pPr lvl="0"/>
            <a:r>
              <a:rPr lang="en-US" dirty="0"/>
              <a:t>Click to edit text</a:t>
            </a:r>
          </a:p>
          <a:p>
            <a:pPr marL="12700" marR="0" lvl="1" indent="0" algn="l" defTabSz="914171" rtl="0" eaLnBrk="1" fontAlgn="auto" latinLnBrk="0" hangingPunct="1">
              <a:lnSpc>
                <a:spcPct val="120000"/>
              </a:lnSpc>
              <a:spcBef>
                <a:spcPts val="0"/>
              </a:spcBef>
              <a:spcAft>
                <a:spcPts val="1200"/>
              </a:spcAft>
              <a:buClr>
                <a:schemeClr val="accent1"/>
              </a:buClr>
              <a:buSzTx/>
              <a:buFont typeface="Arial" panose="020B0604020202020204" pitchFamily="34" charset="0"/>
              <a:buNone/>
              <a:tabLst/>
              <a:defRPr/>
            </a:pPr>
            <a:r>
              <a:rPr lang="en-US" dirty="0"/>
              <a:t>Click to edit text</a:t>
            </a:r>
          </a:p>
        </p:txBody>
      </p:sp>
      <p:cxnSp>
        <p:nvCxnSpPr>
          <p:cNvPr id="8" name="Straight Connector 7">
            <a:extLst>
              <a:ext uri="{FF2B5EF4-FFF2-40B4-BE49-F238E27FC236}">
                <a16:creationId xmlns:a16="http://schemas.microsoft.com/office/drawing/2014/main" id="{6CF16D66-A061-BB80-4196-FA88563E9FC5}"/>
              </a:ext>
            </a:extLst>
          </p:cNvPr>
          <p:cNvCxnSpPr>
            <a:cxnSpLocks noChangeAspect="1"/>
          </p:cNvCxnSpPr>
          <p:nvPr userDrawn="1"/>
        </p:nvCxnSpPr>
        <p:spPr>
          <a:xfrm>
            <a:off x="8446383" y="1455541"/>
            <a:ext cx="3154680" cy="0"/>
          </a:xfrm>
          <a:prstGeom prst="line">
            <a:avLst/>
          </a:prstGeom>
          <a:ln w="12700" cap="sq">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2" name="Content Placeholder 4">
            <a:extLst>
              <a:ext uri="{FF2B5EF4-FFF2-40B4-BE49-F238E27FC236}">
                <a16:creationId xmlns:a16="http://schemas.microsoft.com/office/drawing/2014/main" id="{443B4273-80BC-4D4B-45D3-71EA235891DD}"/>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j-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A8D18051-2FD4-FBBA-DF0A-5AA5724D4CED}"/>
              </a:ext>
            </a:extLst>
          </p:cNvPr>
          <p:cNvSpPr>
            <a:spLocks noGrp="1"/>
          </p:cNvSpPr>
          <p:nvPr>
            <p:ph type="dt" sz="half" idx="17"/>
          </p:nvPr>
        </p:nvSpPr>
        <p:spPr/>
        <p:txBody>
          <a:bodyPr/>
          <a:lstStyle/>
          <a:p>
            <a:fld id="{D83E5922-6737-4E14-A9A5-0383F4604B00}" type="datetime1">
              <a:rPr lang="en-US" smtClean="0"/>
              <a:t>1/11/2026</a:t>
            </a:fld>
            <a:endParaRPr lang="en-US" dirty="0"/>
          </a:p>
        </p:txBody>
      </p:sp>
      <p:sp>
        <p:nvSpPr>
          <p:cNvPr id="9" name="Footer Placeholder 8">
            <a:extLst>
              <a:ext uri="{FF2B5EF4-FFF2-40B4-BE49-F238E27FC236}">
                <a16:creationId xmlns:a16="http://schemas.microsoft.com/office/drawing/2014/main" id="{2674FFEF-C1C1-A6A5-579D-03460B4B7B4E}"/>
              </a:ext>
            </a:extLst>
          </p:cNvPr>
          <p:cNvSpPr>
            <a:spLocks noGrp="1"/>
          </p:cNvSpPr>
          <p:nvPr>
            <p:ph type="ftr" sz="quarter" idx="18"/>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3CD4671-5EA7-FBFD-25EC-C2EB1310BC27}"/>
              </a:ext>
            </a:extLst>
          </p:cNvPr>
          <p:cNvSpPr>
            <a:spLocks noGrp="1"/>
          </p:cNvSpPr>
          <p:nvPr>
            <p:ph type="sldNum" sz="quarter" idx="19"/>
          </p:nvPr>
        </p:nvSpPr>
        <p:spPr/>
        <p:txBody>
          <a:bodyPr/>
          <a:lstStyle/>
          <a:p>
            <a:fld id="{38826FC0-333C-E549-9FA3-0EE43DF298A3}" type="slidenum">
              <a:rPr lang="en-US" smtClean="0"/>
              <a:pPr/>
              <a:t>‹#›</a:t>
            </a:fld>
            <a:endParaRPr lang="en-US" dirty="0"/>
          </a:p>
        </p:txBody>
      </p:sp>
      <p:sp>
        <p:nvSpPr>
          <p:cNvPr id="16" name="Freeform 15">
            <a:extLst>
              <a:ext uri="{FF2B5EF4-FFF2-40B4-BE49-F238E27FC236}">
                <a16:creationId xmlns:a16="http://schemas.microsoft.com/office/drawing/2014/main" id="{B4239B95-1BE5-65A8-8088-4245AFE6DC2A}"/>
              </a:ext>
            </a:extLst>
          </p:cNvPr>
          <p:cNvSpPr>
            <a:spLocks noChangeAspect="1"/>
          </p:cNvSpPr>
          <p:nvPr userDrawn="1"/>
        </p:nvSpPr>
        <p:spPr>
          <a:xfrm>
            <a:off x="8450629" y="1583574"/>
            <a:ext cx="292608" cy="297056"/>
          </a:xfrm>
          <a:custGeom>
            <a:avLst/>
            <a:gdLst>
              <a:gd name="connsiteX0" fmla="*/ 305136 w 336446"/>
              <a:gd name="connsiteY0" fmla="*/ 0 h 341560"/>
              <a:gd name="connsiteX1" fmla="*/ 336446 w 336446"/>
              <a:gd name="connsiteY1" fmla="*/ 49811 h 341560"/>
              <a:gd name="connsiteX2" fmla="*/ 278808 w 336446"/>
              <a:gd name="connsiteY2" fmla="*/ 98554 h 341560"/>
              <a:gd name="connsiteX3" fmla="*/ 258172 w 336446"/>
              <a:gd name="connsiteY3" fmla="*/ 192839 h 341560"/>
              <a:gd name="connsiteX4" fmla="*/ 325061 w 336446"/>
              <a:gd name="connsiteY4" fmla="*/ 192839 h 341560"/>
              <a:gd name="connsiteX5" fmla="*/ 325061 w 336446"/>
              <a:gd name="connsiteY5" fmla="*/ 341560 h 341560"/>
              <a:gd name="connsiteX6" fmla="*/ 187725 w 336446"/>
              <a:gd name="connsiteY6" fmla="*/ 341560 h 341560"/>
              <a:gd name="connsiteX7" fmla="*/ 187725 w 336446"/>
              <a:gd name="connsiteY7" fmla="*/ 224149 h 341560"/>
              <a:gd name="connsiteX8" fmla="*/ 210495 w 336446"/>
              <a:gd name="connsiteY8" fmla="*/ 86101 h 341560"/>
              <a:gd name="connsiteX9" fmla="*/ 305136 w 336446"/>
              <a:gd name="connsiteY9" fmla="*/ 0 h 341560"/>
              <a:gd name="connsiteX10" fmla="*/ 117411 w 336446"/>
              <a:gd name="connsiteY10" fmla="*/ 0 h 341560"/>
              <a:gd name="connsiteX11" fmla="*/ 148721 w 336446"/>
              <a:gd name="connsiteY11" fmla="*/ 49811 h 341560"/>
              <a:gd name="connsiteX12" fmla="*/ 91083 w 336446"/>
              <a:gd name="connsiteY12" fmla="*/ 98554 h 341560"/>
              <a:gd name="connsiteX13" fmla="*/ 70447 w 336446"/>
              <a:gd name="connsiteY13" fmla="*/ 192839 h 341560"/>
              <a:gd name="connsiteX14" fmla="*/ 137336 w 336446"/>
              <a:gd name="connsiteY14" fmla="*/ 192839 h 341560"/>
              <a:gd name="connsiteX15" fmla="*/ 137336 w 336446"/>
              <a:gd name="connsiteY15" fmla="*/ 341560 h 341560"/>
              <a:gd name="connsiteX16" fmla="*/ 0 w 336446"/>
              <a:gd name="connsiteY16" fmla="*/ 341560 h 341560"/>
              <a:gd name="connsiteX17" fmla="*/ 0 w 336446"/>
              <a:gd name="connsiteY17" fmla="*/ 224149 h 341560"/>
              <a:gd name="connsiteX18" fmla="*/ 22770 w 336446"/>
              <a:gd name="connsiteY18" fmla="*/ 86101 h 341560"/>
              <a:gd name="connsiteX19" fmla="*/ 117411 w 336446"/>
              <a:gd name="connsiteY19" fmla="*/ 0 h 34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446" h="341560">
                <a:moveTo>
                  <a:pt x="305136" y="0"/>
                </a:moveTo>
                <a:lnTo>
                  <a:pt x="336446" y="49811"/>
                </a:lnTo>
                <a:cubicBezTo>
                  <a:pt x="310354" y="60722"/>
                  <a:pt x="291142" y="76969"/>
                  <a:pt x="278808" y="98554"/>
                </a:cubicBezTo>
                <a:cubicBezTo>
                  <a:pt x="266473" y="120139"/>
                  <a:pt x="259595" y="151567"/>
                  <a:pt x="258172" y="192839"/>
                </a:cubicBezTo>
                <a:lnTo>
                  <a:pt x="325061" y="192839"/>
                </a:lnTo>
                <a:lnTo>
                  <a:pt x="325061" y="341560"/>
                </a:lnTo>
                <a:lnTo>
                  <a:pt x="187725" y="341560"/>
                </a:lnTo>
                <a:lnTo>
                  <a:pt x="187725" y="224149"/>
                </a:lnTo>
                <a:cubicBezTo>
                  <a:pt x="187725" y="160581"/>
                  <a:pt x="195315" y="114565"/>
                  <a:pt x="210495" y="86101"/>
                </a:cubicBezTo>
                <a:cubicBezTo>
                  <a:pt x="230420" y="48150"/>
                  <a:pt x="261967" y="19450"/>
                  <a:pt x="305136" y="0"/>
                </a:cubicBezTo>
                <a:close/>
                <a:moveTo>
                  <a:pt x="117411" y="0"/>
                </a:moveTo>
                <a:lnTo>
                  <a:pt x="148721" y="49811"/>
                </a:lnTo>
                <a:cubicBezTo>
                  <a:pt x="122629" y="60722"/>
                  <a:pt x="103417" y="76969"/>
                  <a:pt x="91083" y="98554"/>
                </a:cubicBezTo>
                <a:cubicBezTo>
                  <a:pt x="78748" y="120139"/>
                  <a:pt x="71870" y="151567"/>
                  <a:pt x="70447" y="192839"/>
                </a:cubicBezTo>
                <a:lnTo>
                  <a:pt x="137336" y="192839"/>
                </a:lnTo>
                <a:lnTo>
                  <a:pt x="137336" y="341560"/>
                </a:lnTo>
                <a:lnTo>
                  <a:pt x="0" y="341560"/>
                </a:lnTo>
                <a:lnTo>
                  <a:pt x="0" y="224149"/>
                </a:lnTo>
                <a:cubicBezTo>
                  <a:pt x="0" y="160581"/>
                  <a:pt x="7590" y="114565"/>
                  <a:pt x="22770" y="86101"/>
                </a:cubicBezTo>
                <a:cubicBezTo>
                  <a:pt x="42695" y="48150"/>
                  <a:pt x="74242" y="19450"/>
                  <a:pt x="117411"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29646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DO NOT USE">
    <p:bg>
      <p:bgPr>
        <a:solidFill>
          <a:srgbClr val="B81F2D"/>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13BE4D0-FD2D-17A7-0CB5-5D6CBED1C32D}"/>
              </a:ext>
            </a:extLst>
          </p:cNvPr>
          <p:cNvSpPr txBox="1"/>
          <p:nvPr/>
        </p:nvSpPr>
        <p:spPr>
          <a:xfrm>
            <a:off x="1581464" y="662092"/>
            <a:ext cx="9029075" cy="5533823"/>
          </a:xfrm>
          <a:prstGeom prst="rect">
            <a:avLst/>
          </a:prstGeom>
          <a:noFill/>
        </p:spPr>
        <p:txBody>
          <a:bodyPr wrap="none" lIns="0" tIns="0" rIns="0" bIns="0" rtlCol="0" anchor="ctr">
            <a:spAutoFit/>
          </a:bodyPr>
          <a:lstStyle/>
          <a:p>
            <a:pPr algn="ctr">
              <a:lnSpc>
                <a:spcPct val="80000"/>
              </a:lnSpc>
              <a:spcAft>
                <a:spcPts val="1200"/>
              </a:spcAft>
            </a:pPr>
            <a:r>
              <a:rPr lang="en-US" sz="9600" b="1" dirty="0">
                <a:solidFill>
                  <a:schemeClr val="bg1"/>
                </a:solidFill>
              </a:rPr>
              <a:t>DO NOT USE </a:t>
            </a:r>
            <a:br>
              <a:rPr lang="en-US" sz="9600" b="1" dirty="0">
                <a:solidFill>
                  <a:schemeClr val="bg1"/>
                </a:solidFill>
              </a:rPr>
            </a:br>
            <a:r>
              <a:rPr lang="en-US" sz="9600" b="1" dirty="0">
                <a:solidFill>
                  <a:schemeClr val="bg1"/>
                </a:solidFill>
              </a:rPr>
              <a:t>ANY LAYOUTS </a:t>
            </a:r>
            <a:br>
              <a:rPr lang="en-US" sz="9600" b="1" dirty="0">
                <a:solidFill>
                  <a:schemeClr val="bg1"/>
                </a:solidFill>
              </a:rPr>
            </a:br>
            <a:r>
              <a:rPr lang="en-US" sz="9600" b="1" dirty="0">
                <a:solidFill>
                  <a:schemeClr val="bg1"/>
                </a:solidFill>
              </a:rPr>
              <a:t>BEYOND </a:t>
            </a:r>
            <a:br>
              <a:rPr lang="en-US" sz="9600" b="1" dirty="0">
                <a:solidFill>
                  <a:schemeClr val="bg1"/>
                </a:solidFill>
              </a:rPr>
            </a:br>
            <a:r>
              <a:rPr lang="en-US" sz="9600" b="1" dirty="0">
                <a:solidFill>
                  <a:schemeClr val="bg1"/>
                </a:solidFill>
              </a:rPr>
              <a:t>THIS POINT</a:t>
            </a:r>
          </a:p>
          <a:p>
            <a:pPr algn="ctr">
              <a:lnSpc>
                <a:spcPct val="90000"/>
              </a:lnSpc>
              <a:spcAft>
                <a:spcPts val="2400"/>
              </a:spcAft>
            </a:pPr>
            <a:r>
              <a:rPr lang="en-US" sz="3600" b="0" i="1" dirty="0">
                <a:solidFill>
                  <a:schemeClr val="bg1"/>
                </a:solidFill>
              </a:rPr>
              <a:t>They are not a part of the official template</a:t>
            </a:r>
          </a:p>
        </p:txBody>
      </p:sp>
    </p:spTree>
    <p:extLst>
      <p:ext uri="{BB962C8B-B14F-4D97-AF65-F5344CB8AC3E}">
        <p14:creationId xmlns:p14="http://schemas.microsoft.com/office/powerpoint/2010/main" val="1199188471"/>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F230B5-518B-24CC-5360-65ED114C9C97}"/>
              </a:ext>
            </a:extLst>
          </p:cNvPr>
          <p:cNvSpPr>
            <a:spLocks noGrp="1"/>
          </p:cNvSpPr>
          <p:nvPr>
            <p:ph type="title"/>
          </p:nvPr>
        </p:nvSpPr>
        <p:spPr>
          <a:xfrm>
            <a:off x="457200" y="457200"/>
            <a:ext cx="11277600" cy="332399"/>
          </a:xfrm>
          <a:prstGeom prst="rect">
            <a:avLst/>
          </a:prstGeom>
        </p:spPr>
        <p:txBody>
          <a:bodyPr vert="horz" wrap="square" lIns="0" tIns="0" rIns="0" bIns="0" rtlCol="0" anchor="t">
            <a:spAutoFit/>
          </a:bodyPr>
          <a:lstStyle/>
          <a:p>
            <a:r>
              <a:rPr lang="en-US" dirty="0"/>
              <a:t>Click to add title</a:t>
            </a:r>
          </a:p>
        </p:txBody>
      </p:sp>
      <p:sp>
        <p:nvSpPr>
          <p:cNvPr id="3" name="Text Placeholder 2">
            <a:extLst>
              <a:ext uri="{FF2B5EF4-FFF2-40B4-BE49-F238E27FC236}">
                <a16:creationId xmlns:a16="http://schemas.microsoft.com/office/drawing/2014/main" id="{3797B53D-6897-FB10-B4B4-55E663FD6108}"/>
              </a:ext>
            </a:extLst>
          </p:cNvPr>
          <p:cNvSpPr>
            <a:spLocks noGrp="1"/>
          </p:cNvSpPr>
          <p:nvPr>
            <p:ph type="body" idx="1"/>
          </p:nvPr>
        </p:nvSpPr>
        <p:spPr>
          <a:xfrm>
            <a:off x="457200" y="1447800"/>
            <a:ext cx="7518400" cy="4663440"/>
          </a:xfrm>
          <a:prstGeom prst="rect">
            <a:avLst/>
          </a:prstGeom>
        </p:spPr>
        <p:txBody>
          <a:bodyPr vert="horz" lIns="0" tIns="0" rIns="0" bIns="0" rtlCol="0">
            <a:noAutofit/>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a:p>
            <a:pPr lvl="5"/>
            <a:r>
              <a:rPr lang="en-US" dirty="0"/>
              <a:t>6th level text</a:t>
            </a:r>
          </a:p>
          <a:p>
            <a:pPr lvl="6"/>
            <a:r>
              <a:rPr lang="en-US" dirty="0"/>
              <a:t>7th level text</a:t>
            </a:r>
          </a:p>
          <a:p>
            <a:pPr lvl="7"/>
            <a:r>
              <a:rPr lang="en-US" dirty="0"/>
              <a:t>8th level text</a:t>
            </a:r>
          </a:p>
          <a:p>
            <a:pPr lvl="8"/>
            <a:r>
              <a:rPr lang="en-US" dirty="0"/>
              <a:t>9th level text</a:t>
            </a:r>
          </a:p>
        </p:txBody>
      </p:sp>
      <p:sp>
        <p:nvSpPr>
          <p:cNvPr id="6" name="Slide Number Placeholder 5">
            <a:extLst>
              <a:ext uri="{FF2B5EF4-FFF2-40B4-BE49-F238E27FC236}">
                <a16:creationId xmlns:a16="http://schemas.microsoft.com/office/drawing/2014/main" id="{F5A3681C-7AE6-4CE0-F456-C8E648A62642}"/>
              </a:ext>
            </a:extLst>
          </p:cNvPr>
          <p:cNvSpPr>
            <a:spLocks noGrp="1"/>
          </p:cNvSpPr>
          <p:nvPr>
            <p:ph type="sldNum" sz="quarter" idx="4"/>
          </p:nvPr>
        </p:nvSpPr>
        <p:spPr>
          <a:xfrm>
            <a:off x="457200" y="6400799"/>
            <a:ext cx="365760" cy="228600"/>
          </a:xfrm>
          <a:prstGeom prst="rect">
            <a:avLst/>
          </a:prstGeom>
        </p:spPr>
        <p:txBody>
          <a:bodyPr vert="horz" lIns="0" tIns="0" rIns="0" bIns="0" rtlCol="0" anchor="ctr"/>
          <a:lstStyle>
            <a:lvl1pPr algn="l">
              <a:defRPr sz="700" b="0">
                <a:solidFill>
                  <a:schemeClr val="tx1"/>
                </a:solidFill>
              </a:defRPr>
            </a:lvl1pPr>
          </a:lstStyle>
          <a:p>
            <a:fld id="{38826FC0-333C-E549-9FA3-0EE43DF298A3}" type="slidenum">
              <a:rPr lang="en-US" smtClean="0"/>
              <a:pPr/>
              <a:t>‹#›</a:t>
            </a:fld>
            <a:endParaRPr lang="en-US" dirty="0"/>
          </a:p>
        </p:txBody>
      </p:sp>
      <p:sp>
        <p:nvSpPr>
          <p:cNvPr id="8" name="Footer Placeholder 7">
            <a:extLst>
              <a:ext uri="{FF2B5EF4-FFF2-40B4-BE49-F238E27FC236}">
                <a16:creationId xmlns:a16="http://schemas.microsoft.com/office/drawing/2014/main" id="{677CCFE7-C984-DC56-6899-8A815F0548C0}"/>
              </a:ext>
              <a:ext uri="{C183D7F6-B498-43B3-948B-1728B52AA6E4}">
                <adec:decorative xmlns:adec="http://schemas.microsoft.com/office/drawing/2017/decorative" val="1"/>
              </a:ext>
            </a:extLst>
          </p:cNvPr>
          <p:cNvSpPr>
            <a:spLocks noGrp="1"/>
          </p:cNvSpPr>
          <p:nvPr>
            <p:ph type="ftr" sz="quarter" idx="3"/>
          </p:nvPr>
        </p:nvSpPr>
        <p:spPr>
          <a:xfrm>
            <a:off x="1005840" y="6400800"/>
            <a:ext cx="1371600" cy="228600"/>
          </a:xfrm>
          <a:prstGeom prst="rect">
            <a:avLst/>
          </a:prstGeom>
        </p:spPr>
        <p:txBody>
          <a:bodyPr vert="horz" lIns="0" tIns="0" rIns="0" bIns="0" rtlCol="0" anchor="ctr"/>
          <a:lstStyle>
            <a:lvl1pPr algn="l">
              <a:defRPr sz="700" b="0">
                <a:solidFill>
                  <a:schemeClr val="tx1"/>
                </a:solidFill>
              </a:defRPr>
            </a:lvl1pPr>
          </a:lstStyle>
          <a:p>
            <a:r>
              <a:rPr lang="en-US"/>
              <a:t>© 2025–2027 Cognizant | Private</a:t>
            </a:r>
            <a:endParaRPr lang="en-US" dirty="0"/>
          </a:p>
        </p:txBody>
      </p:sp>
      <p:sp>
        <p:nvSpPr>
          <p:cNvPr id="10" name="Date Placeholder 9">
            <a:extLst>
              <a:ext uri="{FF2B5EF4-FFF2-40B4-BE49-F238E27FC236}">
                <a16:creationId xmlns:a16="http://schemas.microsoft.com/office/drawing/2014/main" id="{42283347-4EBC-C7DD-65E3-791D4DBA61D0}"/>
              </a:ext>
            </a:extLst>
          </p:cNvPr>
          <p:cNvSpPr>
            <a:spLocks noGrp="1"/>
          </p:cNvSpPr>
          <p:nvPr>
            <p:ph type="dt" sz="half" idx="2"/>
          </p:nvPr>
        </p:nvSpPr>
        <p:spPr>
          <a:xfrm>
            <a:off x="2651760" y="6400800"/>
            <a:ext cx="1371600" cy="228600"/>
          </a:xfrm>
          <a:prstGeom prst="rect">
            <a:avLst/>
          </a:prstGeom>
        </p:spPr>
        <p:txBody>
          <a:bodyPr vert="horz" lIns="0" tIns="0" rIns="0" bIns="0" rtlCol="0" anchor="ctr"/>
          <a:lstStyle>
            <a:lvl1pPr algn="l">
              <a:defRPr sz="700" b="0">
                <a:solidFill>
                  <a:schemeClr val="tx1"/>
                </a:solidFill>
              </a:defRPr>
            </a:lvl1pPr>
          </a:lstStyle>
          <a:p>
            <a:fld id="{27AD22A3-AE78-4E0B-8A1E-6F5549BCCC30}" type="datetime1">
              <a:rPr lang="en-US" smtClean="0"/>
              <a:t>1/11/2026</a:t>
            </a:fld>
            <a:endParaRPr lang="en-US" dirty="0"/>
          </a:p>
        </p:txBody>
      </p:sp>
      <p:pic>
        <p:nvPicPr>
          <p:cNvPr id="4" name="Cognizant Logo_rgb_pos_2023">
            <a:extLst>
              <a:ext uri="{FF2B5EF4-FFF2-40B4-BE49-F238E27FC236}">
                <a16:creationId xmlns:a16="http://schemas.microsoft.com/office/drawing/2014/main" id="{322DD144-17A4-A3EC-5E8D-205928D3BDB2}"/>
              </a:ext>
              <a:ext uri="{C183D7F6-B498-43B3-948B-1728B52AA6E4}">
                <adec:decorative xmlns:adec="http://schemas.microsoft.com/office/drawing/2017/decorative" val="1"/>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10591729" y="6454070"/>
            <a:ext cx="1170432" cy="205449"/>
          </a:xfrm>
          <a:prstGeom prst="rect">
            <a:avLst/>
          </a:prstGeom>
        </p:spPr>
      </p:pic>
    </p:spTree>
    <p:extLst>
      <p:ext uri="{BB962C8B-B14F-4D97-AF65-F5344CB8AC3E}">
        <p14:creationId xmlns:p14="http://schemas.microsoft.com/office/powerpoint/2010/main" val="3692451791"/>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92" r:id="rId11"/>
    <p:sldLayoutId id="2147483993" r:id="rId12"/>
    <p:sldLayoutId id="2147483994" r:id="rId13"/>
    <p:sldLayoutId id="2147484006" r:id="rId14"/>
    <p:sldLayoutId id="2147484007" r:id="rId15"/>
    <p:sldLayoutId id="2147484008" r:id="rId16"/>
    <p:sldLayoutId id="2147483998" r:id="rId17"/>
    <p:sldLayoutId id="2147483999" r:id="rId18"/>
    <p:sldLayoutId id="2147484000" r:id="rId19"/>
    <p:sldLayoutId id="2147484001" r:id="rId20"/>
    <p:sldLayoutId id="2147484002" r:id="rId21"/>
    <p:sldLayoutId id="2147484003" r:id="rId22"/>
    <p:sldLayoutId id="2147483937" r:id="rId23"/>
    <p:sldLayoutId id="2147483938" r:id="rId24"/>
    <p:sldLayoutId id="2147483939" r:id="rId25"/>
    <p:sldLayoutId id="2147483940" r:id="rId26"/>
    <p:sldLayoutId id="2147483941" r:id="rId27"/>
    <p:sldLayoutId id="2147483942" r:id="rId28"/>
    <p:sldLayoutId id="2147483943" r:id="rId29"/>
    <p:sldLayoutId id="2147483944" r:id="rId30"/>
    <p:sldLayoutId id="2147483945" r:id="rId31"/>
    <p:sldLayoutId id="2147483946" r:id="rId32"/>
    <p:sldLayoutId id="2147483947" r:id="rId33"/>
    <p:sldLayoutId id="2147483948" r:id="rId34"/>
    <p:sldLayoutId id="2147483977" r:id="rId35"/>
    <p:sldLayoutId id="2147483978" r:id="rId36"/>
    <p:sldLayoutId id="2147483949" r:id="rId37"/>
    <p:sldLayoutId id="2147483950" r:id="rId38"/>
    <p:sldLayoutId id="2147483951" r:id="rId39"/>
    <p:sldLayoutId id="2147483952" r:id="rId40"/>
    <p:sldLayoutId id="2147483953" r:id="rId41"/>
    <p:sldLayoutId id="2147483954" r:id="rId42"/>
    <p:sldLayoutId id="2147483955" r:id="rId43"/>
    <p:sldLayoutId id="2147483956" r:id="rId44"/>
    <p:sldLayoutId id="2147483957" r:id="rId45"/>
    <p:sldLayoutId id="2147483958" r:id="rId46"/>
    <p:sldLayoutId id="2147483959" r:id="rId47"/>
    <p:sldLayoutId id="2147483960" r:id="rId48"/>
    <p:sldLayoutId id="2147483961" r:id="rId49"/>
    <p:sldLayoutId id="2147483962" r:id="rId50"/>
    <p:sldLayoutId id="2147483963" r:id="rId51"/>
    <p:sldLayoutId id="2147483964" r:id="rId52"/>
    <p:sldLayoutId id="2147483965" r:id="rId53"/>
    <p:sldLayoutId id="2147483966" r:id="rId54"/>
    <p:sldLayoutId id="2147483967" r:id="rId55"/>
    <p:sldLayoutId id="2147484004" r:id="rId56"/>
    <p:sldLayoutId id="2147484005" r:id="rId57"/>
    <p:sldLayoutId id="2147483973" r:id="rId58"/>
    <p:sldLayoutId id="2147483974" r:id="rId59"/>
    <p:sldLayoutId id="2147483975" r:id="rId60"/>
    <p:sldLayoutId id="2147483976" r:id="rId61"/>
    <p:sldLayoutId id="2147483979" r:id="rId62"/>
    <p:sldLayoutId id="2147483987" r:id="rId63"/>
    <p:sldLayoutId id="2147483988" r:id="rId64"/>
    <p:sldLayoutId id="2147483989" r:id="rId65"/>
    <p:sldLayoutId id="2147483990" r:id="rId66"/>
    <p:sldLayoutId id="2147483991" r:id="rId67"/>
    <p:sldLayoutId id="2147483968" r:id="rId68"/>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100" kern="1100">
          <a:solidFill>
            <a:schemeClr val="tx1"/>
          </a:solidFill>
          <a:latin typeface="+mn-lt"/>
          <a:ea typeface="+mn-ea"/>
          <a:cs typeface="+mn-cs"/>
        </a:defRPr>
      </a:lvl1pPr>
      <a:lvl2pPr marL="457200" algn="l" defTabSz="914400" rtl="0" eaLnBrk="1" latinLnBrk="0" hangingPunct="1">
        <a:defRPr sz="1100" kern="1100">
          <a:solidFill>
            <a:schemeClr val="tx1"/>
          </a:solidFill>
          <a:latin typeface="+mn-lt"/>
          <a:ea typeface="+mn-ea"/>
          <a:cs typeface="+mn-cs"/>
        </a:defRPr>
      </a:lvl2pPr>
      <a:lvl3pPr marL="914400" algn="l" defTabSz="914400" rtl="0" eaLnBrk="1" latinLnBrk="0" hangingPunct="1">
        <a:defRPr sz="1100" kern="1100">
          <a:solidFill>
            <a:schemeClr val="tx1"/>
          </a:solidFill>
          <a:latin typeface="+mn-lt"/>
          <a:ea typeface="+mn-ea"/>
          <a:cs typeface="+mn-cs"/>
        </a:defRPr>
      </a:lvl3pPr>
      <a:lvl4pPr marL="1371600" algn="l" defTabSz="914400" rtl="0" eaLnBrk="1" latinLnBrk="0" hangingPunct="1">
        <a:defRPr sz="1100" kern="1100">
          <a:solidFill>
            <a:schemeClr val="tx1"/>
          </a:solidFill>
          <a:latin typeface="+mn-lt"/>
          <a:ea typeface="+mn-ea"/>
          <a:cs typeface="+mn-cs"/>
        </a:defRPr>
      </a:lvl4pPr>
      <a:lvl5pPr marL="1828800" algn="l" defTabSz="914400" rtl="0" eaLnBrk="1" latinLnBrk="0" hangingPunct="1">
        <a:defRPr sz="1100" kern="1100">
          <a:solidFill>
            <a:schemeClr val="tx1"/>
          </a:solidFill>
          <a:latin typeface="+mn-lt"/>
          <a:ea typeface="+mn-ea"/>
          <a:cs typeface="+mn-cs"/>
        </a:defRPr>
      </a:lvl5pPr>
      <a:lvl6pPr marL="2286000" algn="l" defTabSz="914400" rtl="0" eaLnBrk="1" latinLnBrk="0" hangingPunct="1">
        <a:defRPr sz="1100" kern="1100">
          <a:solidFill>
            <a:schemeClr val="tx1"/>
          </a:solidFill>
          <a:latin typeface="+mn-lt"/>
          <a:ea typeface="+mn-ea"/>
          <a:cs typeface="+mn-cs"/>
        </a:defRPr>
      </a:lvl6pPr>
      <a:lvl7pPr marL="2743200" algn="l" defTabSz="914400" rtl="0" eaLnBrk="1" latinLnBrk="0" hangingPunct="1">
        <a:defRPr sz="1100" kern="1100">
          <a:solidFill>
            <a:schemeClr val="tx1"/>
          </a:solidFill>
          <a:latin typeface="+mn-lt"/>
          <a:ea typeface="+mn-ea"/>
          <a:cs typeface="+mn-cs"/>
        </a:defRPr>
      </a:lvl7pPr>
      <a:lvl8pPr marL="3200400" algn="l" defTabSz="914400" rtl="0" eaLnBrk="1" latinLnBrk="0" hangingPunct="1">
        <a:defRPr sz="1100" kern="1100">
          <a:solidFill>
            <a:schemeClr val="tx1"/>
          </a:solidFill>
          <a:latin typeface="+mn-lt"/>
          <a:ea typeface="+mn-ea"/>
          <a:cs typeface="+mn-cs"/>
        </a:defRPr>
      </a:lvl8pPr>
      <a:lvl9pPr marL="3657600" algn="l" defTabSz="914400" rtl="0" eaLnBrk="1" latinLnBrk="0" hangingPunct="1">
        <a:defRPr sz="1100" kern="1100">
          <a:solidFill>
            <a:schemeClr val="tx1"/>
          </a:solidFill>
          <a:latin typeface="+mn-lt"/>
          <a:ea typeface="+mn-ea"/>
          <a:cs typeface="+mn-cs"/>
        </a:defRPr>
      </a:lvl9pPr>
    </p:otherStyle>
  </p:txStyles>
  <p:extLst>
    <p:ext uri="{27BBF7A9-308A-43DC-89C8-2F10F3537804}">
      <p15:sldGuideLst xmlns:p15="http://schemas.microsoft.com/office/powerpoint/2012/main">
        <p15:guide id="19">
          <p15:clr>
            <a:srgbClr val="F26B43"/>
          </p15:clr>
        </p15:guide>
        <p15:guide id="20" pos="7680">
          <p15:clr>
            <a:srgbClr val="F26B43"/>
          </p15:clr>
        </p15:guide>
        <p15:guide id="21" pos="288">
          <p15:clr>
            <a:srgbClr val="F26B43"/>
          </p15:clr>
        </p15:guide>
        <p15:guide id="22" pos="1472">
          <p15:clr>
            <a:srgbClr val="F26B43"/>
          </p15:clr>
        </p15:guide>
        <p15:guide id="23" pos="2656">
          <p15:clr>
            <a:srgbClr val="F26B43"/>
          </p15:clr>
        </p15:guide>
        <p15:guide id="24" pos="3840">
          <p15:clr>
            <a:srgbClr val="F26B43"/>
          </p15:clr>
        </p15:guide>
        <p15:guide id="25" pos="5024">
          <p15:clr>
            <a:srgbClr val="F26B43"/>
          </p15:clr>
        </p15:guide>
        <p15:guide id="26" pos="6208">
          <p15:clr>
            <a:srgbClr val="F26B43"/>
          </p15:clr>
        </p15:guide>
        <p15:guide id="27" pos="7392">
          <p15:clr>
            <a:srgbClr val="F26B43"/>
          </p15:clr>
        </p15:guide>
        <p15:guide id="28" orient="horz">
          <p15:clr>
            <a:srgbClr val="F26B43"/>
          </p15:clr>
        </p15:guide>
        <p15:guide id="29" orient="horz" pos="4320">
          <p15:clr>
            <a:srgbClr val="F26B43"/>
          </p15:clr>
        </p15:guide>
        <p15:guide id="30" orient="horz" pos="288">
          <p15:clr>
            <a:srgbClr val="F26B43"/>
          </p15:clr>
        </p15:guide>
        <p15:guide id="31" orient="horz" pos="912">
          <p15:clr>
            <a:srgbClr val="F26B43"/>
          </p15:clr>
        </p15:guide>
        <p15:guide id="32" orient="horz" pos="1536">
          <p15:clr>
            <a:srgbClr val="F26B43"/>
          </p15:clr>
        </p15:guide>
        <p15:guide id="33" orient="horz" pos="2160">
          <p15:clr>
            <a:srgbClr val="F26B43"/>
          </p15:clr>
        </p15:guide>
        <p15:guide id="34" orient="horz" pos="2784">
          <p15:clr>
            <a:srgbClr val="F26B43"/>
          </p15:clr>
        </p15:guide>
        <p15:guide id="35" orient="horz" pos="3408">
          <p15:clr>
            <a:srgbClr val="F26B43"/>
          </p15:clr>
        </p15:guide>
        <p15:guide id="36"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4.xml"/></Relationships>
</file>

<file path=ppt/slides/_rels/slide1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8C75C-71ED-FF20-51BE-E2A5F6EC62F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9D9EB17-9965-3523-3F99-EF5E53642703}"/>
              </a:ext>
            </a:extLst>
          </p:cNvPr>
          <p:cNvSpPr>
            <a:spLocks noGrp="1"/>
          </p:cNvSpPr>
          <p:nvPr>
            <p:ph type="ctrTitle"/>
          </p:nvPr>
        </p:nvSpPr>
        <p:spPr>
          <a:xfrm>
            <a:off x="602984" y="2930402"/>
            <a:ext cx="4846322" cy="997196"/>
          </a:xfrm>
        </p:spPr>
        <p:txBody>
          <a:bodyPr/>
          <a:lstStyle/>
          <a:p>
            <a:r>
              <a:rPr lang="en-US" dirty="0"/>
              <a:t>Types of Software Testing</a:t>
            </a:r>
          </a:p>
        </p:txBody>
      </p:sp>
      <p:sp>
        <p:nvSpPr>
          <p:cNvPr id="7" name="Text Placeholder 6">
            <a:extLst>
              <a:ext uri="{FF2B5EF4-FFF2-40B4-BE49-F238E27FC236}">
                <a16:creationId xmlns:a16="http://schemas.microsoft.com/office/drawing/2014/main" id="{E8B7C9CE-73D8-B618-3C6A-7BAC4AC03EFE}"/>
              </a:ext>
            </a:extLst>
          </p:cNvPr>
          <p:cNvSpPr>
            <a:spLocks noGrp="1"/>
          </p:cNvSpPr>
          <p:nvPr>
            <p:ph type="body" sz="quarter" idx="13"/>
          </p:nvPr>
        </p:nvSpPr>
        <p:spPr>
          <a:xfrm>
            <a:off x="650238" y="4235999"/>
            <a:ext cx="4023360" cy="234231"/>
          </a:xfrm>
        </p:spPr>
        <p:txBody>
          <a:bodyPr/>
          <a:lstStyle/>
          <a:p>
            <a:r>
              <a:rPr lang="en-US" sz="1500" dirty="0"/>
              <a:t>2025</a:t>
            </a:r>
          </a:p>
        </p:txBody>
      </p:sp>
      <p:sp>
        <p:nvSpPr>
          <p:cNvPr id="2" name="Slide Number Placeholder 1">
            <a:extLst>
              <a:ext uri="{FF2B5EF4-FFF2-40B4-BE49-F238E27FC236}">
                <a16:creationId xmlns:a16="http://schemas.microsoft.com/office/drawing/2014/main" id="{B50EFE23-3685-4631-7E52-9B16716BE8D2}"/>
              </a:ext>
            </a:extLst>
          </p:cNvPr>
          <p:cNvSpPr>
            <a:spLocks noGrp="1"/>
          </p:cNvSpPr>
          <p:nvPr>
            <p:ph type="sldNum" sz="quarter" idx="16"/>
          </p:nvPr>
        </p:nvSpPr>
        <p:spPr/>
        <p:txBody>
          <a:bodyPr/>
          <a:lstStyle/>
          <a:p>
            <a:fld id="{38826FC0-333C-E549-9FA3-0EE43DF298A3}" type="slidenum">
              <a:rPr lang="en-US" smtClean="0"/>
              <a:pPr/>
              <a:t>1</a:t>
            </a:fld>
            <a:endParaRPr lang="en-US" dirty="0"/>
          </a:p>
        </p:txBody>
      </p:sp>
      <p:sp>
        <p:nvSpPr>
          <p:cNvPr id="3" name="Footer Placeholder 2">
            <a:extLst>
              <a:ext uri="{FF2B5EF4-FFF2-40B4-BE49-F238E27FC236}">
                <a16:creationId xmlns:a16="http://schemas.microsoft.com/office/drawing/2014/main" id="{3DB8F2B5-5F1B-4FC5-A9C3-7494EA97D64D}"/>
              </a:ext>
            </a:extLst>
          </p:cNvPr>
          <p:cNvSpPr>
            <a:spLocks noGrp="1"/>
          </p:cNvSpPr>
          <p:nvPr>
            <p:ph type="ftr" sz="quarter" idx="15"/>
          </p:nvPr>
        </p:nvSpPr>
        <p:spPr/>
        <p:txBody>
          <a:bodyPr/>
          <a:lstStyle/>
          <a:p>
            <a:r>
              <a:rPr lang="en-US"/>
              <a:t>© 2025–2027 Cognizant | Private</a:t>
            </a:r>
            <a:endParaRPr lang="en-US" dirty="0"/>
          </a:p>
        </p:txBody>
      </p:sp>
      <p:sp>
        <p:nvSpPr>
          <p:cNvPr id="4" name="Text Placeholder 6">
            <a:extLst>
              <a:ext uri="{FF2B5EF4-FFF2-40B4-BE49-F238E27FC236}">
                <a16:creationId xmlns:a16="http://schemas.microsoft.com/office/drawing/2014/main" id="{AF39E553-E671-DA9F-82DC-92E03E58BA6B}"/>
              </a:ext>
            </a:extLst>
          </p:cNvPr>
          <p:cNvSpPr txBox="1">
            <a:spLocks/>
          </p:cNvSpPr>
          <p:nvPr/>
        </p:nvSpPr>
        <p:spPr bwMode="white">
          <a:xfrm>
            <a:off x="650238" y="5484001"/>
            <a:ext cx="4023360" cy="187359"/>
          </a:xfrm>
          <a:prstGeom prst="rect">
            <a:avLst/>
          </a:prstGeom>
        </p:spPr>
        <p:txBody>
          <a:bodyPr vert="horz" lIns="0" tIns="0" rIns="0" bIns="0" rtlCol="0">
            <a:spAutoFit/>
          </a:bodyPr>
          <a:lstStyle>
            <a:lvl1pPr marL="0" indent="0" algn="l" defTabSz="914400" rtl="0" eaLnBrk="1" latinLnBrk="0" hangingPunct="1">
              <a:lnSpc>
                <a:spcPct val="110000"/>
              </a:lnSpc>
              <a:spcBef>
                <a:spcPts val="600"/>
              </a:spcBef>
              <a:spcAft>
                <a:spcPts val="0"/>
              </a:spcAft>
              <a:buClr>
                <a:schemeClr val="tx1"/>
              </a:buClr>
              <a:buFont typeface="Arial" panose="020B0604020202020204" pitchFamily="34" charset="0"/>
              <a:buNone/>
              <a:tabLst/>
              <a:defRPr sz="12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r>
              <a:rPr lang="en-US" dirty="0"/>
              <a:t>Poornima</a:t>
            </a:r>
          </a:p>
        </p:txBody>
      </p:sp>
    </p:spTree>
    <p:extLst>
      <p:ext uri="{BB962C8B-B14F-4D97-AF65-F5344CB8AC3E}">
        <p14:creationId xmlns:p14="http://schemas.microsoft.com/office/powerpoint/2010/main" val="2713534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7EEC6-2A25-0479-1B88-BACFE3622A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2FD02A-6FE5-FF36-2E3C-B9C9AFE58E24}"/>
              </a:ext>
            </a:extLst>
          </p:cNvPr>
          <p:cNvSpPr>
            <a:spLocks noGrp="1"/>
          </p:cNvSpPr>
          <p:nvPr>
            <p:ph type="title"/>
          </p:nvPr>
        </p:nvSpPr>
        <p:spPr>
          <a:xfrm>
            <a:off x="457200" y="436880"/>
            <a:ext cx="11277600" cy="415498"/>
          </a:xfrm>
        </p:spPr>
        <p:txBody>
          <a:bodyPr/>
          <a:lstStyle/>
          <a:p>
            <a:r>
              <a:rPr lang="en-US" sz="3000" dirty="0"/>
              <a:t>Types of Testing</a:t>
            </a:r>
            <a:endParaRPr lang="en-IN" sz="3000" dirty="0"/>
          </a:p>
        </p:txBody>
      </p:sp>
      <p:sp>
        <p:nvSpPr>
          <p:cNvPr id="4" name="Footer Placeholder 3">
            <a:extLst>
              <a:ext uri="{FF2B5EF4-FFF2-40B4-BE49-F238E27FC236}">
                <a16:creationId xmlns:a16="http://schemas.microsoft.com/office/drawing/2014/main" id="{295D5629-1F9E-12B0-4F94-F0A38E21EC24}"/>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E0006A5A-8271-BB88-7C35-E12A59F7EFC6}"/>
              </a:ext>
            </a:extLst>
          </p:cNvPr>
          <p:cNvSpPr>
            <a:spLocks noGrp="1"/>
          </p:cNvSpPr>
          <p:nvPr>
            <p:ph type="sldNum" sz="quarter" idx="12"/>
          </p:nvPr>
        </p:nvSpPr>
        <p:spPr/>
        <p:txBody>
          <a:bodyPr/>
          <a:lstStyle/>
          <a:p>
            <a:fld id="{38826FC0-333C-E549-9FA3-0EE43DF298A3}" type="slidenum">
              <a:rPr lang="en-US" smtClean="0"/>
              <a:pPr/>
              <a:t>2</a:t>
            </a:fld>
            <a:endParaRPr lang="en-US" dirty="0"/>
          </a:p>
        </p:txBody>
      </p:sp>
      <p:sp>
        <p:nvSpPr>
          <p:cNvPr id="7" name="TextBox 6">
            <a:extLst>
              <a:ext uri="{FF2B5EF4-FFF2-40B4-BE49-F238E27FC236}">
                <a16:creationId xmlns:a16="http://schemas.microsoft.com/office/drawing/2014/main" id="{57F49171-5001-0630-D6C9-481120A65345}"/>
              </a:ext>
            </a:extLst>
          </p:cNvPr>
          <p:cNvSpPr txBox="1"/>
          <p:nvPr/>
        </p:nvSpPr>
        <p:spPr>
          <a:xfrm>
            <a:off x="2001520" y="1426697"/>
            <a:ext cx="3169920" cy="415498"/>
          </a:xfrm>
          <a:prstGeom prst="rect">
            <a:avLst/>
          </a:prstGeom>
          <a:noFill/>
        </p:spPr>
        <p:txBody>
          <a:bodyPr wrap="square" lIns="0" tIns="0" rIns="0" bIns="0" rtlCol="0">
            <a:noAutofit/>
          </a:bodyPr>
          <a:lstStyle/>
          <a:p>
            <a:pPr algn="l">
              <a:lnSpc>
                <a:spcPct val="110000"/>
              </a:lnSpc>
              <a:spcBef>
                <a:spcPts val="600"/>
              </a:spcBef>
              <a:spcAft>
                <a:spcPts val="0"/>
              </a:spcAft>
            </a:pPr>
            <a:r>
              <a:rPr lang="en-IN" b="1" dirty="0">
                <a:latin typeface="Comic Sans MS" panose="030F0702030302020204" pitchFamily="66" charset="0"/>
              </a:rPr>
              <a:t>STATIC TESTING</a:t>
            </a:r>
          </a:p>
        </p:txBody>
      </p:sp>
      <p:sp>
        <p:nvSpPr>
          <p:cNvPr id="8" name="TextBox 7">
            <a:extLst>
              <a:ext uri="{FF2B5EF4-FFF2-40B4-BE49-F238E27FC236}">
                <a16:creationId xmlns:a16="http://schemas.microsoft.com/office/drawing/2014/main" id="{39877D31-A5C2-8CBA-B5FA-BE95F43EAAD1}"/>
              </a:ext>
            </a:extLst>
          </p:cNvPr>
          <p:cNvSpPr txBox="1"/>
          <p:nvPr/>
        </p:nvSpPr>
        <p:spPr>
          <a:xfrm>
            <a:off x="1005840" y="2023359"/>
            <a:ext cx="5923280" cy="4196277"/>
          </a:xfrm>
          <a:prstGeom prst="rect">
            <a:avLst/>
          </a:prstGeom>
          <a:noFill/>
        </p:spPr>
        <p:txBody>
          <a:bodyPr wrap="square">
            <a:spAutoFit/>
          </a:bodyPr>
          <a:lstStyle/>
          <a:p>
            <a:pPr marL="342900" indent="-342900" algn="l">
              <a:lnSpc>
                <a:spcPct val="150000"/>
              </a:lnSpc>
              <a:buFont typeface="Arial" panose="020B0604020202020204" pitchFamily="34" charset="0"/>
              <a:buChar char="•"/>
            </a:pPr>
            <a:r>
              <a:rPr lang="en-US" sz="2000" dirty="0">
                <a:latin typeface="Comic Sans MS" panose="030F0702030302020204" pitchFamily="66" charset="0"/>
              </a:rPr>
              <a:t>Static Testing also known as Verification testing or Non-execution testing is a type of Software Testing method.</a:t>
            </a:r>
          </a:p>
          <a:p>
            <a:pPr marL="342900" indent="-342900" algn="l">
              <a:lnSpc>
                <a:spcPct val="150000"/>
              </a:lnSpc>
              <a:buFont typeface="Arial" panose="020B0604020202020204" pitchFamily="34" charset="0"/>
              <a:buChar char="•"/>
            </a:pPr>
            <a:r>
              <a:rPr lang="en-US" sz="2000" dirty="0">
                <a:latin typeface="Comic Sans MS" panose="030F0702030302020204" pitchFamily="66" charset="0"/>
              </a:rPr>
              <a:t>Static testing performed in the early stage of development to avoid errors as it is easier to find sources of failures, and it can be fixed easily.</a:t>
            </a:r>
          </a:p>
          <a:p>
            <a:pPr marL="342900" indent="-342900" algn="l">
              <a:lnSpc>
                <a:spcPct val="150000"/>
              </a:lnSpc>
              <a:buFont typeface="Arial" panose="020B0604020202020204" pitchFamily="34" charset="0"/>
              <a:buChar char="•"/>
            </a:pPr>
            <a:r>
              <a:rPr lang="en-US" sz="2000" dirty="0">
                <a:latin typeface="Comic Sans MS" panose="030F0702030302020204" pitchFamily="66" charset="0"/>
              </a:rPr>
              <a:t>It enhances maintainability and ultimately saves time and money in the long run.</a:t>
            </a:r>
            <a:endParaRPr lang="en-IN" sz="2000" dirty="0">
              <a:latin typeface="Comic Sans MS" panose="030F0702030302020204" pitchFamily="66" charset="0"/>
            </a:endParaRPr>
          </a:p>
        </p:txBody>
      </p:sp>
      <p:pic>
        <p:nvPicPr>
          <p:cNvPr id="9" name="Google Shape;244;p35" title="test-design-techniques.jpg">
            <a:extLst>
              <a:ext uri="{FF2B5EF4-FFF2-40B4-BE49-F238E27FC236}">
                <a16:creationId xmlns:a16="http://schemas.microsoft.com/office/drawing/2014/main" id="{30988E5F-B5A0-7DE0-4542-DBC479783551}"/>
              </a:ext>
            </a:extLst>
          </p:cNvPr>
          <p:cNvPicPr preferRelativeResize="0"/>
          <p:nvPr/>
        </p:nvPicPr>
        <p:blipFill rotWithShape="1">
          <a:blip r:embed="rId2">
            <a:alphaModFix/>
          </a:blip>
          <a:srcRect b="11606"/>
          <a:stretch/>
        </p:blipFill>
        <p:spPr>
          <a:xfrm>
            <a:off x="7392202" y="1132360"/>
            <a:ext cx="4434038" cy="4811240"/>
          </a:xfrm>
          <a:prstGeom prst="rect">
            <a:avLst/>
          </a:prstGeom>
          <a:noFill/>
          <a:ln>
            <a:noFill/>
          </a:ln>
        </p:spPr>
      </p:pic>
    </p:spTree>
    <p:extLst>
      <p:ext uri="{BB962C8B-B14F-4D97-AF65-F5344CB8AC3E}">
        <p14:creationId xmlns:p14="http://schemas.microsoft.com/office/powerpoint/2010/main" val="2455613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41DA0-58DD-E431-37B5-3E28C921C0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DA8E35-DDBE-2DFF-577F-66898776A60C}"/>
              </a:ext>
            </a:extLst>
          </p:cNvPr>
          <p:cNvSpPr>
            <a:spLocks noGrp="1"/>
          </p:cNvSpPr>
          <p:nvPr>
            <p:ph type="title"/>
          </p:nvPr>
        </p:nvSpPr>
        <p:spPr>
          <a:xfrm>
            <a:off x="457200" y="436880"/>
            <a:ext cx="11277600" cy="415498"/>
          </a:xfrm>
        </p:spPr>
        <p:txBody>
          <a:bodyPr/>
          <a:lstStyle/>
          <a:p>
            <a:r>
              <a:rPr lang="en-US" sz="3000" dirty="0"/>
              <a:t>Static Testing</a:t>
            </a:r>
            <a:endParaRPr lang="en-IN" sz="3000" dirty="0"/>
          </a:p>
        </p:txBody>
      </p:sp>
      <p:sp>
        <p:nvSpPr>
          <p:cNvPr id="4" name="Footer Placeholder 3">
            <a:extLst>
              <a:ext uri="{FF2B5EF4-FFF2-40B4-BE49-F238E27FC236}">
                <a16:creationId xmlns:a16="http://schemas.microsoft.com/office/drawing/2014/main" id="{32834411-4288-F16B-037D-6130C38EC06E}"/>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423950A9-BF8A-D15B-693D-FB6F22B740C6}"/>
              </a:ext>
            </a:extLst>
          </p:cNvPr>
          <p:cNvSpPr>
            <a:spLocks noGrp="1"/>
          </p:cNvSpPr>
          <p:nvPr>
            <p:ph type="sldNum" sz="quarter" idx="12"/>
          </p:nvPr>
        </p:nvSpPr>
        <p:spPr/>
        <p:txBody>
          <a:bodyPr/>
          <a:lstStyle/>
          <a:p>
            <a:fld id="{38826FC0-333C-E549-9FA3-0EE43DF298A3}" type="slidenum">
              <a:rPr lang="en-US" smtClean="0"/>
              <a:pPr/>
              <a:t>3</a:t>
            </a:fld>
            <a:endParaRPr lang="en-US" dirty="0"/>
          </a:p>
        </p:txBody>
      </p:sp>
      <p:sp>
        <p:nvSpPr>
          <p:cNvPr id="7" name="TextBox 6">
            <a:extLst>
              <a:ext uri="{FF2B5EF4-FFF2-40B4-BE49-F238E27FC236}">
                <a16:creationId xmlns:a16="http://schemas.microsoft.com/office/drawing/2014/main" id="{14B14D8C-64D0-B3FA-D7E2-2963178368CF}"/>
              </a:ext>
            </a:extLst>
          </p:cNvPr>
          <p:cNvSpPr txBox="1"/>
          <p:nvPr/>
        </p:nvSpPr>
        <p:spPr>
          <a:xfrm>
            <a:off x="3688080" y="1427708"/>
            <a:ext cx="4429760" cy="415498"/>
          </a:xfrm>
          <a:prstGeom prst="rect">
            <a:avLst/>
          </a:prstGeom>
          <a:noFill/>
        </p:spPr>
        <p:txBody>
          <a:bodyPr wrap="square" lIns="0" tIns="0" rIns="0" bIns="0" rtlCol="0">
            <a:noAutofit/>
          </a:bodyPr>
          <a:lstStyle/>
          <a:p>
            <a:pPr algn="l">
              <a:lnSpc>
                <a:spcPct val="110000"/>
              </a:lnSpc>
              <a:spcBef>
                <a:spcPts val="600"/>
              </a:spcBef>
              <a:spcAft>
                <a:spcPts val="0"/>
              </a:spcAft>
            </a:pPr>
            <a:r>
              <a:rPr lang="en-IN" b="1" dirty="0">
                <a:latin typeface="Comic Sans MS" panose="030F0702030302020204" pitchFamily="66" charset="0"/>
              </a:rPr>
              <a:t>OBJECTIVES OF STATIC TESTING</a:t>
            </a:r>
          </a:p>
        </p:txBody>
      </p:sp>
      <p:graphicFrame>
        <p:nvGraphicFramePr>
          <p:cNvPr id="6" name="Text Placeholder 2">
            <a:extLst>
              <a:ext uri="{FF2B5EF4-FFF2-40B4-BE49-F238E27FC236}">
                <a16:creationId xmlns:a16="http://schemas.microsoft.com/office/drawing/2014/main" id="{D907FCD8-FC2D-1B61-8A63-BBC0AE2D8553}"/>
              </a:ext>
            </a:extLst>
          </p:cNvPr>
          <p:cNvGraphicFramePr/>
          <p:nvPr>
            <p:extLst>
              <p:ext uri="{D42A27DB-BD31-4B8C-83A1-F6EECF244321}">
                <p14:modId xmlns:p14="http://schemas.microsoft.com/office/powerpoint/2010/main" val="1785104298"/>
              </p:ext>
            </p:extLst>
          </p:nvPr>
        </p:nvGraphicFramePr>
        <p:xfrm>
          <a:off x="838200" y="2107521"/>
          <a:ext cx="10384971" cy="24819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64462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BB293-E41B-803A-4800-64E6DE0376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C9AC59-3E58-543E-C48E-FB194F975113}"/>
              </a:ext>
            </a:extLst>
          </p:cNvPr>
          <p:cNvSpPr>
            <a:spLocks noGrp="1"/>
          </p:cNvSpPr>
          <p:nvPr>
            <p:ph type="title"/>
          </p:nvPr>
        </p:nvSpPr>
        <p:spPr>
          <a:xfrm>
            <a:off x="457200" y="436880"/>
            <a:ext cx="11277600" cy="415498"/>
          </a:xfrm>
        </p:spPr>
        <p:txBody>
          <a:bodyPr/>
          <a:lstStyle/>
          <a:p>
            <a:r>
              <a:rPr lang="en-US" sz="3000" dirty="0"/>
              <a:t>Static Testing</a:t>
            </a:r>
            <a:endParaRPr lang="en-IN" sz="3000" dirty="0"/>
          </a:p>
        </p:txBody>
      </p:sp>
      <p:sp>
        <p:nvSpPr>
          <p:cNvPr id="4" name="Footer Placeholder 3">
            <a:extLst>
              <a:ext uri="{FF2B5EF4-FFF2-40B4-BE49-F238E27FC236}">
                <a16:creationId xmlns:a16="http://schemas.microsoft.com/office/drawing/2014/main" id="{70CE6120-149D-E7FD-0EAE-1336F7093C25}"/>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9DB57299-2282-EE50-E2E3-34F151D0AF18}"/>
              </a:ext>
            </a:extLst>
          </p:cNvPr>
          <p:cNvSpPr>
            <a:spLocks noGrp="1"/>
          </p:cNvSpPr>
          <p:nvPr>
            <p:ph type="sldNum" sz="quarter" idx="12"/>
          </p:nvPr>
        </p:nvSpPr>
        <p:spPr/>
        <p:txBody>
          <a:bodyPr/>
          <a:lstStyle/>
          <a:p>
            <a:fld id="{38826FC0-333C-E549-9FA3-0EE43DF298A3}" type="slidenum">
              <a:rPr lang="en-US" smtClean="0"/>
              <a:pPr/>
              <a:t>4</a:t>
            </a:fld>
            <a:endParaRPr lang="en-US" dirty="0"/>
          </a:p>
        </p:txBody>
      </p:sp>
      <p:sp>
        <p:nvSpPr>
          <p:cNvPr id="7" name="TextBox 6">
            <a:extLst>
              <a:ext uri="{FF2B5EF4-FFF2-40B4-BE49-F238E27FC236}">
                <a16:creationId xmlns:a16="http://schemas.microsoft.com/office/drawing/2014/main" id="{52158901-3836-5B69-462D-04DAF3C66347}"/>
              </a:ext>
            </a:extLst>
          </p:cNvPr>
          <p:cNvSpPr txBox="1"/>
          <p:nvPr/>
        </p:nvSpPr>
        <p:spPr>
          <a:xfrm>
            <a:off x="2194560" y="1518530"/>
            <a:ext cx="4429760" cy="415498"/>
          </a:xfrm>
          <a:prstGeom prst="rect">
            <a:avLst/>
          </a:prstGeom>
          <a:noFill/>
        </p:spPr>
        <p:txBody>
          <a:bodyPr wrap="square" lIns="0" tIns="0" rIns="0" bIns="0" rtlCol="0">
            <a:noAutofit/>
          </a:bodyPr>
          <a:lstStyle/>
          <a:p>
            <a:pPr algn="l">
              <a:lnSpc>
                <a:spcPct val="110000"/>
              </a:lnSpc>
              <a:spcBef>
                <a:spcPts val="600"/>
              </a:spcBef>
              <a:spcAft>
                <a:spcPts val="0"/>
              </a:spcAft>
            </a:pPr>
            <a:r>
              <a:rPr lang="en-IN" b="1" dirty="0">
                <a:latin typeface="Comic Sans MS" panose="030F0702030302020204" pitchFamily="66" charset="0"/>
              </a:rPr>
              <a:t>STATIC TESTING TECHNIQUES</a:t>
            </a:r>
          </a:p>
        </p:txBody>
      </p:sp>
      <p:pic>
        <p:nvPicPr>
          <p:cNvPr id="3" name="Picture 2">
            <a:extLst>
              <a:ext uri="{FF2B5EF4-FFF2-40B4-BE49-F238E27FC236}">
                <a16:creationId xmlns:a16="http://schemas.microsoft.com/office/drawing/2014/main" id="{47F9D5BA-89EE-8921-6D75-1A9901D69015}"/>
              </a:ext>
            </a:extLst>
          </p:cNvPr>
          <p:cNvPicPr>
            <a:picLocks noChangeAspect="1"/>
          </p:cNvPicPr>
          <p:nvPr/>
        </p:nvPicPr>
        <p:blipFill>
          <a:blip r:embed="rId2"/>
          <a:stretch>
            <a:fillRect/>
          </a:stretch>
        </p:blipFill>
        <p:spPr>
          <a:xfrm>
            <a:off x="457200" y="2123440"/>
            <a:ext cx="8778241" cy="3672450"/>
          </a:xfrm>
          <a:prstGeom prst="rect">
            <a:avLst/>
          </a:prstGeom>
        </p:spPr>
      </p:pic>
      <p:sp>
        <p:nvSpPr>
          <p:cNvPr id="8" name="Text Placeholder 2">
            <a:extLst>
              <a:ext uri="{FF2B5EF4-FFF2-40B4-BE49-F238E27FC236}">
                <a16:creationId xmlns:a16="http://schemas.microsoft.com/office/drawing/2014/main" id="{0DF6E395-87F4-F57E-4701-5FE464F034AE}"/>
              </a:ext>
            </a:extLst>
          </p:cNvPr>
          <p:cNvSpPr txBox="1">
            <a:spLocks/>
          </p:cNvSpPr>
          <p:nvPr/>
        </p:nvSpPr>
        <p:spPr>
          <a:xfrm>
            <a:off x="9235441" y="2231726"/>
            <a:ext cx="2307071" cy="3564164"/>
          </a:xfrm>
          <a:prstGeom prst="rect">
            <a:avLst/>
          </a:prstGeom>
        </p:spPr>
        <p:txBody>
          <a:bodyPr vert="horz" lIns="0" tIns="0" rIns="0" bIns="0" rtlCol="0">
            <a:norm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IN" b="1" dirty="0">
                <a:latin typeface="Comic Sans MS" panose="030F0702030302020204" pitchFamily="66" charset="0"/>
              </a:rPr>
              <a:t>Tools</a:t>
            </a:r>
          </a:p>
          <a:p>
            <a:r>
              <a:rPr lang="en-IN" b="1" dirty="0" err="1">
                <a:latin typeface="Comic Sans MS" panose="030F0702030302020204" pitchFamily="66" charset="0"/>
              </a:rPr>
              <a:t>BrowserStack</a:t>
            </a:r>
            <a:r>
              <a:rPr lang="en-IN" b="1" dirty="0">
                <a:latin typeface="Comic Sans MS" panose="030F0702030302020204" pitchFamily="66" charset="0"/>
              </a:rPr>
              <a:t> Code Quality Tool</a:t>
            </a:r>
          </a:p>
          <a:p>
            <a:r>
              <a:rPr lang="en-IN" b="1" dirty="0" err="1">
                <a:latin typeface="Comic Sans MS" panose="030F0702030302020204" pitchFamily="66" charset="0"/>
              </a:rPr>
              <a:t>Checkstyle</a:t>
            </a:r>
            <a:endParaRPr lang="en-IN" b="1" dirty="0">
              <a:latin typeface="Comic Sans MS" panose="030F0702030302020204" pitchFamily="66" charset="0"/>
            </a:endParaRPr>
          </a:p>
          <a:p>
            <a:r>
              <a:rPr lang="en-IN" b="1" dirty="0" err="1">
                <a:latin typeface="Comic Sans MS" panose="030F0702030302020204" pitchFamily="66" charset="0"/>
              </a:rPr>
              <a:t>SourceMeter</a:t>
            </a:r>
            <a:endParaRPr lang="en-IN" b="1" dirty="0">
              <a:latin typeface="Comic Sans MS" panose="030F0702030302020204" pitchFamily="66" charset="0"/>
            </a:endParaRPr>
          </a:p>
          <a:p>
            <a:r>
              <a:rPr lang="en-IN" b="1" dirty="0">
                <a:latin typeface="Comic Sans MS" panose="030F0702030302020204" pitchFamily="66" charset="0"/>
              </a:rPr>
              <a:t>Soot</a:t>
            </a:r>
          </a:p>
          <a:p>
            <a:r>
              <a:rPr lang="en-IN" b="1" dirty="0">
                <a:latin typeface="Comic Sans MS" panose="030F0702030302020204" pitchFamily="66" charset="0"/>
              </a:rPr>
              <a:t>Lint </a:t>
            </a:r>
          </a:p>
          <a:p>
            <a:r>
              <a:rPr lang="en-IN" b="1" dirty="0">
                <a:latin typeface="Comic Sans MS" panose="030F0702030302020204" pitchFamily="66" charset="0"/>
              </a:rPr>
              <a:t>SonarQube</a:t>
            </a:r>
          </a:p>
          <a:p>
            <a:r>
              <a:rPr lang="en-IN" b="1" dirty="0">
                <a:latin typeface="Comic Sans MS" panose="030F0702030302020204" pitchFamily="66" charset="0"/>
              </a:rPr>
              <a:t>PMD</a:t>
            </a:r>
          </a:p>
          <a:p>
            <a:r>
              <a:rPr lang="en-IN" b="1" dirty="0" err="1">
                <a:latin typeface="Comic Sans MS" panose="030F0702030302020204" pitchFamily="66" charset="0"/>
              </a:rPr>
              <a:t>FindBugs</a:t>
            </a:r>
            <a:endParaRPr lang="en-IN" dirty="0">
              <a:latin typeface="Comic Sans MS" panose="030F0702030302020204" pitchFamily="66" charset="0"/>
            </a:endParaRPr>
          </a:p>
        </p:txBody>
      </p:sp>
    </p:spTree>
    <p:extLst>
      <p:ext uri="{BB962C8B-B14F-4D97-AF65-F5344CB8AC3E}">
        <p14:creationId xmlns:p14="http://schemas.microsoft.com/office/powerpoint/2010/main" val="2578790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6C727-A173-0D9A-E56E-A3E03B28ED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C3D63E-E940-2C14-C22D-DBDE41034FD6}"/>
              </a:ext>
            </a:extLst>
          </p:cNvPr>
          <p:cNvSpPr>
            <a:spLocks noGrp="1"/>
          </p:cNvSpPr>
          <p:nvPr>
            <p:ph type="title"/>
          </p:nvPr>
        </p:nvSpPr>
        <p:spPr>
          <a:xfrm>
            <a:off x="457200" y="436880"/>
            <a:ext cx="11277600" cy="415498"/>
          </a:xfrm>
        </p:spPr>
        <p:txBody>
          <a:bodyPr/>
          <a:lstStyle/>
          <a:p>
            <a:r>
              <a:rPr lang="en-US" sz="3000" dirty="0"/>
              <a:t>Review, Walkthrough &amp; Inspection</a:t>
            </a:r>
            <a:endParaRPr lang="en-IN" sz="3000" dirty="0"/>
          </a:p>
        </p:txBody>
      </p:sp>
      <p:sp>
        <p:nvSpPr>
          <p:cNvPr id="4" name="Footer Placeholder 3">
            <a:extLst>
              <a:ext uri="{FF2B5EF4-FFF2-40B4-BE49-F238E27FC236}">
                <a16:creationId xmlns:a16="http://schemas.microsoft.com/office/drawing/2014/main" id="{5D182990-83A1-57C5-D84B-99C220655535}"/>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BCB0261D-D52A-60DF-0172-7C7EDAD227B9}"/>
              </a:ext>
            </a:extLst>
          </p:cNvPr>
          <p:cNvSpPr>
            <a:spLocks noGrp="1"/>
          </p:cNvSpPr>
          <p:nvPr>
            <p:ph type="sldNum" sz="quarter" idx="12"/>
          </p:nvPr>
        </p:nvSpPr>
        <p:spPr/>
        <p:txBody>
          <a:bodyPr/>
          <a:lstStyle/>
          <a:p>
            <a:fld id="{38826FC0-333C-E549-9FA3-0EE43DF298A3}" type="slidenum">
              <a:rPr lang="en-US" smtClean="0"/>
              <a:pPr/>
              <a:t>5</a:t>
            </a:fld>
            <a:endParaRPr lang="en-US" dirty="0"/>
          </a:p>
        </p:txBody>
      </p:sp>
      <p:pic>
        <p:nvPicPr>
          <p:cNvPr id="3" name="Picture 2">
            <a:extLst>
              <a:ext uri="{FF2B5EF4-FFF2-40B4-BE49-F238E27FC236}">
                <a16:creationId xmlns:a16="http://schemas.microsoft.com/office/drawing/2014/main" id="{39CD3738-81F8-BAF4-80C6-9B3C41679B16}"/>
              </a:ext>
            </a:extLst>
          </p:cNvPr>
          <p:cNvPicPr>
            <a:picLocks noChangeAspect="1"/>
          </p:cNvPicPr>
          <p:nvPr/>
        </p:nvPicPr>
        <p:blipFill>
          <a:blip r:embed="rId2"/>
          <a:stretch>
            <a:fillRect/>
          </a:stretch>
        </p:blipFill>
        <p:spPr>
          <a:xfrm>
            <a:off x="1188720" y="1175656"/>
            <a:ext cx="9196251" cy="4572001"/>
          </a:xfrm>
          <a:prstGeom prst="rect">
            <a:avLst/>
          </a:prstGeom>
        </p:spPr>
      </p:pic>
    </p:spTree>
    <p:extLst>
      <p:ext uri="{BB962C8B-B14F-4D97-AF65-F5344CB8AC3E}">
        <p14:creationId xmlns:p14="http://schemas.microsoft.com/office/powerpoint/2010/main" val="1273803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57EDA-BB8D-F368-CE35-22806E91C0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7FB4A9-50A9-B36A-FA63-2FA32062D9F6}"/>
              </a:ext>
            </a:extLst>
          </p:cNvPr>
          <p:cNvSpPr>
            <a:spLocks noGrp="1"/>
          </p:cNvSpPr>
          <p:nvPr>
            <p:ph type="title"/>
          </p:nvPr>
        </p:nvSpPr>
        <p:spPr>
          <a:xfrm>
            <a:off x="457200" y="436880"/>
            <a:ext cx="11277600" cy="415498"/>
          </a:xfrm>
        </p:spPr>
        <p:txBody>
          <a:bodyPr/>
          <a:lstStyle/>
          <a:p>
            <a:r>
              <a:rPr lang="en-US" sz="3000" dirty="0"/>
              <a:t>Review, Walkthrough &amp; Inspection</a:t>
            </a:r>
            <a:endParaRPr lang="en-IN" sz="3000" dirty="0"/>
          </a:p>
        </p:txBody>
      </p:sp>
      <p:sp>
        <p:nvSpPr>
          <p:cNvPr id="4" name="Footer Placeholder 3">
            <a:extLst>
              <a:ext uri="{FF2B5EF4-FFF2-40B4-BE49-F238E27FC236}">
                <a16:creationId xmlns:a16="http://schemas.microsoft.com/office/drawing/2014/main" id="{CE832B7F-23BA-04DB-602E-06499BD12E03}"/>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06EA4FD7-BD41-BCB9-2437-A6FF5E3D46E1}"/>
              </a:ext>
            </a:extLst>
          </p:cNvPr>
          <p:cNvSpPr>
            <a:spLocks noGrp="1"/>
          </p:cNvSpPr>
          <p:nvPr>
            <p:ph type="sldNum" sz="quarter" idx="12"/>
          </p:nvPr>
        </p:nvSpPr>
        <p:spPr/>
        <p:txBody>
          <a:bodyPr/>
          <a:lstStyle/>
          <a:p>
            <a:fld id="{38826FC0-333C-E549-9FA3-0EE43DF298A3}" type="slidenum">
              <a:rPr lang="en-US" smtClean="0"/>
              <a:pPr/>
              <a:t>6</a:t>
            </a:fld>
            <a:endParaRPr lang="en-US" dirty="0"/>
          </a:p>
        </p:txBody>
      </p:sp>
      <p:sp>
        <p:nvSpPr>
          <p:cNvPr id="3" name="Content Placeholder 7">
            <a:extLst>
              <a:ext uri="{FF2B5EF4-FFF2-40B4-BE49-F238E27FC236}">
                <a16:creationId xmlns:a16="http://schemas.microsoft.com/office/drawing/2014/main" id="{D9C2CB7E-701A-ED95-22B6-AA63179C603C}"/>
              </a:ext>
            </a:extLst>
          </p:cNvPr>
          <p:cNvSpPr>
            <a:spLocks noGrp="1"/>
          </p:cNvSpPr>
          <p:nvPr>
            <p:ph sz="half" idx="1"/>
          </p:nvPr>
        </p:nvSpPr>
        <p:spPr>
          <a:xfrm>
            <a:off x="1447331" y="2010878"/>
            <a:ext cx="4645152" cy="3448595"/>
          </a:xfrm>
          <a:solidFill>
            <a:srgbClr val="F6F6F5"/>
          </a:solidFill>
        </p:spPr>
        <p:txBody>
          <a:bodyPr/>
          <a:lstStyle/>
          <a:p>
            <a:pPr>
              <a:lnSpc>
                <a:spcPct val="150000"/>
              </a:lnSpc>
            </a:pPr>
            <a:r>
              <a:rPr lang="en-US" sz="1800" dirty="0">
                <a:latin typeface="Comic Sans MS" panose="030F0702030302020204" pitchFamily="66" charset="0"/>
              </a:rPr>
              <a:t>Code Walkthrough is an informal code analysis technique in which a module is taken up for review after the module has been coded, complied successfully.</a:t>
            </a:r>
          </a:p>
          <a:p>
            <a:pPr>
              <a:lnSpc>
                <a:spcPct val="150000"/>
              </a:lnSpc>
            </a:pPr>
            <a:r>
              <a:rPr lang="en-US" sz="1800" dirty="0">
                <a:latin typeface="Comic Sans MS" panose="030F0702030302020204" pitchFamily="66" charset="0"/>
              </a:rPr>
              <a:t>Main motive is to identify the error.</a:t>
            </a:r>
            <a:endParaRPr lang="en-IN" sz="1800" dirty="0">
              <a:latin typeface="Comic Sans MS" panose="030F0702030302020204" pitchFamily="66" charset="0"/>
            </a:endParaRPr>
          </a:p>
        </p:txBody>
      </p:sp>
      <p:sp>
        <p:nvSpPr>
          <p:cNvPr id="7" name="Content Placeholder 3">
            <a:extLst>
              <a:ext uri="{FF2B5EF4-FFF2-40B4-BE49-F238E27FC236}">
                <a16:creationId xmlns:a16="http://schemas.microsoft.com/office/drawing/2014/main" id="{0BCDD1BE-065F-01B2-CDF7-DE8C74AE2726}"/>
              </a:ext>
            </a:extLst>
          </p:cNvPr>
          <p:cNvSpPr txBox="1">
            <a:spLocks/>
          </p:cNvSpPr>
          <p:nvPr/>
        </p:nvSpPr>
        <p:spPr>
          <a:xfrm>
            <a:off x="6413771" y="2017343"/>
            <a:ext cx="4645152" cy="3441520"/>
          </a:xfrm>
          <a:prstGeom prst="rect">
            <a:avLst/>
          </a:prstGeom>
          <a:solidFill>
            <a:srgbClr val="F6F6F5"/>
          </a:solidFill>
        </p:spPr>
        <p:txBody>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a:lnSpc>
                <a:spcPct val="150000"/>
              </a:lnSpc>
            </a:pPr>
            <a:r>
              <a:rPr lang="en-US" sz="1800" dirty="0">
                <a:latin typeface="Comic Sans MS" panose="030F0702030302020204" pitchFamily="66" charset="0"/>
              </a:rPr>
              <a:t>The aim of code inspection is to check for the presence of some common type of errors and to check the coding standards.</a:t>
            </a:r>
          </a:p>
          <a:p>
            <a:pPr>
              <a:lnSpc>
                <a:spcPct val="150000"/>
              </a:lnSpc>
            </a:pPr>
            <a:r>
              <a:rPr lang="en-US" sz="1800" dirty="0">
                <a:latin typeface="Comic Sans MS" panose="030F0702030302020204" pitchFamily="66" charset="0"/>
              </a:rPr>
              <a:t>Programming errors</a:t>
            </a:r>
            <a:endParaRPr lang="en-IN" sz="1800" dirty="0">
              <a:latin typeface="Comic Sans MS" panose="030F0702030302020204" pitchFamily="66" charset="0"/>
            </a:endParaRPr>
          </a:p>
        </p:txBody>
      </p:sp>
      <p:sp>
        <p:nvSpPr>
          <p:cNvPr id="8" name="TextBox 7">
            <a:extLst>
              <a:ext uri="{FF2B5EF4-FFF2-40B4-BE49-F238E27FC236}">
                <a16:creationId xmlns:a16="http://schemas.microsoft.com/office/drawing/2014/main" id="{352198C5-287D-35C8-36F4-9F189DE28D37}"/>
              </a:ext>
            </a:extLst>
          </p:cNvPr>
          <p:cNvSpPr txBox="1"/>
          <p:nvPr/>
        </p:nvSpPr>
        <p:spPr>
          <a:xfrm>
            <a:off x="2540000" y="1534160"/>
            <a:ext cx="3180080" cy="198585"/>
          </a:xfrm>
          <a:prstGeom prst="rect">
            <a:avLst/>
          </a:prstGeom>
          <a:noFill/>
        </p:spPr>
        <p:txBody>
          <a:bodyPr wrap="square" lIns="0" tIns="0" rIns="0" bIns="0" rtlCol="0">
            <a:noAutofit/>
          </a:bodyPr>
          <a:lstStyle/>
          <a:p>
            <a:pPr algn="l">
              <a:lnSpc>
                <a:spcPct val="110000"/>
              </a:lnSpc>
              <a:spcBef>
                <a:spcPts val="600"/>
              </a:spcBef>
              <a:spcAft>
                <a:spcPts val="0"/>
              </a:spcAft>
            </a:pPr>
            <a:r>
              <a:rPr lang="en-IN" b="1" dirty="0">
                <a:latin typeface="Comic Sans MS" panose="030F0702030302020204" pitchFamily="66" charset="0"/>
              </a:rPr>
              <a:t>Code Walkthrough</a:t>
            </a:r>
          </a:p>
        </p:txBody>
      </p:sp>
      <p:sp>
        <p:nvSpPr>
          <p:cNvPr id="9" name="TextBox 8">
            <a:extLst>
              <a:ext uri="{FF2B5EF4-FFF2-40B4-BE49-F238E27FC236}">
                <a16:creationId xmlns:a16="http://schemas.microsoft.com/office/drawing/2014/main" id="{0A988D78-01EE-6C96-114C-69595129BCE5}"/>
              </a:ext>
            </a:extLst>
          </p:cNvPr>
          <p:cNvSpPr txBox="1"/>
          <p:nvPr/>
        </p:nvSpPr>
        <p:spPr>
          <a:xfrm>
            <a:off x="7640320" y="1570185"/>
            <a:ext cx="3180080" cy="198585"/>
          </a:xfrm>
          <a:prstGeom prst="rect">
            <a:avLst/>
          </a:prstGeom>
          <a:noFill/>
        </p:spPr>
        <p:txBody>
          <a:bodyPr wrap="square" lIns="0" tIns="0" rIns="0" bIns="0" rtlCol="0">
            <a:noAutofit/>
          </a:bodyPr>
          <a:lstStyle/>
          <a:p>
            <a:pPr algn="l">
              <a:lnSpc>
                <a:spcPct val="110000"/>
              </a:lnSpc>
              <a:spcBef>
                <a:spcPts val="600"/>
              </a:spcBef>
              <a:spcAft>
                <a:spcPts val="0"/>
              </a:spcAft>
            </a:pPr>
            <a:r>
              <a:rPr lang="en-IN" b="1" dirty="0">
                <a:latin typeface="Comic Sans MS" panose="030F0702030302020204" pitchFamily="66" charset="0"/>
              </a:rPr>
              <a:t>Code Inspection</a:t>
            </a:r>
          </a:p>
        </p:txBody>
      </p:sp>
    </p:spTree>
    <p:extLst>
      <p:ext uri="{BB962C8B-B14F-4D97-AF65-F5344CB8AC3E}">
        <p14:creationId xmlns:p14="http://schemas.microsoft.com/office/powerpoint/2010/main" val="32637454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52777-2817-2814-8BDE-4C4F285C97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B431A4-B840-E54A-6475-14348EAC0E8E}"/>
              </a:ext>
            </a:extLst>
          </p:cNvPr>
          <p:cNvSpPr>
            <a:spLocks noGrp="1"/>
          </p:cNvSpPr>
          <p:nvPr>
            <p:ph type="title"/>
          </p:nvPr>
        </p:nvSpPr>
        <p:spPr>
          <a:xfrm>
            <a:off x="457200" y="436880"/>
            <a:ext cx="11277600" cy="415498"/>
          </a:xfrm>
        </p:spPr>
        <p:txBody>
          <a:bodyPr/>
          <a:lstStyle/>
          <a:p>
            <a:r>
              <a:rPr lang="en-US" sz="3000" dirty="0"/>
              <a:t>Dynamic Testing</a:t>
            </a:r>
            <a:endParaRPr lang="en-IN" sz="3000" dirty="0"/>
          </a:p>
        </p:txBody>
      </p:sp>
      <p:sp>
        <p:nvSpPr>
          <p:cNvPr id="4" name="Footer Placeholder 3">
            <a:extLst>
              <a:ext uri="{FF2B5EF4-FFF2-40B4-BE49-F238E27FC236}">
                <a16:creationId xmlns:a16="http://schemas.microsoft.com/office/drawing/2014/main" id="{153BC177-01ED-2ABC-2F13-5B7D8C97B195}"/>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58546573-0875-D819-E608-B25DCFF976F5}"/>
              </a:ext>
            </a:extLst>
          </p:cNvPr>
          <p:cNvSpPr>
            <a:spLocks noGrp="1"/>
          </p:cNvSpPr>
          <p:nvPr>
            <p:ph type="sldNum" sz="quarter" idx="12"/>
          </p:nvPr>
        </p:nvSpPr>
        <p:spPr/>
        <p:txBody>
          <a:bodyPr/>
          <a:lstStyle/>
          <a:p>
            <a:fld id="{38826FC0-333C-E549-9FA3-0EE43DF298A3}" type="slidenum">
              <a:rPr lang="en-US" smtClean="0"/>
              <a:pPr/>
              <a:t>7</a:t>
            </a:fld>
            <a:endParaRPr lang="en-US" dirty="0"/>
          </a:p>
        </p:txBody>
      </p:sp>
      <p:sp>
        <p:nvSpPr>
          <p:cNvPr id="7" name="TextBox 6">
            <a:extLst>
              <a:ext uri="{FF2B5EF4-FFF2-40B4-BE49-F238E27FC236}">
                <a16:creationId xmlns:a16="http://schemas.microsoft.com/office/drawing/2014/main" id="{BE6AB68E-1A44-DB47-8C90-64A00F9FBB2D}"/>
              </a:ext>
            </a:extLst>
          </p:cNvPr>
          <p:cNvSpPr txBox="1"/>
          <p:nvPr/>
        </p:nvSpPr>
        <p:spPr>
          <a:xfrm>
            <a:off x="3688080" y="1427708"/>
            <a:ext cx="4429760" cy="415498"/>
          </a:xfrm>
          <a:prstGeom prst="rect">
            <a:avLst/>
          </a:prstGeom>
          <a:noFill/>
        </p:spPr>
        <p:txBody>
          <a:bodyPr wrap="square" lIns="0" tIns="0" rIns="0" bIns="0" rtlCol="0">
            <a:noAutofit/>
          </a:bodyPr>
          <a:lstStyle/>
          <a:p>
            <a:pPr algn="ctr">
              <a:lnSpc>
                <a:spcPct val="110000"/>
              </a:lnSpc>
              <a:spcBef>
                <a:spcPts val="600"/>
              </a:spcBef>
              <a:spcAft>
                <a:spcPts val="0"/>
              </a:spcAft>
            </a:pPr>
            <a:r>
              <a:rPr lang="en-IN" b="1" dirty="0">
                <a:latin typeface="Comic Sans MS" panose="030F0702030302020204" pitchFamily="66" charset="0"/>
              </a:rPr>
              <a:t>DYNAMIC TESTING</a:t>
            </a:r>
          </a:p>
        </p:txBody>
      </p:sp>
      <p:sp>
        <p:nvSpPr>
          <p:cNvPr id="8" name="TextBox 7">
            <a:extLst>
              <a:ext uri="{FF2B5EF4-FFF2-40B4-BE49-F238E27FC236}">
                <a16:creationId xmlns:a16="http://schemas.microsoft.com/office/drawing/2014/main" id="{CC71328C-4E29-6B3B-BDB7-BD0C76072FCB}"/>
              </a:ext>
            </a:extLst>
          </p:cNvPr>
          <p:cNvSpPr txBox="1"/>
          <p:nvPr/>
        </p:nvSpPr>
        <p:spPr>
          <a:xfrm>
            <a:off x="1239520" y="1926719"/>
            <a:ext cx="9824720" cy="3734612"/>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000" dirty="0">
                <a:latin typeface="Comic Sans MS" panose="030F0702030302020204" pitchFamily="66" charset="0"/>
              </a:rPr>
              <a:t>Dynamic testing refers to analyzing code’s dynamic behavior in the software.</a:t>
            </a:r>
          </a:p>
          <a:p>
            <a:pPr marL="342900" indent="-342900">
              <a:lnSpc>
                <a:spcPct val="150000"/>
              </a:lnSpc>
              <a:buFont typeface="Arial" panose="020B0604020202020204" pitchFamily="34" charset="0"/>
              <a:buChar char="•"/>
            </a:pPr>
            <a:r>
              <a:rPr lang="en-US" sz="2000" dirty="0">
                <a:latin typeface="Comic Sans MS" panose="030F0702030302020204" pitchFamily="66" charset="0"/>
              </a:rPr>
              <a:t>The main purpose of dynamic testing is to validate the software and ensure it works properly without any faults .</a:t>
            </a:r>
          </a:p>
          <a:p>
            <a:pPr marL="342900" indent="-342900">
              <a:lnSpc>
                <a:spcPct val="150000"/>
              </a:lnSpc>
              <a:buFont typeface="Arial" panose="020B0604020202020204" pitchFamily="34" charset="0"/>
              <a:buChar char="•"/>
            </a:pPr>
            <a:r>
              <a:rPr lang="en-US" sz="2000" dirty="0">
                <a:latin typeface="Comic Sans MS" panose="030F0702030302020204" pitchFamily="66" charset="0"/>
              </a:rPr>
              <a:t>Dynamic testing is a software testing approach where the runtime behavior of the software is assessed. </a:t>
            </a:r>
          </a:p>
          <a:p>
            <a:pPr marL="342900" indent="-342900">
              <a:lnSpc>
                <a:spcPct val="150000"/>
              </a:lnSpc>
              <a:buFont typeface="Arial" panose="020B0604020202020204" pitchFamily="34" charset="0"/>
              <a:buChar char="•"/>
            </a:pPr>
            <a:r>
              <a:rPr lang="en-US" sz="2000" dirty="0">
                <a:latin typeface="Comic Sans MS" panose="030F0702030302020204" pitchFamily="66" charset="0"/>
              </a:rPr>
              <a:t>Unlike static testing, dynamic testing compiles and executes the code, providing input to the software and validating the resulting output to ensure proper functionality.</a:t>
            </a:r>
            <a:endParaRPr lang="en-IN" sz="2000" dirty="0">
              <a:latin typeface="Comic Sans MS" panose="030F0702030302020204" pitchFamily="66" charset="0"/>
            </a:endParaRPr>
          </a:p>
        </p:txBody>
      </p:sp>
    </p:spTree>
    <p:extLst>
      <p:ext uri="{BB962C8B-B14F-4D97-AF65-F5344CB8AC3E}">
        <p14:creationId xmlns:p14="http://schemas.microsoft.com/office/powerpoint/2010/main" val="2491432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A8C79-8AAE-E8EC-0F16-2279026CCE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72B9AD-5B2A-5CD5-FFB1-46EFF85000D5}"/>
              </a:ext>
            </a:extLst>
          </p:cNvPr>
          <p:cNvSpPr>
            <a:spLocks noGrp="1"/>
          </p:cNvSpPr>
          <p:nvPr>
            <p:ph type="title"/>
          </p:nvPr>
        </p:nvSpPr>
        <p:spPr>
          <a:xfrm>
            <a:off x="457200" y="436880"/>
            <a:ext cx="11277600" cy="415498"/>
          </a:xfrm>
        </p:spPr>
        <p:txBody>
          <a:bodyPr/>
          <a:lstStyle/>
          <a:p>
            <a:r>
              <a:rPr lang="en-US" sz="3000" dirty="0"/>
              <a:t>Dynamic Testing</a:t>
            </a:r>
            <a:endParaRPr lang="en-IN" sz="3000" dirty="0"/>
          </a:p>
        </p:txBody>
      </p:sp>
      <p:sp>
        <p:nvSpPr>
          <p:cNvPr id="4" name="Footer Placeholder 3">
            <a:extLst>
              <a:ext uri="{FF2B5EF4-FFF2-40B4-BE49-F238E27FC236}">
                <a16:creationId xmlns:a16="http://schemas.microsoft.com/office/drawing/2014/main" id="{66B82CB2-447C-B8CD-9317-8CE9E64BB0AA}"/>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F9A4883C-92EE-465E-7E85-0DA874BD0063}"/>
              </a:ext>
            </a:extLst>
          </p:cNvPr>
          <p:cNvSpPr>
            <a:spLocks noGrp="1"/>
          </p:cNvSpPr>
          <p:nvPr>
            <p:ph type="sldNum" sz="quarter" idx="12"/>
          </p:nvPr>
        </p:nvSpPr>
        <p:spPr/>
        <p:txBody>
          <a:bodyPr/>
          <a:lstStyle/>
          <a:p>
            <a:fld id="{38826FC0-333C-E549-9FA3-0EE43DF298A3}" type="slidenum">
              <a:rPr lang="en-US" smtClean="0"/>
              <a:pPr/>
              <a:t>8</a:t>
            </a:fld>
            <a:endParaRPr lang="en-US" dirty="0"/>
          </a:p>
        </p:txBody>
      </p:sp>
      <p:sp>
        <p:nvSpPr>
          <p:cNvPr id="7" name="TextBox 6">
            <a:extLst>
              <a:ext uri="{FF2B5EF4-FFF2-40B4-BE49-F238E27FC236}">
                <a16:creationId xmlns:a16="http://schemas.microsoft.com/office/drawing/2014/main" id="{FA2C092E-EB69-8A46-47B7-5734D1573877}"/>
              </a:ext>
            </a:extLst>
          </p:cNvPr>
          <p:cNvSpPr txBox="1"/>
          <p:nvPr/>
        </p:nvSpPr>
        <p:spPr>
          <a:xfrm>
            <a:off x="640080" y="1346428"/>
            <a:ext cx="4429760" cy="415498"/>
          </a:xfrm>
          <a:prstGeom prst="rect">
            <a:avLst/>
          </a:prstGeom>
          <a:noFill/>
        </p:spPr>
        <p:txBody>
          <a:bodyPr wrap="square" lIns="0" tIns="0" rIns="0" bIns="0" rtlCol="0">
            <a:noAutofit/>
          </a:bodyPr>
          <a:lstStyle/>
          <a:p>
            <a:pPr algn="l">
              <a:lnSpc>
                <a:spcPct val="110000"/>
              </a:lnSpc>
              <a:spcBef>
                <a:spcPts val="600"/>
              </a:spcBef>
              <a:spcAft>
                <a:spcPts val="0"/>
              </a:spcAft>
            </a:pPr>
            <a:r>
              <a:rPr lang="en-IN" b="1" dirty="0">
                <a:latin typeface="Comic Sans MS" panose="030F0702030302020204" pitchFamily="66" charset="0"/>
              </a:rPr>
              <a:t>OBJECTIVES OF DYNAMIC TESTING</a:t>
            </a:r>
          </a:p>
        </p:txBody>
      </p:sp>
      <p:sp>
        <p:nvSpPr>
          <p:cNvPr id="3" name="Text Placeholder 2">
            <a:extLst>
              <a:ext uri="{FF2B5EF4-FFF2-40B4-BE49-F238E27FC236}">
                <a16:creationId xmlns:a16="http://schemas.microsoft.com/office/drawing/2014/main" id="{4FE39E15-6B9B-DE7F-DD88-7865C21899EF}"/>
              </a:ext>
            </a:extLst>
          </p:cNvPr>
          <p:cNvSpPr txBox="1">
            <a:spLocks/>
          </p:cNvSpPr>
          <p:nvPr/>
        </p:nvSpPr>
        <p:spPr>
          <a:xfrm>
            <a:off x="762000" y="2026194"/>
            <a:ext cx="3068320" cy="3551645"/>
          </a:xfrm>
          <a:prstGeom prst="rect">
            <a:avLst/>
          </a:prstGeom>
        </p:spPr>
        <p:txBody>
          <a:bodyPr vert="horz" lIns="0" tIns="0" rIns="0" bIns="0" rtlCol="0">
            <a:no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a:lnSpc>
                <a:spcPct val="150000"/>
              </a:lnSpc>
            </a:pPr>
            <a:r>
              <a:rPr lang="en-IN" sz="1800" dirty="0">
                <a:latin typeface="Comic Sans MS" panose="030F0702030302020204" pitchFamily="66" charset="0"/>
              </a:rPr>
              <a:t>Identify Defects</a:t>
            </a:r>
          </a:p>
          <a:p>
            <a:pPr>
              <a:lnSpc>
                <a:spcPct val="150000"/>
              </a:lnSpc>
            </a:pPr>
            <a:r>
              <a:rPr lang="en-IN" sz="1800" dirty="0">
                <a:latin typeface="Comic Sans MS" panose="030F0702030302020204" pitchFamily="66" charset="0"/>
              </a:rPr>
              <a:t>Verify Functionality</a:t>
            </a:r>
          </a:p>
          <a:p>
            <a:pPr>
              <a:lnSpc>
                <a:spcPct val="150000"/>
              </a:lnSpc>
            </a:pPr>
            <a:r>
              <a:rPr lang="en-IN" sz="1800" dirty="0">
                <a:latin typeface="Comic Sans MS" panose="030F0702030302020204" pitchFamily="66" charset="0"/>
              </a:rPr>
              <a:t>Validate Output</a:t>
            </a:r>
          </a:p>
          <a:p>
            <a:pPr>
              <a:lnSpc>
                <a:spcPct val="150000"/>
              </a:lnSpc>
            </a:pPr>
            <a:r>
              <a:rPr lang="en-IN" sz="1800" dirty="0">
                <a:latin typeface="Comic Sans MS" panose="030F0702030302020204" pitchFamily="66" charset="0"/>
              </a:rPr>
              <a:t>Improve Software Quality</a:t>
            </a:r>
          </a:p>
          <a:p>
            <a:pPr>
              <a:lnSpc>
                <a:spcPct val="150000"/>
              </a:lnSpc>
            </a:pPr>
            <a:r>
              <a:rPr lang="en-IN" sz="1800" dirty="0">
                <a:latin typeface="Comic Sans MS" panose="030F0702030302020204" pitchFamily="66" charset="0"/>
              </a:rPr>
              <a:t>Evaluate Performance</a:t>
            </a:r>
          </a:p>
          <a:p>
            <a:pPr>
              <a:lnSpc>
                <a:spcPct val="150000"/>
              </a:lnSpc>
            </a:pPr>
            <a:r>
              <a:rPr lang="en-IN" sz="1800" dirty="0">
                <a:latin typeface="Comic Sans MS" panose="030F0702030302020204" pitchFamily="66" charset="0"/>
              </a:rPr>
              <a:t>Test Compatibility</a:t>
            </a:r>
          </a:p>
        </p:txBody>
      </p:sp>
      <p:sp>
        <p:nvSpPr>
          <p:cNvPr id="9" name="TextBox 8">
            <a:extLst>
              <a:ext uri="{FF2B5EF4-FFF2-40B4-BE49-F238E27FC236}">
                <a16:creationId xmlns:a16="http://schemas.microsoft.com/office/drawing/2014/main" id="{D54FCC64-408D-B706-91D3-AC18BBA9135C}"/>
              </a:ext>
            </a:extLst>
          </p:cNvPr>
          <p:cNvSpPr txBox="1"/>
          <p:nvPr/>
        </p:nvSpPr>
        <p:spPr>
          <a:xfrm>
            <a:off x="6654800" y="1833696"/>
            <a:ext cx="4531360" cy="420134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Comic Sans MS" panose="030F0702030302020204" pitchFamily="66" charset="0"/>
              </a:rPr>
              <a:t>Functional Testing</a:t>
            </a:r>
          </a:p>
          <a:p>
            <a:pPr marL="285750" indent="-285750">
              <a:lnSpc>
                <a:spcPct val="150000"/>
              </a:lnSpc>
              <a:buFont typeface="Arial" panose="020B0604020202020204" pitchFamily="34" charset="0"/>
              <a:buChar char="•"/>
            </a:pPr>
            <a:r>
              <a:rPr lang="en-US" dirty="0">
                <a:latin typeface="Comic Sans MS" panose="030F0702030302020204" pitchFamily="66" charset="0"/>
              </a:rPr>
              <a:t>Unit Testing</a:t>
            </a:r>
          </a:p>
          <a:p>
            <a:pPr marL="285750" indent="-285750">
              <a:lnSpc>
                <a:spcPct val="150000"/>
              </a:lnSpc>
              <a:buFont typeface="Arial" panose="020B0604020202020204" pitchFamily="34" charset="0"/>
              <a:buChar char="•"/>
            </a:pPr>
            <a:r>
              <a:rPr lang="en-US" dirty="0">
                <a:latin typeface="Comic Sans MS" panose="030F0702030302020204" pitchFamily="66" charset="0"/>
              </a:rPr>
              <a:t>Integration Testing</a:t>
            </a:r>
          </a:p>
          <a:p>
            <a:pPr marL="285750" indent="-285750">
              <a:lnSpc>
                <a:spcPct val="150000"/>
              </a:lnSpc>
              <a:buFont typeface="Arial" panose="020B0604020202020204" pitchFamily="34" charset="0"/>
              <a:buChar char="•"/>
            </a:pPr>
            <a:r>
              <a:rPr lang="en-US" dirty="0">
                <a:latin typeface="Comic Sans MS" panose="030F0702030302020204" pitchFamily="66" charset="0"/>
              </a:rPr>
              <a:t>System Testing</a:t>
            </a:r>
          </a:p>
          <a:p>
            <a:pPr marL="285750" indent="-285750">
              <a:lnSpc>
                <a:spcPct val="150000"/>
              </a:lnSpc>
              <a:buFont typeface="Arial" panose="020B0604020202020204" pitchFamily="34" charset="0"/>
              <a:buChar char="•"/>
            </a:pPr>
            <a:r>
              <a:rPr lang="en-US" dirty="0">
                <a:latin typeface="Comic Sans MS" panose="030F0702030302020204" pitchFamily="66" charset="0"/>
              </a:rPr>
              <a:t>User Acceptance Testing (UAT)</a:t>
            </a:r>
          </a:p>
          <a:p>
            <a:pPr marL="285750" indent="-285750">
              <a:lnSpc>
                <a:spcPct val="150000"/>
              </a:lnSpc>
              <a:buFont typeface="Arial" panose="020B0604020202020204" pitchFamily="34" charset="0"/>
              <a:buChar char="•"/>
            </a:pPr>
            <a:r>
              <a:rPr lang="en-US" dirty="0">
                <a:latin typeface="Comic Sans MS" panose="030F0702030302020204" pitchFamily="66" charset="0"/>
              </a:rPr>
              <a:t>Non Functional Testing</a:t>
            </a:r>
          </a:p>
          <a:p>
            <a:pPr marL="285750" indent="-285750">
              <a:lnSpc>
                <a:spcPct val="150000"/>
              </a:lnSpc>
              <a:buFont typeface="Arial" panose="020B0604020202020204" pitchFamily="34" charset="0"/>
              <a:buChar char="•"/>
            </a:pPr>
            <a:r>
              <a:rPr lang="en-US" dirty="0">
                <a:latin typeface="Comic Sans MS" panose="030F0702030302020204" pitchFamily="66" charset="0"/>
              </a:rPr>
              <a:t>Performance Testing</a:t>
            </a:r>
          </a:p>
          <a:p>
            <a:pPr marL="285750" indent="-285750">
              <a:lnSpc>
                <a:spcPct val="150000"/>
              </a:lnSpc>
              <a:buFont typeface="Arial" panose="020B0604020202020204" pitchFamily="34" charset="0"/>
              <a:buChar char="•"/>
            </a:pPr>
            <a:r>
              <a:rPr lang="en-US" dirty="0">
                <a:latin typeface="Comic Sans MS" panose="030F0702030302020204" pitchFamily="66" charset="0"/>
              </a:rPr>
              <a:t>Load Testing</a:t>
            </a:r>
          </a:p>
          <a:p>
            <a:pPr marL="285750" indent="-285750">
              <a:lnSpc>
                <a:spcPct val="150000"/>
              </a:lnSpc>
              <a:buFont typeface="Arial" panose="020B0604020202020204" pitchFamily="34" charset="0"/>
              <a:buChar char="•"/>
            </a:pPr>
            <a:r>
              <a:rPr lang="en-US" dirty="0">
                <a:latin typeface="Comic Sans MS" panose="030F0702030302020204" pitchFamily="66" charset="0"/>
              </a:rPr>
              <a:t>Security Testing</a:t>
            </a:r>
          </a:p>
          <a:p>
            <a:pPr marL="285750" indent="-285750">
              <a:lnSpc>
                <a:spcPct val="150000"/>
              </a:lnSpc>
              <a:buFont typeface="Arial" panose="020B0604020202020204" pitchFamily="34" charset="0"/>
              <a:buChar char="•"/>
            </a:pPr>
            <a:r>
              <a:rPr lang="en-US" dirty="0">
                <a:latin typeface="Comic Sans MS" panose="030F0702030302020204" pitchFamily="66" charset="0"/>
              </a:rPr>
              <a:t>Usability Testing</a:t>
            </a:r>
          </a:p>
        </p:txBody>
      </p:sp>
      <p:sp>
        <p:nvSpPr>
          <p:cNvPr id="10" name="TextBox 9">
            <a:extLst>
              <a:ext uri="{FF2B5EF4-FFF2-40B4-BE49-F238E27FC236}">
                <a16:creationId xmlns:a16="http://schemas.microsoft.com/office/drawing/2014/main" id="{7CD400BA-BE96-892E-2D1C-2AB7E56BCBF8}"/>
              </a:ext>
            </a:extLst>
          </p:cNvPr>
          <p:cNvSpPr txBox="1"/>
          <p:nvPr/>
        </p:nvSpPr>
        <p:spPr>
          <a:xfrm>
            <a:off x="6624320" y="1305788"/>
            <a:ext cx="4429760" cy="415498"/>
          </a:xfrm>
          <a:prstGeom prst="rect">
            <a:avLst/>
          </a:prstGeom>
          <a:noFill/>
        </p:spPr>
        <p:txBody>
          <a:bodyPr wrap="square" lIns="0" tIns="0" rIns="0" bIns="0" rtlCol="0">
            <a:noAutofit/>
          </a:bodyPr>
          <a:lstStyle/>
          <a:p>
            <a:pPr algn="l">
              <a:lnSpc>
                <a:spcPct val="110000"/>
              </a:lnSpc>
              <a:spcBef>
                <a:spcPts val="600"/>
              </a:spcBef>
              <a:spcAft>
                <a:spcPts val="0"/>
              </a:spcAft>
            </a:pPr>
            <a:r>
              <a:rPr lang="en-IN" b="1" dirty="0">
                <a:latin typeface="Comic Sans MS" panose="030F0702030302020204" pitchFamily="66" charset="0"/>
              </a:rPr>
              <a:t>TYPES OF DYNAMIC TESTING</a:t>
            </a:r>
          </a:p>
        </p:txBody>
      </p:sp>
    </p:spTree>
    <p:extLst>
      <p:ext uri="{BB962C8B-B14F-4D97-AF65-F5344CB8AC3E}">
        <p14:creationId xmlns:p14="http://schemas.microsoft.com/office/powerpoint/2010/main" val="372538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19677-788A-511E-612E-0B31493DA3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FAFEB7-EDF0-7491-2C0B-50E2A6F489AD}"/>
              </a:ext>
            </a:extLst>
          </p:cNvPr>
          <p:cNvSpPr>
            <a:spLocks noGrp="1"/>
          </p:cNvSpPr>
          <p:nvPr>
            <p:ph type="title"/>
          </p:nvPr>
        </p:nvSpPr>
        <p:spPr>
          <a:xfrm>
            <a:off x="457200" y="436880"/>
            <a:ext cx="11277600" cy="415498"/>
          </a:xfrm>
        </p:spPr>
        <p:txBody>
          <a:bodyPr/>
          <a:lstStyle/>
          <a:p>
            <a:r>
              <a:rPr lang="en-IN" sz="3000" dirty="0"/>
              <a:t>Functional Testing</a:t>
            </a:r>
          </a:p>
        </p:txBody>
      </p:sp>
      <p:sp>
        <p:nvSpPr>
          <p:cNvPr id="4" name="Footer Placeholder 3">
            <a:extLst>
              <a:ext uri="{FF2B5EF4-FFF2-40B4-BE49-F238E27FC236}">
                <a16:creationId xmlns:a16="http://schemas.microsoft.com/office/drawing/2014/main" id="{A143C4BA-AF7B-6DAA-0FB3-A15A62FAA84F}"/>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91FBD22F-69DC-854F-2F15-9A8E03A24EC8}"/>
              </a:ext>
            </a:extLst>
          </p:cNvPr>
          <p:cNvSpPr>
            <a:spLocks noGrp="1"/>
          </p:cNvSpPr>
          <p:nvPr>
            <p:ph type="sldNum" sz="quarter" idx="12"/>
          </p:nvPr>
        </p:nvSpPr>
        <p:spPr/>
        <p:txBody>
          <a:bodyPr/>
          <a:lstStyle/>
          <a:p>
            <a:fld id="{38826FC0-333C-E549-9FA3-0EE43DF298A3}" type="slidenum">
              <a:rPr lang="en-US" smtClean="0"/>
              <a:pPr/>
              <a:t>9</a:t>
            </a:fld>
            <a:endParaRPr lang="en-US" dirty="0"/>
          </a:p>
        </p:txBody>
      </p:sp>
      <p:sp>
        <p:nvSpPr>
          <p:cNvPr id="6" name="Subtitle 2">
            <a:extLst>
              <a:ext uri="{FF2B5EF4-FFF2-40B4-BE49-F238E27FC236}">
                <a16:creationId xmlns:a16="http://schemas.microsoft.com/office/drawing/2014/main" id="{5B80571C-A348-2AD3-17DB-562C9F763AF5}"/>
              </a:ext>
            </a:extLst>
          </p:cNvPr>
          <p:cNvSpPr txBox="1">
            <a:spLocks/>
          </p:cNvSpPr>
          <p:nvPr/>
        </p:nvSpPr>
        <p:spPr>
          <a:xfrm>
            <a:off x="1513840" y="1703597"/>
            <a:ext cx="9184640" cy="2694622"/>
          </a:xfrm>
          <a:prstGeom prst="rect">
            <a:avLst/>
          </a:prstGeom>
        </p:spPr>
        <p:txBody>
          <a:bodyPr vert="horz" lIns="0" tIns="0" rIns="0" bIns="0" rtlCol="0">
            <a:norm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marL="0" indent="0">
              <a:lnSpc>
                <a:spcPct val="150000"/>
              </a:lnSpc>
              <a:buNone/>
            </a:pPr>
            <a:r>
              <a:rPr lang="en-US" sz="2500" dirty="0">
                <a:latin typeface="Comic Sans MS" panose="030F0702030302020204" pitchFamily="66" charset="0"/>
              </a:rPr>
              <a:t>Functional testing is a type of software testing that verifies that </a:t>
            </a:r>
            <a:r>
              <a:rPr lang="en-US" sz="2500" b="1" dirty="0">
                <a:latin typeface="Comic Sans MS" panose="030F0702030302020204" pitchFamily="66" charset="0"/>
              </a:rPr>
              <a:t>each function of the software application </a:t>
            </a:r>
            <a:r>
              <a:rPr lang="en-US" sz="2500" dirty="0">
                <a:latin typeface="Comic Sans MS" panose="030F0702030302020204" pitchFamily="66" charset="0"/>
              </a:rPr>
              <a:t>behaves according to the specific requirements and meets expectations in different conditions.</a:t>
            </a:r>
            <a:endParaRPr lang="en-IN" sz="2500" dirty="0">
              <a:latin typeface="Comic Sans MS" panose="030F0702030302020204" pitchFamily="66" charset="0"/>
            </a:endParaRPr>
          </a:p>
        </p:txBody>
      </p:sp>
    </p:spTree>
    <p:extLst>
      <p:ext uri="{BB962C8B-B14F-4D97-AF65-F5344CB8AC3E}">
        <p14:creationId xmlns:p14="http://schemas.microsoft.com/office/powerpoint/2010/main" val="8226465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9CB3E-EEBA-9618-97DF-536436D1D3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A1CE73-2BC5-D8E4-12D2-8DE87E42B262}"/>
              </a:ext>
            </a:extLst>
          </p:cNvPr>
          <p:cNvSpPr>
            <a:spLocks noGrp="1"/>
          </p:cNvSpPr>
          <p:nvPr>
            <p:ph type="title"/>
          </p:nvPr>
        </p:nvSpPr>
        <p:spPr>
          <a:xfrm>
            <a:off x="457200" y="436880"/>
            <a:ext cx="11277600" cy="415498"/>
          </a:xfrm>
        </p:spPr>
        <p:txBody>
          <a:bodyPr/>
          <a:lstStyle/>
          <a:p>
            <a:r>
              <a:rPr lang="en-IN" sz="3000" dirty="0"/>
              <a:t>Functional Testing</a:t>
            </a:r>
          </a:p>
        </p:txBody>
      </p:sp>
      <p:sp>
        <p:nvSpPr>
          <p:cNvPr id="4" name="Footer Placeholder 3">
            <a:extLst>
              <a:ext uri="{FF2B5EF4-FFF2-40B4-BE49-F238E27FC236}">
                <a16:creationId xmlns:a16="http://schemas.microsoft.com/office/drawing/2014/main" id="{DCE8364C-012B-09F5-5DA3-8511C5A88D74}"/>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16EAAB1E-EF35-815B-315E-9784C71A0931}"/>
              </a:ext>
            </a:extLst>
          </p:cNvPr>
          <p:cNvSpPr>
            <a:spLocks noGrp="1"/>
          </p:cNvSpPr>
          <p:nvPr>
            <p:ph type="sldNum" sz="quarter" idx="12"/>
          </p:nvPr>
        </p:nvSpPr>
        <p:spPr/>
        <p:txBody>
          <a:bodyPr/>
          <a:lstStyle/>
          <a:p>
            <a:fld id="{38826FC0-333C-E549-9FA3-0EE43DF298A3}" type="slidenum">
              <a:rPr lang="en-US" smtClean="0"/>
              <a:pPr/>
              <a:t>10</a:t>
            </a:fld>
            <a:endParaRPr lang="en-US" dirty="0"/>
          </a:p>
        </p:txBody>
      </p:sp>
      <p:sp>
        <p:nvSpPr>
          <p:cNvPr id="3" name="Title 3">
            <a:extLst>
              <a:ext uri="{FF2B5EF4-FFF2-40B4-BE49-F238E27FC236}">
                <a16:creationId xmlns:a16="http://schemas.microsoft.com/office/drawing/2014/main" id="{E264F71F-E99E-B611-BD0E-EE0C357FDC5E}"/>
              </a:ext>
            </a:extLst>
          </p:cNvPr>
          <p:cNvSpPr txBox="1">
            <a:spLocks/>
          </p:cNvSpPr>
          <p:nvPr/>
        </p:nvSpPr>
        <p:spPr>
          <a:xfrm>
            <a:off x="1289019" y="2610228"/>
            <a:ext cx="3272093" cy="2674198"/>
          </a:xfrm>
          <a:prstGeom prst="rect">
            <a:avLst/>
          </a:prstGeom>
        </p:spPr>
        <p:txBody>
          <a:bodyPr vert="horz" wrap="square" lIns="91440" tIns="45720" rIns="91440" bIns="45720" rtlCol="0" anchor="t">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pPr>
              <a:lnSpc>
                <a:spcPct val="150000"/>
              </a:lnSpc>
            </a:pPr>
            <a:r>
              <a:rPr lang="en-US" dirty="0">
                <a:latin typeface="Comic Sans MS" panose="030F0702030302020204" pitchFamily="66" charset="0"/>
              </a:rPr>
              <a:t>Benefits of Functional Testing</a:t>
            </a:r>
            <a:br>
              <a:rPr lang="en-US" dirty="0">
                <a:latin typeface="Comic Sans MS" panose="030F0702030302020204" pitchFamily="66" charset="0"/>
              </a:rPr>
            </a:br>
            <a:endParaRPr lang="en-US" dirty="0">
              <a:latin typeface="Comic Sans MS" panose="030F0702030302020204" pitchFamily="66" charset="0"/>
            </a:endParaRPr>
          </a:p>
        </p:txBody>
      </p:sp>
      <p:graphicFrame>
        <p:nvGraphicFramePr>
          <p:cNvPr id="6" name="TextBox 2">
            <a:extLst>
              <a:ext uri="{FF2B5EF4-FFF2-40B4-BE49-F238E27FC236}">
                <a16:creationId xmlns:a16="http://schemas.microsoft.com/office/drawing/2014/main" id="{80BF767C-E42A-72AF-DE30-934630FE5301}"/>
              </a:ext>
            </a:extLst>
          </p:cNvPr>
          <p:cNvGraphicFramePr/>
          <p:nvPr/>
        </p:nvGraphicFramePr>
        <p:xfrm>
          <a:off x="4979353" y="660400"/>
          <a:ext cx="5913437" cy="55778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2730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10F32-E7FE-A436-F166-F8A8E1BBE6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220396-FCD5-1FD7-E810-48BB846E090F}"/>
              </a:ext>
            </a:extLst>
          </p:cNvPr>
          <p:cNvSpPr>
            <a:spLocks noGrp="1"/>
          </p:cNvSpPr>
          <p:nvPr>
            <p:ph type="title"/>
          </p:nvPr>
        </p:nvSpPr>
        <p:spPr>
          <a:xfrm>
            <a:off x="457200" y="457200"/>
            <a:ext cx="11277600" cy="332399"/>
          </a:xfrm>
        </p:spPr>
        <p:txBody>
          <a:bodyPr wrap="square" anchor="t">
            <a:noAutofit/>
          </a:bodyPr>
          <a:lstStyle/>
          <a:p>
            <a:r>
              <a:rPr lang="en-IN" sz="3000" dirty="0"/>
              <a:t>Non Functional Testing</a:t>
            </a:r>
          </a:p>
        </p:txBody>
      </p:sp>
      <p:pic>
        <p:nvPicPr>
          <p:cNvPr id="3" name="Picture 2" descr="A screenshot of a computer&#10;&#10;AI-generated content may be incorrect.">
            <a:extLst>
              <a:ext uri="{FF2B5EF4-FFF2-40B4-BE49-F238E27FC236}">
                <a16:creationId xmlns:a16="http://schemas.microsoft.com/office/drawing/2014/main" id="{A1B92262-FE7E-06E2-7EA5-C945F09FFF18}"/>
              </a:ext>
            </a:extLst>
          </p:cNvPr>
          <p:cNvPicPr>
            <a:picLocks noChangeAspect="1"/>
          </p:cNvPicPr>
          <p:nvPr/>
        </p:nvPicPr>
        <p:blipFill>
          <a:blip r:embed="rId2"/>
          <a:stretch>
            <a:fillRect/>
          </a:stretch>
        </p:blipFill>
        <p:spPr>
          <a:xfrm>
            <a:off x="826206" y="1447800"/>
            <a:ext cx="10539587" cy="4716463"/>
          </a:xfrm>
          <a:prstGeom prst="rect">
            <a:avLst/>
          </a:prstGeom>
          <a:noFill/>
        </p:spPr>
      </p:pic>
      <p:sp>
        <p:nvSpPr>
          <p:cNvPr id="4" name="Footer Placeholder 3">
            <a:extLst>
              <a:ext uri="{FF2B5EF4-FFF2-40B4-BE49-F238E27FC236}">
                <a16:creationId xmlns:a16="http://schemas.microsoft.com/office/drawing/2014/main" id="{AFF95544-8900-3706-316C-8652BA40D962}"/>
              </a:ext>
            </a:extLst>
          </p:cNvPr>
          <p:cNvSpPr>
            <a:spLocks noGrp="1"/>
          </p:cNvSpPr>
          <p:nvPr>
            <p:ph type="ftr" sz="quarter" idx="15"/>
          </p:nvPr>
        </p:nvSpPr>
        <p:spPr>
          <a:xfrm>
            <a:off x="1005840" y="6400800"/>
            <a:ext cx="1371600" cy="228600"/>
          </a:xfrm>
        </p:spPr>
        <p:txBody>
          <a:bodyPr anchor="ctr">
            <a:normAutofit/>
          </a:bodyPr>
          <a:lstStyle/>
          <a:p>
            <a:pPr>
              <a:spcAft>
                <a:spcPts val="600"/>
              </a:spcAft>
            </a:pPr>
            <a:r>
              <a:rPr lang="en-US"/>
              <a:t>© 2025–2027 Cognizant | Private</a:t>
            </a:r>
          </a:p>
        </p:txBody>
      </p:sp>
      <p:sp>
        <p:nvSpPr>
          <p:cNvPr id="5" name="Slide Number Placeholder 4">
            <a:extLst>
              <a:ext uri="{FF2B5EF4-FFF2-40B4-BE49-F238E27FC236}">
                <a16:creationId xmlns:a16="http://schemas.microsoft.com/office/drawing/2014/main" id="{7A37DFD5-E2D2-2FBC-4A23-F074485DFCBD}"/>
              </a:ext>
            </a:extLst>
          </p:cNvPr>
          <p:cNvSpPr>
            <a:spLocks noGrp="1"/>
          </p:cNvSpPr>
          <p:nvPr>
            <p:ph type="sldNum" sz="quarter" idx="16"/>
          </p:nvPr>
        </p:nvSpPr>
        <p:spPr>
          <a:xfrm>
            <a:off x="457200" y="6400799"/>
            <a:ext cx="365760" cy="228600"/>
          </a:xfrm>
        </p:spPr>
        <p:txBody>
          <a:bodyPr anchor="ctr">
            <a:normAutofit/>
          </a:bodyPr>
          <a:lstStyle/>
          <a:p>
            <a:pPr>
              <a:spcAft>
                <a:spcPts val="600"/>
              </a:spcAft>
            </a:pPr>
            <a:fld id="{38826FC0-333C-E549-9FA3-0EE43DF298A3}" type="slidenum">
              <a:rPr lang="en-US" smtClean="0"/>
              <a:pPr>
                <a:spcAft>
                  <a:spcPts val="600"/>
                </a:spcAft>
              </a:pPr>
              <a:t>11</a:t>
            </a:fld>
            <a:endParaRPr lang="en-US"/>
          </a:p>
        </p:txBody>
      </p:sp>
    </p:spTree>
    <p:extLst>
      <p:ext uri="{BB962C8B-B14F-4D97-AF65-F5344CB8AC3E}">
        <p14:creationId xmlns:p14="http://schemas.microsoft.com/office/powerpoint/2010/main" val="8577466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20574-FEF7-8DAB-7AEE-4E4048340C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0FD52B-974F-D139-846E-1337AA547D06}"/>
              </a:ext>
            </a:extLst>
          </p:cNvPr>
          <p:cNvSpPr>
            <a:spLocks noGrp="1"/>
          </p:cNvSpPr>
          <p:nvPr>
            <p:ph type="title"/>
          </p:nvPr>
        </p:nvSpPr>
        <p:spPr>
          <a:xfrm>
            <a:off x="457200" y="436880"/>
            <a:ext cx="11277600" cy="415498"/>
          </a:xfrm>
        </p:spPr>
        <p:txBody>
          <a:bodyPr/>
          <a:lstStyle/>
          <a:p>
            <a:r>
              <a:rPr lang="en-US" sz="3000" dirty="0"/>
              <a:t>White Box Testing</a:t>
            </a:r>
            <a:endParaRPr lang="en-IN" sz="3000" dirty="0"/>
          </a:p>
        </p:txBody>
      </p:sp>
      <p:sp>
        <p:nvSpPr>
          <p:cNvPr id="4" name="Footer Placeholder 3">
            <a:extLst>
              <a:ext uri="{FF2B5EF4-FFF2-40B4-BE49-F238E27FC236}">
                <a16:creationId xmlns:a16="http://schemas.microsoft.com/office/drawing/2014/main" id="{6096AF5D-FB18-C94B-451F-40CA23B974BF}"/>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1C4660BA-AAEB-6598-C62C-A46D652EABFF}"/>
              </a:ext>
            </a:extLst>
          </p:cNvPr>
          <p:cNvSpPr>
            <a:spLocks noGrp="1"/>
          </p:cNvSpPr>
          <p:nvPr>
            <p:ph type="sldNum" sz="quarter" idx="12"/>
          </p:nvPr>
        </p:nvSpPr>
        <p:spPr/>
        <p:txBody>
          <a:bodyPr/>
          <a:lstStyle/>
          <a:p>
            <a:fld id="{38826FC0-333C-E549-9FA3-0EE43DF298A3}" type="slidenum">
              <a:rPr lang="en-US" smtClean="0"/>
              <a:pPr/>
              <a:t>12</a:t>
            </a:fld>
            <a:endParaRPr lang="en-US" dirty="0"/>
          </a:p>
        </p:txBody>
      </p:sp>
      <p:sp>
        <p:nvSpPr>
          <p:cNvPr id="6" name="Text Placeholder 2">
            <a:extLst>
              <a:ext uri="{FF2B5EF4-FFF2-40B4-BE49-F238E27FC236}">
                <a16:creationId xmlns:a16="http://schemas.microsoft.com/office/drawing/2014/main" id="{97B2AA03-B0B5-9EB6-347E-3DD56754D568}"/>
              </a:ext>
            </a:extLst>
          </p:cNvPr>
          <p:cNvSpPr txBox="1">
            <a:spLocks/>
          </p:cNvSpPr>
          <p:nvPr/>
        </p:nvSpPr>
        <p:spPr>
          <a:xfrm>
            <a:off x="657497" y="1255487"/>
            <a:ext cx="10628993" cy="2280193"/>
          </a:xfrm>
          <a:prstGeom prst="rect">
            <a:avLst/>
          </a:prstGeom>
        </p:spPr>
        <p:txBody>
          <a:bodyPr vert="horz" lIns="0" tIns="0" rIns="0" bIns="0" rtlCol="0">
            <a:no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r>
              <a:rPr lang="en-US" sz="2000" dirty="0">
                <a:latin typeface="Comic Sans MS" panose="030F0702030302020204" pitchFamily="66" charset="0"/>
              </a:rPr>
              <a:t>White box testing mandates the coding knowledge of a tester because it needs to test internal coding implementation and algorithms for the system.</a:t>
            </a:r>
          </a:p>
          <a:p>
            <a:r>
              <a:rPr lang="en-US" sz="2000" dirty="0">
                <a:latin typeface="Comic Sans MS" panose="030F0702030302020204" pitchFamily="66" charset="0"/>
              </a:rPr>
              <a:t>you have to execute a programming line-by-line to find whether there are errors in the line</a:t>
            </a:r>
          </a:p>
          <a:p>
            <a:r>
              <a:rPr lang="en-US" sz="2000" dirty="0">
                <a:latin typeface="Comic Sans MS" panose="030F0702030302020204" pitchFamily="66" charset="0"/>
              </a:rPr>
              <a:t>Input and output are already known for this testing.</a:t>
            </a:r>
            <a:endParaRPr lang="en-IN" sz="2000" dirty="0">
              <a:latin typeface="Comic Sans MS" panose="030F0702030302020204" pitchFamily="66" charset="0"/>
            </a:endParaRPr>
          </a:p>
        </p:txBody>
      </p:sp>
      <p:pic>
        <p:nvPicPr>
          <p:cNvPr id="7" name="Picture 6">
            <a:extLst>
              <a:ext uri="{FF2B5EF4-FFF2-40B4-BE49-F238E27FC236}">
                <a16:creationId xmlns:a16="http://schemas.microsoft.com/office/drawing/2014/main" id="{0C9257AD-9B28-B93F-4948-B5662E23EF4C}"/>
              </a:ext>
            </a:extLst>
          </p:cNvPr>
          <p:cNvPicPr>
            <a:picLocks noChangeAspect="1"/>
          </p:cNvPicPr>
          <p:nvPr/>
        </p:nvPicPr>
        <p:blipFill>
          <a:blip r:embed="rId2"/>
          <a:stretch>
            <a:fillRect/>
          </a:stretch>
        </p:blipFill>
        <p:spPr>
          <a:xfrm>
            <a:off x="3222171" y="3535680"/>
            <a:ext cx="5149669" cy="3064241"/>
          </a:xfrm>
          <a:prstGeom prst="rect">
            <a:avLst/>
          </a:prstGeom>
        </p:spPr>
      </p:pic>
    </p:spTree>
    <p:extLst>
      <p:ext uri="{BB962C8B-B14F-4D97-AF65-F5344CB8AC3E}">
        <p14:creationId xmlns:p14="http://schemas.microsoft.com/office/powerpoint/2010/main" val="705004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00446-F95C-B552-5839-F81C322D92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FE136-BBEF-8E69-4C62-5C5107A3B81E}"/>
              </a:ext>
            </a:extLst>
          </p:cNvPr>
          <p:cNvSpPr>
            <a:spLocks noGrp="1"/>
          </p:cNvSpPr>
          <p:nvPr>
            <p:ph type="title"/>
          </p:nvPr>
        </p:nvSpPr>
        <p:spPr>
          <a:xfrm>
            <a:off x="457200" y="436880"/>
            <a:ext cx="11277600" cy="415498"/>
          </a:xfrm>
        </p:spPr>
        <p:txBody>
          <a:bodyPr/>
          <a:lstStyle/>
          <a:p>
            <a:r>
              <a:rPr lang="en-US" sz="3000" dirty="0"/>
              <a:t>Black Box Testing</a:t>
            </a:r>
            <a:endParaRPr lang="en-IN" sz="3000" dirty="0"/>
          </a:p>
        </p:txBody>
      </p:sp>
      <p:sp>
        <p:nvSpPr>
          <p:cNvPr id="4" name="Footer Placeholder 3">
            <a:extLst>
              <a:ext uri="{FF2B5EF4-FFF2-40B4-BE49-F238E27FC236}">
                <a16:creationId xmlns:a16="http://schemas.microsoft.com/office/drawing/2014/main" id="{3C52FADF-AD5B-36B6-FF30-E6F393E565E2}"/>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DAEA7641-8B3A-7732-8E45-A2CF0E724B3D}"/>
              </a:ext>
            </a:extLst>
          </p:cNvPr>
          <p:cNvSpPr>
            <a:spLocks noGrp="1"/>
          </p:cNvSpPr>
          <p:nvPr>
            <p:ph type="sldNum" sz="quarter" idx="12"/>
          </p:nvPr>
        </p:nvSpPr>
        <p:spPr/>
        <p:txBody>
          <a:bodyPr/>
          <a:lstStyle/>
          <a:p>
            <a:fld id="{38826FC0-333C-E549-9FA3-0EE43DF298A3}" type="slidenum">
              <a:rPr lang="en-US" smtClean="0"/>
              <a:pPr/>
              <a:t>13</a:t>
            </a:fld>
            <a:endParaRPr lang="en-US" dirty="0"/>
          </a:p>
        </p:txBody>
      </p:sp>
      <p:sp>
        <p:nvSpPr>
          <p:cNvPr id="3" name="Text Placeholder 2">
            <a:extLst>
              <a:ext uri="{FF2B5EF4-FFF2-40B4-BE49-F238E27FC236}">
                <a16:creationId xmlns:a16="http://schemas.microsoft.com/office/drawing/2014/main" id="{380470E4-D3BC-CE83-28B5-8DEB384AD21E}"/>
              </a:ext>
            </a:extLst>
          </p:cNvPr>
          <p:cNvSpPr txBox="1">
            <a:spLocks/>
          </p:cNvSpPr>
          <p:nvPr/>
        </p:nvSpPr>
        <p:spPr>
          <a:xfrm>
            <a:off x="1219200" y="1337493"/>
            <a:ext cx="10515600" cy="1984828"/>
          </a:xfrm>
          <a:prstGeom prst="rect">
            <a:avLst/>
          </a:prstGeom>
        </p:spPr>
        <p:txBody>
          <a:bodyPr vert="horz" lIns="0" tIns="0" rIns="0" bIns="0" rtlCol="0">
            <a:no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r>
              <a:rPr lang="en-US" sz="2000" dirty="0">
                <a:latin typeface="Comic Sans MS" panose="030F0702030302020204" pitchFamily="66" charset="0"/>
              </a:rPr>
              <a:t>In Black Box testing test, engineers have to test the software as per the requirements and specifications.</a:t>
            </a:r>
          </a:p>
          <a:p>
            <a:r>
              <a:rPr lang="en-US" sz="2000" dirty="0">
                <a:latin typeface="Comic Sans MS" panose="030F0702030302020204" pitchFamily="66" charset="0"/>
              </a:rPr>
              <a:t>They don’t need to know about the internal implementation or coding of the software. So, programming knowledge is not necessary for this testing.</a:t>
            </a:r>
          </a:p>
          <a:p>
            <a:r>
              <a:rPr lang="en-US" sz="2000" dirty="0">
                <a:latin typeface="Comic Sans MS" panose="030F0702030302020204" pitchFamily="66" charset="0"/>
              </a:rPr>
              <a:t>Black box testing is performed after white box testing.</a:t>
            </a:r>
            <a:endParaRPr lang="en-IN" sz="2000" dirty="0">
              <a:latin typeface="Comic Sans MS" panose="030F0702030302020204" pitchFamily="66" charset="0"/>
            </a:endParaRPr>
          </a:p>
        </p:txBody>
      </p:sp>
      <p:pic>
        <p:nvPicPr>
          <p:cNvPr id="8" name="Picture 7">
            <a:extLst>
              <a:ext uri="{FF2B5EF4-FFF2-40B4-BE49-F238E27FC236}">
                <a16:creationId xmlns:a16="http://schemas.microsoft.com/office/drawing/2014/main" id="{175FB4B8-35E0-CD5E-DD6E-B1A9D8C9A21F}"/>
              </a:ext>
            </a:extLst>
          </p:cNvPr>
          <p:cNvPicPr>
            <a:picLocks noChangeAspect="1"/>
          </p:cNvPicPr>
          <p:nvPr/>
        </p:nvPicPr>
        <p:blipFill>
          <a:blip r:embed="rId2"/>
          <a:stretch>
            <a:fillRect/>
          </a:stretch>
        </p:blipFill>
        <p:spPr>
          <a:xfrm>
            <a:off x="3419406" y="3491413"/>
            <a:ext cx="4644731" cy="2146284"/>
          </a:xfrm>
          <a:prstGeom prst="rect">
            <a:avLst/>
          </a:prstGeom>
        </p:spPr>
      </p:pic>
    </p:spTree>
    <p:extLst>
      <p:ext uri="{BB962C8B-B14F-4D97-AF65-F5344CB8AC3E}">
        <p14:creationId xmlns:p14="http://schemas.microsoft.com/office/powerpoint/2010/main" val="41008109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274C6-F127-154B-7C55-DB530EF0E4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B68292-3653-5D1C-DCF6-A0F2E88F3CA8}"/>
              </a:ext>
            </a:extLst>
          </p:cNvPr>
          <p:cNvSpPr>
            <a:spLocks noGrp="1"/>
          </p:cNvSpPr>
          <p:nvPr>
            <p:ph type="title"/>
          </p:nvPr>
        </p:nvSpPr>
        <p:spPr>
          <a:xfrm>
            <a:off x="457200" y="436880"/>
            <a:ext cx="11277600" cy="415498"/>
          </a:xfrm>
        </p:spPr>
        <p:txBody>
          <a:bodyPr/>
          <a:lstStyle/>
          <a:p>
            <a:r>
              <a:rPr lang="en-US" sz="3000" dirty="0"/>
              <a:t>Black Box &amp; White Box Testing</a:t>
            </a:r>
            <a:endParaRPr lang="en-IN" sz="3000" dirty="0"/>
          </a:p>
        </p:txBody>
      </p:sp>
      <p:sp>
        <p:nvSpPr>
          <p:cNvPr id="4" name="Footer Placeholder 3">
            <a:extLst>
              <a:ext uri="{FF2B5EF4-FFF2-40B4-BE49-F238E27FC236}">
                <a16:creationId xmlns:a16="http://schemas.microsoft.com/office/drawing/2014/main" id="{2547508C-6D78-B615-EE18-7C33FFAB60BF}"/>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CC96112A-017C-5D23-F776-7E7F4C500E7A}"/>
              </a:ext>
            </a:extLst>
          </p:cNvPr>
          <p:cNvSpPr>
            <a:spLocks noGrp="1"/>
          </p:cNvSpPr>
          <p:nvPr>
            <p:ph type="sldNum" sz="quarter" idx="12"/>
          </p:nvPr>
        </p:nvSpPr>
        <p:spPr/>
        <p:txBody>
          <a:bodyPr/>
          <a:lstStyle/>
          <a:p>
            <a:fld id="{38826FC0-333C-E549-9FA3-0EE43DF298A3}" type="slidenum">
              <a:rPr lang="en-US" smtClean="0"/>
              <a:pPr/>
              <a:t>14</a:t>
            </a:fld>
            <a:endParaRPr lang="en-US" dirty="0"/>
          </a:p>
        </p:txBody>
      </p:sp>
      <p:pic>
        <p:nvPicPr>
          <p:cNvPr id="6" name="Picture 5">
            <a:extLst>
              <a:ext uri="{FF2B5EF4-FFF2-40B4-BE49-F238E27FC236}">
                <a16:creationId xmlns:a16="http://schemas.microsoft.com/office/drawing/2014/main" id="{B19EE239-DF11-EB4F-CD04-64C6EE5CD75B}"/>
              </a:ext>
            </a:extLst>
          </p:cNvPr>
          <p:cNvPicPr>
            <a:picLocks noChangeAspect="1"/>
          </p:cNvPicPr>
          <p:nvPr/>
        </p:nvPicPr>
        <p:blipFill>
          <a:blip r:embed="rId2"/>
          <a:stretch>
            <a:fillRect/>
          </a:stretch>
        </p:blipFill>
        <p:spPr>
          <a:xfrm>
            <a:off x="2620047" y="1412240"/>
            <a:ext cx="6108845" cy="4328122"/>
          </a:xfrm>
          <a:prstGeom prst="rect">
            <a:avLst/>
          </a:prstGeom>
        </p:spPr>
      </p:pic>
    </p:spTree>
    <p:extLst>
      <p:ext uri="{BB962C8B-B14F-4D97-AF65-F5344CB8AC3E}">
        <p14:creationId xmlns:p14="http://schemas.microsoft.com/office/powerpoint/2010/main" val="23951017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0BD00-0E5D-AE03-4B29-E523B56F2E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68C996-51F7-D660-4BA4-A9111EA07CA8}"/>
              </a:ext>
            </a:extLst>
          </p:cNvPr>
          <p:cNvSpPr>
            <a:spLocks noGrp="1"/>
          </p:cNvSpPr>
          <p:nvPr>
            <p:ph type="title"/>
          </p:nvPr>
        </p:nvSpPr>
        <p:spPr>
          <a:xfrm>
            <a:off x="457200" y="436880"/>
            <a:ext cx="11277600" cy="415498"/>
          </a:xfrm>
        </p:spPr>
        <p:txBody>
          <a:bodyPr/>
          <a:lstStyle/>
          <a:p>
            <a:r>
              <a:rPr lang="en-US" sz="3000" dirty="0"/>
              <a:t>Levels of Testing</a:t>
            </a:r>
            <a:endParaRPr lang="en-IN" sz="3000" dirty="0"/>
          </a:p>
        </p:txBody>
      </p:sp>
      <p:sp>
        <p:nvSpPr>
          <p:cNvPr id="4" name="Footer Placeholder 3">
            <a:extLst>
              <a:ext uri="{FF2B5EF4-FFF2-40B4-BE49-F238E27FC236}">
                <a16:creationId xmlns:a16="http://schemas.microsoft.com/office/drawing/2014/main" id="{B789EEA1-DEBB-5451-AD8C-F2D4265636A5}"/>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5ADEEDCF-3D1E-B69A-6822-9CAD36D974FD}"/>
              </a:ext>
            </a:extLst>
          </p:cNvPr>
          <p:cNvSpPr>
            <a:spLocks noGrp="1"/>
          </p:cNvSpPr>
          <p:nvPr>
            <p:ph type="sldNum" sz="quarter" idx="12"/>
          </p:nvPr>
        </p:nvSpPr>
        <p:spPr/>
        <p:txBody>
          <a:bodyPr/>
          <a:lstStyle/>
          <a:p>
            <a:fld id="{38826FC0-333C-E549-9FA3-0EE43DF298A3}" type="slidenum">
              <a:rPr lang="en-US" smtClean="0"/>
              <a:pPr/>
              <a:t>15</a:t>
            </a:fld>
            <a:endParaRPr lang="en-US" dirty="0"/>
          </a:p>
        </p:txBody>
      </p:sp>
      <p:grpSp>
        <p:nvGrpSpPr>
          <p:cNvPr id="16" name="Google Shape;128;p26">
            <a:extLst>
              <a:ext uri="{FF2B5EF4-FFF2-40B4-BE49-F238E27FC236}">
                <a16:creationId xmlns:a16="http://schemas.microsoft.com/office/drawing/2014/main" id="{758C2179-90BF-F25C-7D2A-3166B076FAC3}"/>
              </a:ext>
            </a:extLst>
          </p:cNvPr>
          <p:cNvGrpSpPr/>
          <p:nvPr/>
        </p:nvGrpSpPr>
        <p:grpSpPr>
          <a:xfrm>
            <a:off x="6909443" y="938810"/>
            <a:ext cx="4175615" cy="4980379"/>
            <a:chOff x="2404275" y="663825"/>
            <a:chExt cx="906206" cy="985063"/>
          </a:xfrm>
        </p:grpSpPr>
        <p:cxnSp>
          <p:nvCxnSpPr>
            <p:cNvPr id="17" name="Google Shape;129;p26">
              <a:extLst>
                <a:ext uri="{FF2B5EF4-FFF2-40B4-BE49-F238E27FC236}">
                  <a16:creationId xmlns:a16="http://schemas.microsoft.com/office/drawing/2014/main" id="{5C2CC891-628F-230D-B671-1DC7499D54C7}"/>
                </a:ext>
              </a:extLst>
            </p:cNvPr>
            <p:cNvCxnSpPr>
              <a:stCxn id="21" idx="5"/>
              <a:endCxn id="24" idx="1"/>
            </p:cNvCxnSpPr>
            <p:nvPr/>
          </p:nvCxnSpPr>
          <p:spPr>
            <a:xfrm>
              <a:off x="2961111" y="914258"/>
              <a:ext cx="99000" cy="138300"/>
            </a:xfrm>
            <a:prstGeom prst="straightConnector1">
              <a:avLst/>
            </a:prstGeom>
            <a:noFill/>
            <a:ln w="19050" cap="flat" cmpd="sng">
              <a:solidFill>
                <a:srgbClr val="B07CC6"/>
              </a:solidFill>
              <a:prstDash val="solid"/>
              <a:round/>
              <a:headEnd type="none" w="med" len="med"/>
              <a:tailEnd type="none" w="med" len="med"/>
            </a:ln>
            <a:effectLst>
              <a:outerShdw blurRad="785813" dist="266700" dir="8340000" algn="bl" rotWithShape="0">
                <a:srgbClr val="B4A7D6">
                  <a:alpha val="95000"/>
                </a:srgbClr>
              </a:outerShdw>
            </a:effectLst>
          </p:spPr>
        </p:cxnSp>
        <p:cxnSp>
          <p:nvCxnSpPr>
            <p:cNvPr id="18" name="Google Shape;132;p26">
              <a:extLst>
                <a:ext uri="{FF2B5EF4-FFF2-40B4-BE49-F238E27FC236}">
                  <a16:creationId xmlns:a16="http://schemas.microsoft.com/office/drawing/2014/main" id="{A144A37D-0A56-62B0-548D-2A174EF852A0}"/>
                </a:ext>
              </a:extLst>
            </p:cNvPr>
            <p:cNvCxnSpPr>
              <a:stCxn id="24" idx="3"/>
              <a:endCxn id="23" idx="7"/>
            </p:cNvCxnSpPr>
            <p:nvPr/>
          </p:nvCxnSpPr>
          <p:spPr>
            <a:xfrm flipH="1">
              <a:off x="2961048" y="1260089"/>
              <a:ext cx="99000" cy="138300"/>
            </a:xfrm>
            <a:prstGeom prst="straightConnector1">
              <a:avLst/>
            </a:prstGeom>
            <a:noFill/>
            <a:ln w="19050" cap="flat" cmpd="sng">
              <a:solidFill>
                <a:srgbClr val="B07CC6"/>
              </a:solidFill>
              <a:prstDash val="solid"/>
              <a:round/>
              <a:headEnd type="none" w="med" len="med"/>
              <a:tailEnd type="none" w="med" len="med"/>
            </a:ln>
            <a:effectLst>
              <a:outerShdw blurRad="785813" dist="266700" dir="8340000" algn="bl" rotWithShape="0">
                <a:srgbClr val="B4A7D6">
                  <a:alpha val="95000"/>
                </a:srgbClr>
              </a:outerShdw>
            </a:effectLst>
          </p:spPr>
        </p:cxnSp>
        <p:cxnSp>
          <p:nvCxnSpPr>
            <p:cNvPr id="19" name="Google Shape;134;p26">
              <a:extLst>
                <a:ext uri="{FF2B5EF4-FFF2-40B4-BE49-F238E27FC236}">
                  <a16:creationId xmlns:a16="http://schemas.microsoft.com/office/drawing/2014/main" id="{4A58CDAD-10CE-EAFB-17B8-A1C85634E74F}"/>
                </a:ext>
              </a:extLst>
            </p:cNvPr>
            <p:cNvCxnSpPr>
              <a:stCxn id="23" idx="1"/>
              <a:endCxn id="22" idx="5"/>
            </p:cNvCxnSpPr>
            <p:nvPr/>
          </p:nvCxnSpPr>
          <p:spPr>
            <a:xfrm rot="10800000">
              <a:off x="2654645" y="1260155"/>
              <a:ext cx="99000" cy="138300"/>
            </a:xfrm>
            <a:prstGeom prst="straightConnector1">
              <a:avLst/>
            </a:prstGeom>
            <a:noFill/>
            <a:ln w="19050" cap="flat" cmpd="sng">
              <a:solidFill>
                <a:srgbClr val="B07CC6"/>
              </a:solidFill>
              <a:prstDash val="solid"/>
              <a:round/>
              <a:headEnd type="none" w="med" len="med"/>
              <a:tailEnd type="none" w="med" len="med"/>
            </a:ln>
            <a:effectLst>
              <a:outerShdw blurRad="785813" dist="266700" dir="8340000" algn="bl" rotWithShape="0">
                <a:srgbClr val="B4A7D6">
                  <a:alpha val="95000"/>
                </a:srgbClr>
              </a:outerShdw>
            </a:effectLst>
          </p:spPr>
        </p:cxnSp>
        <p:cxnSp>
          <p:nvCxnSpPr>
            <p:cNvPr id="20" name="Google Shape;136;p26">
              <a:extLst>
                <a:ext uri="{FF2B5EF4-FFF2-40B4-BE49-F238E27FC236}">
                  <a16:creationId xmlns:a16="http://schemas.microsoft.com/office/drawing/2014/main" id="{7EBD9F65-5208-ABE0-0652-EBB4D4C8082B}"/>
                </a:ext>
              </a:extLst>
            </p:cNvPr>
            <p:cNvCxnSpPr>
              <a:stCxn id="22" idx="7"/>
              <a:endCxn id="21" idx="3"/>
            </p:cNvCxnSpPr>
            <p:nvPr/>
          </p:nvCxnSpPr>
          <p:spPr>
            <a:xfrm rot="10800000" flipH="1">
              <a:off x="2654708" y="914324"/>
              <a:ext cx="99000" cy="138300"/>
            </a:xfrm>
            <a:prstGeom prst="straightConnector1">
              <a:avLst/>
            </a:prstGeom>
            <a:noFill/>
            <a:ln w="19050" cap="flat" cmpd="sng">
              <a:solidFill>
                <a:srgbClr val="B07CC6"/>
              </a:solidFill>
              <a:prstDash val="solid"/>
              <a:round/>
              <a:headEnd type="none" w="med" len="med"/>
              <a:tailEnd type="none" w="med" len="med"/>
            </a:ln>
            <a:effectLst>
              <a:outerShdw blurRad="785813" dist="266700" dir="8340000" algn="bl" rotWithShape="0">
                <a:srgbClr val="B4A7D6">
                  <a:alpha val="95000"/>
                </a:srgbClr>
              </a:outerShdw>
            </a:effectLst>
          </p:spPr>
        </p:cxnSp>
        <p:sp>
          <p:nvSpPr>
            <p:cNvPr id="21" name="Google Shape;130;p26">
              <a:extLst>
                <a:ext uri="{FF2B5EF4-FFF2-40B4-BE49-F238E27FC236}">
                  <a16:creationId xmlns:a16="http://schemas.microsoft.com/office/drawing/2014/main" id="{6D7F6872-A7E1-4125-EDEA-EC959693B589}"/>
                </a:ext>
              </a:extLst>
            </p:cNvPr>
            <p:cNvSpPr/>
            <p:nvPr/>
          </p:nvSpPr>
          <p:spPr>
            <a:xfrm>
              <a:off x="2710678" y="663825"/>
              <a:ext cx="293400" cy="293400"/>
            </a:xfrm>
            <a:prstGeom prst="ellipse">
              <a:avLst/>
            </a:prstGeom>
            <a:solidFill>
              <a:schemeClr val="dk1"/>
            </a:solidFill>
            <a:ln w="38100" cap="flat" cmpd="sng">
              <a:solidFill>
                <a:srgbClr val="A64D79"/>
              </a:solidFill>
              <a:prstDash val="solid"/>
              <a:round/>
              <a:headEnd type="none" w="sm" len="sm"/>
              <a:tailEnd type="none" w="sm" len="sm"/>
            </a:ln>
            <a:effectLst>
              <a:outerShdw blurRad="785813" dist="266700" dir="8340000" algn="bl" rotWithShape="0">
                <a:srgbClr val="B4A7D6">
                  <a:alpha val="95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bg1"/>
                </a:solidFill>
                <a:latin typeface="Tw Cen MT" panose="020B0602020104020603" pitchFamily="34" charset="0"/>
                <a:ea typeface="Inter"/>
                <a:cs typeface="Inter"/>
                <a:sym typeface="Inter"/>
              </a:endParaRPr>
            </a:p>
          </p:txBody>
        </p:sp>
        <p:sp>
          <p:nvSpPr>
            <p:cNvPr id="22" name="Google Shape;135;p26">
              <a:extLst>
                <a:ext uri="{FF2B5EF4-FFF2-40B4-BE49-F238E27FC236}">
                  <a16:creationId xmlns:a16="http://schemas.microsoft.com/office/drawing/2014/main" id="{AC0E6B3B-8CC0-F1D9-407C-653C15DFAED5}"/>
                </a:ext>
              </a:extLst>
            </p:cNvPr>
            <p:cNvSpPr/>
            <p:nvPr/>
          </p:nvSpPr>
          <p:spPr>
            <a:xfrm>
              <a:off x="2404275" y="1009656"/>
              <a:ext cx="293400" cy="293400"/>
            </a:xfrm>
            <a:prstGeom prst="ellipse">
              <a:avLst/>
            </a:prstGeom>
            <a:solidFill>
              <a:schemeClr val="dk1"/>
            </a:solidFill>
            <a:ln w="38100" cap="flat" cmpd="sng">
              <a:solidFill>
                <a:srgbClr val="A64D79"/>
              </a:solidFill>
              <a:prstDash val="solid"/>
              <a:round/>
              <a:headEnd type="none" w="sm" len="sm"/>
              <a:tailEnd type="none" w="sm" len="sm"/>
            </a:ln>
            <a:effectLst>
              <a:outerShdw blurRad="785813" dist="266700" dir="8340000" algn="bl" rotWithShape="0">
                <a:srgbClr val="B4A7D6">
                  <a:alpha val="95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bg1"/>
                </a:solidFill>
                <a:latin typeface="Tw Cen MT" panose="020B0602020104020603" pitchFamily="34" charset="0"/>
                <a:ea typeface="Inter"/>
                <a:cs typeface="Inter"/>
                <a:sym typeface="Inter"/>
              </a:endParaRPr>
            </a:p>
          </p:txBody>
        </p:sp>
        <p:sp>
          <p:nvSpPr>
            <p:cNvPr id="23" name="Google Shape;133;p26">
              <a:extLst>
                <a:ext uri="{FF2B5EF4-FFF2-40B4-BE49-F238E27FC236}">
                  <a16:creationId xmlns:a16="http://schemas.microsoft.com/office/drawing/2014/main" id="{F1E1C1A9-4779-9EB5-A0B6-5154615FBD0F}"/>
                </a:ext>
              </a:extLst>
            </p:cNvPr>
            <p:cNvSpPr/>
            <p:nvPr/>
          </p:nvSpPr>
          <p:spPr>
            <a:xfrm>
              <a:off x="2710678" y="1355488"/>
              <a:ext cx="293400" cy="293400"/>
            </a:xfrm>
            <a:prstGeom prst="ellipse">
              <a:avLst/>
            </a:prstGeom>
            <a:solidFill>
              <a:schemeClr val="dk1"/>
            </a:solidFill>
            <a:ln w="38100" cap="flat" cmpd="sng">
              <a:solidFill>
                <a:srgbClr val="C27BA0"/>
              </a:solidFill>
              <a:prstDash val="solid"/>
              <a:round/>
              <a:headEnd type="none" w="sm" len="sm"/>
              <a:tailEnd type="none" w="sm" len="sm"/>
            </a:ln>
            <a:effectLst>
              <a:outerShdw blurRad="785813" dist="266700" dir="8340000" algn="bl" rotWithShape="0">
                <a:srgbClr val="B4A7D6">
                  <a:alpha val="95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bg1"/>
                </a:solidFill>
                <a:latin typeface="Tw Cen MT" panose="020B0602020104020603" pitchFamily="34" charset="0"/>
                <a:ea typeface="Inter"/>
                <a:cs typeface="Inter"/>
                <a:sym typeface="Inter"/>
              </a:endParaRPr>
            </a:p>
          </p:txBody>
        </p:sp>
        <p:sp>
          <p:nvSpPr>
            <p:cNvPr id="24" name="Google Shape;131;p26">
              <a:extLst>
                <a:ext uri="{FF2B5EF4-FFF2-40B4-BE49-F238E27FC236}">
                  <a16:creationId xmlns:a16="http://schemas.microsoft.com/office/drawing/2014/main" id="{C74D7D9F-3BE2-3FDA-BD29-1B93E216462F}"/>
                </a:ext>
              </a:extLst>
            </p:cNvPr>
            <p:cNvSpPr/>
            <p:nvPr/>
          </p:nvSpPr>
          <p:spPr>
            <a:xfrm>
              <a:off x="3017081" y="1009656"/>
              <a:ext cx="293400" cy="293400"/>
            </a:xfrm>
            <a:prstGeom prst="ellipse">
              <a:avLst/>
            </a:prstGeom>
            <a:solidFill>
              <a:schemeClr val="dk1"/>
            </a:solidFill>
            <a:ln w="38100" cap="flat" cmpd="sng">
              <a:solidFill>
                <a:srgbClr val="C27BA0"/>
              </a:solidFill>
              <a:prstDash val="solid"/>
              <a:round/>
              <a:headEnd type="none" w="sm" len="sm"/>
              <a:tailEnd type="none" w="sm" len="sm"/>
            </a:ln>
            <a:effectLst>
              <a:outerShdw blurRad="785813" dist="266700" dir="8340000" algn="bl" rotWithShape="0">
                <a:srgbClr val="B4A7D6">
                  <a:alpha val="95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bg1"/>
                </a:solidFill>
                <a:latin typeface="Tw Cen MT" panose="020B0602020104020603" pitchFamily="34" charset="0"/>
                <a:ea typeface="Inter"/>
                <a:cs typeface="Inter"/>
                <a:sym typeface="Inter"/>
              </a:endParaRPr>
            </a:p>
          </p:txBody>
        </p:sp>
      </p:grpSp>
      <p:sp>
        <p:nvSpPr>
          <p:cNvPr id="25" name="Google Shape;137;p26">
            <a:extLst>
              <a:ext uri="{FF2B5EF4-FFF2-40B4-BE49-F238E27FC236}">
                <a16:creationId xmlns:a16="http://schemas.microsoft.com/office/drawing/2014/main" id="{E6639BB9-FF42-95D7-080A-D3A335C18256}"/>
              </a:ext>
            </a:extLst>
          </p:cNvPr>
          <p:cNvSpPr txBox="1"/>
          <p:nvPr/>
        </p:nvSpPr>
        <p:spPr>
          <a:xfrm>
            <a:off x="8399218" y="1036657"/>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1</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Unit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6" name="Google Shape;138;p26">
            <a:extLst>
              <a:ext uri="{FF2B5EF4-FFF2-40B4-BE49-F238E27FC236}">
                <a16:creationId xmlns:a16="http://schemas.microsoft.com/office/drawing/2014/main" id="{B155D8DB-F8BE-416A-2F54-0D3AD59B8262}"/>
              </a:ext>
            </a:extLst>
          </p:cNvPr>
          <p:cNvSpPr txBox="1"/>
          <p:nvPr/>
        </p:nvSpPr>
        <p:spPr>
          <a:xfrm>
            <a:off x="9802692" y="2917133"/>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2</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Integration</a:t>
            </a:r>
            <a:endParaRPr sz="1800"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7" name="Google Shape;139;p26">
            <a:extLst>
              <a:ext uri="{FF2B5EF4-FFF2-40B4-BE49-F238E27FC236}">
                <a16:creationId xmlns:a16="http://schemas.microsoft.com/office/drawing/2014/main" id="{9A6F47D2-43A5-D1B8-58B9-C4108D8D6563}"/>
              </a:ext>
            </a:extLst>
          </p:cNvPr>
          <p:cNvSpPr txBox="1"/>
          <p:nvPr/>
        </p:nvSpPr>
        <p:spPr>
          <a:xfrm>
            <a:off x="8388855" y="4666633"/>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3</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System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8" name="Google Shape;140;p26">
            <a:extLst>
              <a:ext uri="{FF2B5EF4-FFF2-40B4-BE49-F238E27FC236}">
                <a16:creationId xmlns:a16="http://schemas.microsoft.com/office/drawing/2014/main" id="{0F9A7C70-62D9-DB83-7DEC-40D175BA02C2}"/>
              </a:ext>
            </a:extLst>
          </p:cNvPr>
          <p:cNvSpPr txBox="1"/>
          <p:nvPr/>
        </p:nvSpPr>
        <p:spPr>
          <a:xfrm>
            <a:off x="6844717" y="2926933"/>
            <a:ext cx="14790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4</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Acceptance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9" name="TextBox 28">
            <a:extLst>
              <a:ext uri="{FF2B5EF4-FFF2-40B4-BE49-F238E27FC236}">
                <a16:creationId xmlns:a16="http://schemas.microsoft.com/office/drawing/2014/main" id="{63DB34A6-80D9-3DA2-F6F0-DA8531C7927D}"/>
              </a:ext>
            </a:extLst>
          </p:cNvPr>
          <p:cNvSpPr txBox="1"/>
          <p:nvPr/>
        </p:nvSpPr>
        <p:spPr>
          <a:xfrm>
            <a:off x="457200" y="1036657"/>
            <a:ext cx="6072638" cy="5555560"/>
          </a:xfrm>
          <a:prstGeom prst="rect">
            <a:avLst/>
          </a:prstGeom>
          <a:solidFill>
            <a:srgbClr val="F6F6F5"/>
          </a:solidFill>
        </p:spPr>
        <p:txBody>
          <a:bodyPr wrap="square" lIns="0" tIns="0" rIns="0" bIns="0" rtlCol="0">
            <a:spAutoFit/>
          </a:bodyPr>
          <a:lstStyle/>
          <a:p>
            <a:pPr marL="0" lvl="0" indent="0" algn="l" rtl="0">
              <a:lnSpc>
                <a:spcPct val="150000"/>
              </a:lnSpc>
              <a:spcBef>
                <a:spcPts val="1200"/>
              </a:spcBef>
              <a:spcAft>
                <a:spcPts val="0"/>
              </a:spcAft>
              <a:buNone/>
            </a:pPr>
            <a:r>
              <a:rPr lang="en-US" dirty="0">
                <a:solidFill>
                  <a:schemeClr val="tx1">
                    <a:lumMod val="75000"/>
                  </a:schemeClr>
                </a:solidFill>
                <a:latin typeface="Comic Sans MS" panose="030F0702030302020204" pitchFamily="66" charset="0"/>
              </a:rPr>
              <a:t>Testing occurs at different levels in the software development lifecycle:</a:t>
            </a:r>
          </a:p>
          <a:p>
            <a:pPr marL="0" lvl="0" indent="0" algn="l" rtl="0">
              <a:lnSpc>
                <a:spcPct val="150000"/>
              </a:lnSpc>
              <a:spcBef>
                <a:spcPts val="1200"/>
              </a:spcBef>
              <a:spcAft>
                <a:spcPts val="0"/>
              </a:spcAft>
              <a:buNone/>
            </a:pPr>
            <a:r>
              <a:rPr lang="en-US" b="1" dirty="0">
                <a:solidFill>
                  <a:schemeClr val="tx1">
                    <a:lumMod val="75000"/>
                  </a:schemeClr>
                </a:solidFill>
                <a:latin typeface="Comic Sans MS" panose="030F0702030302020204" pitchFamily="66" charset="0"/>
              </a:rPr>
              <a:t>Unit Testing: </a:t>
            </a:r>
            <a:r>
              <a:rPr lang="en-US" dirty="0">
                <a:solidFill>
                  <a:schemeClr val="tx1">
                    <a:lumMod val="75000"/>
                  </a:schemeClr>
                </a:solidFill>
                <a:latin typeface="Comic Sans MS" panose="030F0702030302020204" pitchFamily="66" charset="0"/>
              </a:rPr>
              <a:t>Individual components/modules (done by developers). Ensuring correct behavior at the smallest level</a:t>
            </a:r>
          </a:p>
          <a:p>
            <a:pPr marL="0" lvl="0" indent="0" algn="l" rtl="0">
              <a:lnSpc>
                <a:spcPct val="150000"/>
              </a:lnSpc>
              <a:spcBef>
                <a:spcPts val="1200"/>
              </a:spcBef>
              <a:spcAft>
                <a:spcPts val="0"/>
              </a:spcAft>
              <a:buNone/>
            </a:pPr>
            <a:r>
              <a:rPr lang="en-US" b="1" dirty="0">
                <a:solidFill>
                  <a:schemeClr val="tx1">
                    <a:lumMod val="75000"/>
                  </a:schemeClr>
                </a:solidFill>
                <a:latin typeface="Comic Sans MS" panose="030F0702030302020204" pitchFamily="66" charset="0"/>
              </a:rPr>
              <a:t>Integration Testing: </a:t>
            </a:r>
            <a:r>
              <a:rPr lang="en-US" dirty="0">
                <a:solidFill>
                  <a:schemeClr val="tx1">
                    <a:lumMod val="75000"/>
                  </a:schemeClr>
                </a:solidFill>
                <a:latin typeface="Comic Sans MS" panose="030F0702030302020204" pitchFamily="66" charset="0"/>
              </a:rPr>
              <a:t>Combination of modules working together. ensures that data flows correctly between modules and that they communicate seamlessly.</a:t>
            </a:r>
          </a:p>
          <a:p>
            <a:pPr marL="0" lvl="0" indent="0" algn="l" rtl="0">
              <a:lnSpc>
                <a:spcPct val="150000"/>
              </a:lnSpc>
              <a:spcBef>
                <a:spcPts val="1200"/>
              </a:spcBef>
              <a:spcAft>
                <a:spcPts val="0"/>
              </a:spcAft>
              <a:buNone/>
            </a:pPr>
            <a:r>
              <a:rPr lang="en-US" b="1" dirty="0">
                <a:solidFill>
                  <a:schemeClr val="tx1">
                    <a:lumMod val="75000"/>
                  </a:schemeClr>
                </a:solidFill>
                <a:latin typeface="Comic Sans MS" panose="030F0702030302020204" pitchFamily="66" charset="0"/>
              </a:rPr>
              <a:t>System Testing: </a:t>
            </a:r>
            <a:r>
              <a:rPr lang="en-US" dirty="0">
                <a:solidFill>
                  <a:schemeClr val="tx1">
                    <a:lumMod val="75000"/>
                  </a:schemeClr>
                </a:solidFill>
                <a:latin typeface="Comic Sans MS" panose="030F0702030302020204" pitchFamily="66" charset="0"/>
              </a:rPr>
              <a:t>The complete system as a whole.</a:t>
            </a:r>
          </a:p>
          <a:p>
            <a:pPr marL="0" lvl="0" indent="0" algn="l" rtl="0">
              <a:lnSpc>
                <a:spcPct val="150000"/>
              </a:lnSpc>
              <a:spcBef>
                <a:spcPts val="1200"/>
              </a:spcBef>
              <a:spcAft>
                <a:spcPts val="0"/>
              </a:spcAft>
              <a:buNone/>
            </a:pPr>
            <a:r>
              <a:rPr lang="en-US" b="1" dirty="0">
                <a:solidFill>
                  <a:schemeClr val="tx1">
                    <a:lumMod val="75000"/>
                  </a:schemeClr>
                </a:solidFill>
                <a:latin typeface="Comic Sans MS" panose="030F0702030302020204" pitchFamily="66" charset="0"/>
              </a:rPr>
              <a:t>Acceptance Testing: </a:t>
            </a:r>
            <a:r>
              <a:rPr lang="en-US" dirty="0">
                <a:solidFill>
                  <a:schemeClr val="tx1">
                    <a:lumMod val="75000"/>
                  </a:schemeClr>
                </a:solidFill>
                <a:latin typeface="Comic Sans MS" panose="030F0702030302020204" pitchFamily="66" charset="0"/>
              </a:rPr>
              <a:t>Ensures the software meets business needs. Getting final approval from the customer.</a:t>
            </a:r>
          </a:p>
        </p:txBody>
      </p:sp>
    </p:spTree>
    <p:extLst>
      <p:ext uri="{BB962C8B-B14F-4D97-AF65-F5344CB8AC3E}">
        <p14:creationId xmlns:p14="http://schemas.microsoft.com/office/powerpoint/2010/main" val="610040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523B1-6680-4F33-6EC3-42CBF626DC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C8D7F5-65E1-7CDD-4B0A-AEC47ED9EEB8}"/>
              </a:ext>
            </a:extLst>
          </p:cNvPr>
          <p:cNvSpPr>
            <a:spLocks noGrp="1"/>
          </p:cNvSpPr>
          <p:nvPr>
            <p:ph type="title"/>
          </p:nvPr>
        </p:nvSpPr>
        <p:spPr>
          <a:xfrm>
            <a:off x="457200" y="436880"/>
            <a:ext cx="11277600" cy="415498"/>
          </a:xfrm>
        </p:spPr>
        <p:txBody>
          <a:bodyPr/>
          <a:lstStyle/>
          <a:p>
            <a:r>
              <a:rPr lang="en-US" sz="3000" dirty="0"/>
              <a:t>Levels of Testing – System Testing</a:t>
            </a:r>
            <a:endParaRPr lang="en-IN" sz="3000" dirty="0"/>
          </a:p>
        </p:txBody>
      </p:sp>
      <p:sp>
        <p:nvSpPr>
          <p:cNvPr id="4" name="Footer Placeholder 3">
            <a:extLst>
              <a:ext uri="{FF2B5EF4-FFF2-40B4-BE49-F238E27FC236}">
                <a16:creationId xmlns:a16="http://schemas.microsoft.com/office/drawing/2014/main" id="{6F4129D1-D561-87D9-CDB7-9F2E520FB582}"/>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24522A60-1103-305A-3CD0-D0AD82C27877}"/>
              </a:ext>
            </a:extLst>
          </p:cNvPr>
          <p:cNvSpPr>
            <a:spLocks noGrp="1"/>
          </p:cNvSpPr>
          <p:nvPr>
            <p:ph type="sldNum" sz="quarter" idx="12"/>
          </p:nvPr>
        </p:nvSpPr>
        <p:spPr/>
        <p:txBody>
          <a:bodyPr/>
          <a:lstStyle/>
          <a:p>
            <a:fld id="{38826FC0-333C-E549-9FA3-0EE43DF298A3}" type="slidenum">
              <a:rPr lang="en-US" smtClean="0"/>
              <a:pPr/>
              <a:t>16</a:t>
            </a:fld>
            <a:endParaRPr lang="en-US" dirty="0"/>
          </a:p>
        </p:txBody>
      </p:sp>
      <p:sp>
        <p:nvSpPr>
          <p:cNvPr id="25" name="Google Shape;137;p26">
            <a:extLst>
              <a:ext uri="{FF2B5EF4-FFF2-40B4-BE49-F238E27FC236}">
                <a16:creationId xmlns:a16="http://schemas.microsoft.com/office/drawing/2014/main" id="{16F08123-A26B-F141-8276-8FA67CDCF8E8}"/>
              </a:ext>
            </a:extLst>
          </p:cNvPr>
          <p:cNvSpPr txBox="1"/>
          <p:nvPr/>
        </p:nvSpPr>
        <p:spPr>
          <a:xfrm>
            <a:off x="8399218" y="1036657"/>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1</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Unit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6" name="Google Shape;138;p26">
            <a:extLst>
              <a:ext uri="{FF2B5EF4-FFF2-40B4-BE49-F238E27FC236}">
                <a16:creationId xmlns:a16="http://schemas.microsoft.com/office/drawing/2014/main" id="{A490ED76-3C06-0865-848E-A95371CBC2B9}"/>
              </a:ext>
            </a:extLst>
          </p:cNvPr>
          <p:cNvSpPr txBox="1"/>
          <p:nvPr/>
        </p:nvSpPr>
        <p:spPr>
          <a:xfrm>
            <a:off x="9802692" y="2917133"/>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2</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Integration</a:t>
            </a:r>
            <a:endParaRPr sz="1800"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7" name="Google Shape;139;p26">
            <a:extLst>
              <a:ext uri="{FF2B5EF4-FFF2-40B4-BE49-F238E27FC236}">
                <a16:creationId xmlns:a16="http://schemas.microsoft.com/office/drawing/2014/main" id="{8E022C9A-1F1B-4EB4-593C-E90A3FE81881}"/>
              </a:ext>
            </a:extLst>
          </p:cNvPr>
          <p:cNvSpPr txBox="1"/>
          <p:nvPr/>
        </p:nvSpPr>
        <p:spPr>
          <a:xfrm>
            <a:off x="8388855" y="4666633"/>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3</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System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8" name="Google Shape;140;p26">
            <a:extLst>
              <a:ext uri="{FF2B5EF4-FFF2-40B4-BE49-F238E27FC236}">
                <a16:creationId xmlns:a16="http://schemas.microsoft.com/office/drawing/2014/main" id="{D22B9082-A70F-65A4-B196-31889FEF348B}"/>
              </a:ext>
            </a:extLst>
          </p:cNvPr>
          <p:cNvSpPr txBox="1"/>
          <p:nvPr/>
        </p:nvSpPr>
        <p:spPr>
          <a:xfrm>
            <a:off x="6844717" y="2926933"/>
            <a:ext cx="14790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4</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Acceptance Testing</a:t>
            </a:r>
            <a:endParaRPr sz="1800" dirty="0">
              <a:solidFill>
                <a:schemeClr val="bg1"/>
              </a:solidFill>
              <a:latin typeface="Tw Cen MT" panose="020B0602020104020603" pitchFamily="34" charset="0"/>
              <a:ea typeface="Times New Roman"/>
              <a:cs typeface="Times New Roman"/>
              <a:sym typeface="Times New Roman"/>
            </a:endParaRPr>
          </a:p>
        </p:txBody>
      </p:sp>
      <p:graphicFrame>
        <p:nvGraphicFramePr>
          <p:cNvPr id="6" name="Text Placeholder 2">
            <a:extLst>
              <a:ext uri="{FF2B5EF4-FFF2-40B4-BE49-F238E27FC236}">
                <a16:creationId xmlns:a16="http://schemas.microsoft.com/office/drawing/2014/main" id="{E7C7DF46-6CEB-4FE5-0E90-D84642581797}"/>
              </a:ext>
            </a:extLst>
          </p:cNvPr>
          <p:cNvGraphicFramePr/>
          <p:nvPr>
            <p:extLst>
              <p:ext uri="{D42A27DB-BD31-4B8C-83A1-F6EECF244321}">
                <p14:modId xmlns:p14="http://schemas.microsoft.com/office/powerpoint/2010/main" val="349838752"/>
              </p:ext>
            </p:extLst>
          </p:nvPr>
        </p:nvGraphicFramePr>
        <p:xfrm>
          <a:off x="710746" y="1377467"/>
          <a:ext cx="10770507" cy="39950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929079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37582-3B44-C757-C4F6-07C438B6D1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4E7C3D-3400-0646-A5B9-C052E204B336}"/>
              </a:ext>
            </a:extLst>
          </p:cNvPr>
          <p:cNvSpPr>
            <a:spLocks noGrp="1"/>
          </p:cNvSpPr>
          <p:nvPr>
            <p:ph type="title"/>
          </p:nvPr>
        </p:nvSpPr>
        <p:spPr>
          <a:xfrm>
            <a:off x="457200" y="436880"/>
            <a:ext cx="11277600" cy="415498"/>
          </a:xfrm>
        </p:spPr>
        <p:txBody>
          <a:bodyPr/>
          <a:lstStyle/>
          <a:p>
            <a:r>
              <a:rPr lang="en-US" sz="3000" dirty="0"/>
              <a:t>GUI Testing</a:t>
            </a:r>
            <a:endParaRPr lang="en-IN" sz="3000" dirty="0"/>
          </a:p>
        </p:txBody>
      </p:sp>
      <p:sp>
        <p:nvSpPr>
          <p:cNvPr id="4" name="Footer Placeholder 3">
            <a:extLst>
              <a:ext uri="{FF2B5EF4-FFF2-40B4-BE49-F238E27FC236}">
                <a16:creationId xmlns:a16="http://schemas.microsoft.com/office/drawing/2014/main" id="{B9ADDEE5-12D1-B5B4-1208-2BB42786A0B7}"/>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7C19FDB2-FB36-5FE3-D324-E01A20A79218}"/>
              </a:ext>
            </a:extLst>
          </p:cNvPr>
          <p:cNvSpPr>
            <a:spLocks noGrp="1"/>
          </p:cNvSpPr>
          <p:nvPr>
            <p:ph type="sldNum" sz="quarter" idx="12"/>
          </p:nvPr>
        </p:nvSpPr>
        <p:spPr/>
        <p:txBody>
          <a:bodyPr/>
          <a:lstStyle/>
          <a:p>
            <a:fld id="{38826FC0-333C-E549-9FA3-0EE43DF298A3}" type="slidenum">
              <a:rPr lang="en-US" smtClean="0"/>
              <a:pPr/>
              <a:t>17</a:t>
            </a:fld>
            <a:endParaRPr lang="en-US" dirty="0"/>
          </a:p>
        </p:txBody>
      </p:sp>
      <p:sp>
        <p:nvSpPr>
          <p:cNvPr id="25" name="Google Shape;137;p26">
            <a:extLst>
              <a:ext uri="{FF2B5EF4-FFF2-40B4-BE49-F238E27FC236}">
                <a16:creationId xmlns:a16="http://schemas.microsoft.com/office/drawing/2014/main" id="{33C0C1B3-CD32-B4DA-DB2D-91F54391750E}"/>
              </a:ext>
            </a:extLst>
          </p:cNvPr>
          <p:cNvSpPr txBox="1"/>
          <p:nvPr/>
        </p:nvSpPr>
        <p:spPr>
          <a:xfrm>
            <a:off x="8399218" y="1036657"/>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1</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Unit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6" name="Google Shape;138;p26">
            <a:extLst>
              <a:ext uri="{FF2B5EF4-FFF2-40B4-BE49-F238E27FC236}">
                <a16:creationId xmlns:a16="http://schemas.microsoft.com/office/drawing/2014/main" id="{158D8281-62DC-1B6E-54AD-AF20816DAF54}"/>
              </a:ext>
            </a:extLst>
          </p:cNvPr>
          <p:cNvSpPr txBox="1"/>
          <p:nvPr/>
        </p:nvSpPr>
        <p:spPr>
          <a:xfrm>
            <a:off x="9802692" y="2917133"/>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2</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Integration</a:t>
            </a:r>
            <a:endParaRPr sz="1800"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7" name="Google Shape;139;p26">
            <a:extLst>
              <a:ext uri="{FF2B5EF4-FFF2-40B4-BE49-F238E27FC236}">
                <a16:creationId xmlns:a16="http://schemas.microsoft.com/office/drawing/2014/main" id="{AA6AFAD5-2C4E-BDC8-F9BD-105F15F5A3E4}"/>
              </a:ext>
            </a:extLst>
          </p:cNvPr>
          <p:cNvSpPr txBox="1"/>
          <p:nvPr/>
        </p:nvSpPr>
        <p:spPr>
          <a:xfrm>
            <a:off x="8388855" y="4666633"/>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3</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System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8" name="Google Shape;140;p26">
            <a:extLst>
              <a:ext uri="{FF2B5EF4-FFF2-40B4-BE49-F238E27FC236}">
                <a16:creationId xmlns:a16="http://schemas.microsoft.com/office/drawing/2014/main" id="{4D3D2AF9-DC66-2E41-FA00-A625308C5110}"/>
              </a:ext>
            </a:extLst>
          </p:cNvPr>
          <p:cNvSpPr txBox="1"/>
          <p:nvPr/>
        </p:nvSpPr>
        <p:spPr>
          <a:xfrm>
            <a:off x="6844717" y="2926933"/>
            <a:ext cx="14790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4</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Acceptance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3" name="Text Placeholder 2">
            <a:extLst>
              <a:ext uri="{FF2B5EF4-FFF2-40B4-BE49-F238E27FC236}">
                <a16:creationId xmlns:a16="http://schemas.microsoft.com/office/drawing/2014/main" id="{388AF67B-1351-0475-68A2-97973BC2CA10}"/>
              </a:ext>
            </a:extLst>
          </p:cNvPr>
          <p:cNvSpPr txBox="1">
            <a:spLocks/>
          </p:cNvSpPr>
          <p:nvPr/>
        </p:nvSpPr>
        <p:spPr>
          <a:xfrm>
            <a:off x="724810" y="1545773"/>
            <a:ext cx="10726963" cy="2802708"/>
          </a:xfrm>
          <a:prstGeom prst="rect">
            <a:avLst/>
          </a:prstGeom>
        </p:spPr>
        <p:txBody>
          <a:bodyPr vert="horz" lIns="0" tIns="0" rIns="0" bIns="0" rtlCol="0">
            <a:norm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a:lnSpc>
                <a:spcPct val="150000"/>
              </a:lnSpc>
            </a:pPr>
            <a:r>
              <a:rPr lang="en-US" sz="2000" dirty="0">
                <a:latin typeface="Comic Sans MS" panose="030F0702030302020204" pitchFamily="66" charset="0"/>
              </a:rPr>
              <a:t>GUI testing, or Graphical User Interface testing, is a type of software testing that focuses on validating the visual elements and user interactions of an application's interface. </a:t>
            </a:r>
          </a:p>
          <a:p>
            <a:pPr>
              <a:lnSpc>
                <a:spcPct val="150000"/>
              </a:lnSpc>
            </a:pPr>
            <a:r>
              <a:rPr lang="en-US" sz="2000" dirty="0">
                <a:latin typeface="Comic Sans MS" panose="030F0702030302020204" pitchFamily="66" charset="0"/>
              </a:rPr>
              <a:t>It ensures that all on-screen elements, such as buttons, menus, icons, text fields, and dialogs, function correctly and appear as expected across various devices and screen resolutions. </a:t>
            </a:r>
            <a:endParaRPr lang="en-IN" sz="2000" dirty="0">
              <a:latin typeface="Comic Sans MS" panose="030F0702030302020204" pitchFamily="66" charset="0"/>
            </a:endParaRPr>
          </a:p>
        </p:txBody>
      </p:sp>
    </p:spTree>
    <p:extLst>
      <p:ext uri="{BB962C8B-B14F-4D97-AF65-F5344CB8AC3E}">
        <p14:creationId xmlns:p14="http://schemas.microsoft.com/office/powerpoint/2010/main" val="27181466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F0DCF-8061-3B84-6474-16356BD6D5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1550FC-BF4C-1E6F-A2C3-CD3BC99D1CD8}"/>
              </a:ext>
            </a:extLst>
          </p:cNvPr>
          <p:cNvSpPr>
            <a:spLocks noGrp="1"/>
          </p:cNvSpPr>
          <p:nvPr>
            <p:ph type="title"/>
          </p:nvPr>
        </p:nvSpPr>
        <p:spPr>
          <a:xfrm>
            <a:off x="457200" y="436880"/>
            <a:ext cx="11277600" cy="415498"/>
          </a:xfrm>
        </p:spPr>
        <p:txBody>
          <a:bodyPr/>
          <a:lstStyle/>
          <a:p>
            <a:r>
              <a:rPr lang="en-US" sz="3000" dirty="0"/>
              <a:t>Usability Testing</a:t>
            </a:r>
            <a:endParaRPr lang="en-IN" sz="3000" dirty="0"/>
          </a:p>
        </p:txBody>
      </p:sp>
      <p:sp>
        <p:nvSpPr>
          <p:cNvPr id="4" name="Footer Placeholder 3">
            <a:extLst>
              <a:ext uri="{FF2B5EF4-FFF2-40B4-BE49-F238E27FC236}">
                <a16:creationId xmlns:a16="http://schemas.microsoft.com/office/drawing/2014/main" id="{51E1616D-4FB0-338C-FD87-41E3C8C663A7}"/>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E6C9F9B7-CE5A-2CA3-128D-D361F58E8F10}"/>
              </a:ext>
            </a:extLst>
          </p:cNvPr>
          <p:cNvSpPr>
            <a:spLocks noGrp="1"/>
          </p:cNvSpPr>
          <p:nvPr>
            <p:ph type="sldNum" sz="quarter" idx="12"/>
          </p:nvPr>
        </p:nvSpPr>
        <p:spPr/>
        <p:txBody>
          <a:bodyPr/>
          <a:lstStyle/>
          <a:p>
            <a:fld id="{38826FC0-333C-E549-9FA3-0EE43DF298A3}" type="slidenum">
              <a:rPr lang="en-US" smtClean="0"/>
              <a:pPr/>
              <a:t>18</a:t>
            </a:fld>
            <a:endParaRPr lang="en-US" dirty="0"/>
          </a:p>
        </p:txBody>
      </p:sp>
      <p:sp>
        <p:nvSpPr>
          <p:cNvPr id="25" name="Google Shape;137;p26">
            <a:extLst>
              <a:ext uri="{FF2B5EF4-FFF2-40B4-BE49-F238E27FC236}">
                <a16:creationId xmlns:a16="http://schemas.microsoft.com/office/drawing/2014/main" id="{07330CF1-5D60-30CC-3BBB-0CEBE399289C}"/>
              </a:ext>
            </a:extLst>
          </p:cNvPr>
          <p:cNvSpPr txBox="1"/>
          <p:nvPr/>
        </p:nvSpPr>
        <p:spPr>
          <a:xfrm>
            <a:off x="8399218" y="1036657"/>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1</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Unit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6" name="Google Shape;138;p26">
            <a:extLst>
              <a:ext uri="{FF2B5EF4-FFF2-40B4-BE49-F238E27FC236}">
                <a16:creationId xmlns:a16="http://schemas.microsoft.com/office/drawing/2014/main" id="{2C1510C4-D326-0BC5-BA8C-37C9020C9E65}"/>
              </a:ext>
            </a:extLst>
          </p:cNvPr>
          <p:cNvSpPr txBox="1"/>
          <p:nvPr/>
        </p:nvSpPr>
        <p:spPr>
          <a:xfrm>
            <a:off x="9802692" y="2917133"/>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2</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Integration</a:t>
            </a:r>
            <a:endParaRPr sz="1800"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7" name="Google Shape;139;p26">
            <a:extLst>
              <a:ext uri="{FF2B5EF4-FFF2-40B4-BE49-F238E27FC236}">
                <a16:creationId xmlns:a16="http://schemas.microsoft.com/office/drawing/2014/main" id="{F5BFEA1D-CF7B-9677-1199-A01EAF7BE892}"/>
              </a:ext>
            </a:extLst>
          </p:cNvPr>
          <p:cNvSpPr txBox="1"/>
          <p:nvPr/>
        </p:nvSpPr>
        <p:spPr>
          <a:xfrm>
            <a:off x="8388855" y="4666633"/>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3</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System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8" name="Google Shape;140;p26">
            <a:extLst>
              <a:ext uri="{FF2B5EF4-FFF2-40B4-BE49-F238E27FC236}">
                <a16:creationId xmlns:a16="http://schemas.microsoft.com/office/drawing/2014/main" id="{71533F05-2825-A2CA-9917-680FD27CF782}"/>
              </a:ext>
            </a:extLst>
          </p:cNvPr>
          <p:cNvSpPr txBox="1"/>
          <p:nvPr/>
        </p:nvSpPr>
        <p:spPr>
          <a:xfrm>
            <a:off x="6844717" y="2926933"/>
            <a:ext cx="14790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4</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Acceptance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3" name="Text Placeholder 2">
            <a:extLst>
              <a:ext uri="{FF2B5EF4-FFF2-40B4-BE49-F238E27FC236}">
                <a16:creationId xmlns:a16="http://schemas.microsoft.com/office/drawing/2014/main" id="{03FDE0F4-C9C8-A93E-CD08-898158962060}"/>
              </a:ext>
            </a:extLst>
          </p:cNvPr>
          <p:cNvSpPr txBox="1">
            <a:spLocks/>
          </p:cNvSpPr>
          <p:nvPr/>
        </p:nvSpPr>
        <p:spPr>
          <a:xfrm>
            <a:off x="724810" y="1545773"/>
            <a:ext cx="10726963" cy="2802708"/>
          </a:xfrm>
          <a:prstGeom prst="rect">
            <a:avLst/>
          </a:prstGeom>
        </p:spPr>
        <p:txBody>
          <a:bodyPr vert="horz" lIns="0" tIns="0" rIns="0" bIns="0" rtlCol="0">
            <a:norm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a:lnSpc>
                <a:spcPct val="150000"/>
              </a:lnSpc>
            </a:pPr>
            <a:r>
              <a:rPr lang="en-US" sz="2000" dirty="0">
                <a:latin typeface="Comic Sans MS" panose="030F0702030302020204" pitchFamily="66" charset="0"/>
              </a:rPr>
              <a:t>Usability testing is a method used to evaluate how easy a product or system is to use by observing real users as they interact with it. </a:t>
            </a:r>
          </a:p>
          <a:p>
            <a:pPr>
              <a:lnSpc>
                <a:spcPct val="150000"/>
              </a:lnSpc>
            </a:pPr>
            <a:r>
              <a:rPr lang="en-US" sz="2000" dirty="0">
                <a:latin typeface="Comic Sans MS" panose="030F0702030302020204" pitchFamily="66" charset="0"/>
              </a:rPr>
              <a:t>It focuses on identifying pain points, areas of confusion, and aspects that hinder user satisfaction and efficiency, ultimately leading to improvements in the product's design and functionality. </a:t>
            </a:r>
          </a:p>
        </p:txBody>
      </p:sp>
    </p:spTree>
    <p:extLst>
      <p:ext uri="{BB962C8B-B14F-4D97-AF65-F5344CB8AC3E}">
        <p14:creationId xmlns:p14="http://schemas.microsoft.com/office/powerpoint/2010/main" val="22337672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07E45-659F-1A61-3424-41629241C3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8ACC9C-1230-010C-38B2-651DBA81D995}"/>
              </a:ext>
            </a:extLst>
          </p:cNvPr>
          <p:cNvSpPr>
            <a:spLocks noGrp="1"/>
          </p:cNvSpPr>
          <p:nvPr>
            <p:ph type="title"/>
          </p:nvPr>
        </p:nvSpPr>
        <p:spPr>
          <a:xfrm>
            <a:off x="457200" y="436880"/>
            <a:ext cx="11277600" cy="415498"/>
          </a:xfrm>
        </p:spPr>
        <p:txBody>
          <a:bodyPr/>
          <a:lstStyle/>
          <a:p>
            <a:r>
              <a:rPr lang="en-US" sz="3000" dirty="0"/>
              <a:t>Regression Testing</a:t>
            </a:r>
            <a:endParaRPr lang="en-IN" sz="3000" dirty="0"/>
          </a:p>
        </p:txBody>
      </p:sp>
      <p:sp>
        <p:nvSpPr>
          <p:cNvPr id="4" name="Footer Placeholder 3">
            <a:extLst>
              <a:ext uri="{FF2B5EF4-FFF2-40B4-BE49-F238E27FC236}">
                <a16:creationId xmlns:a16="http://schemas.microsoft.com/office/drawing/2014/main" id="{AD312938-7BB1-CA11-DD79-188BC862B699}"/>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9A31B8E9-9FF2-0AF1-5085-AF7506A45121}"/>
              </a:ext>
            </a:extLst>
          </p:cNvPr>
          <p:cNvSpPr>
            <a:spLocks noGrp="1"/>
          </p:cNvSpPr>
          <p:nvPr>
            <p:ph type="sldNum" sz="quarter" idx="12"/>
          </p:nvPr>
        </p:nvSpPr>
        <p:spPr/>
        <p:txBody>
          <a:bodyPr/>
          <a:lstStyle/>
          <a:p>
            <a:fld id="{38826FC0-333C-E549-9FA3-0EE43DF298A3}" type="slidenum">
              <a:rPr lang="en-US" smtClean="0"/>
              <a:pPr/>
              <a:t>19</a:t>
            </a:fld>
            <a:endParaRPr lang="en-US" dirty="0"/>
          </a:p>
        </p:txBody>
      </p:sp>
      <p:sp>
        <p:nvSpPr>
          <p:cNvPr id="25" name="Google Shape;137;p26">
            <a:extLst>
              <a:ext uri="{FF2B5EF4-FFF2-40B4-BE49-F238E27FC236}">
                <a16:creationId xmlns:a16="http://schemas.microsoft.com/office/drawing/2014/main" id="{41E2B0C5-8087-E6FA-C85C-A63F5183B351}"/>
              </a:ext>
            </a:extLst>
          </p:cNvPr>
          <p:cNvSpPr txBox="1"/>
          <p:nvPr/>
        </p:nvSpPr>
        <p:spPr>
          <a:xfrm>
            <a:off x="8399218" y="1036657"/>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1</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Unit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6" name="Google Shape;138;p26">
            <a:extLst>
              <a:ext uri="{FF2B5EF4-FFF2-40B4-BE49-F238E27FC236}">
                <a16:creationId xmlns:a16="http://schemas.microsoft.com/office/drawing/2014/main" id="{C083276F-DF7E-94F3-FBE6-F758BA397379}"/>
              </a:ext>
            </a:extLst>
          </p:cNvPr>
          <p:cNvSpPr txBox="1"/>
          <p:nvPr/>
        </p:nvSpPr>
        <p:spPr>
          <a:xfrm>
            <a:off x="9802692" y="2917133"/>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2</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Integration</a:t>
            </a:r>
            <a:endParaRPr sz="1800"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7" name="Google Shape;139;p26">
            <a:extLst>
              <a:ext uri="{FF2B5EF4-FFF2-40B4-BE49-F238E27FC236}">
                <a16:creationId xmlns:a16="http://schemas.microsoft.com/office/drawing/2014/main" id="{8859FC42-9A79-28CB-BAED-1C49AAFF3D8E}"/>
              </a:ext>
            </a:extLst>
          </p:cNvPr>
          <p:cNvSpPr txBox="1"/>
          <p:nvPr/>
        </p:nvSpPr>
        <p:spPr>
          <a:xfrm>
            <a:off x="8388855" y="4666633"/>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3</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System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8" name="Google Shape;140;p26">
            <a:extLst>
              <a:ext uri="{FF2B5EF4-FFF2-40B4-BE49-F238E27FC236}">
                <a16:creationId xmlns:a16="http://schemas.microsoft.com/office/drawing/2014/main" id="{549DD966-C7FC-E0C7-DB92-5ECD4093B8DF}"/>
              </a:ext>
            </a:extLst>
          </p:cNvPr>
          <p:cNvSpPr txBox="1"/>
          <p:nvPr/>
        </p:nvSpPr>
        <p:spPr>
          <a:xfrm>
            <a:off x="6844717" y="2926933"/>
            <a:ext cx="14790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4</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Acceptance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3" name="Text Placeholder 2">
            <a:extLst>
              <a:ext uri="{FF2B5EF4-FFF2-40B4-BE49-F238E27FC236}">
                <a16:creationId xmlns:a16="http://schemas.microsoft.com/office/drawing/2014/main" id="{3638D304-11C3-452A-DC50-5508F6701517}"/>
              </a:ext>
            </a:extLst>
          </p:cNvPr>
          <p:cNvSpPr txBox="1">
            <a:spLocks/>
          </p:cNvSpPr>
          <p:nvPr/>
        </p:nvSpPr>
        <p:spPr>
          <a:xfrm>
            <a:off x="724810" y="1545773"/>
            <a:ext cx="10726963" cy="2802708"/>
          </a:xfrm>
          <a:prstGeom prst="rect">
            <a:avLst/>
          </a:prstGeom>
          <a:solidFill>
            <a:srgbClr val="F6F6F5"/>
          </a:solidFill>
        </p:spPr>
        <p:txBody>
          <a:bodyPr vert="horz" lIns="0" tIns="0" rIns="0" bIns="0" rtlCol="0">
            <a:norm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a:lnSpc>
                <a:spcPct val="150000"/>
              </a:lnSpc>
            </a:pPr>
            <a:r>
              <a:rPr lang="en-US" sz="2000" dirty="0">
                <a:latin typeface="Comic Sans MS" panose="030F0702030302020204" pitchFamily="66" charset="0"/>
              </a:rPr>
              <a:t>Regression testing is a type of software testing that ensures previously developed and tested software still works correctly after changes, updates, or bug fixes. </a:t>
            </a:r>
          </a:p>
          <a:p>
            <a:pPr>
              <a:lnSpc>
                <a:spcPct val="150000"/>
              </a:lnSpc>
            </a:pPr>
            <a:r>
              <a:rPr lang="en-US" sz="2000" dirty="0">
                <a:latin typeface="Comic Sans MS" panose="030F0702030302020204" pitchFamily="66" charset="0"/>
              </a:rPr>
              <a:t>It involves re-running existing test cases to verify that new modifications haven't introduced any unintended issues or broken existing functionality. </a:t>
            </a:r>
          </a:p>
          <a:p>
            <a:pPr>
              <a:lnSpc>
                <a:spcPct val="150000"/>
              </a:lnSpc>
            </a:pPr>
            <a:r>
              <a:rPr lang="en-US" sz="2000" dirty="0">
                <a:latin typeface="Comic Sans MS" panose="030F0702030302020204" pitchFamily="66" charset="0"/>
              </a:rPr>
              <a:t>This helps maintain the overall quality and stability of the software. </a:t>
            </a:r>
          </a:p>
        </p:txBody>
      </p:sp>
    </p:spTree>
    <p:extLst>
      <p:ext uri="{BB962C8B-B14F-4D97-AF65-F5344CB8AC3E}">
        <p14:creationId xmlns:p14="http://schemas.microsoft.com/office/powerpoint/2010/main" val="2863501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33F25-C960-B953-F411-A5D0FBEC2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84BD04-07DD-1682-6388-480DC4FA412E}"/>
              </a:ext>
            </a:extLst>
          </p:cNvPr>
          <p:cNvSpPr>
            <a:spLocks noGrp="1"/>
          </p:cNvSpPr>
          <p:nvPr>
            <p:ph type="title"/>
          </p:nvPr>
        </p:nvSpPr>
        <p:spPr>
          <a:xfrm>
            <a:off x="457200" y="436880"/>
            <a:ext cx="11277600" cy="415498"/>
          </a:xfrm>
        </p:spPr>
        <p:txBody>
          <a:bodyPr/>
          <a:lstStyle/>
          <a:p>
            <a:r>
              <a:rPr lang="en-US" sz="3000" dirty="0"/>
              <a:t>Retesting</a:t>
            </a:r>
            <a:endParaRPr lang="en-IN" sz="3000" dirty="0"/>
          </a:p>
        </p:txBody>
      </p:sp>
      <p:sp>
        <p:nvSpPr>
          <p:cNvPr id="4" name="Footer Placeholder 3">
            <a:extLst>
              <a:ext uri="{FF2B5EF4-FFF2-40B4-BE49-F238E27FC236}">
                <a16:creationId xmlns:a16="http://schemas.microsoft.com/office/drawing/2014/main" id="{5EFF472F-B63B-3401-2DE2-0DCD7EA9E17C}"/>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D3E5AE75-1341-C8A9-B44C-FF6E166C1225}"/>
              </a:ext>
            </a:extLst>
          </p:cNvPr>
          <p:cNvSpPr>
            <a:spLocks noGrp="1"/>
          </p:cNvSpPr>
          <p:nvPr>
            <p:ph type="sldNum" sz="quarter" idx="12"/>
          </p:nvPr>
        </p:nvSpPr>
        <p:spPr/>
        <p:txBody>
          <a:bodyPr/>
          <a:lstStyle/>
          <a:p>
            <a:fld id="{38826FC0-333C-E549-9FA3-0EE43DF298A3}" type="slidenum">
              <a:rPr lang="en-US" smtClean="0"/>
              <a:pPr/>
              <a:t>20</a:t>
            </a:fld>
            <a:endParaRPr lang="en-US" dirty="0"/>
          </a:p>
        </p:txBody>
      </p:sp>
      <p:sp>
        <p:nvSpPr>
          <p:cNvPr id="25" name="Google Shape;137;p26">
            <a:extLst>
              <a:ext uri="{FF2B5EF4-FFF2-40B4-BE49-F238E27FC236}">
                <a16:creationId xmlns:a16="http://schemas.microsoft.com/office/drawing/2014/main" id="{1BE06643-3A33-1F66-FAF6-0B9959BAC85B}"/>
              </a:ext>
            </a:extLst>
          </p:cNvPr>
          <p:cNvSpPr txBox="1"/>
          <p:nvPr/>
        </p:nvSpPr>
        <p:spPr>
          <a:xfrm>
            <a:off x="8399218" y="1036657"/>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1</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Unit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6" name="Google Shape;138;p26">
            <a:extLst>
              <a:ext uri="{FF2B5EF4-FFF2-40B4-BE49-F238E27FC236}">
                <a16:creationId xmlns:a16="http://schemas.microsoft.com/office/drawing/2014/main" id="{18E3FD44-7109-2985-CF45-59DF54B6EF80}"/>
              </a:ext>
            </a:extLst>
          </p:cNvPr>
          <p:cNvSpPr txBox="1"/>
          <p:nvPr/>
        </p:nvSpPr>
        <p:spPr>
          <a:xfrm>
            <a:off x="9802692" y="2917133"/>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2</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Integration</a:t>
            </a:r>
            <a:endParaRPr sz="1800"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7" name="Google Shape;139;p26">
            <a:extLst>
              <a:ext uri="{FF2B5EF4-FFF2-40B4-BE49-F238E27FC236}">
                <a16:creationId xmlns:a16="http://schemas.microsoft.com/office/drawing/2014/main" id="{15ADF39F-FCF4-A62C-317C-C9347F29286D}"/>
              </a:ext>
            </a:extLst>
          </p:cNvPr>
          <p:cNvSpPr txBox="1"/>
          <p:nvPr/>
        </p:nvSpPr>
        <p:spPr>
          <a:xfrm>
            <a:off x="8388855" y="4666633"/>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3</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System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8" name="Google Shape;140;p26">
            <a:extLst>
              <a:ext uri="{FF2B5EF4-FFF2-40B4-BE49-F238E27FC236}">
                <a16:creationId xmlns:a16="http://schemas.microsoft.com/office/drawing/2014/main" id="{E0933394-898A-726F-4AA1-5127C76ACFBF}"/>
              </a:ext>
            </a:extLst>
          </p:cNvPr>
          <p:cNvSpPr txBox="1"/>
          <p:nvPr/>
        </p:nvSpPr>
        <p:spPr>
          <a:xfrm>
            <a:off x="6844717" y="2926933"/>
            <a:ext cx="14790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4</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Acceptance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3" name="Text Placeholder 2">
            <a:extLst>
              <a:ext uri="{FF2B5EF4-FFF2-40B4-BE49-F238E27FC236}">
                <a16:creationId xmlns:a16="http://schemas.microsoft.com/office/drawing/2014/main" id="{8743D7B4-C68E-3819-1B08-EA38CF4EEF05}"/>
              </a:ext>
            </a:extLst>
          </p:cNvPr>
          <p:cNvSpPr txBox="1">
            <a:spLocks/>
          </p:cNvSpPr>
          <p:nvPr/>
        </p:nvSpPr>
        <p:spPr>
          <a:xfrm>
            <a:off x="1188720" y="1545773"/>
            <a:ext cx="10263053" cy="2802708"/>
          </a:xfrm>
          <a:prstGeom prst="rect">
            <a:avLst/>
          </a:prstGeom>
          <a:solidFill>
            <a:srgbClr val="F6F6F5"/>
          </a:solidFill>
        </p:spPr>
        <p:txBody>
          <a:bodyPr vert="horz" lIns="0" tIns="0" rIns="0" bIns="0" rtlCol="0">
            <a:norm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a:lnSpc>
                <a:spcPct val="150000"/>
              </a:lnSpc>
            </a:pPr>
            <a:r>
              <a:rPr lang="en-US" sz="2000" dirty="0">
                <a:latin typeface="Comic Sans MS" panose="030F0702030302020204" pitchFamily="66" charset="0"/>
              </a:rPr>
              <a:t>Retesting is testing of a particular bug after it has been fixed.</a:t>
            </a:r>
          </a:p>
          <a:p>
            <a:pPr>
              <a:lnSpc>
                <a:spcPct val="150000"/>
              </a:lnSpc>
            </a:pPr>
            <a:r>
              <a:rPr lang="en-US" sz="2000" dirty="0">
                <a:latin typeface="Comic Sans MS" panose="030F0702030302020204" pitchFamily="66" charset="0"/>
              </a:rPr>
              <a:t>Usually tester raises the bug when they find it while testing the product or its component. This bug is assigned to a developer and he fixes it. </a:t>
            </a:r>
          </a:p>
          <a:p>
            <a:pPr>
              <a:lnSpc>
                <a:spcPct val="150000"/>
              </a:lnSpc>
            </a:pPr>
            <a:r>
              <a:rPr lang="en-US" sz="2000" dirty="0">
                <a:latin typeface="Comic Sans MS" panose="030F0702030302020204" pitchFamily="66" charset="0"/>
              </a:rPr>
              <a:t>Post fixing the bug is assigned to the tester for its verification. This testing is known as retesting.</a:t>
            </a:r>
          </a:p>
          <a:p>
            <a:pPr>
              <a:lnSpc>
                <a:spcPct val="150000"/>
              </a:lnSpc>
            </a:pPr>
            <a:endParaRPr lang="en-US" sz="2000" dirty="0">
              <a:latin typeface="Comic Sans MS" panose="030F0702030302020204" pitchFamily="66" charset="0"/>
            </a:endParaRPr>
          </a:p>
        </p:txBody>
      </p:sp>
    </p:spTree>
    <p:extLst>
      <p:ext uri="{BB962C8B-B14F-4D97-AF65-F5344CB8AC3E}">
        <p14:creationId xmlns:p14="http://schemas.microsoft.com/office/powerpoint/2010/main" val="27765249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EC50D-2BCE-F7F2-A3A0-5CC13BF12B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A55C50-5C16-B7E0-DECF-D642AD891F71}"/>
              </a:ext>
            </a:extLst>
          </p:cNvPr>
          <p:cNvSpPr>
            <a:spLocks noGrp="1"/>
          </p:cNvSpPr>
          <p:nvPr>
            <p:ph type="title"/>
          </p:nvPr>
        </p:nvSpPr>
        <p:spPr>
          <a:xfrm>
            <a:off x="457200" y="436880"/>
            <a:ext cx="11277600" cy="415498"/>
          </a:xfrm>
        </p:spPr>
        <p:txBody>
          <a:bodyPr/>
          <a:lstStyle/>
          <a:p>
            <a:r>
              <a:rPr lang="en-US" sz="3000" dirty="0"/>
              <a:t>Exploratory Testing</a:t>
            </a:r>
            <a:endParaRPr lang="en-IN" sz="3000" dirty="0"/>
          </a:p>
        </p:txBody>
      </p:sp>
      <p:sp>
        <p:nvSpPr>
          <p:cNvPr id="4" name="Footer Placeholder 3">
            <a:extLst>
              <a:ext uri="{FF2B5EF4-FFF2-40B4-BE49-F238E27FC236}">
                <a16:creationId xmlns:a16="http://schemas.microsoft.com/office/drawing/2014/main" id="{1CF2985C-794A-31CB-F4F7-2F584CC44C6E}"/>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3FDD3D79-6908-BEF9-704B-5086885E8DC3}"/>
              </a:ext>
            </a:extLst>
          </p:cNvPr>
          <p:cNvSpPr>
            <a:spLocks noGrp="1"/>
          </p:cNvSpPr>
          <p:nvPr>
            <p:ph type="sldNum" sz="quarter" idx="12"/>
          </p:nvPr>
        </p:nvSpPr>
        <p:spPr/>
        <p:txBody>
          <a:bodyPr/>
          <a:lstStyle/>
          <a:p>
            <a:fld id="{38826FC0-333C-E549-9FA3-0EE43DF298A3}" type="slidenum">
              <a:rPr lang="en-US" smtClean="0"/>
              <a:pPr/>
              <a:t>21</a:t>
            </a:fld>
            <a:endParaRPr lang="en-US" dirty="0"/>
          </a:p>
        </p:txBody>
      </p:sp>
      <p:sp>
        <p:nvSpPr>
          <p:cNvPr id="25" name="Google Shape;137;p26">
            <a:extLst>
              <a:ext uri="{FF2B5EF4-FFF2-40B4-BE49-F238E27FC236}">
                <a16:creationId xmlns:a16="http://schemas.microsoft.com/office/drawing/2014/main" id="{EC335469-0DC0-F5B4-3AB9-7EB0F9DBC126}"/>
              </a:ext>
            </a:extLst>
          </p:cNvPr>
          <p:cNvSpPr txBox="1"/>
          <p:nvPr/>
        </p:nvSpPr>
        <p:spPr>
          <a:xfrm>
            <a:off x="8399218" y="1036657"/>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1</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Unit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7" name="Google Shape;139;p26">
            <a:extLst>
              <a:ext uri="{FF2B5EF4-FFF2-40B4-BE49-F238E27FC236}">
                <a16:creationId xmlns:a16="http://schemas.microsoft.com/office/drawing/2014/main" id="{E5AC9FE3-88C5-D745-7107-4DFF8A97057A}"/>
              </a:ext>
            </a:extLst>
          </p:cNvPr>
          <p:cNvSpPr txBox="1"/>
          <p:nvPr/>
        </p:nvSpPr>
        <p:spPr>
          <a:xfrm>
            <a:off x="8388855" y="4666633"/>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3</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System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8" name="Google Shape;140;p26">
            <a:extLst>
              <a:ext uri="{FF2B5EF4-FFF2-40B4-BE49-F238E27FC236}">
                <a16:creationId xmlns:a16="http://schemas.microsoft.com/office/drawing/2014/main" id="{35CB4A32-C4E2-5024-8139-F73A0EB01657}"/>
              </a:ext>
            </a:extLst>
          </p:cNvPr>
          <p:cNvSpPr txBox="1"/>
          <p:nvPr/>
        </p:nvSpPr>
        <p:spPr>
          <a:xfrm>
            <a:off x="6844717" y="2926933"/>
            <a:ext cx="14790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4</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Acceptance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8" name="TextBox 7">
            <a:extLst>
              <a:ext uri="{FF2B5EF4-FFF2-40B4-BE49-F238E27FC236}">
                <a16:creationId xmlns:a16="http://schemas.microsoft.com/office/drawing/2014/main" id="{78F204D5-6C85-ABA8-1348-B6906A43282B}"/>
              </a:ext>
            </a:extLst>
          </p:cNvPr>
          <p:cNvSpPr txBox="1"/>
          <p:nvPr/>
        </p:nvSpPr>
        <p:spPr>
          <a:xfrm>
            <a:off x="711200" y="1595263"/>
            <a:ext cx="10627360" cy="2169825"/>
          </a:xfrm>
          <a:prstGeom prst="rect">
            <a:avLst/>
          </a:prstGeom>
          <a:solidFill>
            <a:srgbClr val="F6F6F5"/>
          </a:solidFill>
        </p:spPr>
        <p:txBody>
          <a:bodyPr wrap="square">
            <a:spAutoFit/>
          </a:bodyPr>
          <a:lstStyle/>
          <a:p>
            <a:pPr fontAlgn="ctr">
              <a:lnSpc>
                <a:spcPct val="150000"/>
              </a:lnSpc>
            </a:pPr>
            <a:r>
              <a:rPr lang="en-US" sz="1800" dirty="0">
                <a:latin typeface="Comic Sans MS" panose="030F0702030302020204" pitchFamily="66" charset="0"/>
              </a:rPr>
              <a:t>Exploratory testing is an approach to software testing that emphasizes simultaneous learning, test design, and test execution. </a:t>
            </a:r>
          </a:p>
          <a:p>
            <a:pPr fontAlgn="ctr">
              <a:lnSpc>
                <a:spcPct val="150000"/>
              </a:lnSpc>
            </a:pPr>
            <a:r>
              <a:rPr lang="en-US" sz="1800" dirty="0">
                <a:latin typeface="Comic Sans MS" panose="030F0702030302020204" pitchFamily="66" charset="0"/>
              </a:rPr>
              <a:t>Unlike traditional scripted testing, where testers follow predefined test cases, exploratory testing involves testers actively exploring the software, making spontaneous decisions about what to test, and designing tests on the fly as they learn about the system's behavior. </a:t>
            </a:r>
          </a:p>
        </p:txBody>
      </p:sp>
    </p:spTree>
    <p:extLst>
      <p:ext uri="{BB962C8B-B14F-4D97-AF65-F5344CB8AC3E}">
        <p14:creationId xmlns:p14="http://schemas.microsoft.com/office/powerpoint/2010/main" val="1296806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166D7-EAE6-804E-D669-39D7E1A165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A065D0-9AEF-91A5-575E-D13BF01CA9CE}"/>
              </a:ext>
            </a:extLst>
          </p:cNvPr>
          <p:cNvSpPr>
            <a:spLocks noGrp="1"/>
          </p:cNvSpPr>
          <p:nvPr>
            <p:ph type="title"/>
          </p:nvPr>
        </p:nvSpPr>
        <p:spPr>
          <a:xfrm>
            <a:off x="457200" y="436880"/>
            <a:ext cx="11277600" cy="415498"/>
          </a:xfrm>
        </p:spPr>
        <p:txBody>
          <a:bodyPr/>
          <a:lstStyle/>
          <a:p>
            <a:r>
              <a:rPr lang="en-US" sz="3000" dirty="0"/>
              <a:t>Ad-hoc Testing</a:t>
            </a:r>
            <a:endParaRPr lang="en-IN" sz="3000" dirty="0"/>
          </a:p>
        </p:txBody>
      </p:sp>
      <p:sp>
        <p:nvSpPr>
          <p:cNvPr id="4" name="Footer Placeholder 3">
            <a:extLst>
              <a:ext uri="{FF2B5EF4-FFF2-40B4-BE49-F238E27FC236}">
                <a16:creationId xmlns:a16="http://schemas.microsoft.com/office/drawing/2014/main" id="{32C1E10F-B1FD-E678-99DF-120E053DF4BC}"/>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D17BB8C5-8227-1406-AE4E-6A82BF9689B7}"/>
              </a:ext>
            </a:extLst>
          </p:cNvPr>
          <p:cNvSpPr>
            <a:spLocks noGrp="1"/>
          </p:cNvSpPr>
          <p:nvPr>
            <p:ph type="sldNum" sz="quarter" idx="12"/>
          </p:nvPr>
        </p:nvSpPr>
        <p:spPr/>
        <p:txBody>
          <a:bodyPr/>
          <a:lstStyle/>
          <a:p>
            <a:fld id="{38826FC0-333C-E549-9FA3-0EE43DF298A3}" type="slidenum">
              <a:rPr lang="en-US" smtClean="0"/>
              <a:pPr/>
              <a:t>22</a:t>
            </a:fld>
            <a:endParaRPr lang="en-US" dirty="0"/>
          </a:p>
        </p:txBody>
      </p:sp>
      <p:sp>
        <p:nvSpPr>
          <p:cNvPr id="25" name="Google Shape;137;p26">
            <a:extLst>
              <a:ext uri="{FF2B5EF4-FFF2-40B4-BE49-F238E27FC236}">
                <a16:creationId xmlns:a16="http://schemas.microsoft.com/office/drawing/2014/main" id="{0D2FD168-9576-34FD-75B6-272A8C31BB63}"/>
              </a:ext>
            </a:extLst>
          </p:cNvPr>
          <p:cNvSpPr txBox="1"/>
          <p:nvPr/>
        </p:nvSpPr>
        <p:spPr>
          <a:xfrm>
            <a:off x="8399218" y="1036657"/>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1</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Unit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6" name="Google Shape;138;p26">
            <a:extLst>
              <a:ext uri="{FF2B5EF4-FFF2-40B4-BE49-F238E27FC236}">
                <a16:creationId xmlns:a16="http://schemas.microsoft.com/office/drawing/2014/main" id="{A3B1DAA0-62D2-1DCF-A31F-FD55F9EAC2F1}"/>
              </a:ext>
            </a:extLst>
          </p:cNvPr>
          <p:cNvSpPr txBox="1"/>
          <p:nvPr/>
        </p:nvSpPr>
        <p:spPr>
          <a:xfrm>
            <a:off x="9802692" y="2917133"/>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2</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Integration</a:t>
            </a:r>
            <a:endParaRPr sz="1800"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7" name="Google Shape;139;p26">
            <a:extLst>
              <a:ext uri="{FF2B5EF4-FFF2-40B4-BE49-F238E27FC236}">
                <a16:creationId xmlns:a16="http://schemas.microsoft.com/office/drawing/2014/main" id="{8D281FC8-BA42-9027-D9B0-4414439A9F61}"/>
              </a:ext>
            </a:extLst>
          </p:cNvPr>
          <p:cNvSpPr txBox="1"/>
          <p:nvPr/>
        </p:nvSpPr>
        <p:spPr>
          <a:xfrm>
            <a:off x="8388855" y="4666633"/>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3</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System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8" name="Google Shape;140;p26">
            <a:extLst>
              <a:ext uri="{FF2B5EF4-FFF2-40B4-BE49-F238E27FC236}">
                <a16:creationId xmlns:a16="http://schemas.microsoft.com/office/drawing/2014/main" id="{FF7679DB-5ACB-38F2-5E9A-C6AF173D64E0}"/>
              </a:ext>
            </a:extLst>
          </p:cNvPr>
          <p:cNvSpPr txBox="1"/>
          <p:nvPr/>
        </p:nvSpPr>
        <p:spPr>
          <a:xfrm>
            <a:off x="6844717" y="2926933"/>
            <a:ext cx="14790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4</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Acceptance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3" name="Text Placeholder 2">
            <a:extLst>
              <a:ext uri="{FF2B5EF4-FFF2-40B4-BE49-F238E27FC236}">
                <a16:creationId xmlns:a16="http://schemas.microsoft.com/office/drawing/2014/main" id="{CCB43647-8294-ED24-9BF9-B08836E631B7}"/>
              </a:ext>
            </a:extLst>
          </p:cNvPr>
          <p:cNvSpPr txBox="1">
            <a:spLocks/>
          </p:cNvSpPr>
          <p:nvPr/>
        </p:nvSpPr>
        <p:spPr>
          <a:xfrm>
            <a:off x="2011680" y="1971936"/>
            <a:ext cx="8596813" cy="1553584"/>
          </a:xfrm>
          <a:prstGeom prst="rect">
            <a:avLst/>
          </a:prstGeom>
          <a:solidFill>
            <a:srgbClr val="F6F6F5"/>
          </a:solidFill>
        </p:spPr>
        <p:txBody>
          <a:bodyPr vert="horz" lIns="0" tIns="0" rIns="0" bIns="0" rtlCol="0">
            <a:norm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marL="0" indent="0">
              <a:lnSpc>
                <a:spcPct val="150000"/>
              </a:lnSpc>
              <a:buNone/>
            </a:pPr>
            <a:r>
              <a:rPr lang="en-US" sz="2000" dirty="0">
                <a:latin typeface="Comic Sans MS" panose="030F0702030302020204" pitchFamily="66" charset="0"/>
              </a:rPr>
              <a:t>Ad-hoc testing is an informal, unstructured software testing approach where testers explore the application without predefined test cases or a formal plan</a:t>
            </a:r>
          </a:p>
          <a:p>
            <a:pPr marL="0" indent="0">
              <a:lnSpc>
                <a:spcPct val="150000"/>
              </a:lnSpc>
              <a:buNone/>
            </a:pPr>
            <a:endParaRPr lang="en-US" sz="2000" dirty="0">
              <a:latin typeface="Comic Sans MS" panose="030F0702030302020204" pitchFamily="66" charset="0"/>
            </a:endParaRPr>
          </a:p>
        </p:txBody>
      </p:sp>
    </p:spTree>
    <p:extLst>
      <p:ext uri="{BB962C8B-B14F-4D97-AF65-F5344CB8AC3E}">
        <p14:creationId xmlns:p14="http://schemas.microsoft.com/office/powerpoint/2010/main" val="35379337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6192E-3EB2-52D1-63AA-99882954C3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2733C-D2EE-8FD2-B92F-6205DAE9DA93}"/>
              </a:ext>
            </a:extLst>
          </p:cNvPr>
          <p:cNvSpPr>
            <a:spLocks noGrp="1"/>
          </p:cNvSpPr>
          <p:nvPr>
            <p:ph type="title"/>
          </p:nvPr>
        </p:nvSpPr>
        <p:spPr>
          <a:xfrm>
            <a:off x="457200" y="436880"/>
            <a:ext cx="11277600" cy="415498"/>
          </a:xfrm>
        </p:spPr>
        <p:txBody>
          <a:bodyPr/>
          <a:lstStyle/>
          <a:p>
            <a:r>
              <a:rPr lang="en-US" sz="3000" dirty="0"/>
              <a:t>Monkey Testing</a:t>
            </a:r>
            <a:endParaRPr lang="en-IN" sz="3000" dirty="0"/>
          </a:p>
        </p:txBody>
      </p:sp>
      <p:sp>
        <p:nvSpPr>
          <p:cNvPr id="4" name="Footer Placeholder 3">
            <a:extLst>
              <a:ext uri="{FF2B5EF4-FFF2-40B4-BE49-F238E27FC236}">
                <a16:creationId xmlns:a16="http://schemas.microsoft.com/office/drawing/2014/main" id="{39DC15D9-77D3-28F0-F956-1624B31A937A}"/>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8C970F70-8182-C0C6-AF0A-7D2972B88D39}"/>
              </a:ext>
            </a:extLst>
          </p:cNvPr>
          <p:cNvSpPr>
            <a:spLocks noGrp="1"/>
          </p:cNvSpPr>
          <p:nvPr>
            <p:ph type="sldNum" sz="quarter" idx="12"/>
          </p:nvPr>
        </p:nvSpPr>
        <p:spPr/>
        <p:txBody>
          <a:bodyPr/>
          <a:lstStyle/>
          <a:p>
            <a:fld id="{38826FC0-333C-E549-9FA3-0EE43DF298A3}" type="slidenum">
              <a:rPr lang="en-US" smtClean="0"/>
              <a:pPr/>
              <a:t>23</a:t>
            </a:fld>
            <a:endParaRPr lang="en-US" dirty="0"/>
          </a:p>
        </p:txBody>
      </p:sp>
      <p:sp>
        <p:nvSpPr>
          <p:cNvPr id="25" name="Google Shape;137;p26">
            <a:extLst>
              <a:ext uri="{FF2B5EF4-FFF2-40B4-BE49-F238E27FC236}">
                <a16:creationId xmlns:a16="http://schemas.microsoft.com/office/drawing/2014/main" id="{52AFFDB0-3759-4C4D-81EC-E09B143B7BF2}"/>
              </a:ext>
            </a:extLst>
          </p:cNvPr>
          <p:cNvSpPr txBox="1"/>
          <p:nvPr/>
        </p:nvSpPr>
        <p:spPr>
          <a:xfrm>
            <a:off x="8399218" y="1036657"/>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1</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Unit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6" name="Google Shape;138;p26">
            <a:extLst>
              <a:ext uri="{FF2B5EF4-FFF2-40B4-BE49-F238E27FC236}">
                <a16:creationId xmlns:a16="http://schemas.microsoft.com/office/drawing/2014/main" id="{42278C65-CC77-6E3B-84DA-30DB90469576}"/>
              </a:ext>
            </a:extLst>
          </p:cNvPr>
          <p:cNvSpPr txBox="1"/>
          <p:nvPr/>
        </p:nvSpPr>
        <p:spPr>
          <a:xfrm>
            <a:off x="9802692" y="2917133"/>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2</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Integration</a:t>
            </a:r>
            <a:endParaRPr sz="1800"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7" name="Google Shape;139;p26">
            <a:extLst>
              <a:ext uri="{FF2B5EF4-FFF2-40B4-BE49-F238E27FC236}">
                <a16:creationId xmlns:a16="http://schemas.microsoft.com/office/drawing/2014/main" id="{4333E677-EE47-CE57-89F7-9D53E39F89D2}"/>
              </a:ext>
            </a:extLst>
          </p:cNvPr>
          <p:cNvSpPr txBox="1"/>
          <p:nvPr/>
        </p:nvSpPr>
        <p:spPr>
          <a:xfrm>
            <a:off x="8388855" y="4666633"/>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3</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System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8" name="Google Shape;140;p26">
            <a:extLst>
              <a:ext uri="{FF2B5EF4-FFF2-40B4-BE49-F238E27FC236}">
                <a16:creationId xmlns:a16="http://schemas.microsoft.com/office/drawing/2014/main" id="{72AEDA6B-1987-29E4-CB3A-0F71991B7404}"/>
              </a:ext>
            </a:extLst>
          </p:cNvPr>
          <p:cNvSpPr txBox="1"/>
          <p:nvPr/>
        </p:nvSpPr>
        <p:spPr>
          <a:xfrm>
            <a:off x="6844717" y="2926933"/>
            <a:ext cx="14790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4</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Acceptance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3" name="Text Placeholder 2">
            <a:extLst>
              <a:ext uri="{FF2B5EF4-FFF2-40B4-BE49-F238E27FC236}">
                <a16:creationId xmlns:a16="http://schemas.microsoft.com/office/drawing/2014/main" id="{189D3A86-5D27-3BE4-30EA-A3E879BC10A3}"/>
              </a:ext>
            </a:extLst>
          </p:cNvPr>
          <p:cNvSpPr txBox="1">
            <a:spLocks/>
          </p:cNvSpPr>
          <p:nvPr/>
        </p:nvSpPr>
        <p:spPr>
          <a:xfrm>
            <a:off x="1781451" y="1863925"/>
            <a:ext cx="9364070" cy="1571729"/>
          </a:xfrm>
          <a:prstGeom prst="rect">
            <a:avLst/>
          </a:prstGeom>
          <a:solidFill>
            <a:srgbClr val="F6F6F5"/>
          </a:solidFill>
        </p:spPr>
        <p:txBody>
          <a:bodyPr vert="horz" lIns="0" tIns="0" rIns="0" bIns="0" rtlCol="0">
            <a:norm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marL="0" indent="0">
              <a:lnSpc>
                <a:spcPct val="150000"/>
              </a:lnSpc>
              <a:buNone/>
            </a:pPr>
            <a:r>
              <a:rPr lang="en-US" sz="2000" dirty="0">
                <a:latin typeface="Comic Sans MS" panose="030F0702030302020204" pitchFamily="66" charset="0"/>
              </a:rPr>
              <a:t>Monkey testing is a software testing technique where the tester enters random inputs and performs random actions on the application without following any predefined test cases or scenarios</a:t>
            </a:r>
          </a:p>
          <a:p>
            <a:pPr marL="0" indent="0">
              <a:lnSpc>
                <a:spcPct val="150000"/>
              </a:lnSpc>
              <a:buNone/>
            </a:pPr>
            <a:endParaRPr lang="en-US" sz="2000" dirty="0">
              <a:latin typeface="Comic Sans MS" panose="030F0702030302020204" pitchFamily="66" charset="0"/>
            </a:endParaRPr>
          </a:p>
        </p:txBody>
      </p:sp>
    </p:spTree>
    <p:extLst>
      <p:ext uri="{BB962C8B-B14F-4D97-AF65-F5344CB8AC3E}">
        <p14:creationId xmlns:p14="http://schemas.microsoft.com/office/powerpoint/2010/main" val="4035037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D449F-0F28-CDFE-2F39-8D83CBAFCD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89EB80-4FEB-A7C7-2B0C-0F947B854FE8}"/>
              </a:ext>
            </a:extLst>
          </p:cNvPr>
          <p:cNvSpPr>
            <a:spLocks noGrp="1"/>
          </p:cNvSpPr>
          <p:nvPr>
            <p:ph type="title"/>
          </p:nvPr>
        </p:nvSpPr>
        <p:spPr>
          <a:xfrm>
            <a:off x="457200" y="436880"/>
            <a:ext cx="11277600" cy="415498"/>
          </a:xfrm>
        </p:spPr>
        <p:txBody>
          <a:bodyPr/>
          <a:lstStyle/>
          <a:p>
            <a:r>
              <a:rPr lang="en-US" sz="3000" dirty="0"/>
              <a:t>Positive &amp; Negative Testing</a:t>
            </a:r>
            <a:endParaRPr lang="en-IN" sz="3000" dirty="0"/>
          </a:p>
        </p:txBody>
      </p:sp>
      <p:sp>
        <p:nvSpPr>
          <p:cNvPr id="4" name="Footer Placeholder 3">
            <a:extLst>
              <a:ext uri="{FF2B5EF4-FFF2-40B4-BE49-F238E27FC236}">
                <a16:creationId xmlns:a16="http://schemas.microsoft.com/office/drawing/2014/main" id="{1BB9685B-CDD3-E23C-61A9-D74ED97B1B0F}"/>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FBF46BDA-D8A3-2358-1423-78D660929F83}"/>
              </a:ext>
            </a:extLst>
          </p:cNvPr>
          <p:cNvSpPr>
            <a:spLocks noGrp="1"/>
          </p:cNvSpPr>
          <p:nvPr>
            <p:ph type="sldNum" sz="quarter" idx="12"/>
          </p:nvPr>
        </p:nvSpPr>
        <p:spPr/>
        <p:txBody>
          <a:bodyPr/>
          <a:lstStyle/>
          <a:p>
            <a:fld id="{38826FC0-333C-E549-9FA3-0EE43DF298A3}" type="slidenum">
              <a:rPr lang="en-US" smtClean="0"/>
              <a:pPr/>
              <a:t>24</a:t>
            </a:fld>
            <a:endParaRPr lang="en-US" dirty="0"/>
          </a:p>
        </p:txBody>
      </p:sp>
      <p:sp>
        <p:nvSpPr>
          <p:cNvPr id="25" name="Google Shape;137;p26">
            <a:extLst>
              <a:ext uri="{FF2B5EF4-FFF2-40B4-BE49-F238E27FC236}">
                <a16:creationId xmlns:a16="http://schemas.microsoft.com/office/drawing/2014/main" id="{14A4A800-6799-1205-D2A0-1BE4760E9853}"/>
              </a:ext>
            </a:extLst>
          </p:cNvPr>
          <p:cNvSpPr txBox="1"/>
          <p:nvPr/>
        </p:nvSpPr>
        <p:spPr>
          <a:xfrm>
            <a:off x="8399218" y="1036657"/>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1</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Unit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6" name="Google Shape;138;p26">
            <a:extLst>
              <a:ext uri="{FF2B5EF4-FFF2-40B4-BE49-F238E27FC236}">
                <a16:creationId xmlns:a16="http://schemas.microsoft.com/office/drawing/2014/main" id="{6E838970-C207-B8E2-DB30-FFBDAC145804}"/>
              </a:ext>
            </a:extLst>
          </p:cNvPr>
          <p:cNvSpPr txBox="1"/>
          <p:nvPr/>
        </p:nvSpPr>
        <p:spPr>
          <a:xfrm>
            <a:off x="9802692" y="2917133"/>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2</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Integration</a:t>
            </a:r>
            <a:endParaRPr sz="1800"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7" name="Google Shape;139;p26">
            <a:extLst>
              <a:ext uri="{FF2B5EF4-FFF2-40B4-BE49-F238E27FC236}">
                <a16:creationId xmlns:a16="http://schemas.microsoft.com/office/drawing/2014/main" id="{770C17B2-9393-66A8-1385-B170D2BB03C0}"/>
              </a:ext>
            </a:extLst>
          </p:cNvPr>
          <p:cNvSpPr txBox="1"/>
          <p:nvPr/>
        </p:nvSpPr>
        <p:spPr>
          <a:xfrm>
            <a:off x="8388855" y="4666633"/>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3</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System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8" name="Google Shape;140;p26">
            <a:extLst>
              <a:ext uri="{FF2B5EF4-FFF2-40B4-BE49-F238E27FC236}">
                <a16:creationId xmlns:a16="http://schemas.microsoft.com/office/drawing/2014/main" id="{0A051E2C-331D-484D-8ADC-948217C683E0}"/>
              </a:ext>
            </a:extLst>
          </p:cNvPr>
          <p:cNvSpPr txBox="1"/>
          <p:nvPr/>
        </p:nvSpPr>
        <p:spPr>
          <a:xfrm>
            <a:off x="6844717" y="2926933"/>
            <a:ext cx="14790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4</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Acceptance Testing</a:t>
            </a:r>
            <a:endParaRPr sz="1800" dirty="0">
              <a:solidFill>
                <a:schemeClr val="bg1"/>
              </a:solidFill>
              <a:latin typeface="Tw Cen MT" panose="020B0602020104020603" pitchFamily="34" charset="0"/>
              <a:ea typeface="Times New Roman"/>
              <a:cs typeface="Times New Roman"/>
              <a:sym typeface="Times New Roman"/>
            </a:endParaRPr>
          </a:p>
        </p:txBody>
      </p:sp>
      <p:pic>
        <p:nvPicPr>
          <p:cNvPr id="6" name="Picture 5">
            <a:extLst>
              <a:ext uri="{FF2B5EF4-FFF2-40B4-BE49-F238E27FC236}">
                <a16:creationId xmlns:a16="http://schemas.microsoft.com/office/drawing/2014/main" id="{E075358B-997C-E8C5-E93A-DCED96CF4B5C}"/>
              </a:ext>
            </a:extLst>
          </p:cNvPr>
          <p:cNvPicPr>
            <a:picLocks noChangeAspect="1"/>
          </p:cNvPicPr>
          <p:nvPr/>
        </p:nvPicPr>
        <p:blipFill>
          <a:blip r:embed="rId2"/>
          <a:stretch>
            <a:fillRect/>
          </a:stretch>
        </p:blipFill>
        <p:spPr>
          <a:xfrm>
            <a:off x="3292331" y="1299911"/>
            <a:ext cx="5607338" cy="4521432"/>
          </a:xfrm>
          <a:prstGeom prst="rect">
            <a:avLst/>
          </a:prstGeom>
        </p:spPr>
      </p:pic>
    </p:spTree>
    <p:extLst>
      <p:ext uri="{BB962C8B-B14F-4D97-AF65-F5344CB8AC3E}">
        <p14:creationId xmlns:p14="http://schemas.microsoft.com/office/powerpoint/2010/main" val="3789261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5600A-C247-B09E-E1E5-BCFB554168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06A409-EBB9-3D5E-5F74-4AA4C23C165C}"/>
              </a:ext>
            </a:extLst>
          </p:cNvPr>
          <p:cNvSpPr>
            <a:spLocks noGrp="1"/>
          </p:cNvSpPr>
          <p:nvPr>
            <p:ph type="title"/>
          </p:nvPr>
        </p:nvSpPr>
        <p:spPr>
          <a:xfrm>
            <a:off x="457200" y="436880"/>
            <a:ext cx="11277600" cy="415498"/>
          </a:xfrm>
        </p:spPr>
        <p:txBody>
          <a:bodyPr/>
          <a:lstStyle/>
          <a:p>
            <a:r>
              <a:rPr lang="en-US" sz="3000" dirty="0"/>
              <a:t>End to End Testing</a:t>
            </a:r>
            <a:endParaRPr lang="en-IN" sz="3000" dirty="0"/>
          </a:p>
        </p:txBody>
      </p:sp>
      <p:sp>
        <p:nvSpPr>
          <p:cNvPr id="4" name="Footer Placeholder 3">
            <a:extLst>
              <a:ext uri="{FF2B5EF4-FFF2-40B4-BE49-F238E27FC236}">
                <a16:creationId xmlns:a16="http://schemas.microsoft.com/office/drawing/2014/main" id="{B69D71AC-8CE6-1A8D-791D-84096FD8F3E2}"/>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68D0FC7F-7BB8-7AD1-AC8A-15009C9E1831}"/>
              </a:ext>
            </a:extLst>
          </p:cNvPr>
          <p:cNvSpPr>
            <a:spLocks noGrp="1"/>
          </p:cNvSpPr>
          <p:nvPr>
            <p:ph type="sldNum" sz="quarter" idx="12"/>
          </p:nvPr>
        </p:nvSpPr>
        <p:spPr/>
        <p:txBody>
          <a:bodyPr/>
          <a:lstStyle/>
          <a:p>
            <a:fld id="{38826FC0-333C-E549-9FA3-0EE43DF298A3}" type="slidenum">
              <a:rPr lang="en-US" smtClean="0"/>
              <a:pPr/>
              <a:t>25</a:t>
            </a:fld>
            <a:endParaRPr lang="en-US" dirty="0"/>
          </a:p>
        </p:txBody>
      </p:sp>
      <p:sp>
        <p:nvSpPr>
          <p:cNvPr id="25" name="Google Shape;137;p26">
            <a:extLst>
              <a:ext uri="{FF2B5EF4-FFF2-40B4-BE49-F238E27FC236}">
                <a16:creationId xmlns:a16="http://schemas.microsoft.com/office/drawing/2014/main" id="{D1E10035-7391-C4EB-BEE2-031FFA0400D3}"/>
              </a:ext>
            </a:extLst>
          </p:cNvPr>
          <p:cNvSpPr txBox="1"/>
          <p:nvPr/>
        </p:nvSpPr>
        <p:spPr>
          <a:xfrm>
            <a:off x="8399218" y="1036657"/>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1</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Unit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6" name="Google Shape;138;p26">
            <a:extLst>
              <a:ext uri="{FF2B5EF4-FFF2-40B4-BE49-F238E27FC236}">
                <a16:creationId xmlns:a16="http://schemas.microsoft.com/office/drawing/2014/main" id="{A10AE9A6-AAE0-2958-A660-5A9193845993}"/>
              </a:ext>
            </a:extLst>
          </p:cNvPr>
          <p:cNvSpPr txBox="1"/>
          <p:nvPr/>
        </p:nvSpPr>
        <p:spPr>
          <a:xfrm>
            <a:off x="9802692" y="2917133"/>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2</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Integration</a:t>
            </a:r>
            <a:endParaRPr sz="1800"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7" name="Google Shape;139;p26">
            <a:extLst>
              <a:ext uri="{FF2B5EF4-FFF2-40B4-BE49-F238E27FC236}">
                <a16:creationId xmlns:a16="http://schemas.microsoft.com/office/drawing/2014/main" id="{62173D2C-0EE7-34EB-F4A2-BB3CEC4D5193}"/>
              </a:ext>
            </a:extLst>
          </p:cNvPr>
          <p:cNvSpPr txBox="1"/>
          <p:nvPr/>
        </p:nvSpPr>
        <p:spPr>
          <a:xfrm>
            <a:off x="8388855" y="4666633"/>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3</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System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8" name="Google Shape;140;p26">
            <a:extLst>
              <a:ext uri="{FF2B5EF4-FFF2-40B4-BE49-F238E27FC236}">
                <a16:creationId xmlns:a16="http://schemas.microsoft.com/office/drawing/2014/main" id="{C3349E6F-4CA8-BB12-0A3D-59134A08EEC1}"/>
              </a:ext>
            </a:extLst>
          </p:cNvPr>
          <p:cNvSpPr txBox="1"/>
          <p:nvPr/>
        </p:nvSpPr>
        <p:spPr>
          <a:xfrm>
            <a:off x="6844717" y="2926933"/>
            <a:ext cx="14790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4</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Acceptance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7" name="TextBox 6">
            <a:extLst>
              <a:ext uri="{FF2B5EF4-FFF2-40B4-BE49-F238E27FC236}">
                <a16:creationId xmlns:a16="http://schemas.microsoft.com/office/drawing/2014/main" id="{1DC7DC0C-FF2E-086F-61A1-E0F912E35440}"/>
              </a:ext>
            </a:extLst>
          </p:cNvPr>
          <p:cNvSpPr txBox="1"/>
          <p:nvPr/>
        </p:nvSpPr>
        <p:spPr>
          <a:xfrm>
            <a:off x="1691640" y="1944916"/>
            <a:ext cx="9307152" cy="1426288"/>
          </a:xfrm>
          <a:prstGeom prst="rect">
            <a:avLst/>
          </a:prstGeom>
          <a:solidFill>
            <a:srgbClr val="F6F6F5"/>
          </a:solidFill>
        </p:spPr>
        <p:txBody>
          <a:bodyPr wrap="square">
            <a:spAutoFit/>
          </a:bodyPr>
          <a:lstStyle/>
          <a:p>
            <a:pPr>
              <a:lnSpc>
                <a:spcPct val="150000"/>
              </a:lnSpc>
            </a:pPr>
            <a:r>
              <a:rPr lang="en-US" sz="2000" dirty="0">
                <a:latin typeface="Comic Sans MS" panose="030F0702030302020204" pitchFamily="66" charset="0"/>
              </a:rPr>
              <a:t>End-to-end (E2E) testing is a software testing methodology that validates an application's workflow from start to finish, simulating real-world user scenarios to ensure all integrated components function correctly</a:t>
            </a:r>
            <a:endParaRPr lang="en-IN" sz="2000" dirty="0">
              <a:latin typeface="Comic Sans MS" panose="030F0702030302020204" pitchFamily="66" charset="0"/>
            </a:endParaRPr>
          </a:p>
        </p:txBody>
      </p:sp>
    </p:spTree>
    <p:extLst>
      <p:ext uri="{BB962C8B-B14F-4D97-AF65-F5344CB8AC3E}">
        <p14:creationId xmlns:p14="http://schemas.microsoft.com/office/powerpoint/2010/main" val="12250227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D2F56-DB88-49F6-3DDD-75522CE196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7FB1E0-81F8-2739-7487-6C7BC0FF9F3C}"/>
              </a:ext>
            </a:extLst>
          </p:cNvPr>
          <p:cNvSpPr>
            <a:spLocks noGrp="1"/>
          </p:cNvSpPr>
          <p:nvPr>
            <p:ph type="title"/>
          </p:nvPr>
        </p:nvSpPr>
        <p:spPr>
          <a:xfrm>
            <a:off x="457200" y="436880"/>
            <a:ext cx="11277600" cy="415498"/>
          </a:xfrm>
        </p:spPr>
        <p:txBody>
          <a:bodyPr/>
          <a:lstStyle/>
          <a:p>
            <a:r>
              <a:rPr lang="en-US" sz="3000" dirty="0"/>
              <a:t>Localization &amp; Globalization/Internationalization(I18N) testing</a:t>
            </a:r>
            <a:endParaRPr lang="en-IN" sz="3000" dirty="0"/>
          </a:p>
        </p:txBody>
      </p:sp>
      <p:sp>
        <p:nvSpPr>
          <p:cNvPr id="4" name="Footer Placeholder 3">
            <a:extLst>
              <a:ext uri="{FF2B5EF4-FFF2-40B4-BE49-F238E27FC236}">
                <a16:creationId xmlns:a16="http://schemas.microsoft.com/office/drawing/2014/main" id="{30D7D1C9-566D-1DB0-2108-D0D694A43166}"/>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61B00D3B-D3BD-DA4D-0D3D-8851A1E8C82D}"/>
              </a:ext>
            </a:extLst>
          </p:cNvPr>
          <p:cNvSpPr>
            <a:spLocks noGrp="1"/>
          </p:cNvSpPr>
          <p:nvPr>
            <p:ph type="sldNum" sz="quarter" idx="12"/>
          </p:nvPr>
        </p:nvSpPr>
        <p:spPr/>
        <p:txBody>
          <a:bodyPr/>
          <a:lstStyle/>
          <a:p>
            <a:fld id="{38826FC0-333C-E549-9FA3-0EE43DF298A3}" type="slidenum">
              <a:rPr lang="en-US" smtClean="0"/>
              <a:pPr/>
              <a:t>26</a:t>
            </a:fld>
            <a:endParaRPr lang="en-US" dirty="0"/>
          </a:p>
        </p:txBody>
      </p:sp>
      <p:sp>
        <p:nvSpPr>
          <p:cNvPr id="25" name="Google Shape;137;p26">
            <a:extLst>
              <a:ext uri="{FF2B5EF4-FFF2-40B4-BE49-F238E27FC236}">
                <a16:creationId xmlns:a16="http://schemas.microsoft.com/office/drawing/2014/main" id="{718B8ACF-249C-4721-FF13-6569EC81CF5A}"/>
              </a:ext>
            </a:extLst>
          </p:cNvPr>
          <p:cNvSpPr txBox="1"/>
          <p:nvPr/>
        </p:nvSpPr>
        <p:spPr>
          <a:xfrm>
            <a:off x="8399218" y="1036657"/>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1</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Unit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6" name="Google Shape;138;p26">
            <a:extLst>
              <a:ext uri="{FF2B5EF4-FFF2-40B4-BE49-F238E27FC236}">
                <a16:creationId xmlns:a16="http://schemas.microsoft.com/office/drawing/2014/main" id="{9CE239DC-63F5-686A-3DFD-B37C63E313DD}"/>
              </a:ext>
            </a:extLst>
          </p:cNvPr>
          <p:cNvSpPr txBox="1"/>
          <p:nvPr/>
        </p:nvSpPr>
        <p:spPr>
          <a:xfrm>
            <a:off x="9802692" y="2917133"/>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2</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Integration</a:t>
            </a:r>
            <a:endParaRPr sz="1800"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7" name="Google Shape;139;p26">
            <a:extLst>
              <a:ext uri="{FF2B5EF4-FFF2-40B4-BE49-F238E27FC236}">
                <a16:creationId xmlns:a16="http://schemas.microsoft.com/office/drawing/2014/main" id="{1B217792-DB7B-0124-4F00-416C963B713D}"/>
              </a:ext>
            </a:extLst>
          </p:cNvPr>
          <p:cNvSpPr txBox="1"/>
          <p:nvPr/>
        </p:nvSpPr>
        <p:spPr>
          <a:xfrm>
            <a:off x="8388855" y="4666633"/>
            <a:ext cx="11961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3</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System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28" name="Google Shape;140;p26">
            <a:extLst>
              <a:ext uri="{FF2B5EF4-FFF2-40B4-BE49-F238E27FC236}">
                <a16:creationId xmlns:a16="http://schemas.microsoft.com/office/drawing/2014/main" id="{0FCBBE1F-D74E-D5C4-E94B-6A1F5B3463A9}"/>
              </a:ext>
            </a:extLst>
          </p:cNvPr>
          <p:cNvSpPr txBox="1"/>
          <p:nvPr/>
        </p:nvSpPr>
        <p:spPr>
          <a:xfrm>
            <a:off x="6844717" y="2926933"/>
            <a:ext cx="1479000" cy="1046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dirty="0">
                <a:solidFill>
                  <a:schemeClr val="bg1"/>
                </a:solidFill>
                <a:latin typeface="Tw Cen MT" panose="020B0602020104020603" pitchFamily="34" charset="0"/>
                <a:ea typeface="Times New Roman"/>
                <a:cs typeface="Times New Roman"/>
                <a:sym typeface="Times New Roman"/>
              </a:rPr>
              <a:t>4</a:t>
            </a:r>
            <a:endParaRPr sz="2000" b="1" dirty="0">
              <a:solidFill>
                <a:schemeClr val="bg1"/>
              </a:solidFill>
              <a:latin typeface="Tw Cen MT" panose="020B0602020104020603" pitchFamily="34" charset="0"/>
              <a:ea typeface="Times New Roman"/>
              <a:cs typeface="Times New Roman"/>
              <a:sym typeface="Times New Roman"/>
            </a:endParaRPr>
          </a:p>
          <a:p>
            <a:pPr marL="0" lvl="0" indent="0" algn="ctr" rtl="0">
              <a:spcBef>
                <a:spcPts val="0"/>
              </a:spcBef>
              <a:spcAft>
                <a:spcPts val="0"/>
              </a:spcAft>
              <a:buNone/>
            </a:pPr>
            <a:r>
              <a:rPr lang="en" sz="1800" dirty="0">
                <a:solidFill>
                  <a:schemeClr val="bg1"/>
                </a:solidFill>
                <a:latin typeface="Tw Cen MT" panose="020B0602020104020603" pitchFamily="34" charset="0"/>
                <a:ea typeface="Times New Roman"/>
                <a:cs typeface="Times New Roman"/>
                <a:sym typeface="Times New Roman"/>
              </a:rPr>
              <a:t>Acceptance Testing</a:t>
            </a:r>
            <a:endParaRPr sz="1800" dirty="0">
              <a:solidFill>
                <a:schemeClr val="bg1"/>
              </a:solidFill>
              <a:latin typeface="Tw Cen MT" panose="020B0602020104020603" pitchFamily="34" charset="0"/>
              <a:ea typeface="Times New Roman"/>
              <a:cs typeface="Times New Roman"/>
              <a:sym typeface="Times New Roman"/>
            </a:endParaRPr>
          </a:p>
        </p:txBody>
      </p:sp>
      <p:sp>
        <p:nvSpPr>
          <p:cNvPr id="3" name="Text Placeholder 3">
            <a:extLst>
              <a:ext uri="{FF2B5EF4-FFF2-40B4-BE49-F238E27FC236}">
                <a16:creationId xmlns:a16="http://schemas.microsoft.com/office/drawing/2014/main" id="{BD0BDD33-ADC3-B2B4-EB2C-4977CD2A4153}"/>
              </a:ext>
            </a:extLst>
          </p:cNvPr>
          <p:cNvSpPr txBox="1">
            <a:spLocks/>
          </p:cNvSpPr>
          <p:nvPr/>
        </p:nvSpPr>
        <p:spPr>
          <a:xfrm>
            <a:off x="1272238" y="1826509"/>
            <a:ext cx="4645152" cy="801943"/>
          </a:xfrm>
          <a:prstGeom prst="rect">
            <a:avLst/>
          </a:prstGeom>
        </p:spPr>
        <p:txBody>
          <a:bodyPr vert="horz" lIns="0" tIns="0" rIns="0" bIns="0" rtlCol="0">
            <a:no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marL="0" indent="0" algn="ctr">
              <a:buNone/>
            </a:pPr>
            <a:r>
              <a:rPr lang="en-IN" sz="2000" b="1" dirty="0">
                <a:latin typeface="Comic Sans MS" panose="030F0702030302020204" pitchFamily="66" charset="0"/>
              </a:rPr>
              <a:t>Globalization Testing</a:t>
            </a:r>
          </a:p>
        </p:txBody>
      </p:sp>
      <p:sp>
        <p:nvSpPr>
          <p:cNvPr id="6" name="Content Placeholder 4">
            <a:extLst>
              <a:ext uri="{FF2B5EF4-FFF2-40B4-BE49-F238E27FC236}">
                <a16:creationId xmlns:a16="http://schemas.microsoft.com/office/drawing/2014/main" id="{D1F8730B-AE06-672E-0E9C-78137241A8A8}"/>
              </a:ext>
            </a:extLst>
          </p:cNvPr>
          <p:cNvSpPr txBox="1">
            <a:spLocks/>
          </p:cNvSpPr>
          <p:nvPr/>
        </p:nvSpPr>
        <p:spPr>
          <a:xfrm>
            <a:off x="1330960" y="2387388"/>
            <a:ext cx="4761383" cy="2692612"/>
          </a:xfrm>
          <a:prstGeom prst="rect">
            <a:avLst/>
          </a:prstGeom>
          <a:solidFill>
            <a:srgbClr val="F6F6F5"/>
          </a:solidFill>
        </p:spPr>
        <p:txBody>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a:lnSpc>
                <a:spcPct val="150000"/>
              </a:lnSpc>
            </a:pPr>
            <a:r>
              <a:rPr lang="en-US" sz="1800" dirty="0">
                <a:latin typeface="Comic Sans MS" panose="030F0702030302020204" pitchFamily="66" charset="0"/>
              </a:rPr>
              <a:t>Globalization testing checks the application supports different languages.</a:t>
            </a:r>
          </a:p>
          <a:p>
            <a:pPr>
              <a:lnSpc>
                <a:spcPct val="150000"/>
              </a:lnSpc>
            </a:pPr>
            <a:r>
              <a:rPr lang="en-US" sz="1800" dirty="0">
                <a:latin typeface="Comic Sans MS" panose="030F0702030302020204" pitchFamily="66" charset="0"/>
              </a:rPr>
              <a:t>It tests the different currency formats, mobile number formats and address formats are supported by the application.</a:t>
            </a:r>
            <a:endParaRPr lang="en-IN" sz="1800" dirty="0">
              <a:latin typeface="Comic Sans MS" panose="030F0702030302020204" pitchFamily="66" charset="0"/>
            </a:endParaRPr>
          </a:p>
        </p:txBody>
      </p:sp>
      <p:sp>
        <p:nvSpPr>
          <p:cNvPr id="8" name="Text Placeholder 5">
            <a:extLst>
              <a:ext uri="{FF2B5EF4-FFF2-40B4-BE49-F238E27FC236}">
                <a16:creationId xmlns:a16="http://schemas.microsoft.com/office/drawing/2014/main" id="{5B98F1AE-6D3E-B2E7-4E94-2E029D18726E}"/>
              </a:ext>
            </a:extLst>
          </p:cNvPr>
          <p:cNvSpPr txBox="1">
            <a:spLocks/>
          </p:cNvSpPr>
          <p:nvPr/>
        </p:nvSpPr>
        <p:spPr>
          <a:xfrm>
            <a:off x="6353640" y="1754978"/>
            <a:ext cx="4645152" cy="802237"/>
          </a:xfrm>
          <a:prstGeom prst="rect">
            <a:avLst/>
          </a:prstGeom>
        </p:spPr>
        <p:txBody>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marL="0" indent="0" algn="ctr">
              <a:buNone/>
            </a:pPr>
            <a:r>
              <a:rPr lang="en-IN" sz="2000" b="1" dirty="0">
                <a:latin typeface="Comic Sans MS" panose="030F0702030302020204" pitchFamily="66" charset="0"/>
              </a:rPr>
              <a:t>Localization Testing</a:t>
            </a:r>
          </a:p>
        </p:txBody>
      </p:sp>
      <p:sp>
        <p:nvSpPr>
          <p:cNvPr id="9" name="Content Placeholder 6">
            <a:extLst>
              <a:ext uri="{FF2B5EF4-FFF2-40B4-BE49-F238E27FC236}">
                <a16:creationId xmlns:a16="http://schemas.microsoft.com/office/drawing/2014/main" id="{CB65B8BD-A549-E90C-EEBA-EB5BB67AE740}"/>
              </a:ext>
            </a:extLst>
          </p:cNvPr>
          <p:cNvSpPr txBox="1">
            <a:spLocks/>
          </p:cNvSpPr>
          <p:nvPr/>
        </p:nvSpPr>
        <p:spPr>
          <a:xfrm>
            <a:off x="6412361" y="2374451"/>
            <a:ext cx="5022681" cy="2705549"/>
          </a:xfrm>
          <a:prstGeom prst="rect">
            <a:avLst/>
          </a:prstGeom>
          <a:solidFill>
            <a:srgbClr val="F6F6F5"/>
          </a:solidFill>
        </p:spPr>
        <p:txBody>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a:lnSpc>
                <a:spcPct val="150000"/>
              </a:lnSpc>
            </a:pPr>
            <a:r>
              <a:rPr lang="en-US" sz="1800" dirty="0">
                <a:latin typeface="Comic Sans MS" panose="030F0702030302020204" pitchFamily="66" charset="0"/>
              </a:rPr>
              <a:t>Localization testing checks the application supports the specific language</a:t>
            </a:r>
          </a:p>
          <a:p>
            <a:pPr>
              <a:lnSpc>
                <a:spcPct val="150000"/>
              </a:lnSpc>
            </a:pPr>
            <a:r>
              <a:rPr lang="en-US" sz="1800" dirty="0">
                <a:latin typeface="Comic Sans MS" panose="030F0702030302020204" pitchFamily="66" charset="0"/>
              </a:rPr>
              <a:t>It tests the specific currency format, mobile number format and address format is working properly or not language.</a:t>
            </a:r>
            <a:endParaRPr lang="en-IN" sz="1800" dirty="0">
              <a:latin typeface="Comic Sans MS" panose="030F0702030302020204" pitchFamily="66" charset="0"/>
            </a:endParaRPr>
          </a:p>
        </p:txBody>
      </p:sp>
    </p:spTree>
    <p:extLst>
      <p:ext uri="{BB962C8B-B14F-4D97-AF65-F5344CB8AC3E}">
        <p14:creationId xmlns:p14="http://schemas.microsoft.com/office/powerpoint/2010/main" val="21941765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148CC-A924-52D8-615F-C858757933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C74B6F-440E-F390-2D66-2D0552C67F9A}"/>
              </a:ext>
            </a:extLst>
          </p:cNvPr>
          <p:cNvSpPr>
            <a:spLocks noGrp="1"/>
          </p:cNvSpPr>
          <p:nvPr>
            <p:ph type="title"/>
          </p:nvPr>
        </p:nvSpPr>
        <p:spPr>
          <a:xfrm>
            <a:off x="457200" y="436880"/>
            <a:ext cx="11277600" cy="415498"/>
          </a:xfrm>
        </p:spPr>
        <p:txBody>
          <a:bodyPr/>
          <a:lstStyle/>
          <a:p>
            <a:r>
              <a:rPr lang="en-US" sz="3000" dirty="0"/>
              <a:t>QA, QC and QE</a:t>
            </a:r>
            <a:endParaRPr lang="en-IN" sz="3000" dirty="0"/>
          </a:p>
        </p:txBody>
      </p:sp>
      <p:sp>
        <p:nvSpPr>
          <p:cNvPr id="4" name="Footer Placeholder 3">
            <a:extLst>
              <a:ext uri="{FF2B5EF4-FFF2-40B4-BE49-F238E27FC236}">
                <a16:creationId xmlns:a16="http://schemas.microsoft.com/office/drawing/2014/main" id="{125AF80E-E64D-B780-1608-C49C2755A23D}"/>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7B748AB1-E684-3F11-4C13-818CCF9A3038}"/>
              </a:ext>
            </a:extLst>
          </p:cNvPr>
          <p:cNvSpPr>
            <a:spLocks noGrp="1"/>
          </p:cNvSpPr>
          <p:nvPr>
            <p:ph type="sldNum" sz="quarter" idx="12"/>
          </p:nvPr>
        </p:nvSpPr>
        <p:spPr/>
        <p:txBody>
          <a:bodyPr/>
          <a:lstStyle/>
          <a:p>
            <a:fld id="{38826FC0-333C-E549-9FA3-0EE43DF298A3}" type="slidenum">
              <a:rPr lang="en-US" smtClean="0"/>
              <a:pPr/>
              <a:t>27</a:t>
            </a:fld>
            <a:endParaRPr lang="en-US" dirty="0"/>
          </a:p>
        </p:txBody>
      </p:sp>
      <p:sp>
        <p:nvSpPr>
          <p:cNvPr id="7" name="TextBox 6">
            <a:extLst>
              <a:ext uri="{FF2B5EF4-FFF2-40B4-BE49-F238E27FC236}">
                <a16:creationId xmlns:a16="http://schemas.microsoft.com/office/drawing/2014/main" id="{3FF8FEC8-8A29-1148-014B-DB1EB430DC8A}"/>
              </a:ext>
            </a:extLst>
          </p:cNvPr>
          <p:cNvSpPr txBox="1"/>
          <p:nvPr/>
        </p:nvSpPr>
        <p:spPr>
          <a:xfrm>
            <a:off x="1127760" y="1409621"/>
            <a:ext cx="10180320" cy="3785845"/>
          </a:xfrm>
          <a:prstGeom prst="rect">
            <a:avLst/>
          </a:prstGeom>
          <a:noFill/>
        </p:spPr>
        <p:txBody>
          <a:bodyPr wrap="square">
            <a:spAutoFit/>
          </a:bodyPr>
          <a:lstStyle/>
          <a:p>
            <a:pPr>
              <a:lnSpc>
                <a:spcPct val="150000"/>
              </a:lnSpc>
            </a:pPr>
            <a:r>
              <a:rPr lang="en-US" b="1" dirty="0">
                <a:latin typeface="Comic Sans MS" panose="030F0702030302020204" pitchFamily="66" charset="0"/>
              </a:rPr>
              <a:t>Quality Assurance-  </a:t>
            </a:r>
            <a:r>
              <a:rPr lang="en-US" dirty="0">
                <a:latin typeface="Comic Sans MS" panose="030F0702030302020204" pitchFamily="66" charset="0"/>
              </a:rPr>
              <a:t>Quality Assurance (QA) prevents software defects or minimizes the number of defects in software before delivery by making sure that proper methods and processes are followed during the software development process.</a:t>
            </a:r>
          </a:p>
          <a:p>
            <a:pPr>
              <a:lnSpc>
                <a:spcPct val="150000"/>
              </a:lnSpc>
            </a:pPr>
            <a:endParaRPr lang="en-US" dirty="0">
              <a:latin typeface="Comic Sans MS" panose="030F0702030302020204" pitchFamily="66" charset="0"/>
            </a:endParaRPr>
          </a:p>
          <a:p>
            <a:pPr>
              <a:lnSpc>
                <a:spcPct val="150000"/>
              </a:lnSpc>
            </a:pPr>
            <a:r>
              <a:rPr lang="en-US" b="1" dirty="0">
                <a:latin typeface="Comic Sans MS" panose="030F0702030302020204" pitchFamily="66" charset="0"/>
              </a:rPr>
              <a:t>Quality Control: </a:t>
            </a:r>
            <a:r>
              <a:rPr lang="en-US" dirty="0">
                <a:latin typeface="Comic Sans MS" panose="030F0702030302020204" pitchFamily="66" charset="0"/>
              </a:rPr>
              <a:t>It identifies and fixes the defects or errors that exist after development.</a:t>
            </a:r>
          </a:p>
          <a:p>
            <a:pPr>
              <a:lnSpc>
                <a:spcPct val="150000"/>
              </a:lnSpc>
            </a:pPr>
            <a:endParaRPr lang="en-US" dirty="0">
              <a:latin typeface="Comic Sans MS" panose="030F0702030302020204" pitchFamily="66" charset="0"/>
            </a:endParaRPr>
          </a:p>
          <a:p>
            <a:pPr>
              <a:lnSpc>
                <a:spcPct val="150000"/>
              </a:lnSpc>
            </a:pPr>
            <a:r>
              <a:rPr lang="en-US" b="1" dirty="0">
                <a:latin typeface="Comic Sans MS" panose="030F0702030302020204" pitchFamily="66" charset="0"/>
              </a:rPr>
              <a:t>Quality Engineer</a:t>
            </a:r>
            <a:r>
              <a:rPr lang="en-US" dirty="0">
                <a:latin typeface="Comic Sans MS" panose="030F0702030302020204" pitchFamily="66" charset="0"/>
              </a:rPr>
              <a:t>: This is a more modern and comprehensive approach that integrates quality into every stage of the development lifecycle, emphasizing automation and a "shift-left" methodology. </a:t>
            </a:r>
            <a:endParaRPr lang="en-IN" dirty="0">
              <a:latin typeface="Comic Sans MS" panose="030F0702030302020204" pitchFamily="66" charset="0"/>
            </a:endParaRPr>
          </a:p>
        </p:txBody>
      </p:sp>
    </p:spTree>
    <p:extLst>
      <p:ext uri="{BB962C8B-B14F-4D97-AF65-F5344CB8AC3E}">
        <p14:creationId xmlns:p14="http://schemas.microsoft.com/office/powerpoint/2010/main" val="31510924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C986A-FD5B-7327-2B69-D494A09C0D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7D5F1A-E205-B199-35EA-3AAB3FCD596F}"/>
              </a:ext>
            </a:extLst>
          </p:cNvPr>
          <p:cNvSpPr>
            <a:spLocks noGrp="1"/>
          </p:cNvSpPr>
          <p:nvPr>
            <p:ph type="title"/>
          </p:nvPr>
        </p:nvSpPr>
        <p:spPr>
          <a:xfrm>
            <a:off x="457200" y="436880"/>
            <a:ext cx="11277600" cy="415498"/>
          </a:xfrm>
        </p:spPr>
        <p:txBody>
          <a:bodyPr/>
          <a:lstStyle/>
          <a:p>
            <a:r>
              <a:rPr lang="en-US" sz="3000" dirty="0"/>
              <a:t>QA, QC and QE</a:t>
            </a:r>
            <a:endParaRPr lang="en-IN" sz="3000" dirty="0"/>
          </a:p>
        </p:txBody>
      </p:sp>
      <p:sp>
        <p:nvSpPr>
          <p:cNvPr id="4" name="Footer Placeholder 3">
            <a:extLst>
              <a:ext uri="{FF2B5EF4-FFF2-40B4-BE49-F238E27FC236}">
                <a16:creationId xmlns:a16="http://schemas.microsoft.com/office/drawing/2014/main" id="{6E7A0D5D-120C-B018-6586-E8923811367B}"/>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AB9631DE-BC2E-BAAB-6B34-EA4D637867A4}"/>
              </a:ext>
            </a:extLst>
          </p:cNvPr>
          <p:cNvSpPr>
            <a:spLocks noGrp="1"/>
          </p:cNvSpPr>
          <p:nvPr>
            <p:ph type="sldNum" sz="quarter" idx="12"/>
          </p:nvPr>
        </p:nvSpPr>
        <p:spPr/>
        <p:txBody>
          <a:bodyPr/>
          <a:lstStyle/>
          <a:p>
            <a:fld id="{38826FC0-333C-E549-9FA3-0EE43DF298A3}" type="slidenum">
              <a:rPr lang="en-US" smtClean="0"/>
              <a:pPr/>
              <a:t>28</a:t>
            </a:fld>
            <a:endParaRPr lang="en-US" dirty="0"/>
          </a:p>
        </p:txBody>
      </p:sp>
      <p:pic>
        <p:nvPicPr>
          <p:cNvPr id="3" name="Picture 2">
            <a:extLst>
              <a:ext uri="{FF2B5EF4-FFF2-40B4-BE49-F238E27FC236}">
                <a16:creationId xmlns:a16="http://schemas.microsoft.com/office/drawing/2014/main" id="{394ACEE1-74BC-B5CE-4032-A1A6BDE686D6}"/>
              </a:ext>
            </a:extLst>
          </p:cNvPr>
          <p:cNvPicPr>
            <a:picLocks noChangeAspect="1"/>
          </p:cNvPicPr>
          <p:nvPr/>
        </p:nvPicPr>
        <p:blipFill>
          <a:blip r:embed="rId2"/>
          <a:stretch>
            <a:fillRect/>
          </a:stretch>
        </p:blipFill>
        <p:spPr>
          <a:xfrm>
            <a:off x="1323688" y="1209040"/>
            <a:ext cx="8836312" cy="4693920"/>
          </a:xfrm>
          <a:prstGeom prst="rect">
            <a:avLst/>
          </a:prstGeom>
        </p:spPr>
      </p:pic>
    </p:spTree>
    <p:extLst>
      <p:ext uri="{BB962C8B-B14F-4D97-AF65-F5344CB8AC3E}">
        <p14:creationId xmlns:p14="http://schemas.microsoft.com/office/powerpoint/2010/main" val="21069562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Cognizant_2024">
  <a:themeElements>
    <a:clrScheme name="Cognizant v2">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lnSpc>
            <a:spcPct val="110000"/>
          </a:lnSpc>
          <a:spcBef>
            <a:spcPts val="600"/>
          </a:spcBef>
          <a:spcAft>
            <a:spcPts val="0"/>
          </a:spcAft>
          <a:defRPr dirty="0" err="1" smtClean="0"/>
        </a:defPPr>
      </a:lstStyle>
    </a:tx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Presentation5" id="{F5F4F051-22F0-4442-9496-654FF8745D7A}" vid="{AB62C236-C77B-4F69-B63E-3F34518FC0F1}"/>
    </a:ext>
  </a:extLst>
</a:theme>
</file>

<file path=ppt/theme/theme2.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0AD2383-F69B-DD48-B17A-5BA153F117E0}">
  <we:reference id="1f4df590-35fc-4b16-a239-39709f9d8a74" version="1.0.0.1" store="EXCatalog" storeType="EXCatalog"/>
  <we:alternateReferences>
    <we:reference id="WA104381063" version="1.0.0.1"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0056E6A9C08B24892CD7916A83F37D3" ma:contentTypeVersion="4" ma:contentTypeDescription="Create a new document." ma:contentTypeScope="" ma:versionID="b391c45433ff8120f110024922065263">
  <xsd:schema xmlns:xsd="http://www.w3.org/2001/XMLSchema" xmlns:xs="http://www.w3.org/2001/XMLSchema" xmlns:p="http://schemas.microsoft.com/office/2006/metadata/properties" xmlns:ns2="85aa0b7b-c2ff-4619-b015-c2745a4ebbba" targetNamespace="http://schemas.microsoft.com/office/2006/metadata/properties" ma:root="true" ma:fieldsID="24df3229156fdbad0d5539e05a71b6a6" ns2:_="">
    <xsd:import namespace="85aa0b7b-c2ff-4619-b015-c2745a4ebbb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5aa0b7b-c2ff-4619-b015-c2745a4ebb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3B7C277-7563-48D9-B200-95B00BA2069F}">
  <ds:schemaRefs>
    <ds:schemaRef ds:uri="http://schemas.microsoft.com/sharepoint/v3/contenttype/forms"/>
  </ds:schemaRefs>
</ds:datastoreItem>
</file>

<file path=customXml/itemProps2.xml><?xml version="1.0" encoding="utf-8"?>
<ds:datastoreItem xmlns:ds="http://schemas.openxmlformats.org/officeDocument/2006/customXml" ds:itemID="{08EFB4C7-205D-4E6A-886B-BBFFE9BD0B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5aa0b7b-c2ff-4619-b015-c2745a4ebbb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A4B404F-09F1-40CA-84E2-FD9F4E5EB219}">
  <ds:schemaRefs>
    <ds:schemaRef ds:uri="http://schemas.microsoft.com/office/2006/metadata/properties"/>
    <ds:schemaRef ds:uri="http://schemas.microsoft.com/office/infopath/2007/PartnerControls"/>
    <ds:schemaRef ds:uri="2f5cf1d1-81f3-4f99-b146-10f5cb39d018"/>
    <ds:schemaRef ds:uri="3c35e321-f73a-4dae-ae38-a0459de24735"/>
  </ds:schemaRefs>
</ds:datastoreItem>
</file>

<file path=docProps/app.xml><?xml version="1.0" encoding="utf-8"?>
<Properties xmlns="http://schemas.openxmlformats.org/officeDocument/2006/extended-properties" xmlns:vt="http://schemas.openxmlformats.org/officeDocument/2006/docPropsVTypes">
  <Template>Cog_PPT_potx_Template_2025-2027</Template>
  <TotalTime>22580</TotalTime>
  <Words>1518</Words>
  <Application>Microsoft Office PowerPoint</Application>
  <PresentationFormat>Widescreen</PresentationFormat>
  <Paragraphs>295</Paragraphs>
  <Slides>28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Comic Sans MS</vt:lpstr>
      <vt:lpstr>Tw Cen MT</vt:lpstr>
      <vt:lpstr>Cognizant_2024</vt:lpstr>
      <vt:lpstr>Types of Software Testing</vt:lpstr>
      <vt:lpstr>Types of Testing</vt:lpstr>
      <vt:lpstr>Static Testing</vt:lpstr>
      <vt:lpstr>Static Testing</vt:lpstr>
      <vt:lpstr>Review, Walkthrough &amp; Inspection</vt:lpstr>
      <vt:lpstr>Review, Walkthrough &amp; Inspection</vt:lpstr>
      <vt:lpstr>Dynamic Testing</vt:lpstr>
      <vt:lpstr>Dynamic Testing</vt:lpstr>
      <vt:lpstr>Functional Testing</vt:lpstr>
      <vt:lpstr>Functional Testing</vt:lpstr>
      <vt:lpstr>Non Functional Testing</vt:lpstr>
      <vt:lpstr>White Box Testing</vt:lpstr>
      <vt:lpstr>Black Box Testing</vt:lpstr>
      <vt:lpstr>Black Box &amp; White Box Testing</vt:lpstr>
      <vt:lpstr>Levels of Testing</vt:lpstr>
      <vt:lpstr>Levels of Testing – System Testing</vt:lpstr>
      <vt:lpstr>GUI Testing</vt:lpstr>
      <vt:lpstr>Usability Testing</vt:lpstr>
      <vt:lpstr>Regression Testing</vt:lpstr>
      <vt:lpstr>Retesting</vt:lpstr>
      <vt:lpstr>Exploratory Testing</vt:lpstr>
      <vt:lpstr>Ad-hoc Testing</vt:lpstr>
      <vt:lpstr>Monkey Testing</vt:lpstr>
      <vt:lpstr>Positive &amp; Negative Testing</vt:lpstr>
      <vt:lpstr>End to End Testing</vt:lpstr>
      <vt:lpstr>Localization &amp; Globalization/Internationalization(I18N) testing</vt:lpstr>
      <vt:lpstr>QA, QC and QE</vt:lpstr>
      <vt:lpstr>QA, QC and QE</vt:lpstr>
    </vt:vector>
  </TitlesOfParts>
  <Manager/>
  <Company>Cognizant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Mohan, Poornima Swarna (Cognizant)</dc:creator>
  <cp:keywords/>
  <dc:description/>
  <cp:lastModifiedBy>Venu, Yejjavarapu (Cognizant)</cp:lastModifiedBy>
  <cp:revision>10</cp:revision>
  <dcterms:created xsi:type="dcterms:W3CDTF">2025-09-17T08:32:50Z</dcterms:created>
  <dcterms:modified xsi:type="dcterms:W3CDTF">2026-01-11T10:01:18Z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0x01010030056E6A9C08B24892CD7916A83F37D3</vt:lpwstr>
  </property>
  <property fmtid="{D5CDD505-2E9C-101B-9397-08002B2CF9AE}" pid="3" name="MediaServiceImageTags">
    <vt:lpwstr/>
  </property>
  <property fmtid="{D5CDD505-2E9C-101B-9397-08002B2CF9AE}" pid="4" name="Geography">
    <vt:lpwstr/>
  </property>
  <property fmtid="{D5CDD505-2E9C-101B-9397-08002B2CF9AE}" pid="5" name="Business">
    <vt:lpwstr/>
  </property>
  <property fmtid="{D5CDD505-2E9C-101B-9397-08002B2CF9AE}" pid="6" name="Topics">
    <vt:lpwstr/>
  </property>
</Properties>
</file>