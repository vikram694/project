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0"/>
  </p:notesMasterIdLst>
  <p:handoutMasterIdLst>
    <p:handoutMasterId r:id="rId21"/>
  </p:handoutMasterIdLst>
  <p:sldIdLst>
    <p:sldId id="2147479184" r:id="rId5"/>
    <p:sldId id="2147479217" r:id="rId6"/>
    <p:sldId id="2147479218" r:id="rId7"/>
    <p:sldId id="2147479219" r:id="rId8"/>
    <p:sldId id="2147479220" r:id="rId9"/>
    <p:sldId id="2147479221" r:id="rId10"/>
    <p:sldId id="2147479222" r:id="rId11"/>
    <p:sldId id="2147479223" r:id="rId12"/>
    <p:sldId id="2147479224" r:id="rId13"/>
    <p:sldId id="2147479225" r:id="rId14"/>
    <p:sldId id="2147479228" r:id="rId15"/>
    <p:sldId id="2147479226" r:id="rId16"/>
    <p:sldId id="2147479227" r:id="rId17"/>
    <p:sldId id="2147479229" r:id="rId18"/>
    <p:sldId id="214747923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D2645A-BEFE-40F2-8A0D-CA1746D16A7D}" v="71" dt="2025-12-19T09:49:38.343"/>
    <p1510:client id="{C8EE4C35-376E-4604-9B0C-3086594709FB}" v="73" dt="2025-12-18T10:53:50.783"/>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undo custSel addSld delSld modSld sldOrd">
      <pc:chgData name="Mohan, Poornima Swarna (Cognizant)" userId="36824357-ffbd-40a5-b000-b82d0f7dca89" providerId="ADAL" clId="{BB20CA10-5FC3-4CCD-8518-89B0931CAB48}" dt="2025-12-19T09:53:46.282" v="2418" actId="20577"/>
      <pc:docMkLst>
        <pc:docMk/>
      </pc:docMkLst>
      <pc:sldChg chg="modSp mod">
        <pc:chgData name="Mohan, Poornima Swarna (Cognizant)" userId="36824357-ffbd-40a5-b000-b82d0f7dca89" providerId="ADAL" clId="{BB20CA10-5FC3-4CCD-8518-89B0931CAB48}" dt="2025-12-18T11:15:18.251" v="1907" actId="20577"/>
        <pc:sldMkLst>
          <pc:docMk/>
          <pc:sldMk cId="2713534842" sldId="2147479184"/>
        </pc:sldMkLst>
        <pc:spChg chg="mod">
          <ac:chgData name="Mohan, Poornima Swarna (Cognizant)" userId="36824357-ffbd-40a5-b000-b82d0f7dca89" providerId="ADAL" clId="{BB20CA10-5FC3-4CCD-8518-89B0931CAB48}" dt="2025-12-18T11:15:18.251" v="1907" actId="20577"/>
          <ac:spMkLst>
            <pc:docMk/>
            <pc:sldMk cId="2713534842" sldId="2147479184"/>
            <ac:spMk id="5" creationId="{09D9EB17-9965-3523-3F99-EF5E53642703}"/>
          </ac:spMkLst>
        </pc:spChg>
      </pc:sldChg>
      <pc:sldChg chg="addSp delSp modSp mod">
        <pc:chgData name="Mohan, Poornima Swarna (Cognizant)" userId="36824357-ffbd-40a5-b000-b82d0f7dca89" providerId="ADAL" clId="{BB20CA10-5FC3-4CCD-8518-89B0931CAB48}" dt="2025-12-18T11:23:23.677" v="2018" actId="207"/>
        <pc:sldMkLst>
          <pc:docMk/>
          <pc:sldMk cId="1241736782" sldId="2147479217"/>
        </pc:sldMkLst>
        <pc:spChg chg="mod">
          <ac:chgData name="Mohan, Poornima Swarna (Cognizant)" userId="36824357-ffbd-40a5-b000-b82d0f7dca89" providerId="ADAL" clId="{BB20CA10-5FC3-4CCD-8518-89B0931CAB48}" dt="2025-12-18T11:20:14.505" v="1941" actId="20577"/>
          <ac:spMkLst>
            <pc:docMk/>
            <pc:sldMk cId="1241736782" sldId="2147479217"/>
            <ac:spMk id="2" creationId="{0A7F37D4-D953-972F-D24F-C5EDF1AFF8B6}"/>
          </ac:spMkLst>
        </pc:spChg>
        <pc:spChg chg="add del mod">
          <ac:chgData name="Mohan, Poornima Swarna (Cognizant)" userId="36824357-ffbd-40a5-b000-b82d0f7dca89" providerId="ADAL" clId="{BB20CA10-5FC3-4CCD-8518-89B0931CAB48}" dt="2025-12-18T06:14:26.289" v="807" actId="478"/>
          <ac:spMkLst>
            <pc:docMk/>
            <pc:sldMk cId="1241736782" sldId="2147479217"/>
            <ac:spMk id="6" creationId="{86F7D80E-EEFA-7ADF-2591-CA2E66281388}"/>
          </ac:spMkLst>
        </pc:spChg>
        <pc:spChg chg="add del mod">
          <ac:chgData name="Mohan, Poornima Swarna (Cognizant)" userId="36824357-ffbd-40a5-b000-b82d0f7dca89" providerId="ADAL" clId="{BB20CA10-5FC3-4CCD-8518-89B0931CAB48}" dt="2025-12-18T11:15:38.980" v="1937" actId="478"/>
          <ac:spMkLst>
            <pc:docMk/>
            <pc:sldMk cId="1241736782" sldId="2147479217"/>
            <ac:spMk id="6" creationId="{95B92E28-7088-D584-13FC-3F2895791DD4}"/>
          </ac:spMkLst>
        </pc:spChg>
        <pc:spChg chg="add del mod">
          <ac:chgData name="Mohan, Poornima Swarna (Cognizant)" userId="36824357-ffbd-40a5-b000-b82d0f7dca89" providerId="ADAL" clId="{BB20CA10-5FC3-4CCD-8518-89B0931CAB48}" dt="2025-12-18T11:15:36.612" v="1936" actId="478"/>
          <ac:spMkLst>
            <pc:docMk/>
            <pc:sldMk cId="1241736782" sldId="2147479217"/>
            <ac:spMk id="7" creationId="{B57DBCFF-35FB-7883-327B-D0EFF7A3F6EE}"/>
          </ac:spMkLst>
        </pc:spChg>
        <pc:spChg chg="del">
          <ac:chgData name="Mohan, Poornima Swarna (Cognizant)" userId="36824357-ffbd-40a5-b000-b82d0f7dca89" providerId="ADAL" clId="{BB20CA10-5FC3-4CCD-8518-89B0931CAB48}" dt="2025-12-18T06:14:24.171" v="806" actId="478"/>
          <ac:spMkLst>
            <pc:docMk/>
            <pc:sldMk cId="1241736782" sldId="2147479217"/>
            <ac:spMk id="8" creationId="{3DBEEA34-7D75-BCBD-D659-8AA108AAEFF5}"/>
          </ac:spMkLst>
        </pc:spChg>
        <pc:spChg chg="add del mod">
          <ac:chgData name="Mohan, Poornima Swarna (Cognizant)" userId="36824357-ffbd-40a5-b000-b82d0f7dca89" providerId="ADAL" clId="{BB20CA10-5FC3-4CCD-8518-89B0931CAB48}" dt="2025-12-18T11:15:36.612" v="1936" actId="478"/>
          <ac:spMkLst>
            <pc:docMk/>
            <pc:sldMk cId="1241736782" sldId="2147479217"/>
            <ac:spMk id="9" creationId="{1B2F9BCC-E3A7-8054-2889-C072A2A3BD8C}"/>
          </ac:spMkLst>
        </pc:spChg>
        <pc:spChg chg="add del">
          <ac:chgData name="Mohan, Poornima Swarna (Cognizant)" userId="36824357-ffbd-40a5-b000-b82d0f7dca89" providerId="ADAL" clId="{BB20CA10-5FC3-4CCD-8518-89B0931CAB48}" dt="2025-12-18T11:20:30.467" v="1943" actId="478"/>
          <ac:spMkLst>
            <pc:docMk/>
            <pc:sldMk cId="1241736782" sldId="2147479217"/>
            <ac:spMk id="10" creationId="{8DA45EA4-3716-06AA-F56E-B25FFAE16052}"/>
          </ac:spMkLst>
        </pc:spChg>
        <pc:spChg chg="add mod">
          <ac:chgData name="Mohan, Poornima Swarna (Cognizant)" userId="36824357-ffbd-40a5-b000-b82d0f7dca89" providerId="ADAL" clId="{BB20CA10-5FC3-4CCD-8518-89B0931CAB48}" dt="2025-12-18T06:15:30.019" v="856"/>
          <ac:spMkLst>
            <pc:docMk/>
            <pc:sldMk cId="1241736782" sldId="2147479217"/>
            <ac:spMk id="10" creationId="{AE025BBE-90C9-DD9F-B6A4-2EE53B74E206}"/>
          </ac:spMkLst>
        </pc:spChg>
        <pc:spChg chg="add">
          <ac:chgData name="Mohan, Poornima Swarna (Cognizant)" userId="36824357-ffbd-40a5-b000-b82d0f7dca89" providerId="ADAL" clId="{BB20CA10-5FC3-4CCD-8518-89B0931CAB48}" dt="2025-12-18T11:20:30.991" v="1944"/>
          <ac:spMkLst>
            <pc:docMk/>
            <pc:sldMk cId="1241736782" sldId="2147479217"/>
            <ac:spMk id="11" creationId="{5047B879-3C4B-AEA7-CAA6-6412D38E91F0}"/>
          </ac:spMkLst>
        </pc:spChg>
        <pc:spChg chg="add">
          <ac:chgData name="Mohan, Poornima Swarna (Cognizant)" userId="36824357-ffbd-40a5-b000-b82d0f7dca89" providerId="ADAL" clId="{BB20CA10-5FC3-4CCD-8518-89B0931CAB48}" dt="2025-12-18T11:20:33.593" v="1945"/>
          <ac:spMkLst>
            <pc:docMk/>
            <pc:sldMk cId="1241736782" sldId="2147479217"/>
            <ac:spMk id="12" creationId="{6AB55800-741D-802C-091E-C2FE66F873C3}"/>
          </ac:spMkLst>
        </pc:spChg>
        <pc:spChg chg="add mod">
          <ac:chgData name="Mohan, Poornima Swarna (Cognizant)" userId="36824357-ffbd-40a5-b000-b82d0f7dca89" providerId="ADAL" clId="{BB20CA10-5FC3-4CCD-8518-89B0931CAB48}" dt="2025-12-18T11:23:23.677" v="2018" actId="207"/>
          <ac:spMkLst>
            <pc:docMk/>
            <pc:sldMk cId="1241736782" sldId="2147479217"/>
            <ac:spMk id="14" creationId="{30AFDD62-F6D6-19A4-3AB0-70F3DB562ADD}"/>
          </ac:spMkLst>
        </pc:spChg>
        <pc:spChg chg="del">
          <ac:chgData name="Mohan, Poornima Swarna (Cognizant)" userId="36824357-ffbd-40a5-b000-b82d0f7dca89" providerId="ADAL" clId="{BB20CA10-5FC3-4CCD-8518-89B0931CAB48}" dt="2025-12-18T06:14:24.171" v="806" actId="478"/>
          <ac:spMkLst>
            <pc:docMk/>
            <pc:sldMk cId="1241736782" sldId="2147479217"/>
            <ac:spMk id="15" creationId="{5D5F7023-F173-A670-86E6-4456425B6598}"/>
          </ac:spMkLst>
        </pc:spChg>
      </pc:sldChg>
      <pc:sldChg chg="del">
        <pc:chgData name="Mohan, Poornima Swarna (Cognizant)" userId="36824357-ffbd-40a5-b000-b82d0f7dca89" providerId="ADAL" clId="{BB20CA10-5FC3-4CCD-8518-89B0931CAB48}" dt="2025-12-18T06:14:17.679" v="786" actId="47"/>
        <pc:sldMkLst>
          <pc:docMk/>
          <pc:sldMk cId="469877651" sldId="2147479218"/>
        </pc:sldMkLst>
      </pc:sldChg>
      <pc:sldChg chg="addSp delSp modSp add mod">
        <pc:chgData name="Mohan, Poornima Swarna (Cognizant)" userId="36824357-ffbd-40a5-b000-b82d0f7dca89" providerId="ADAL" clId="{BB20CA10-5FC3-4CCD-8518-89B0931CAB48}" dt="2025-12-18T11:25:22.757" v="2079" actId="207"/>
        <pc:sldMkLst>
          <pc:docMk/>
          <pc:sldMk cId="2076785876" sldId="2147479218"/>
        </pc:sldMkLst>
        <pc:spChg chg="mod">
          <ac:chgData name="Mohan, Poornima Swarna (Cognizant)" userId="36824357-ffbd-40a5-b000-b82d0f7dca89" providerId="ADAL" clId="{BB20CA10-5FC3-4CCD-8518-89B0931CAB48}" dt="2025-12-18T11:24:12.239" v="2044" actId="20577"/>
          <ac:spMkLst>
            <pc:docMk/>
            <pc:sldMk cId="2076785876" sldId="2147479218"/>
            <ac:spMk id="2" creationId="{03F85FEF-5A9A-575C-B712-A50DFC1B4EC7}"/>
          </ac:spMkLst>
        </pc:spChg>
        <pc:spChg chg="add">
          <ac:chgData name="Mohan, Poornima Swarna (Cognizant)" userId="36824357-ffbd-40a5-b000-b82d0f7dca89" providerId="ADAL" clId="{BB20CA10-5FC3-4CCD-8518-89B0931CAB48}" dt="2025-12-18T11:24:28.526" v="2045"/>
          <ac:spMkLst>
            <pc:docMk/>
            <pc:sldMk cId="2076785876" sldId="2147479218"/>
            <ac:spMk id="3" creationId="{905F8047-7D84-4956-61EF-31E2A7D2C207}"/>
          </ac:spMkLst>
        </pc:spChg>
        <pc:spChg chg="add">
          <ac:chgData name="Mohan, Poornima Swarna (Cognizant)" userId="36824357-ffbd-40a5-b000-b82d0f7dca89" providerId="ADAL" clId="{BB20CA10-5FC3-4CCD-8518-89B0931CAB48}" dt="2025-12-18T11:24:33.162" v="2047"/>
          <ac:spMkLst>
            <pc:docMk/>
            <pc:sldMk cId="2076785876" sldId="2147479218"/>
            <ac:spMk id="6" creationId="{BAF3EC16-BD3E-704F-752A-3E53A8B06196}"/>
          </ac:spMkLst>
        </pc:spChg>
        <pc:spChg chg="add mod">
          <ac:chgData name="Mohan, Poornima Swarna (Cognizant)" userId="36824357-ffbd-40a5-b000-b82d0f7dca89" providerId="ADAL" clId="{BB20CA10-5FC3-4CCD-8518-89B0931CAB48}" dt="2025-12-18T11:25:22.757" v="2079" actId="207"/>
          <ac:spMkLst>
            <pc:docMk/>
            <pc:sldMk cId="2076785876" sldId="2147479218"/>
            <ac:spMk id="8" creationId="{5D4A4A50-0FE0-2C89-4343-3BCAF64F249F}"/>
          </ac:spMkLst>
        </pc:spChg>
        <pc:spChg chg="del">
          <ac:chgData name="Mohan, Poornima Swarna (Cognizant)" userId="36824357-ffbd-40a5-b000-b82d0f7dca89" providerId="ADAL" clId="{BB20CA10-5FC3-4CCD-8518-89B0931CAB48}" dt="2025-12-18T11:24:32.409" v="2046" actId="478"/>
          <ac:spMkLst>
            <pc:docMk/>
            <pc:sldMk cId="2076785876" sldId="2147479218"/>
            <ac:spMk id="14" creationId="{6ED84900-ED99-7204-B4C0-4E98EB38B77B}"/>
          </ac:spMkLst>
        </pc:spChg>
      </pc:sldChg>
      <pc:sldChg chg="addSp delSp modSp add del mod">
        <pc:chgData name="Mohan, Poornima Swarna (Cognizant)" userId="36824357-ffbd-40a5-b000-b82d0f7dca89" providerId="ADAL" clId="{BB20CA10-5FC3-4CCD-8518-89B0931CAB48}" dt="2025-12-18T11:15:25.444" v="1908" actId="47"/>
        <pc:sldMkLst>
          <pc:docMk/>
          <pc:sldMk cId="2903056107" sldId="2147479218"/>
        </pc:sldMkLst>
        <pc:spChg chg="mod">
          <ac:chgData name="Mohan, Poornima Swarna (Cognizant)" userId="36824357-ffbd-40a5-b000-b82d0f7dca89" providerId="ADAL" clId="{BB20CA10-5FC3-4CCD-8518-89B0931CAB48}" dt="2025-12-18T06:16:08.721" v="871" actId="20577"/>
          <ac:spMkLst>
            <pc:docMk/>
            <pc:sldMk cId="2903056107" sldId="2147479218"/>
            <ac:spMk id="2" creationId="{9C56208F-F286-4FDE-7373-44BA6C4C339D}"/>
          </ac:spMkLst>
        </pc:spChg>
        <pc:spChg chg="add del mod">
          <ac:chgData name="Mohan, Poornima Swarna (Cognizant)" userId="36824357-ffbd-40a5-b000-b82d0f7dca89" providerId="ADAL" clId="{BB20CA10-5FC3-4CCD-8518-89B0931CAB48}" dt="2025-12-18T06:15:57.315" v="859" actId="478"/>
          <ac:spMkLst>
            <pc:docMk/>
            <pc:sldMk cId="2903056107" sldId="2147479218"/>
            <ac:spMk id="6" creationId="{1CDC7D3C-8E0B-E223-F7D6-130243F2855C}"/>
          </ac:spMkLst>
        </pc:spChg>
        <pc:spChg chg="del">
          <ac:chgData name="Mohan, Poornima Swarna (Cognizant)" userId="36824357-ffbd-40a5-b000-b82d0f7dca89" providerId="ADAL" clId="{BB20CA10-5FC3-4CCD-8518-89B0931CAB48}" dt="2025-12-18T06:15:36.517" v="858" actId="478"/>
          <ac:spMkLst>
            <pc:docMk/>
            <pc:sldMk cId="2903056107" sldId="2147479218"/>
            <ac:spMk id="7" creationId="{7F3BF5CA-FAFA-5A38-65BE-66AF69915F73}"/>
          </ac:spMkLst>
        </pc:spChg>
        <pc:spChg chg="del">
          <ac:chgData name="Mohan, Poornima Swarna (Cognizant)" userId="36824357-ffbd-40a5-b000-b82d0f7dca89" providerId="ADAL" clId="{BB20CA10-5FC3-4CCD-8518-89B0931CAB48}" dt="2025-12-18T06:15:36.517" v="858" actId="478"/>
          <ac:spMkLst>
            <pc:docMk/>
            <pc:sldMk cId="2903056107" sldId="2147479218"/>
            <ac:spMk id="9" creationId="{D0178E40-FB0D-264F-2BA6-30604D4BC8F4}"/>
          </ac:spMkLst>
        </pc:spChg>
        <pc:spChg chg="add mod">
          <ac:chgData name="Mohan, Poornima Swarna (Cognizant)" userId="36824357-ffbd-40a5-b000-b82d0f7dca89" providerId="ADAL" clId="{BB20CA10-5FC3-4CCD-8518-89B0931CAB48}" dt="2025-12-18T06:17:37.006" v="876" actId="1076"/>
          <ac:spMkLst>
            <pc:docMk/>
            <pc:sldMk cId="2903056107" sldId="2147479218"/>
            <ac:spMk id="10" creationId="{A6A069B0-3209-D673-7ABE-E2113315D525}"/>
          </ac:spMkLst>
        </pc:spChg>
        <pc:spChg chg="add mod">
          <ac:chgData name="Mohan, Poornima Swarna (Cognizant)" userId="36824357-ffbd-40a5-b000-b82d0f7dca89" providerId="ADAL" clId="{BB20CA10-5FC3-4CCD-8518-89B0931CAB48}" dt="2025-12-18T06:17:01.895" v="875" actId="2711"/>
          <ac:spMkLst>
            <pc:docMk/>
            <pc:sldMk cId="2903056107" sldId="2147479218"/>
            <ac:spMk id="12" creationId="{59604817-8E18-530F-D140-3F82966AC6F1}"/>
          </ac:spMkLst>
        </pc:spChg>
        <pc:spChg chg="add mod ord">
          <ac:chgData name="Mohan, Poornima Swarna (Cognizant)" userId="36824357-ffbd-40a5-b000-b82d0f7dca89" providerId="ADAL" clId="{BB20CA10-5FC3-4CCD-8518-89B0931CAB48}" dt="2025-12-18T06:19:25.416" v="900" actId="1037"/>
          <ac:spMkLst>
            <pc:docMk/>
            <pc:sldMk cId="2903056107" sldId="2147479218"/>
            <ac:spMk id="14" creationId="{EED79F38-8F41-719E-D8C0-E4F33D0E6483}"/>
          </ac:spMkLst>
        </pc:spChg>
        <pc:spChg chg="add mod">
          <ac:chgData name="Mohan, Poornima Swarna (Cognizant)" userId="36824357-ffbd-40a5-b000-b82d0f7dca89" providerId="ADAL" clId="{BB20CA10-5FC3-4CCD-8518-89B0931CAB48}" dt="2025-12-18T06:19:07.189" v="891" actId="14100"/>
          <ac:spMkLst>
            <pc:docMk/>
            <pc:sldMk cId="2903056107" sldId="2147479218"/>
            <ac:spMk id="15" creationId="{DA0C809C-D4C7-703F-E634-277C321386D8}"/>
          </ac:spMkLst>
        </pc:spChg>
        <pc:spChg chg="add mod">
          <ac:chgData name="Mohan, Poornima Swarna (Cognizant)" userId="36824357-ffbd-40a5-b000-b82d0f7dca89" providerId="ADAL" clId="{BB20CA10-5FC3-4CCD-8518-89B0931CAB48}" dt="2025-12-18T06:19:52.502" v="906" actId="1076"/>
          <ac:spMkLst>
            <pc:docMk/>
            <pc:sldMk cId="2903056107" sldId="2147479218"/>
            <ac:spMk id="17" creationId="{2CE32766-91BB-260D-A916-3B8F7441DCF8}"/>
          </ac:spMkLst>
        </pc:spChg>
      </pc:sldChg>
      <pc:sldChg chg="addSp delSp modSp add mod">
        <pc:chgData name="Mohan, Poornima Swarna (Cognizant)" userId="36824357-ffbd-40a5-b000-b82d0f7dca89" providerId="ADAL" clId="{BB20CA10-5FC3-4CCD-8518-89B0931CAB48}" dt="2025-12-18T11:32:21.426" v="2174" actId="20577"/>
        <pc:sldMkLst>
          <pc:docMk/>
          <pc:sldMk cId="1186226108" sldId="2147479219"/>
        </pc:sldMkLst>
        <pc:spChg chg="mod">
          <ac:chgData name="Mohan, Poornima Swarna (Cognizant)" userId="36824357-ffbd-40a5-b000-b82d0f7dca89" providerId="ADAL" clId="{BB20CA10-5FC3-4CCD-8518-89B0931CAB48}" dt="2025-12-18T11:25:32.098" v="2080"/>
          <ac:spMkLst>
            <pc:docMk/>
            <pc:sldMk cId="1186226108" sldId="2147479219"/>
            <ac:spMk id="2" creationId="{B87D0DAE-E095-BA11-ABA2-51B831D52D7E}"/>
          </ac:spMkLst>
        </pc:spChg>
        <pc:spChg chg="add mod">
          <ac:chgData name="Mohan, Poornima Swarna (Cognizant)" userId="36824357-ffbd-40a5-b000-b82d0f7dca89" providerId="ADAL" clId="{BB20CA10-5FC3-4CCD-8518-89B0931CAB48}" dt="2025-12-18T11:25:46.431" v="2083" actId="2711"/>
          <ac:spMkLst>
            <pc:docMk/>
            <pc:sldMk cId="1186226108" sldId="2147479219"/>
            <ac:spMk id="6" creationId="{EADB3B7E-6695-8639-C9C4-3EE357A2C154}"/>
          </ac:spMkLst>
        </pc:spChg>
        <pc:spChg chg="add">
          <ac:chgData name="Mohan, Poornima Swarna (Cognizant)" userId="36824357-ffbd-40a5-b000-b82d0f7dca89" providerId="ADAL" clId="{BB20CA10-5FC3-4CCD-8518-89B0931CAB48}" dt="2025-12-18T11:26:00.457" v="2085"/>
          <ac:spMkLst>
            <pc:docMk/>
            <pc:sldMk cId="1186226108" sldId="2147479219"/>
            <ac:spMk id="7" creationId="{0CD6EC12-2B4A-0EE1-86C4-75C6C76F6B24}"/>
          </ac:spMkLst>
        </pc:spChg>
        <pc:spChg chg="add mod">
          <ac:chgData name="Mohan, Poornima Swarna (Cognizant)" userId="36824357-ffbd-40a5-b000-b82d0f7dca89" providerId="ADAL" clId="{BB20CA10-5FC3-4CCD-8518-89B0931CAB48}" dt="2025-12-18T11:32:07.235" v="2152" actId="1076"/>
          <ac:spMkLst>
            <pc:docMk/>
            <pc:sldMk cId="1186226108" sldId="2147479219"/>
            <ac:spMk id="9" creationId="{0D811681-03D9-D791-1FFB-574CF3F7315E}"/>
          </ac:spMkLst>
        </pc:spChg>
        <pc:spChg chg="add mod">
          <ac:chgData name="Mohan, Poornima Swarna (Cognizant)" userId="36824357-ffbd-40a5-b000-b82d0f7dca89" providerId="ADAL" clId="{BB20CA10-5FC3-4CCD-8518-89B0931CAB48}" dt="2025-12-18T11:32:03.541" v="2151" actId="1076"/>
          <ac:spMkLst>
            <pc:docMk/>
            <pc:sldMk cId="1186226108" sldId="2147479219"/>
            <ac:spMk id="11" creationId="{24577F2A-C205-372F-799C-D6B27FD7F34A}"/>
          </ac:spMkLst>
        </pc:spChg>
        <pc:spChg chg="add mod">
          <ac:chgData name="Mohan, Poornima Swarna (Cognizant)" userId="36824357-ffbd-40a5-b000-b82d0f7dca89" providerId="ADAL" clId="{BB20CA10-5FC3-4CCD-8518-89B0931CAB48}" dt="2025-12-18T11:32:21.426" v="2174" actId="20577"/>
          <ac:spMkLst>
            <pc:docMk/>
            <pc:sldMk cId="1186226108" sldId="2147479219"/>
            <ac:spMk id="12" creationId="{EFCA97FB-D0C5-80F0-E0E0-DF9C14260D08}"/>
          </ac:spMkLst>
        </pc:spChg>
        <pc:spChg chg="del">
          <ac:chgData name="Mohan, Poornima Swarna (Cognizant)" userId="36824357-ffbd-40a5-b000-b82d0f7dca89" providerId="ADAL" clId="{BB20CA10-5FC3-4CCD-8518-89B0931CAB48}" dt="2025-12-18T11:25:52.086" v="2084" actId="478"/>
          <ac:spMkLst>
            <pc:docMk/>
            <pc:sldMk cId="1186226108" sldId="2147479219"/>
            <ac:spMk id="14" creationId="{5020DD08-D7CF-0A1F-000B-061EE942F73F}"/>
          </ac:spMkLst>
        </pc:spChg>
      </pc:sldChg>
      <pc:sldChg chg="addSp delSp modSp del mod">
        <pc:chgData name="Mohan, Poornima Swarna (Cognizant)" userId="36824357-ffbd-40a5-b000-b82d0f7dca89" providerId="ADAL" clId="{BB20CA10-5FC3-4CCD-8518-89B0931CAB48}" dt="2025-12-18T06:14:18.002" v="788" actId="47"/>
        <pc:sldMkLst>
          <pc:docMk/>
          <pc:sldMk cId="2308422263" sldId="2147479219"/>
        </pc:sldMkLst>
      </pc:sldChg>
      <pc:sldChg chg="addSp delSp modSp add del mod">
        <pc:chgData name="Mohan, Poornima Swarna (Cognizant)" userId="36824357-ffbd-40a5-b000-b82d0f7dca89" providerId="ADAL" clId="{BB20CA10-5FC3-4CCD-8518-89B0931CAB48}" dt="2025-12-18T11:15:25.634" v="1909" actId="47"/>
        <pc:sldMkLst>
          <pc:docMk/>
          <pc:sldMk cId="2410070221" sldId="2147479219"/>
        </pc:sldMkLst>
        <pc:spChg chg="add mod">
          <ac:chgData name="Mohan, Poornima Swarna (Cognizant)" userId="36824357-ffbd-40a5-b000-b82d0f7dca89" providerId="ADAL" clId="{BB20CA10-5FC3-4CCD-8518-89B0931CAB48}" dt="2025-12-18T06:22:45.542" v="917" actId="2711"/>
          <ac:spMkLst>
            <pc:docMk/>
            <pc:sldMk cId="2410070221" sldId="2147479219"/>
            <ac:spMk id="6" creationId="{B43128E3-AD59-FBED-4767-067CB498B80D}"/>
          </ac:spMkLst>
        </pc:spChg>
        <pc:spChg chg="del">
          <ac:chgData name="Mohan, Poornima Swarna (Cognizant)" userId="36824357-ffbd-40a5-b000-b82d0f7dca89" providerId="ADAL" clId="{BB20CA10-5FC3-4CCD-8518-89B0931CAB48}" dt="2025-12-18T06:20:15.481" v="908" actId="478"/>
          <ac:spMkLst>
            <pc:docMk/>
            <pc:sldMk cId="2410070221" sldId="2147479219"/>
            <ac:spMk id="10" creationId="{6E417AF3-A82D-D7BA-3F28-F3E4C0A9D356}"/>
          </ac:spMkLst>
        </pc:spChg>
        <pc:spChg chg="del">
          <ac:chgData name="Mohan, Poornima Swarna (Cognizant)" userId="36824357-ffbd-40a5-b000-b82d0f7dca89" providerId="ADAL" clId="{BB20CA10-5FC3-4CCD-8518-89B0931CAB48}" dt="2025-12-18T06:20:15.481" v="908" actId="478"/>
          <ac:spMkLst>
            <pc:docMk/>
            <pc:sldMk cId="2410070221" sldId="2147479219"/>
            <ac:spMk id="12" creationId="{EED3B09B-F60E-DD5B-4934-6FD4F70DA69F}"/>
          </ac:spMkLst>
        </pc:spChg>
        <pc:spChg chg="del">
          <ac:chgData name="Mohan, Poornima Swarna (Cognizant)" userId="36824357-ffbd-40a5-b000-b82d0f7dca89" providerId="ADAL" clId="{BB20CA10-5FC3-4CCD-8518-89B0931CAB48}" dt="2025-12-18T06:20:15.481" v="908" actId="478"/>
          <ac:spMkLst>
            <pc:docMk/>
            <pc:sldMk cId="2410070221" sldId="2147479219"/>
            <ac:spMk id="14" creationId="{5365851B-DA4F-723D-73C7-8F57705A615B}"/>
          </ac:spMkLst>
        </pc:spChg>
        <pc:spChg chg="del">
          <ac:chgData name="Mohan, Poornima Swarna (Cognizant)" userId="36824357-ffbd-40a5-b000-b82d0f7dca89" providerId="ADAL" clId="{BB20CA10-5FC3-4CCD-8518-89B0931CAB48}" dt="2025-12-18T06:20:15.481" v="908" actId="478"/>
          <ac:spMkLst>
            <pc:docMk/>
            <pc:sldMk cId="2410070221" sldId="2147479219"/>
            <ac:spMk id="15" creationId="{EB3BC5E7-280A-984F-59C7-940EEAB58FAD}"/>
          </ac:spMkLst>
        </pc:spChg>
        <pc:spChg chg="add mod">
          <ac:chgData name="Mohan, Poornima Swarna (Cognizant)" userId="36824357-ffbd-40a5-b000-b82d0f7dca89" providerId="ADAL" clId="{BB20CA10-5FC3-4CCD-8518-89B0931CAB48}" dt="2025-12-18T06:50:13.221" v="1126" actId="1076"/>
          <ac:spMkLst>
            <pc:docMk/>
            <pc:sldMk cId="2410070221" sldId="2147479219"/>
            <ac:spMk id="16" creationId="{328A1A45-B11C-36F0-C438-29705F7E8FCA}"/>
          </ac:spMkLst>
        </pc:spChg>
        <pc:spChg chg="del">
          <ac:chgData name="Mohan, Poornima Swarna (Cognizant)" userId="36824357-ffbd-40a5-b000-b82d0f7dca89" providerId="ADAL" clId="{BB20CA10-5FC3-4CCD-8518-89B0931CAB48}" dt="2025-12-18T06:20:15.481" v="908" actId="478"/>
          <ac:spMkLst>
            <pc:docMk/>
            <pc:sldMk cId="2410070221" sldId="2147479219"/>
            <ac:spMk id="17" creationId="{0EA0D13E-366F-9A6F-1B03-43A14467D2B7}"/>
          </ac:spMkLst>
        </pc:spChg>
        <pc:spChg chg="add mod">
          <ac:chgData name="Mohan, Poornima Swarna (Cognizant)" userId="36824357-ffbd-40a5-b000-b82d0f7dca89" providerId="ADAL" clId="{BB20CA10-5FC3-4CCD-8518-89B0931CAB48}" dt="2025-12-18T06:50:01.070" v="1122" actId="207"/>
          <ac:spMkLst>
            <pc:docMk/>
            <pc:sldMk cId="2410070221" sldId="2147479219"/>
            <ac:spMk id="19" creationId="{6E404874-A54C-CF14-E7FA-5B6CD2F5A494}"/>
          </ac:spMkLst>
        </pc:spChg>
        <pc:spChg chg="add mod">
          <ac:chgData name="Mohan, Poornima Swarna (Cognizant)" userId="36824357-ffbd-40a5-b000-b82d0f7dca89" providerId="ADAL" clId="{BB20CA10-5FC3-4CCD-8518-89B0931CAB48}" dt="2025-12-18T06:50:10.892" v="1125" actId="207"/>
          <ac:spMkLst>
            <pc:docMk/>
            <pc:sldMk cId="2410070221" sldId="2147479219"/>
            <ac:spMk id="21" creationId="{0F8A587D-74CB-74FF-0997-7D5969027CA3}"/>
          </ac:spMkLst>
        </pc:spChg>
        <pc:picChg chg="add del mod">
          <ac:chgData name="Mohan, Poornima Swarna (Cognizant)" userId="36824357-ffbd-40a5-b000-b82d0f7dca89" providerId="ADAL" clId="{BB20CA10-5FC3-4CCD-8518-89B0931CAB48}" dt="2025-12-18T06:49:51.978" v="1118" actId="478"/>
          <ac:picMkLst>
            <pc:docMk/>
            <pc:sldMk cId="2410070221" sldId="2147479219"/>
            <ac:picMk id="8" creationId="{C14FE564-6DF8-6015-B3EF-6839CDB1DD29}"/>
          </ac:picMkLst>
        </pc:picChg>
        <pc:picChg chg="add del mod">
          <ac:chgData name="Mohan, Poornima Swarna (Cognizant)" userId="36824357-ffbd-40a5-b000-b82d0f7dca89" providerId="ADAL" clId="{BB20CA10-5FC3-4CCD-8518-89B0931CAB48}" dt="2025-12-18T06:49:57.268" v="1121" actId="478"/>
          <ac:picMkLst>
            <pc:docMk/>
            <pc:sldMk cId="2410070221" sldId="2147479219"/>
            <ac:picMk id="11" creationId="{C4ED1304-5F21-E5A9-41CC-08001A28A258}"/>
          </ac:picMkLst>
        </pc:picChg>
      </pc:sldChg>
      <pc:sldChg chg="addSp delSp modSp add del mod">
        <pc:chgData name="Mohan, Poornima Swarna (Cognizant)" userId="36824357-ffbd-40a5-b000-b82d0f7dca89" providerId="ADAL" clId="{BB20CA10-5FC3-4CCD-8518-89B0931CAB48}" dt="2025-12-18T11:15:25.791" v="1910" actId="47"/>
        <pc:sldMkLst>
          <pc:docMk/>
          <pc:sldMk cId="151344469" sldId="2147479220"/>
        </pc:sldMkLst>
        <pc:spChg chg="del">
          <ac:chgData name="Mohan, Poornima Swarna (Cognizant)" userId="36824357-ffbd-40a5-b000-b82d0f7dca89" providerId="ADAL" clId="{BB20CA10-5FC3-4CCD-8518-89B0931CAB48}" dt="2025-12-18T06:26:41.346" v="922" actId="478"/>
          <ac:spMkLst>
            <pc:docMk/>
            <pc:sldMk cId="151344469" sldId="2147479220"/>
            <ac:spMk id="6" creationId="{40870922-4D1D-923F-5961-E10ED4A42228}"/>
          </ac:spMkLst>
        </pc:spChg>
        <pc:spChg chg="add mod">
          <ac:chgData name="Mohan, Poornima Swarna (Cognizant)" userId="36824357-ffbd-40a5-b000-b82d0f7dca89" providerId="ADAL" clId="{BB20CA10-5FC3-4CCD-8518-89B0931CAB48}" dt="2025-12-18T06:27:04.845" v="926" actId="2711"/>
          <ac:spMkLst>
            <pc:docMk/>
            <pc:sldMk cId="151344469" sldId="2147479220"/>
            <ac:spMk id="7" creationId="{96C5A660-FE25-7AE7-B8FB-3740E2C851E9}"/>
          </ac:spMkLst>
        </pc:spChg>
        <pc:spChg chg="add mod">
          <ac:chgData name="Mohan, Poornima Swarna (Cognizant)" userId="36824357-ffbd-40a5-b000-b82d0f7dca89" providerId="ADAL" clId="{BB20CA10-5FC3-4CCD-8518-89B0931CAB48}" dt="2025-12-18T06:27:23.692" v="931" actId="2711"/>
          <ac:spMkLst>
            <pc:docMk/>
            <pc:sldMk cId="151344469" sldId="2147479220"/>
            <ac:spMk id="10" creationId="{8FE29405-B45F-1FF9-9885-49F6ACF1B4E0}"/>
          </ac:spMkLst>
        </pc:spChg>
        <pc:spChg chg="add mod">
          <ac:chgData name="Mohan, Poornima Swarna (Cognizant)" userId="36824357-ffbd-40a5-b000-b82d0f7dca89" providerId="ADAL" clId="{BB20CA10-5FC3-4CCD-8518-89B0931CAB48}" dt="2025-12-18T06:49:30.230" v="1114" actId="207"/>
          <ac:spMkLst>
            <pc:docMk/>
            <pc:sldMk cId="151344469" sldId="2147479220"/>
            <ac:spMk id="15" creationId="{0A383AE6-5E24-F429-C29F-22B9018AE9C7}"/>
          </ac:spMkLst>
        </pc:spChg>
        <pc:spChg chg="del">
          <ac:chgData name="Mohan, Poornima Swarna (Cognizant)" userId="36824357-ffbd-40a5-b000-b82d0f7dca89" providerId="ADAL" clId="{BB20CA10-5FC3-4CCD-8518-89B0931CAB48}" dt="2025-12-18T06:27:18.114" v="928" actId="478"/>
          <ac:spMkLst>
            <pc:docMk/>
            <pc:sldMk cId="151344469" sldId="2147479220"/>
            <ac:spMk id="16" creationId="{F7C1728C-89D9-A00B-9B81-DADF1F9B95F1}"/>
          </ac:spMkLst>
        </pc:spChg>
        <pc:spChg chg="add mod">
          <ac:chgData name="Mohan, Poornima Swarna (Cognizant)" userId="36824357-ffbd-40a5-b000-b82d0f7dca89" providerId="ADAL" clId="{BB20CA10-5FC3-4CCD-8518-89B0931CAB48}" dt="2025-12-18T06:49:38.801" v="1117" actId="207"/>
          <ac:spMkLst>
            <pc:docMk/>
            <pc:sldMk cId="151344469" sldId="2147479220"/>
            <ac:spMk id="18" creationId="{26AF6140-62D7-E935-57DC-206DB690F46A}"/>
          </ac:spMkLst>
        </pc:spChg>
        <pc:picChg chg="del">
          <ac:chgData name="Mohan, Poornima Swarna (Cognizant)" userId="36824357-ffbd-40a5-b000-b82d0f7dca89" providerId="ADAL" clId="{BB20CA10-5FC3-4CCD-8518-89B0931CAB48}" dt="2025-12-18T06:27:07.767" v="927" actId="478"/>
          <ac:picMkLst>
            <pc:docMk/>
            <pc:sldMk cId="151344469" sldId="2147479220"/>
            <ac:picMk id="8" creationId="{B79946AE-5F0E-4573-745A-46620DF56808}"/>
          </ac:picMkLst>
        </pc:picChg>
        <pc:picChg chg="del">
          <ac:chgData name="Mohan, Poornima Swarna (Cognizant)" userId="36824357-ffbd-40a5-b000-b82d0f7dca89" providerId="ADAL" clId="{BB20CA10-5FC3-4CCD-8518-89B0931CAB48}" dt="2025-12-18T06:27:07.767" v="927" actId="478"/>
          <ac:picMkLst>
            <pc:docMk/>
            <pc:sldMk cId="151344469" sldId="2147479220"/>
            <ac:picMk id="11" creationId="{3FD5C346-1875-1080-7087-14682791A05B}"/>
          </ac:picMkLst>
        </pc:picChg>
        <pc:picChg chg="add del mod">
          <ac:chgData name="Mohan, Poornima Swarna (Cognizant)" userId="36824357-ffbd-40a5-b000-b82d0f7dca89" providerId="ADAL" clId="{BB20CA10-5FC3-4CCD-8518-89B0931CAB48}" dt="2025-12-18T06:49:24.930" v="1111" actId="478"/>
          <ac:picMkLst>
            <pc:docMk/>
            <pc:sldMk cId="151344469" sldId="2147479220"/>
            <ac:picMk id="13" creationId="{EE4A892D-4550-594E-502B-E49A613D8ED1}"/>
          </ac:picMkLst>
        </pc:picChg>
      </pc:sldChg>
      <pc:sldChg chg="addSp delSp modSp add mod">
        <pc:chgData name="Mohan, Poornima Swarna (Cognizant)" userId="36824357-ffbd-40a5-b000-b82d0f7dca89" providerId="ADAL" clId="{BB20CA10-5FC3-4CCD-8518-89B0931CAB48}" dt="2025-12-18T11:36:11.295" v="2225" actId="113"/>
        <pc:sldMkLst>
          <pc:docMk/>
          <pc:sldMk cId="1083253743" sldId="2147479220"/>
        </pc:sldMkLst>
        <pc:spChg chg="mod">
          <ac:chgData name="Mohan, Poornima Swarna (Cognizant)" userId="36824357-ffbd-40a5-b000-b82d0f7dca89" providerId="ADAL" clId="{BB20CA10-5FC3-4CCD-8518-89B0931CAB48}" dt="2025-12-18T11:34:12.336" v="2178"/>
          <ac:spMkLst>
            <pc:docMk/>
            <pc:sldMk cId="1083253743" sldId="2147479220"/>
            <ac:spMk id="2" creationId="{14C61557-8B10-CF29-C697-3B50DD3D308E}"/>
          </ac:spMkLst>
        </pc:spChg>
        <pc:spChg chg="add">
          <ac:chgData name="Mohan, Poornima Swarna (Cognizant)" userId="36824357-ffbd-40a5-b000-b82d0f7dca89" providerId="ADAL" clId="{BB20CA10-5FC3-4CCD-8518-89B0931CAB48}" dt="2025-12-18T11:34:23.233" v="2179"/>
          <ac:spMkLst>
            <pc:docMk/>
            <pc:sldMk cId="1083253743" sldId="2147479220"/>
            <ac:spMk id="3" creationId="{2A004EE2-1032-836E-9BCD-E380B2C99A91}"/>
          </ac:spMkLst>
        </pc:spChg>
        <pc:spChg chg="del">
          <ac:chgData name="Mohan, Poornima Swarna (Cognizant)" userId="36824357-ffbd-40a5-b000-b82d0f7dca89" providerId="ADAL" clId="{BB20CA10-5FC3-4CCD-8518-89B0931CAB48}" dt="2025-12-18T11:34:30.039" v="2180" actId="478"/>
          <ac:spMkLst>
            <pc:docMk/>
            <pc:sldMk cId="1083253743" sldId="2147479220"/>
            <ac:spMk id="6" creationId="{FD4344FB-4B13-0A1B-5C62-4A3D0544AE4E}"/>
          </ac:spMkLst>
        </pc:spChg>
        <pc:spChg chg="add">
          <ac:chgData name="Mohan, Poornima Swarna (Cognizant)" userId="36824357-ffbd-40a5-b000-b82d0f7dca89" providerId="ADAL" clId="{BB20CA10-5FC3-4CCD-8518-89B0931CAB48}" dt="2025-12-18T11:34:31.153" v="2181"/>
          <ac:spMkLst>
            <pc:docMk/>
            <pc:sldMk cId="1083253743" sldId="2147479220"/>
            <ac:spMk id="7" creationId="{660F9CD2-F774-75D2-D8AB-A35FA3B44B34}"/>
          </ac:spMkLst>
        </pc:spChg>
        <pc:spChg chg="del">
          <ac:chgData name="Mohan, Poornima Swarna (Cognizant)" userId="36824357-ffbd-40a5-b000-b82d0f7dca89" providerId="ADAL" clId="{BB20CA10-5FC3-4CCD-8518-89B0931CAB48}" dt="2025-12-18T11:34:30.039" v="2180" actId="478"/>
          <ac:spMkLst>
            <pc:docMk/>
            <pc:sldMk cId="1083253743" sldId="2147479220"/>
            <ac:spMk id="9" creationId="{45FC1234-B600-0498-66DB-B6D5E4808CF8}"/>
          </ac:spMkLst>
        </pc:spChg>
        <pc:spChg chg="add mod">
          <ac:chgData name="Mohan, Poornima Swarna (Cognizant)" userId="36824357-ffbd-40a5-b000-b82d0f7dca89" providerId="ADAL" clId="{BB20CA10-5FC3-4CCD-8518-89B0931CAB48}" dt="2025-12-18T11:36:11.295" v="2225" actId="113"/>
          <ac:spMkLst>
            <pc:docMk/>
            <pc:sldMk cId="1083253743" sldId="2147479220"/>
            <ac:spMk id="10" creationId="{C340F7E7-383C-E710-A444-CCDE1C4E80D5}"/>
          </ac:spMkLst>
        </pc:spChg>
        <pc:spChg chg="del">
          <ac:chgData name="Mohan, Poornima Swarna (Cognizant)" userId="36824357-ffbd-40a5-b000-b82d0f7dca89" providerId="ADAL" clId="{BB20CA10-5FC3-4CCD-8518-89B0931CAB48}" dt="2025-12-18T11:34:30.039" v="2180" actId="478"/>
          <ac:spMkLst>
            <pc:docMk/>
            <pc:sldMk cId="1083253743" sldId="2147479220"/>
            <ac:spMk id="11" creationId="{C75BD1BC-803D-E6DB-599F-190DCC4DF7FA}"/>
          </ac:spMkLst>
        </pc:spChg>
        <pc:spChg chg="del">
          <ac:chgData name="Mohan, Poornima Swarna (Cognizant)" userId="36824357-ffbd-40a5-b000-b82d0f7dca89" providerId="ADAL" clId="{BB20CA10-5FC3-4CCD-8518-89B0931CAB48}" dt="2025-12-18T11:34:30.039" v="2180" actId="478"/>
          <ac:spMkLst>
            <pc:docMk/>
            <pc:sldMk cId="1083253743" sldId="2147479220"/>
            <ac:spMk id="12" creationId="{D70E9583-4EE8-9F23-E9DD-0CA5BDC7E7EF}"/>
          </ac:spMkLst>
        </pc:spChg>
      </pc:sldChg>
      <pc:sldChg chg="addSp delSp modSp del mod">
        <pc:chgData name="Mohan, Poornima Swarna (Cognizant)" userId="36824357-ffbd-40a5-b000-b82d0f7dca89" providerId="ADAL" clId="{BB20CA10-5FC3-4CCD-8518-89B0931CAB48}" dt="2025-12-18T06:14:18.789" v="793" actId="47"/>
        <pc:sldMkLst>
          <pc:docMk/>
          <pc:sldMk cId="1814956814" sldId="2147479220"/>
        </pc:sldMkLst>
      </pc:sldChg>
      <pc:sldChg chg="add del">
        <pc:chgData name="Mohan, Poornima Swarna (Cognizant)" userId="36824357-ffbd-40a5-b000-b82d0f7dca89" providerId="ADAL" clId="{BB20CA10-5FC3-4CCD-8518-89B0931CAB48}" dt="2025-12-18T11:34:07.383" v="2177" actId="47"/>
        <pc:sldMkLst>
          <pc:docMk/>
          <pc:sldMk cId="66185630" sldId="2147479221"/>
        </pc:sldMkLst>
      </pc:sldChg>
      <pc:sldChg chg="modSp del mod">
        <pc:chgData name="Mohan, Poornima Swarna (Cognizant)" userId="36824357-ffbd-40a5-b000-b82d0f7dca89" providerId="ADAL" clId="{BB20CA10-5FC3-4CCD-8518-89B0931CAB48}" dt="2025-12-18T06:14:19.273" v="796" actId="47"/>
        <pc:sldMkLst>
          <pc:docMk/>
          <pc:sldMk cId="605173635" sldId="2147479221"/>
        </pc:sldMkLst>
      </pc:sldChg>
      <pc:sldChg chg="addSp delSp modSp add mod">
        <pc:chgData name="Mohan, Poornima Swarna (Cognizant)" userId="36824357-ffbd-40a5-b000-b82d0f7dca89" providerId="ADAL" clId="{BB20CA10-5FC3-4CCD-8518-89B0931CAB48}" dt="2025-12-18T11:37:04.905" v="2233" actId="14100"/>
        <pc:sldMkLst>
          <pc:docMk/>
          <pc:sldMk cId="3994810661" sldId="2147479221"/>
        </pc:sldMkLst>
        <pc:spChg chg="mod">
          <ac:chgData name="Mohan, Poornima Swarna (Cognizant)" userId="36824357-ffbd-40a5-b000-b82d0f7dca89" providerId="ADAL" clId="{BB20CA10-5FC3-4CCD-8518-89B0931CAB48}" dt="2025-12-18T11:36:42.332" v="2227"/>
          <ac:spMkLst>
            <pc:docMk/>
            <pc:sldMk cId="3994810661" sldId="2147479221"/>
            <ac:spMk id="2" creationId="{3C4D4D46-3BE8-7E5C-FF55-EB87A1A1B30E}"/>
          </ac:spMkLst>
        </pc:spChg>
        <pc:spChg chg="add mod">
          <ac:chgData name="Mohan, Poornima Swarna (Cognizant)" userId="36824357-ffbd-40a5-b000-b82d0f7dca89" providerId="ADAL" clId="{BB20CA10-5FC3-4CCD-8518-89B0931CAB48}" dt="2025-12-18T11:37:04.905" v="2233" actId="14100"/>
          <ac:spMkLst>
            <pc:docMk/>
            <pc:sldMk cId="3994810661" sldId="2147479221"/>
            <ac:spMk id="6" creationId="{4E6527F6-4D66-AB53-AFFB-42B0306D8EB1}"/>
          </ac:spMkLst>
        </pc:spChg>
        <pc:spChg chg="del">
          <ac:chgData name="Mohan, Poornima Swarna (Cognizant)" userId="36824357-ffbd-40a5-b000-b82d0f7dca89" providerId="ADAL" clId="{BB20CA10-5FC3-4CCD-8518-89B0931CAB48}" dt="2025-12-18T11:36:51.421" v="2228" actId="478"/>
          <ac:spMkLst>
            <pc:docMk/>
            <pc:sldMk cId="3994810661" sldId="2147479221"/>
            <ac:spMk id="10" creationId="{CED946AE-50B7-8953-A203-BF599BD0802C}"/>
          </ac:spMkLst>
        </pc:spChg>
      </pc:sldChg>
      <pc:sldChg chg="addSp delSp modSp add del mod ord">
        <pc:chgData name="Mohan, Poornima Swarna (Cognizant)" userId="36824357-ffbd-40a5-b000-b82d0f7dca89" providerId="ADAL" clId="{BB20CA10-5FC3-4CCD-8518-89B0931CAB48}" dt="2025-12-18T06:47:31.499" v="1087" actId="47"/>
        <pc:sldMkLst>
          <pc:docMk/>
          <pc:sldMk cId="4290186800" sldId="2147479221"/>
        </pc:sldMkLst>
        <pc:spChg chg="del">
          <ac:chgData name="Mohan, Poornima Swarna (Cognizant)" userId="36824357-ffbd-40a5-b000-b82d0f7dca89" providerId="ADAL" clId="{BB20CA10-5FC3-4CCD-8518-89B0931CAB48}" dt="2025-12-18T06:31:41.233" v="932" actId="478"/>
          <ac:spMkLst>
            <pc:docMk/>
            <pc:sldMk cId="4290186800" sldId="2147479221"/>
            <ac:spMk id="6" creationId="{2784DF2A-1253-B5B0-B6A0-B7A4293F6A0D}"/>
          </ac:spMkLst>
        </pc:spChg>
        <pc:spChg chg="add mod">
          <ac:chgData name="Mohan, Poornima Swarna (Cognizant)" userId="36824357-ffbd-40a5-b000-b82d0f7dca89" providerId="ADAL" clId="{BB20CA10-5FC3-4CCD-8518-89B0931CAB48}" dt="2025-12-18T06:31:54.125" v="938" actId="14100"/>
          <ac:spMkLst>
            <pc:docMk/>
            <pc:sldMk cId="4290186800" sldId="2147479221"/>
            <ac:spMk id="7" creationId="{72A6DEF3-AAD2-27BA-A97A-23ED57BDC645}"/>
          </ac:spMkLst>
        </pc:spChg>
        <pc:spChg chg="del">
          <ac:chgData name="Mohan, Poornima Swarna (Cognizant)" userId="36824357-ffbd-40a5-b000-b82d0f7dca89" providerId="ADAL" clId="{BB20CA10-5FC3-4CCD-8518-89B0931CAB48}" dt="2025-12-18T06:31:41.233" v="932" actId="478"/>
          <ac:spMkLst>
            <pc:docMk/>
            <pc:sldMk cId="4290186800" sldId="2147479221"/>
            <ac:spMk id="16" creationId="{BE3A9BFE-3721-A8AC-846D-F1F81D5ED6AA}"/>
          </ac:spMkLst>
        </pc:spChg>
        <pc:picChg chg="del">
          <ac:chgData name="Mohan, Poornima Swarna (Cognizant)" userId="36824357-ffbd-40a5-b000-b82d0f7dca89" providerId="ADAL" clId="{BB20CA10-5FC3-4CCD-8518-89B0931CAB48}" dt="2025-12-18T06:31:41.233" v="932" actId="478"/>
          <ac:picMkLst>
            <pc:docMk/>
            <pc:sldMk cId="4290186800" sldId="2147479221"/>
            <ac:picMk id="8" creationId="{AD597B25-2834-79E4-FA7D-0DDC940EEE39}"/>
          </ac:picMkLst>
        </pc:picChg>
        <pc:picChg chg="del">
          <ac:chgData name="Mohan, Poornima Swarna (Cognizant)" userId="36824357-ffbd-40a5-b000-b82d0f7dca89" providerId="ADAL" clId="{BB20CA10-5FC3-4CCD-8518-89B0931CAB48}" dt="2025-12-18T06:31:41.233" v="932" actId="478"/>
          <ac:picMkLst>
            <pc:docMk/>
            <pc:sldMk cId="4290186800" sldId="2147479221"/>
            <ac:picMk id="11" creationId="{3512763B-3C3E-B628-E6BB-14D9E7FE4FE9}"/>
          </ac:picMkLst>
        </pc:picChg>
      </pc:sldChg>
      <pc:sldChg chg="modSp del mod ord">
        <pc:chgData name="Mohan, Poornima Swarna (Cognizant)" userId="36824357-ffbd-40a5-b000-b82d0f7dca89" providerId="ADAL" clId="{BB20CA10-5FC3-4CCD-8518-89B0931CAB48}" dt="2025-12-18T06:14:20.803" v="805" actId="47"/>
        <pc:sldMkLst>
          <pc:docMk/>
          <pc:sldMk cId="1120906307" sldId="2147479222"/>
        </pc:sldMkLst>
      </pc:sldChg>
      <pc:sldChg chg="addSp delSp modSp add del mod">
        <pc:chgData name="Mohan, Poornima Swarna (Cognizant)" userId="36824357-ffbd-40a5-b000-b82d0f7dca89" providerId="ADAL" clId="{BB20CA10-5FC3-4CCD-8518-89B0931CAB48}" dt="2025-12-18T11:15:25.954" v="1911" actId="47"/>
        <pc:sldMkLst>
          <pc:docMk/>
          <pc:sldMk cId="1438149174" sldId="2147479222"/>
        </pc:sldMkLst>
        <pc:spChg chg="del">
          <ac:chgData name="Mohan, Poornima Swarna (Cognizant)" userId="36824357-ffbd-40a5-b000-b82d0f7dca89" providerId="ADAL" clId="{BB20CA10-5FC3-4CCD-8518-89B0931CAB48}" dt="2025-12-18T06:32:49.288" v="943" actId="478"/>
          <ac:spMkLst>
            <pc:docMk/>
            <pc:sldMk cId="1438149174" sldId="2147479222"/>
            <ac:spMk id="6" creationId="{2AE85105-1EDC-4E80-20F0-C59E0D5787A8}"/>
          </ac:spMkLst>
        </pc:spChg>
        <pc:spChg chg="add mod">
          <ac:chgData name="Mohan, Poornima Swarna (Cognizant)" userId="36824357-ffbd-40a5-b000-b82d0f7dca89" providerId="ADAL" clId="{BB20CA10-5FC3-4CCD-8518-89B0931CAB48}" dt="2025-12-18T06:33:26.768" v="953" actId="2711"/>
          <ac:spMkLst>
            <pc:docMk/>
            <pc:sldMk cId="1438149174" sldId="2147479222"/>
            <ac:spMk id="7" creationId="{3EDF4650-E0B2-4618-C6D3-3B06AB97DE71}"/>
          </ac:spMkLst>
        </pc:spChg>
        <pc:spChg chg="add mod">
          <ac:chgData name="Mohan, Poornima Swarna (Cognizant)" userId="36824357-ffbd-40a5-b000-b82d0f7dca89" providerId="ADAL" clId="{BB20CA10-5FC3-4CCD-8518-89B0931CAB48}" dt="2025-12-18T06:35:14.620" v="981" actId="20577"/>
          <ac:spMkLst>
            <pc:docMk/>
            <pc:sldMk cId="1438149174" sldId="2147479222"/>
            <ac:spMk id="10" creationId="{DA7254C7-3452-FCDD-B496-95D1E92CA515}"/>
          </ac:spMkLst>
        </pc:spChg>
        <pc:spChg chg="add mod">
          <ac:chgData name="Mohan, Poornima Swarna (Cognizant)" userId="36824357-ffbd-40a5-b000-b82d0f7dca89" providerId="ADAL" clId="{BB20CA10-5FC3-4CCD-8518-89B0931CAB48}" dt="2025-12-18T06:49:01.017" v="1107" actId="207"/>
          <ac:spMkLst>
            <pc:docMk/>
            <pc:sldMk cId="1438149174" sldId="2147479222"/>
            <ac:spMk id="13" creationId="{9A0B24CB-CCA8-9159-0117-E9A64FAABFA9}"/>
          </ac:spMkLst>
        </pc:spChg>
        <pc:spChg chg="add mod">
          <ac:chgData name="Mohan, Poornima Swarna (Cognizant)" userId="36824357-ffbd-40a5-b000-b82d0f7dca89" providerId="ADAL" clId="{BB20CA10-5FC3-4CCD-8518-89B0931CAB48}" dt="2025-12-18T06:49:10.775" v="1110" actId="207"/>
          <ac:spMkLst>
            <pc:docMk/>
            <pc:sldMk cId="1438149174" sldId="2147479222"/>
            <ac:spMk id="15" creationId="{362CBEBB-F31F-9CDC-B9B4-797D6860CC7A}"/>
          </ac:spMkLst>
        </pc:spChg>
        <pc:spChg chg="del">
          <ac:chgData name="Mohan, Poornima Swarna (Cognizant)" userId="36824357-ffbd-40a5-b000-b82d0f7dca89" providerId="ADAL" clId="{BB20CA10-5FC3-4CCD-8518-89B0931CAB48}" dt="2025-12-18T06:32:51.704" v="944" actId="478"/>
          <ac:spMkLst>
            <pc:docMk/>
            <pc:sldMk cId="1438149174" sldId="2147479222"/>
            <ac:spMk id="16" creationId="{ADDB3EAA-871F-FBD8-6A95-EFB55A213E64}"/>
          </ac:spMkLst>
        </pc:spChg>
        <pc:picChg chg="del">
          <ac:chgData name="Mohan, Poornima Swarna (Cognizant)" userId="36824357-ffbd-40a5-b000-b82d0f7dca89" providerId="ADAL" clId="{BB20CA10-5FC3-4CCD-8518-89B0931CAB48}" dt="2025-12-18T06:32:51.704" v="944" actId="478"/>
          <ac:picMkLst>
            <pc:docMk/>
            <pc:sldMk cId="1438149174" sldId="2147479222"/>
            <ac:picMk id="8" creationId="{3FF1AF2A-B4B7-FA10-475B-4A5430ABBABA}"/>
          </ac:picMkLst>
        </pc:picChg>
        <pc:picChg chg="del">
          <ac:chgData name="Mohan, Poornima Swarna (Cognizant)" userId="36824357-ffbd-40a5-b000-b82d0f7dca89" providerId="ADAL" clId="{BB20CA10-5FC3-4CCD-8518-89B0931CAB48}" dt="2025-12-18T06:32:51.704" v="944" actId="478"/>
          <ac:picMkLst>
            <pc:docMk/>
            <pc:sldMk cId="1438149174" sldId="2147479222"/>
            <ac:picMk id="11" creationId="{59C878C9-C19D-AE04-C7FB-E2CF734EF790}"/>
          </ac:picMkLst>
        </pc:picChg>
      </pc:sldChg>
      <pc:sldChg chg="modSp add mod">
        <pc:chgData name="Mohan, Poornima Swarna (Cognizant)" userId="36824357-ffbd-40a5-b000-b82d0f7dca89" providerId="ADAL" clId="{BB20CA10-5FC3-4CCD-8518-89B0931CAB48}" dt="2025-12-18T11:38:01.278" v="2254" actId="2710"/>
        <pc:sldMkLst>
          <pc:docMk/>
          <pc:sldMk cId="4122345632" sldId="2147479222"/>
        </pc:sldMkLst>
        <pc:spChg chg="mod">
          <ac:chgData name="Mohan, Poornima Swarna (Cognizant)" userId="36824357-ffbd-40a5-b000-b82d0f7dca89" providerId="ADAL" clId="{BB20CA10-5FC3-4CCD-8518-89B0931CAB48}" dt="2025-12-18T11:37:25.094" v="2241" actId="20577"/>
          <ac:spMkLst>
            <pc:docMk/>
            <pc:sldMk cId="4122345632" sldId="2147479222"/>
            <ac:spMk id="2" creationId="{039EF609-0FFC-1AAA-67BC-49996219660E}"/>
          </ac:spMkLst>
        </pc:spChg>
        <pc:spChg chg="mod">
          <ac:chgData name="Mohan, Poornima Swarna (Cognizant)" userId="36824357-ffbd-40a5-b000-b82d0f7dca89" providerId="ADAL" clId="{BB20CA10-5FC3-4CCD-8518-89B0931CAB48}" dt="2025-12-18T11:38:01.278" v="2254" actId="2710"/>
          <ac:spMkLst>
            <pc:docMk/>
            <pc:sldMk cId="4122345632" sldId="2147479222"/>
            <ac:spMk id="6" creationId="{90B9B539-43DE-19B9-B72C-E9ADB8863984}"/>
          </ac:spMkLst>
        </pc:spChg>
      </pc:sldChg>
      <pc:sldChg chg="modSp add mod">
        <pc:chgData name="Mohan, Poornima Swarna (Cognizant)" userId="36824357-ffbd-40a5-b000-b82d0f7dca89" providerId="ADAL" clId="{BB20CA10-5FC3-4CCD-8518-89B0931CAB48}" dt="2025-12-18T11:38:38.183" v="2263" actId="2710"/>
        <pc:sldMkLst>
          <pc:docMk/>
          <pc:sldMk cId="298076433" sldId="2147479223"/>
        </pc:sldMkLst>
        <pc:spChg chg="mod">
          <ac:chgData name="Mohan, Poornima Swarna (Cognizant)" userId="36824357-ffbd-40a5-b000-b82d0f7dca89" providerId="ADAL" clId="{BB20CA10-5FC3-4CCD-8518-89B0931CAB48}" dt="2025-12-18T11:38:17.882" v="2256"/>
          <ac:spMkLst>
            <pc:docMk/>
            <pc:sldMk cId="298076433" sldId="2147479223"/>
            <ac:spMk id="2" creationId="{B5D2EBB4-1927-3957-02ED-B9EDF39EB43C}"/>
          </ac:spMkLst>
        </pc:spChg>
        <pc:spChg chg="mod">
          <ac:chgData name="Mohan, Poornima Swarna (Cognizant)" userId="36824357-ffbd-40a5-b000-b82d0f7dca89" providerId="ADAL" clId="{BB20CA10-5FC3-4CCD-8518-89B0931CAB48}" dt="2025-12-18T11:38:38.183" v="2263" actId="2710"/>
          <ac:spMkLst>
            <pc:docMk/>
            <pc:sldMk cId="298076433" sldId="2147479223"/>
            <ac:spMk id="6" creationId="{B1A35C0B-8061-B122-7DD0-55A5518233B0}"/>
          </ac:spMkLst>
        </pc:spChg>
      </pc:sldChg>
      <pc:sldChg chg="addSp delSp modSp del mod">
        <pc:chgData name="Mohan, Poornima Swarna (Cognizant)" userId="36824357-ffbd-40a5-b000-b82d0f7dca89" providerId="ADAL" clId="{BB20CA10-5FC3-4CCD-8518-89B0931CAB48}" dt="2025-12-18T06:14:19.451" v="797" actId="47"/>
        <pc:sldMkLst>
          <pc:docMk/>
          <pc:sldMk cId="2479662807" sldId="2147479223"/>
        </pc:sldMkLst>
      </pc:sldChg>
      <pc:sldChg chg="addSp modSp add del mod">
        <pc:chgData name="Mohan, Poornima Swarna (Cognizant)" userId="36824357-ffbd-40a5-b000-b82d0f7dca89" providerId="ADAL" clId="{BB20CA10-5FC3-4CCD-8518-89B0931CAB48}" dt="2025-12-18T11:15:26.103" v="1912" actId="47"/>
        <pc:sldMkLst>
          <pc:docMk/>
          <pc:sldMk cId="2634319333" sldId="2147479223"/>
        </pc:sldMkLst>
        <pc:spChg chg="add mod">
          <ac:chgData name="Mohan, Poornima Swarna (Cognizant)" userId="36824357-ffbd-40a5-b000-b82d0f7dca89" providerId="ADAL" clId="{BB20CA10-5FC3-4CCD-8518-89B0931CAB48}" dt="2025-12-18T06:48:34.237" v="1101" actId="1076"/>
          <ac:spMkLst>
            <pc:docMk/>
            <pc:sldMk cId="2634319333" sldId="2147479223"/>
            <ac:spMk id="6" creationId="{7DEEF391-0CDA-8384-4D56-E7987C33B9F5}"/>
          </ac:spMkLst>
        </pc:spChg>
        <pc:spChg chg="add mod">
          <ac:chgData name="Mohan, Poornima Swarna (Cognizant)" userId="36824357-ffbd-40a5-b000-b82d0f7dca89" providerId="ADAL" clId="{BB20CA10-5FC3-4CCD-8518-89B0931CAB48}" dt="2025-12-18T06:34:46.539" v="964" actId="113"/>
          <ac:spMkLst>
            <pc:docMk/>
            <pc:sldMk cId="2634319333" sldId="2147479223"/>
            <ac:spMk id="8" creationId="{9C366570-FD81-74DB-51E6-E925A9031391}"/>
          </ac:spMkLst>
        </pc:spChg>
        <pc:spChg chg="add mod">
          <ac:chgData name="Mohan, Poornima Swarna (Cognizant)" userId="36824357-ffbd-40a5-b000-b82d0f7dca89" providerId="ADAL" clId="{BB20CA10-5FC3-4CCD-8518-89B0931CAB48}" dt="2025-12-18T06:48:21.420" v="1097" actId="14100"/>
          <ac:spMkLst>
            <pc:docMk/>
            <pc:sldMk cId="2634319333" sldId="2147479223"/>
            <ac:spMk id="10" creationId="{10FA4B80-29AD-4321-2839-84A33447D2D5}"/>
          </ac:spMkLst>
        </pc:spChg>
        <pc:spChg chg="add mod">
          <ac:chgData name="Mohan, Poornima Swarna (Cognizant)" userId="36824357-ffbd-40a5-b000-b82d0f7dca89" providerId="ADAL" clId="{BB20CA10-5FC3-4CCD-8518-89B0931CAB48}" dt="2025-12-18T06:48:27.204" v="1100" actId="207"/>
          <ac:spMkLst>
            <pc:docMk/>
            <pc:sldMk cId="2634319333" sldId="2147479223"/>
            <ac:spMk id="12" creationId="{75A3B6F8-886C-8924-DC81-BC5606A49018}"/>
          </ac:spMkLst>
        </pc:spChg>
        <pc:spChg chg="add mod">
          <ac:chgData name="Mohan, Poornima Swarna (Cognizant)" userId="36824357-ffbd-40a5-b000-b82d0f7dca89" providerId="ADAL" clId="{BB20CA10-5FC3-4CCD-8518-89B0931CAB48}" dt="2025-12-18T06:48:44.220" v="1104" actId="207"/>
          <ac:spMkLst>
            <pc:docMk/>
            <pc:sldMk cId="2634319333" sldId="2147479223"/>
            <ac:spMk id="14" creationId="{27C03367-C7E8-6723-DF98-47DBE6AE0655}"/>
          </ac:spMkLst>
        </pc:spChg>
      </pc:sldChg>
      <pc:sldChg chg="addSp delSp modSp add mod">
        <pc:chgData name="Mohan, Poornima Swarna (Cognizant)" userId="36824357-ffbd-40a5-b000-b82d0f7dca89" providerId="ADAL" clId="{BB20CA10-5FC3-4CCD-8518-89B0931CAB48}" dt="2025-12-18T11:40:26.506" v="2276" actId="2711"/>
        <pc:sldMkLst>
          <pc:docMk/>
          <pc:sldMk cId="1359058921" sldId="2147479224"/>
        </pc:sldMkLst>
        <pc:spChg chg="mod">
          <ac:chgData name="Mohan, Poornima Swarna (Cognizant)" userId="36824357-ffbd-40a5-b000-b82d0f7dca89" providerId="ADAL" clId="{BB20CA10-5FC3-4CCD-8518-89B0931CAB48}" dt="2025-12-18T11:39:02.130" v="2269" actId="20577"/>
          <ac:spMkLst>
            <pc:docMk/>
            <pc:sldMk cId="1359058921" sldId="2147479224"/>
            <ac:spMk id="2" creationId="{9904AB1C-7CF3-FAA2-7572-9FD0CC380240}"/>
          </ac:spMkLst>
        </pc:spChg>
        <pc:spChg chg="del">
          <ac:chgData name="Mohan, Poornima Swarna (Cognizant)" userId="36824357-ffbd-40a5-b000-b82d0f7dca89" providerId="ADAL" clId="{BB20CA10-5FC3-4CCD-8518-89B0931CAB48}" dt="2025-12-18T11:39:04.694" v="2270" actId="478"/>
          <ac:spMkLst>
            <pc:docMk/>
            <pc:sldMk cId="1359058921" sldId="2147479224"/>
            <ac:spMk id="6" creationId="{193A07B4-5111-1BB0-FF1E-837DAF168180}"/>
          </ac:spMkLst>
        </pc:spChg>
        <pc:spChg chg="add mod">
          <ac:chgData name="Mohan, Poornima Swarna (Cognizant)" userId="36824357-ffbd-40a5-b000-b82d0f7dca89" providerId="ADAL" clId="{BB20CA10-5FC3-4CCD-8518-89B0931CAB48}" dt="2025-12-18T11:40:13.983" v="2271"/>
          <ac:spMkLst>
            <pc:docMk/>
            <pc:sldMk cId="1359058921" sldId="2147479224"/>
            <ac:spMk id="7" creationId="{996D7169-F335-91C8-8B18-0D98B51DA1D2}"/>
          </ac:spMkLst>
        </pc:spChg>
        <pc:spChg chg="add mod">
          <ac:chgData name="Mohan, Poornima Swarna (Cognizant)" userId="36824357-ffbd-40a5-b000-b82d0f7dca89" providerId="ADAL" clId="{BB20CA10-5FC3-4CCD-8518-89B0931CAB48}" dt="2025-12-18T11:40:13.983" v="2271"/>
          <ac:spMkLst>
            <pc:docMk/>
            <pc:sldMk cId="1359058921" sldId="2147479224"/>
            <ac:spMk id="8" creationId="{81B98B27-D60C-2112-C4A2-65B3C01BD79D}"/>
          </ac:spMkLst>
        </pc:spChg>
        <pc:grpChg chg="add del mod">
          <ac:chgData name="Mohan, Poornima Swarna (Cognizant)" userId="36824357-ffbd-40a5-b000-b82d0f7dca89" providerId="ADAL" clId="{BB20CA10-5FC3-4CCD-8518-89B0931CAB48}" dt="2025-12-18T11:40:15.991" v="2272" actId="478"/>
          <ac:grpSpMkLst>
            <pc:docMk/>
            <pc:sldMk cId="1359058921" sldId="2147479224"/>
            <ac:grpSpMk id="3" creationId="{1135651F-603E-B5E2-78BA-CD8511992FC9}"/>
          </ac:grpSpMkLst>
        </pc:grpChg>
        <pc:graphicFrameChg chg="add mod">
          <ac:chgData name="Mohan, Poornima Swarna (Cognizant)" userId="36824357-ffbd-40a5-b000-b82d0f7dca89" providerId="ADAL" clId="{BB20CA10-5FC3-4CCD-8518-89B0931CAB48}" dt="2025-12-18T11:40:26.506" v="2276" actId="2711"/>
          <ac:graphicFrameMkLst>
            <pc:docMk/>
            <pc:sldMk cId="1359058921" sldId="2147479224"/>
            <ac:graphicFrameMk id="9" creationId="{C33879E2-B562-E9F7-FE6B-09B7DE1857B9}"/>
          </ac:graphicFrameMkLst>
        </pc:graphicFrameChg>
      </pc:sldChg>
      <pc:sldChg chg="addSp modSp add del mod">
        <pc:chgData name="Mohan, Poornima Swarna (Cognizant)" userId="36824357-ffbd-40a5-b000-b82d0f7dca89" providerId="ADAL" clId="{BB20CA10-5FC3-4CCD-8518-89B0931CAB48}" dt="2025-12-18T11:15:26.255" v="1913" actId="47"/>
        <pc:sldMkLst>
          <pc:docMk/>
          <pc:sldMk cId="1852994108" sldId="2147479224"/>
        </pc:sldMkLst>
        <pc:spChg chg="add mod">
          <ac:chgData name="Mohan, Poornima Swarna (Cognizant)" userId="36824357-ffbd-40a5-b000-b82d0f7dca89" providerId="ADAL" clId="{BB20CA10-5FC3-4CCD-8518-89B0931CAB48}" dt="2025-12-18T06:35:26.365" v="986" actId="14100"/>
          <ac:spMkLst>
            <pc:docMk/>
            <pc:sldMk cId="1852994108" sldId="2147479224"/>
            <ac:spMk id="6" creationId="{42BE9122-32D4-95C1-74F8-788378496BCA}"/>
          </ac:spMkLst>
        </pc:spChg>
        <pc:spChg chg="add mod">
          <ac:chgData name="Mohan, Poornima Swarna (Cognizant)" userId="36824357-ffbd-40a5-b000-b82d0f7dca89" providerId="ADAL" clId="{BB20CA10-5FC3-4CCD-8518-89B0931CAB48}" dt="2025-12-18T06:35:40.298" v="989" actId="2711"/>
          <ac:spMkLst>
            <pc:docMk/>
            <pc:sldMk cId="1852994108" sldId="2147479224"/>
            <ac:spMk id="8" creationId="{B3341A0D-0C2A-8C9D-A22C-5964B5E9A1A5}"/>
          </ac:spMkLst>
        </pc:spChg>
        <pc:spChg chg="add mod">
          <ac:chgData name="Mohan, Poornima Swarna (Cognizant)" userId="36824357-ffbd-40a5-b000-b82d0f7dca89" providerId="ADAL" clId="{BB20CA10-5FC3-4CCD-8518-89B0931CAB48}" dt="2025-12-18T06:47:50.715" v="1090" actId="207"/>
          <ac:spMkLst>
            <pc:docMk/>
            <pc:sldMk cId="1852994108" sldId="2147479224"/>
            <ac:spMk id="10" creationId="{1923B271-5F5E-571C-7B5F-1AEE962BE33E}"/>
          </ac:spMkLst>
        </pc:spChg>
        <pc:spChg chg="add mod">
          <ac:chgData name="Mohan, Poornima Swarna (Cognizant)" userId="36824357-ffbd-40a5-b000-b82d0f7dca89" providerId="ADAL" clId="{BB20CA10-5FC3-4CCD-8518-89B0931CAB48}" dt="2025-12-18T06:47:59.248" v="1093" actId="207"/>
          <ac:spMkLst>
            <pc:docMk/>
            <pc:sldMk cId="1852994108" sldId="2147479224"/>
            <ac:spMk id="12" creationId="{BCE9A47A-DDEF-52A5-3ACE-31C71418E128}"/>
          </ac:spMkLst>
        </pc:spChg>
      </pc:sldChg>
      <pc:sldChg chg="addSp modSp del mod">
        <pc:chgData name="Mohan, Poornima Swarna (Cognizant)" userId="36824357-ffbd-40a5-b000-b82d0f7dca89" providerId="ADAL" clId="{BB20CA10-5FC3-4CCD-8518-89B0931CAB48}" dt="2025-12-18T06:14:19.801" v="799" actId="47"/>
        <pc:sldMkLst>
          <pc:docMk/>
          <pc:sldMk cId="2648311438" sldId="2147479224"/>
        </pc:sldMkLst>
      </pc:sldChg>
      <pc:sldChg chg="addSp modSp add del mod">
        <pc:chgData name="Mohan, Poornima Swarna (Cognizant)" userId="36824357-ffbd-40a5-b000-b82d0f7dca89" providerId="ADAL" clId="{BB20CA10-5FC3-4CCD-8518-89B0931CAB48}" dt="2025-12-18T11:15:26.420" v="1914" actId="47"/>
        <pc:sldMkLst>
          <pc:docMk/>
          <pc:sldMk cId="1423316405" sldId="2147479225"/>
        </pc:sldMkLst>
        <pc:spChg chg="add mod">
          <ac:chgData name="Mohan, Poornima Swarna (Cognizant)" userId="36824357-ffbd-40a5-b000-b82d0f7dca89" providerId="ADAL" clId="{BB20CA10-5FC3-4CCD-8518-89B0931CAB48}" dt="2025-12-18T06:35:53.443" v="992" actId="2711"/>
          <ac:spMkLst>
            <pc:docMk/>
            <pc:sldMk cId="1423316405" sldId="2147479225"/>
            <ac:spMk id="6" creationId="{3179A1DD-06AE-404F-435E-506FE206D5D0}"/>
          </ac:spMkLst>
        </pc:spChg>
        <pc:spChg chg="add mod">
          <ac:chgData name="Mohan, Poornima Swarna (Cognizant)" userId="36824357-ffbd-40a5-b000-b82d0f7dca89" providerId="ADAL" clId="{BB20CA10-5FC3-4CCD-8518-89B0931CAB48}" dt="2025-12-18T06:47:12.171" v="1085" actId="1076"/>
          <ac:spMkLst>
            <pc:docMk/>
            <pc:sldMk cId="1423316405" sldId="2147479225"/>
            <ac:spMk id="8" creationId="{01EC6E27-783A-343E-4D12-7B1F86BE40CC}"/>
          </ac:spMkLst>
        </pc:spChg>
        <pc:spChg chg="add mod">
          <ac:chgData name="Mohan, Poornima Swarna (Cognizant)" userId="36824357-ffbd-40a5-b000-b82d0f7dca89" providerId="ADAL" clId="{BB20CA10-5FC3-4CCD-8518-89B0931CAB48}" dt="2025-12-18T06:47:01.555" v="1082" actId="14100"/>
          <ac:spMkLst>
            <pc:docMk/>
            <pc:sldMk cId="1423316405" sldId="2147479225"/>
            <ac:spMk id="10" creationId="{BCD5F9B9-8610-7EDB-E340-C9F46A893AD8}"/>
          </ac:spMkLst>
        </pc:spChg>
        <pc:spChg chg="add mod">
          <ac:chgData name="Mohan, Poornima Swarna (Cognizant)" userId="36824357-ffbd-40a5-b000-b82d0f7dca89" providerId="ADAL" clId="{BB20CA10-5FC3-4CCD-8518-89B0931CAB48}" dt="2025-12-18T06:47:07.564" v="1084" actId="207"/>
          <ac:spMkLst>
            <pc:docMk/>
            <pc:sldMk cId="1423316405" sldId="2147479225"/>
            <ac:spMk id="12" creationId="{4EEE59D6-CFA4-9CE4-AA49-73E5F1F24E03}"/>
          </ac:spMkLst>
        </pc:spChg>
      </pc:sldChg>
      <pc:sldChg chg="addSp delSp modSp add mod">
        <pc:chgData name="Mohan, Poornima Swarna (Cognizant)" userId="36824357-ffbd-40a5-b000-b82d0f7dca89" providerId="ADAL" clId="{BB20CA10-5FC3-4CCD-8518-89B0931CAB48}" dt="2025-12-19T09:37:20.231" v="2280"/>
        <pc:sldMkLst>
          <pc:docMk/>
          <pc:sldMk cId="1775400806" sldId="2147479225"/>
        </pc:sldMkLst>
        <pc:spChg chg="add del mod">
          <ac:chgData name="Mohan, Poornima Swarna (Cognizant)" userId="36824357-ffbd-40a5-b000-b82d0f7dca89" providerId="ADAL" clId="{BB20CA10-5FC3-4CCD-8518-89B0931CAB48}" dt="2025-12-19T09:37:19.606" v="2279" actId="478"/>
          <ac:spMkLst>
            <pc:docMk/>
            <pc:sldMk cId="1775400806" sldId="2147479225"/>
            <ac:spMk id="6" creationId="{0114F0B3-B0F4-5F09-92C8-4616A30AC0DE}"/>
          </ac:spMkLst>
        </pc:spChg>
        <pc:graphicFrameChg chg="del">
          <ac:chgData name="Mohan, Poornima Swarna (Cognizant)" userId="36824357-ffbd-40a5-b000-b82d0f7dca89" providerId="ADAL" clId="{BB20CA10-5FC3-4CCD-8518-89B0931CAB48}" dt="2025-12-19T09:35:54.405" v="2278" actId="478"/>
          <ac:graphicFrameMkLst>
            <pc:docMk/>
            <pc:sldMk cId="1775400806" sldId="2147479225"/>
            <ac:graphicFrameMk id="9" creationId="{EE0022BE-7ACA-0406-90F0-EAA58170B4A6}"/>
          </ac:graphicFrameMkLst>
        </pc:graphicFrameChg>
        <pc:picChg chg="add mod">
          <ac:chgData name="Mohan, Poornima Swarna (Cognizant)" userId="36824357-ffbd-40a5-b000-b82d0f7dca89" providerId="ADAL" clId="{BB20CA10-5FC3-4CCD-8518-89B0931CAB48}" dt="2025-12-19T09:37:20.231" v="2280"/>
          <ac:picMkLst>
            <pc:docMk/>
            <pc:sldMk cId="1775400806" sldId="2147479225"/>
            <ac:picMk id="7" creationId="{610EC3EA-761A-E946-71E7-BF1565C4B610}"/>
          </ac:picMkLst>
        </pc:picChg>
      </pc:sldChg>
      <pc:sldChg chg="addSp modSp del mod">
        <pc:chgData name="Mohan, Poornima Swarna (Cognizant)" userId="36824357-ffbd-40a5-b000-b82d0f7dca89" providerId="ADAL" clId="{BB20CA10-5FC3-4CCD-8518-89B0931CAB48}" dt="2025-12-18T06:14:19.965" v="800" actId="47"/>
        <pc:sldMkLst>
          <pc:docMk/>
          <pc:sldMk cId="2227284666" sldId="2147479225"/>
        </pc:sldMkLst>
      </pc:sldChg>
      <pc:sldChg chg="addSp delSp modSp add del mod">
        <pc:chgData name="Mohan, Poornima Swarna (Cognizant)" userId="36824357-ffbd-40a5-b000-b82d0f7dca89" providerId="ADAL" clId="{BB20CA10-5FC3-4CCD-8518-89B0931CAB48}" dt="2025-12-18T11:15:26.582" v="1915" actId="47"/>
        <pc:sldMkLst>
          <pc:docMk/>
          <pc:sldMk cId="1733089789" sldId="2147479226"/>
        </pc:sldMkLst>
        <pc:spChg chg="mod">
          <ac:chgData name="Mohan, Poornima Swarna (Cognizant)" userId="36824357-ffbd-40a5-b000-b82d0f7dca89" providerId="ADAL" clId="{BB20CA10-5FC3-4CCD-8518-89B0931CAB48}" dt="2025-12-18T09:22:54.786" v="1437" actId="20577"/>
          <ac:spMkLst>
            <pc:docMk/>
            <pc:sldMk cId="1733089789" sldId="2147479226"/>
            <ac:spMk id="2" creationId="{C7AEDA4C-DB72-B5C4-FFC8-46563ED3111A}"/>
          </ac:spMkLst>
        </pc:spChg>
        <pc:spChg chg="add mod">
          <ac:chgData name="Mohan, Poornima Swarna (Cognizant)" userId="36824357-ffbd-40a5-b000-b82d0f7dca89" providerId="ADAL" clId="{BB20CA10-5FC3-4CCD-8518-89B0931CAB48}" dt="2025-12-18T06:36:24.070" v="1000" actId="2711"/>
          <ac:spMkLst>
            <pc:docMk/>
            <pc:sldMk cId="1733089789" sldId="2147479226"/>
            <ac:spMk id="6" creationId="{AF677268-10AA-33A2-A4C8-0AD2A0AD3ACA}"/>
          </ac:spMkLst>
        </pc:spChg>
        <pc:spChg chg="add mod">
          <ac:chgData name="Mohan, Poornima Swarna (Cognizant)" userId="36824357-ffbd-40a5-b000-b82d0f7dca89" providerId="ADAL" clId="{BB20CA10-5FC3-4CCD-8518-89B0931CAB48}" dt="2025-12-18T07:55:39.948" v="1175" actId="6549"/>
          <ac:spMkLst>
            <pc:docMk/>
            <pc:sldMk cId="1733089789" sldId="2147479226"/>
            <ac:spMk id="8" creationId="{AE41AA2D-3526-F9B8-F099-56EA7C05D9E3}"/>
          </ac:spMkLst>
        </pc:spChg>
        <pc:spChg chg="add del mod">
          <ac:chgData name="Mohan, Poornima Swarna (Cognizant)" userId="36824357-ffbd-40a5-b000-b82d0f7dca89" providerId="ADAL" clId="{BB20CA10-5FC3-4CCD-8518-89B0931CAB48}" dt="2025-12-18T07:59:38.726" v="1224" actId="21"/>
          <ac:spMkLst>
            <pc:docMk/>
            <pc:sldMk cId="1733089789" sldId="2147479226"/>
            <ac:spMk id="10" creationId="{214629F5-AD05-27FA-152E-41BFA70BF1E5}"/>
          </ac:spMkLst>
        </pc:spChg>
        <pc:spChg chg="add del mod">
          <ac:chgData name="Mohan, Poornima Swarna (Cognizant)" userId="36824357-ffbd-40a5-b000-b82d0f7dca89" providerId="ADAL" clId="{BB20CA10-5FC3-4CCD-8518-89B0931CAB48}" dt="2025-12-18T06:40:50.552" v="1021" actId="478"/>
          <ac:spMkLst>
            <pc:docMk/>
            <pc:sldMk cId="1733089789" sldId="2147479226"/>
            <ac:spMk id="11" creationId="{15E4F51C-87FC-4D15-D3FC-9598C9D43DB2}"/>
          </ac:spMkLst>
        </pc:spChg>
        <pc:spChg chg="add del mod">
          <ac:chgData name="Mohan, Poornima Swarna (Cognizant)" userId="36824357-ffbd-40a5-b000-b82d0f7dca89" providerId="ADAL" clId="{BB20CA10-5FC3-4CCD-8518-89B0931CAB48}" dt="2025-12-18T06:40:53.344" v="1022" actId="478"/>
          <ac:spMkLst>
            <pc:docMk/>
            <pc:sldMk cId="1733089789" sldId="2147479226"/>
            <ac:spMk id="13" creationId="{071EB348-E12C-316D-733D-1A6211B6B725}"/>
          </ac:spMkLst>
        </pc:spChg>
        <pc:spChg chg="add mod">
          <ac:chgData name="Mohan, Poornima Swarna (Cognizant)" userId="36824357-ffbd-40a5-b000-b82d0f7dca89" providerId="ADAL" clId="{BB20CA10-5FC3-4CCD-8518-89B0931CAB48}" dt="2025-12-18T07:59:33.845" v="1223" actId="1076"/>
          <ac:spMkLst>
            <pc:docMk/>
            <pc:sldMk cId="1733089789" sldId="2147479226"/>
            <ac:spMk id="15" creationId="{41997F50-8005-C718-90F8-42C2EB6FC50E}"/>
          </ac:spMkLst>
        </pc:spChg>
        <pc:spChg chg="add mod">
          <ac:chgData name="Mohan, Poornima Swarna (Cognizant)" userId="36824357-ffbd-40a5-b000-b82d0f7dca89" providerId="ADAL" clId="{BB20CA10-5FC3-4CCD-8518-89B0931CAB48}" dt="2025-12-18T08:00:04.383" v="1254" actId="1076"/>
          <ac:spMkLst>
            <pc:docMk/>
            <pc:sldMk cId="1733089789" sldId="2147479226"/>
            <ac:spMk id="17" creationId="{65B1A248-9894-4341-828F-4528E859ECE5}"/>
          </ac:spMkLst>
        </pc:spChg>
        <pc:spChg chg="add mod">
          <ac:chgData name="Mohan, Poornima Swarna (Cognizant)" userId="36824357-ffbd-40a5-b000-b82d0f7dca89" providerId="ADAL" clId="{BB20CA10-5FC3-4CCD-8518-89B0931CAB48}" dt="2025-12-18T08:02:32.585" v="1270" actId="14100"/>
          <ac:spMkLst>
            <pc:docMk/>
            <pc:sldMk cId="1733089789" sldId="2147479226"/>
            <ac:spMk id="19" creationId="{E1D5EAEB-67B4-140C-E5BD-47171A92CBF3}"/>
          </ac:spMkLst>
        </pc:spChg>
      </pc:sldChg>
      <pc:sldChg chg="addSp delSp modSp add mod">
        <pc:chgData name="Mohan, Poornima Swarna (Cognizant)" userId="36824357-ffbd-40a5-b000-b82d0f7dca89" providerId="ADAL" clId="{BB20CA10-5FC3-4CCD-8518-89B0931CAB48}" dt="2025-12-19T09:40:41.028" v="2352" actId="1076"/>
        <pc:sldMkLst>
          <pc:docMk/>
          <pc:sldMk cId="2754045913" sldId="2147479226"/>
        </pc:sldMkLst>
        <pc:spChg chg="mod">
          <ac:chgData name="Mohan, Poornima Swarna (Cognizant)" userId="36824357-ffbd-40a5-b000-b82d0f7dca89" providerId="ADAL" clId="{BB20CA10-5FC3-4CCD-8518-89B0931CAB48}" dt="2025-12-19T09:39:00.844" v="2322" actId="20577"/>
          <ac:spMkLst>
            <pc:docMk/>
            <pc:sldMk cId="2754045913" sldId="2147479226"/>
            <ac:spMk id="2" creationId="{F1137141-CC69-9E97-0095-167E5396E73B}"/>
          </ac:spMkLst>
        </pc:spChg>
        <pc:spChg chg="add mod">
          <ac:chgData name="Mohan, Poornima Swarna (Cognizant)" userId="36824357-ffbd-40a5-b000-b82d0f7dca89" providerId="ADAL" clId="{BB20CA10-5FC3-4CCD-8518-89B0931CAB48}" dt="2025-12-19T09:39:38.399" v="2332" actId="6549"/>
          <ac:spMkLst>
            <pc:docMk/>
            <pc:sldMk cId="2754045913" sldId="2147479226"/>
            <ac:spMk id="3" creationId="{30CB5A9E-F730-D234-4BCE-59B6C2CBA513}"/>
          </ac:spMkLst>
        </pc:spChg>
        <pc:spChg chg="add mod">
          <ac:chgData name="Mohan, Poornima Swarna (Cognizant)" userId="36824357-ffbd-40a5-b000-b82d0f7dca89" providerId="ADAL" clId="{BB20CA10-5FC3-4CCD-8518-89B0931CAB48}" dt="2025-12-19T09:40:41.028" v="2352" actId="1076"/>
          <ac:spMkLst>
            <pc:docMk/>
            <pc:sldMk cId="2754045913" sldId="2147479226"/>
            <ac:spMk id="6" creationId="{4BBF6141-99CF-9576-0E72-8DD1FFE9B88A}"/>
          </ac:spMkLst>
        </pc:spChg>
        <pc:picChg chg="del">
          <ac:chgData name="Mohan, Poornima Swarna (Cognizant)" userId="36824357-ffbd-40a5-b000-b82d0f7dca89" providerId="ADAL" clId="{BB20CA10-5FC3-4CCD-8518-89B0931CAB48}" dt="2025-12-19T09:37:43.245" v="2283" actId="478"/>
          <ac:picMkLst>
            <pc:docMk/>
            <pc:sldMk cId="2754045913" sldId="2147479226"/>
            <ac:picMk id="7" creationId="{623CB521-6303-27D7-7E64-A5403EF8A199}"/>
          </ac:picMkLst>
        </pc:picChg>
      </pc:sldChg>
      <pc:sldChg chg="modSp del mod">
        <pc:chgData name="Mohan, Poornima Swarna (Cognizant)" userId="36824357-ffbd-40a5-b000-b82d0f7dca89" providerId="ADAL" clId="{BB20CA10-5FC3-4CCD-8518-89B0931CAB48}" dt="2025-12-18T06:14:20.456" v="803" actId="47"/>
        <pc:sldMkLst>
          <pc:docMk/>
          <pc:sldMk cId="736067079" sldId="2147479227"/>
        </pc:sldMkLst>
      </pc:sldChg>
      <pc:sldChg chg="addSp delSp modSp add mod">
        <pc:chgData name="Mohan, Poornima Swarna (Cognizant)" userId="36824357-ffbd-40a5-b000-b82d0f7dca89" providerId="ADAL" clId="{BB20CA10-5FC3-4CCD-8518-89B0931CAB48}" dt="2025-12-19T09:43:56.057" v="2370" actId="20577"/>
        <pc:sldMkLst>
          <pc:docMk/>
          <pc:sldMk cId="2675666980" sldId="2147479227"/>
        </pc:sldMkLst>
        <pc:spChg chg="mod">
          <ac:chgData name="Mohan, Poornima Swarna (Cognizant)" userId="36824357-ffbd-40a5-b000-b82d0f7dca89" providerId="ADAL" clId="{BB20CA10-5FC3-4CCD-8518-89B0931CAB48}" dt="2025-12-19T09:43:56.057" v="2370" actId="20577"/>
          <ac:spMkLst>
            <pc:docMk/>
            <pc:sldMk cId="2675666980" sldId="2147479227"/>
            <ac:spMk id="2" creationId="{68E09829-E8BF-47EB-550C-2FB5C66B59BB}"/>
          </ac:spMkLst>
        </pc:spChg>
        <pc:spChg chg="add mod">
          <ac:chgData name="Mohan, Poornima Swarna (Cognizant)" userId="36824357-ffbd-40a5-b000-b82d0f7dca89" providerId="ADAL" clId="{BB20CA10-5FC3-4CCD-8518-89B0931CAB48}" dt="2025-12-19T09:43:44.845" v="2355" actId="2711"/>
          <ac:spMkLst>
            <pc:docMk/>
            <pc:sldMk cId="2675666980" sldId="2147479227"/>
            <ac:spMk id="6" creationId="{37014CF9-A41C-FA8F-89B8-BB79FDFF99DA}"/>
          </ac:spMkLst>
        </pc:spChg>
        <pc:picChg chg="del">
          <ac:chgData name="Mohan, Poornima Swarna (Cognizant)" userId="36824357-ffbd-40a5-b000-b82d0f7dca89" providerId="ADAL" clId="{BB20CA10-5FC3-4CCD-8518-89B0931CAB48}" dt="2025-12-19T09:37:45.174" v="2284" actId="478"/>
          <ac:picMkLst>
            <pc:docMk/>
            <pc:sldMk cId="2675666980" sldId="2147479227"/>
            <ac:picMk id="7" creationId="{9E6279F1-6779-37B2-60F9-92EA601F9FDF}"/>
          </ac:picMkLst>
        </pc:picChg>
      </pc:sldChg>
      <pc:sldChg chg="addSp delSp modSp add del mod">
        <pc:chgData name="Mohan, Poornima Swarna (Cognizant)" userId="36824357-ffbd-40a5-b000-b82d0f7dca89" providerId="ADAL" clId="{BB20CA10-5FC3-4CCD-8518-89B0931CAB48}" dt="2025-12-18T11:15:27.498" v="1921" actId="47"/>
        <pc:sldMkLst>
          <pc:docMk/>
          <pc:sldMk cId="3597801297" sldId="2147479227"/>
        </pc:sldMkLst>
        <pc:spChg chg="mod">
          <ac:chgData name="Mohan, Poornima Swarna (Cognizant)" userId="36824357-ffbd-40a5-b000-b82d0f7dca89" providerId="ADAL" clId="{BB20CA10-5FC3-4CCD-8518-89B0931CAB48}" dt="2025-12-18T08:22:24.904" v="1410"/>
          <ac:spMkLst>
            <pc:docMk/>
            <pc:sldMk cId="3597801297" sldId="2147479227"/>
            <ac:spMk id="2" creationId="{0721C22A-0F4D-DE6A-B2C5-D9EEE6C46D96}"/>
          </ac:spMkLst>
        </pc:spChg>
        <pc:spChg chg="add del mod">
          <ac:chgData name="Mohan, Poornima Swarna (Cognizant)" userId="36824357-ffbd-40a5-b000-b82d0f7dca89" providerId="ADAL" clId="{BB20CA10-5FC3-4CCD-8518-89B0931CAB48}" dt="2025-12-18T08:10:43.725" v="1327" actId="478"/>
          <ac:spMkLst>
            <pc:docMk/>
            <pc:sldMk cId="3597801297" sldId="2147479227"/>
            <ac:spMk id="6" creationId="{ABAD9D8A-C9A7-141E-1AD3-F05231AABB8E}"/>
          </ac:spMkLst>
        </pc:spChg>
        <pc:spChg chg="add mod">
          <ac:chgData name="Mohan, Poornima Swarna (Cognizant)" userId="36824357-ffbd-40a5-b000-b82d0f7dca89" providerId="ADAL" clId="{BB20CA10-5FC3-4CCD-8518-89B0931CAB48}" dt="2025-12-18T08:23:24.653" v="1418" actId="113"/>
          <ac:spMkLst>
            <pc:docMk/>
            <pc:sldMk cId="3597801297" sldId="2147479227"/>
            <ac:spMk id="8" creationId="{4E665CBF-E261-86D9-0FD1-7D3D4E71B4B9}"/>
          </ac:spMkLst>
        </pc:spChg>
        <pc:spChg chg="add mod">
          <ac:chgData name="Mohan, Poornima Swarna (Cognizant)" userId="36824357-ffbd-40a5-b000-b82d0f7dca89" providerId="ADAL" clId="{BB20CA10-5FC3-4CCD-8518-89B0931CAB48}" dt="2025-12-18T08:17:30.408" v="1365" actId="1076"/>
          <ac:spMkLst>
            <pc:docMk/>
            <pc:sldMk cId="3597801297" sldId="2147479227"/>
            <ac:spMk id="10" creationId="{B062BD28-5383-6044-657A-F04114E2D1D5}"/>
          </ac:spMkLst>
        </pc:spChg>
        <pc:spChg chg="add mod">
          <ac:chgData name="Mohan, Poornima Swarna (Cognizant)" userId="36824357-ffbd-40a5-b000-b82d0f7dca89" providerId="ADAL" clId="{BB20CA10-5FC3-4CCD-8518-89B0931CAB48}" dt="2025-12-18T08:17:36.787" v="1367" actId="14100"/>
          <ac:spMkLst>
            <pc:docMk/>
            <pc:sldMk cId="3597801297" sldId="2147479227"/>
            <ac:spMk id="12" creationId="{708C4BB9-26F6-864F-F6DC-0B9D3DE4E2F1}"/>
          </ac:spMkLst>
        </pc:spChg>
        <pc:spChg chg="add mod">
          <ac:chgData name="Mohan, Poornima Swarna (Cognizant)" userId="36824357-ffbd-40a5-b000-b82d0f7dca89" providerId="ADAL" clId="{BB20CA10-5FC3-4CCD-8518-89B0931CAB48}" dt="2025-12-18T09:19:16.021" v="1422" actId="13926"/>
          <ac:spMkLst>
            <pc:docMk/>
            <pc:sldMk cId="3597801297" sldId="2147479227"/>
            <ac:spMk id="14" creationId="{2DCD63F9-BE09-CEBC-E8C9-046397424E41}"/>
          </ac:spMkLst>
        </pc:spChg>
      </pc:sldChg>
      <pc:sldChg chg="addSp modSp add mod ord">
        <pc:chgData name="Mohan, Poornima Swarna (Cognizant)" userId="36824357-ffbd-40a5-b000-b82d0f7dca89" providerId="ADAL" clId="{BB20CA10-5FC3-4CCD-8518-89B0931CAB48}" dt="2025-12-19T09:38:53.732" v="2309" actId="20577"/>
        <pc:sldMkLst>
          <pc:docMk/>
          <pc:sldMk cId="1960967062" sldId="2147479228"/>
        </pc:sldMkLst>
        <pc:spChg chg="mod">
          <ac:chgData name="Mohan, Poornima Swarna (Cognizant)" userId="36824357-ffbd-40a5-b000-b82d0f7dca89" providerId="ADAL" clId="{BB20CA10-5FC3-4CCD-8518-89B0931CAB48}" dt="2025-12-19T09:38:53.732" v="2309" actId="20577"/>
          <ac:spMkLst>
            <pc:docMk/>
            <pc:sldMk cId="1960967062" sldId="2147479228"/>
            <ac:spMk id="2" creationId="{33FAB01C-8485-FC57-0953-B0BAFDB27FBC}"/>
          </ac:spMkLst>
        </pc:spChg>
        <pc:spChg chg="add mod">
          <ac:chgData name="Mohan, Poornima Swarna (Cognizant)" userId="36824357-ffbd-40a5-b000-b82d0f7dca89" providerId="ADAL" clId="{BB20CA10-5FC3-4CCD-8518-89B0931CAB48}" dt="2025-12-19T09:38:32.844" v="2294" actId="12"/>
          <ac:spMkLst>
            <pc:docMk/>
            <pc:sldMk cId="1960967062" sldId="2147479228"/>
            <ac:spMk id="6" creationId="{EEBD722B-FEEA-ACBE-9865-DDEB3F9C2B8A}"/>
          </ac:spMkLst>
        </pc:spChg>
      </pc:sldChg>
      <pc:sldChg chg="modSp del mod ord">
        <pc:chgData name="Mohan, Poornima Swarna (Cognizant)" userId="36824357-ffbd-40a5-b000-b82d0f7dca89" providerId="ADAL" clId="{BB20CA10-5FC3-4CCD-8518-89B0931CAB48}" dt="2025-12-18T06:14:18.465" v="791" actId="47"/>
        <pc:sldMkLst>
          <pc:docMk/>
          <pc:sldMk cId="2605749480" sldId="2147479228"/>
        </pc:sldMkLst>
      </pc:sldChg>
      <pc:sldChg chg="addSp delSp modSp new del mod">
        <pc:chgData name="Mohan, Poornima Swarna (Cognizant)" userId="36824357-ffbd-40a5-b000-b82d0f7dca89" providerId="ADAL" clId="{BB20CA10-5FC3-4CCD-8518-89B0931CAB48}" dt="2025-12-18T11:15:27.659" v="1926" actId="47"/>
        <pc:sldMkLst>
          <pc:docMk/>
          <pc:sldMk cId="2923900091" sldId="2147479228"/>
        </pc:sldMkLst>
        <pc:spChg chg="mod">
          <ac:chgData name="Mohan, Poornima Swarna (Cognizant)" userId="36824357-ffbd-40a5-b000-b82d0f7dca89" providerId="ADAL" clId="{BB20CA10-5FC3-4CCD-8518-89B0931CAB48}" dt="2025-12-18T06:47:28.007" v="1086"/>
          <ac:spMkLst>
            <pc:docMk/>
            <pc:sldMk cId="2923900091" sldId="2147479228"/>
            <ac:spMk id="2" creationId="{5240C389-D837-B2F3-1A02-492ABA54D41D}"/>
          </ac:spMkLst>
        </pc:spChg>
        <pc:spChg chg="del">
          <ac:chgData name="Mohan, Poornima Swarna (Cognizant)" userId="36824357-ffbd-40a5-b000-b82d0f7dca89" providerId="ADAL" clId="{BB20CA10-5FC3-4CCD-8518-89B0931CAB48}" dt="2025-12-18T06:41:20.172" v="1024" actId="478"/>
          <ac:spMkLst>
            <pc:docMk/>
            <pc:sldMk cId="2923900091" sldId="2147479228"/>
            <ac:spMk id="3" creationId="{1B22A233-92D2-9FA3-3AF6-E647AC4B25DC}"/>
          </ac:spMkLst>
        </pc:spChg>
        <pc:spChg chg="add mod">
          <ac:chgData name="Mohan, Poornima Swarna (Cognizant)" userId="36824357-ffbd-40a5-b000-b82d0f7dca89" providerId="ADAL" clId="{BB20CA10-5FC3-4CCD-8518-89B0931CAB48}" dt="2025-12-18T06:41:31.761" v="1029" actId="2710"/>
          <ac:spMkLst>
            <pc:docMk/>
            <pc:sldMk cId="2923900091" sldId="2147479228"/>
            <ac:spMk id="7" creationId="{1C1B6763-CD8E-58DD-E3A9-60104E95A31F}"/>
          </ac:spMkLst>
        </pc:spChg>
      </pc:sldChg>
      <pc:sldChg chg="addSp delSp modSp add mod">
        <pc:chgData name="Mohan, Poornima Swarna (Cognizant)" userId="36824357-ffbd-40a5-b000-b82d0f7dca89" providerId="ADAL" clId="{BB20CA10-5FC3-4CCD-8518-89B0931CAB48}" dt="2025-12-19T09:47:46.443" v="2403"/>
        <pc:sldMkLst>
          <pc:docMk/>
          <pc:sldMk cId="148417157" sldId="2147479229"/>
        </pc:sldMkLst>
        <pc:spChg chg="mod">
          <ac:chgData name="Mohan, Poornima Swarna (Cognizant)" userId="36824357-ffbd-40a5-b000-b82d0f7dca89" providerId="ADAL" clId="{BB20CA10-5FC3-4CCD-8518-89B0931CAB48}" dt="2025-12-19T09:44:12.248" v="2383" actId="20577"/>
          <ac:spMkLst>
            <pc:docMk/>
            <pc:sldMk cId="148417157" sldId="2147479229"/>
            <ac:spMk id="2" creationId="{44244763-A651-F732-D9E2-A0CD17A4407C}"/>
          </ac:spMkLst>
        </pc:spChg>
        <pc:spChg chg="del">
          <ac:chgData name="Mohan, Poornima Swarna (Cognizant)" userId="36824357-ffbd-40a5-b000-b82d0f7dca89" providerId="ADAL" clId="{BB20CA10-5FC3-4CCD-8518-89B0931CAB48}" dt="2025-12-19T09:44:07.978" v="2372" actId="478"/>
          <ac:spMkLst>
            <pc:docMk/>
            <pc:sldMk cId="148417157" sldId="2147479229"/>
            <ac:spMk id="6" creationId="{4924EE33-4ABD-9A50-AC8C-4720339185B5}"/>
          </ac:spMkLst>
        </pc:spChg>
        <pc:spChg chg="add mod">
          <ac:chgData name="Mohan, Poornima Swarna (Cognizant)" userId="36824357-ffbd-40a5-b000-b82d0f7dca89" providerId="ADAL" clId="{BB20CA10-5FC3-4CCD-8518-89B0931CAB48}" dt="2025-12-19T09:47:46.443" v="2403"/>
          <ac:spMkLst>
            <pc:docMk/>
            <pc:sldMk cId="148417157" sldId="2147479229"/>
            <ac:spMk id="7" creationId="{4E8FC5E8-53F8-5E65-6FC7-9AB28586E042}"/>
          </ac:spMkLst>
        </pc:spChg>
      </pc:sldChg>
      <pc:sldChg chg="modSp del mod ord">
        <pc:chgData name="Mohan, Poornima Swarna (Cognizant)" userId="36824357-ffbd-40a5-b000-b82d0f7dca89" providerId="ADAL" clId="{BB20CA10-5FC3-4CCD-8518-89B0931CAB48}" dt="2025-12-18T06:14:18.624" v="792" actId="47"/>
        <pc:sldMkLst>
          <pc:docMk/>
          <pc:sldMk cId="2092959180" sldId="2147479229"/>
        </pc:sldMkLst>
      </pc:sldChg>
      <pc:sldChg chg="addSp delSp modSp add del mod ord">
        <pc:chgData name="Mohan, Poornima Swarna (Cognizant)" userId="36824357-ffbd-40a5-b000-b82d0f7dca89" providerId="ADAL" clId="{BB20CA10-5FC3-4CCD-8518-89B0931CAB48}" dt="2025-12-18T11:15:27.616" v="1924" actId="47"/>
        <pc:sldMkLst>
          <pc:docMk/>
          <pc:sldMk cId="3277393108" sldId="2147479229"/>
        </pc:sldMkLst>
        <pc:spChg chg="mod">
          <ac:chgData name="Mohan, Poornima Swarna (Cognizant)" userId="36824357-ffbd-40a5-b000-b82d0f7dca89" providerId="ADAL" clId="{BB20CA10-5FC3-4CCD-8518-89B0931CAB48}" dt="2025-12-18T08:22:35.198" v="1413"/>
          <ac:spMkLst>
            <pc:docMk/>
            <pc:sldMk cId="3277393108" sldId="2147479229"/>
            <ac:spMk id="2" creationId="{F91FF5AE-5F6D-46BA-696C-66E5F6D0FDCC}"/>
          </ac:spMkLst>
        </pc:spChg>
        <pc:spChg chg="add mod">
          <ac:chgData name="Mohan, Poornima Swarna (Cognizant)" userId="36824357-ffbd-40a5-b000-b82d0f7dca89" providerId="ADAL" clId="{BB20CA10-5FC3-4CCD-8518-89B0931CAB48}" dt="2025-12-18T09:22:24.190" v="1432" actId="5793"/>
          <ac:spMkLst>
            <pc:docMk/>
            <pc:sldMk cId="3277393108" sldId="2147479229"/>
            <ac:spMk id="6" creationId="{33838786-2E95-589B-C471-15E4CDCE1386}"/>
          </ac:spMkLst>
        </pc:spChg>
        <pc:spChg chg="del">
          <ac:chgData name="Mohan, Poornima Swarna (Cognizant)" userId="36824357-ffbd-40a5-b000-b82d0f7dca89" providerId="ADAL" clId="{BB20CA10-5FC3-4CCD-8518-89B0931CAB48}" dt="2025-12-18T06:44:05.969" v="1048" actId="478"/>
          <ac:spMkLst>
            <pc:docMk/>
            <pc:sldMk cId="3277393108" sldId="2147479229"/>
            <ac:spMk id="7" creationId="{DF351682-3D2F-166D-E967-5D04878CDA71}"/>
          </ac:spMkLst>
        </pc:spChg>
      </pc:sldChg>
      <pc:sldChg chg="addSp delSp modSp add mod">
        <pc:chgData name="Mohan, Poornima Swarna (Cognizant)" userId="36824357-ffbd-40a5-b000-b82d0f7dca89" providerId="ADAL" clId="{BB20CA10-5FC3-4CCD-8518-89B0931CAB48}" dt="2025-12-19T09:53:46.282" v="2418" actId="20577"/>
        <pc:sldMkLst>
          <pc:docMk/>
          <pc:sldMk cId="933008879" sldId="2147479230"/>
        </pc:sldMkLst>
        <pc:spChg chg="add mod">
          <ac:chgData name="Mohan, Poornima Swarna (Cognizant)" userId="36824357-ffbd-40a5-b000-b82d0f7dca89" providerId="ADAL" clId="{BB20CA10-5FC3-4CCD-8518-89B0931CAB48}" dt="2025-12-19T09:53:46.282" v="2418" actId="20577"/>
          <ac:spMkLst>
            <pc:docMk/>
            <pc:sldMk cId="933008879" sldId="2147479230"/>
            <ac:spMk id="6" creationId="{181A519E-0FCD-D8CE-FE1A-E84465075ACE}"/>
          </ac:spMkLst>
        </pc:spChg>
        <pc:spChg chg="del">
          <ac:chgData name="Mohan, Poornima Swarna (Cognizant)" userId="36824357-ffbd-40a5-b000-b82d0f7dca89" providerId="ADAL" clId="{BB20CA10-5FC3-4CCD-8518-89B0931CAB48}" dt="2025-12-19T09:49:41.026" v="2405" actId="478"/>
          <ac:spMkLst>
            <pc:docMk/>
            <pc:sldMk cId="933008879" sldId="2147479230"/>
            <ac:spMk id="7" creationId="{D90A27C9-1883-A3B0-ADAF-6BD2CCFC810A}"/>
          </ac:spMkLst>
        </pc:spChg>
      </pc:sldChg>
      <pc:sldChg chg="addSp delSp modSp add del mod ord">
        <pc:chgData name="Mohan, Poornima Swarna (Cognizant)" userId="36824357-ffbd-40a5-b000-b82d0f7dca89" providerId="ADAL" clId="{BB20CA10-5FC3-4CCD-8518-89B0931CAB48}" dt="2025-12-18T06:14:17.872" v="787" actId="47"/>
        <pc:sldMkLst>
          <pc:docMk/>
          <pc:sldMk cId="1683489148" sldId="2147479230"/>
        </pc:sldMkLst>
      </pc:sldChg>
      <pc:sldChg chg="addSp delSp modSp new del mod">
        <pc:chgData name="Mohan, Poornima Swarna (Cognizant)" userId="36824357-ffbd-40a5-b000-b82d0f7dca89" providerId="ADAL" clId="{BB20CA10-5FC3-4CCD-8518-89B0931CAB48}" dt="2025-12-18T11:15:26.742" v="1916" actId="47"/>
        <pc:sldMkLst>
          <pc:docMk/>
          <pc:sldMk cId="4117467021" sldId="2147479230"/>
        </pc:sldMkLst>
        <pc:spChg chg="mod">
          <ac:chgData name="Mohan, Poornima Swarna (Cognizant)" userId="36824357-ffbd-40a5-b000-b82d0f7dca89" providerId="ADAL" clId="{BB20CA10-5FC3-4CCD-8518-89B0931CAB48}" dt="2025-12-18T09:22:59.397" v="1441"/>
          <ac:spMkLst>
            <pc:docMk/>
            <pc:sldMk cId="4117467021" sldId="2147479230"/>
            <ac:spMk id="2" creationId="{296F3AC7-4F72-046D-C4DC-98BAEB30AC70}"/>
          </ac:spMkLst>
        </pc:spChg>
        <pc:spChg chg="del">
          <ac:chgData name="Mohan, Poornima Swarna (Cognizant)" userId="36824357-ffbd-40a5-b000-b82d0f7dca89" providerId="ADAL" clId="{BB20CA10-5FC3-4CCD-8518-89B0931CAB48}" dt="2025-12-18T06:52:21.518" v="1128" actId="478"/>
          <ac:spMkLst>
            <pc:docMk/>
            <pc:sldMk cId="4117467021" sldId="2147479230"/>
            <ac:spMk id="3" creationId="{EDE974E9-CB1B-AC17-D48D-68F13BA4457E}"/>
          </ac:spMkLst>
        </pc:spChg>
        <pc:spChg chg="add mod">
          <ac:chgData name="Mohan, Poornima Swarna (Cognizant)" userId="36824357-ffbd-40a5-b000-b82d0f7dca89" providerId="ADAL" clId="{BB20CA10-5FC3-4CCD-8518-89B0931CAB48}" dt="2025-12-18T08:05:37.030" v="1305" actId="6549"/>
          <ac:spMkLst>
            <pc:docMk/>
            <pc:sldMk cId="4117467021" sldId="2147479230"/>
            <ac:spMk id="7" creationId="{4EBD161B-86CC-1742-6B49-81F34ADEF94B}"/>
          </ac:spMkLst>
        </pc:spChg>
        <pc:spChg chg="add mod">
          <ac:chgData name="Mohan, Poornima Swarna (Cognizant)" userId="36824357-ffbd-40a5-b000-b82d0f7dca89" providerId="ADAL" clId="{BB20CA10-5FC3-4CCD-8518-89B0931CAB48}" dt="2025-12-18T08:05:44.255" v="1307" actId="20577"/>
          <ac:spMkLst>
            <pc:docMk/>
            <pc:sldMk cId="4117467021" sldId="2147479230"/>
            <ac:spMk id="10" creationId="{214629F5-AD05-27FA-152E-41BFA70BF1E5}"/>
          </ac:spMkLst>
        </pc:spChg>
      </pc:sldChg>
      <pc:sldChg chg="addSp delSp modSp add del mod">
        <pc:chgData name="Mohan, Poornima Swarna (Cognizant)" userId="36824357-ffbd-40a5-b000-b82d0f7dca89" providerId="ADAL" clId="{BB20CA10-5FC3-4CCD-8518-89B0931CAB48}" dt="2025-12-18T06:14:18.166" v="789" actId="47"/>
        <pc:sldMkLst>
          <pc:docMk/>
          <pc:sldMk cId="397274901" sldId="2147479231"/>
        </pc:sldMkLst>
      </pc:sldChg>
      <pc:sldChg chg="addSp delSp modSp new del mod">
        <pc:chgData name="Mohan, Poornima Swarna (Cognizant)" userId="36824357-ffbd-40a5-b000-b82d0f7dca89" providerId="ADAL" clId="{BB20CA10-5FC3-4CCD-8518-89B0931CAB48}" dt="2025-12-18T11:15:26.886" v="1917" actId="47"/>
        <pc:sldMkLst>
          <pc:docMk/>
          <pc:sldMk cId="1364347151" sldId="2147479231"/>
        </pc:sldMkLst>
        <pc:spChg chg="mod">
          <ac:chgData name="Mohan, Poornima Swarna (Cognizant)" userId="36824357-ffbd-40a5-b000-b82d0f7dca89" providerId="ADAL" clId="{BB20CA10-5FC3-4CCD-8518-89B0931CAB48}" dt="2025-12-18T08:22:09.886" v="1406" actId="20577"/>
          <ac:spMkLst>
            <pc:docMk/>
            <pc:sldMk cId="1364347151" sldId="2147479231"/>
            <ac:spMk id="2" creationId="{64E186C3-0E51-4A4D-86A7-D6C022513C68}"/>
          </ac:spMkLst>
        </pc:spChg>
        <pc:spChg chg="del">
          <ac:chgData name="Mohan, Poornima Swarna (Cognizant)" userId="36824357-ffbd-40a5-b000-b82d0f7dca89" providerId="ADAL" clId="{BB20CA10-5FC3-4CCD-8518-89B0931CAB48}" dt="2025-12-18T08:07:06.351" v="1309" actId="478"/>
          <ac:spMkLst>
            <pc:docMk/>
            <pc:sldMk cId="1364347151" sldId="2147479231"/>
            <ac:spMk id="3" creationId="{9A54CE31-0BEC-638B-3EA5-81FC0329053F}"/>
          </ac:spMkLst>
        </pc:spChg>
        <pc:spChg chg="add mod">
          <ac:chgData name="Mohan, Poornima Swarna (Cognizant)" userId="36824357-ffbd-40a5-b000-b82d0f7dca89" providerId="ADAL" clId="{BB20CA10-5FC3-4CCD-8518-89B0931CAB48}" dt="2025-12-18T08:10:20.381" v="1322" actId="20577"/>
          <ac:spMkLst>
            <pc:docMk/>
            <pc:sldMk cId="1364347151" sldId="2147479231"/>
            <ac:spMk id="7" creationId="{9B8FEBC0-6320-1DB1-69BE-9DAC289DEC9D}"/>
          </ac:spMkLst>
        </pc:spChg>
        <pc:spChg chg="add mod">
          <ac:chgData name="Mohan, Poornima Swarna (Cognizant)" userId="36824357-ffbd-40a5-b000-b82d0f7dca89" providerId="ADAL" clId="{BB20CA10-5FC3-4CCD-8518-89B0931CAB48}" dt="2025-12-18T08:09:02.696" v="1318" actId="1036"/>
          <ac:spMkLst>
            <pc:docMk/>
            <pc:sldMk cId="1364347151" sldId="2147479231"/>
            <ac:spMk id="8" creationId="{B8D4CEC7-0E7A-8A71-7691-87EE7202C6CF}"/>
          </ac:spMkLst>
        </pc:spChg>
        <pc:spChg chg="add mod">
          <ac:chgData name="Mohan, Poornima Swarna (Cognizant)" userId="36824357-ffbd-40a5-b000-b82d0f7dca89" providerId="ADAL" clId="{BB20CA10-5FC3-4CCD-8518-89B0931CAB48}" dt="2025-12-18T09:14:55.768" v="1420" actId="1076"/>
          <ac:spMkLst>
            <pc:docMk/>
            <pc:sldMk cId="1364347151" sldId="2147479231"/>
            <ac:spMk id="10" creationId="{150981EA-001D-DDA2-F932-987F536722DF}"/>
          </ac:spMkLst>
        </pc:spChg>
      </pc:sldChg>
      <pc:sldChg chg="addSp delSp modSp add del mod">
        <pc:chgData name="Mohan, Poornima Swarna (Cognizant)" userId="36824357-ffbd-40a5-b000-b82d0f7dca89" providerId="ADAL" clId="{BB20CA10-5FC3-4CCD-8518-89B0931CAB48}" dt="2025-12-18T06:14:18.318" v="790" actId="47"/>
        <pc:sldMkLst>
          <pc:docMk/>
          <pc:sldMk cId="1699808859" sldId="2147479232"/>
        </pc:sldMkLst>
      </pc:sldChg>
      <pc:sldChg chg="addSp delSp modSp add del mod">
        <pc:chgData name="Mohan, Poornima Swarna (Cognizant)" userId="36824357-ffbd-40a5-b000-b82d0f7dca89" providerId="ADAL" clId="{BB20CA10-5FC3-4CCD-8518-89B0931CAB48}" dt="2025-12-18T11:15:27.399" v="1918" actId="47"/>
        <pc:sldMkLst>
          <pc:docMk/>
          <pc:sldMk cId="3045142184" sldId="2147479232"/>
        </pc:sldMkLst>
        <pc:spChg chg="mod">
          <ac:chgData name="Mohan, Poornima Swarna (Cognizant)" userId="36824357-ffbd-40a5-b000-b82d0f7dca89" providerId="ADAL" clId="{BB20CA10-5FC3-4CCD-8518-89B0931CAB48}" dt="2025-12-18T08:22:15.103" v="1407"/>
          <ac:spMkLst>
            <pc:docMk/>
            <pc:sldMk cId="3045142184" sldId="2147479232"/>
            <ac:spMk id="2" creationId="{982D3113-D327-E3E7-E17E-844B828CDA2F}"/>
          </ac:spMkLst>
        </pc:spChg>
        <pc:spChg chg="add mod">
          <ac:chgData name="Mohan, Poornima Swarna (Cognizant)" userId="36824357-ffbd-40a5-b000-b82d0f7dca89" providerId="ADAL" clId="{BB20CA10-5FC3-4CCD-8518-89B0931CAB48}" dt="2025-12-18T08:11:27.427" v="1336" actId="1076"/>
          <ac:spMkLst>
            <pc:docMk/>
            <pc:sldMk cId="3045142184" sldId="2147479232"/>
            <ac:spMk id="6" creationId="{408BC7A0-E0D0-B611-AB40-C221B0B69C14}"/>
          </ac:spMkLst>
        </pc:spChg>
        <pc:spChg chg="del">
          <ac:chgData name="Mohan, Poornima Swarna (Cognizant)" userId="36824357-ffbd-40a5-b000-b82d0f7dca89" providerId="ADAL" clId="{BB20CA10-5FC3-4CCD-8518-89B0931CAB48}" dt="2025-12-18T08:11:05.826" v="1329" actId="478"/>
          <ac:spMkLst>
            <pc:docMk/>
            <pc:sldMk cId="3045142184" sldId="2147479232"/>
            <ac:spMk id="7" creationId="{E3926389-3B4A-1EE7-49CF-1E86E6FA421C}"/>
          </ac:spMkLst>
        </pc:spChg>
        <pc:spChg chg="del">
          <ac:chgData name="Mohan, Poornima Swarna (Cognizant)" userId="36824357-ffbd-40a5-b000-b82d0f7dca89" providerId="ADAL" clId="{BB20CA10-5FC3-4CCD-8518-89B0931CAB48}" dt="2025-12-18T08:11:05.826" v="1329" actId="478"/>
          <ac:spMkLst>
            <pc:docMk/>
            <pc:sldMk cId="3045142184" sldId="2147479232"/>
            <ac:spMk id="8" creationId="{CA9DA7A2-FF50-4C07-7BDE-2D6A429F6CF8}"/>
          </ac:spMkLst>
        </pc:spChg>
        <pc:spChg chg="del">
          <ac:chgData name="Mohan, Poornima Swarna (Cognizant)" userId="36824357-ffbd-40a5-b000-b82d0f7dca89" providerId="ADAL" clId="{BB20CA10-5FC3-4CCD-8518-89B0931CAB48}" dt="2025-12-18T08:11:05.826" v="1329" actId="478"/>
          <ac:spMkLst>
            <pc:docMk/>
            <pc:sldMk cId="3045142184" sldId="2147479232"/>
            <ac:spMk id="10" creationId="{AF65B94F-105E-B1EA-F9DC-E93BA0388215}"/>
          </ac:spMkLst>
        </pc:spChg>
      </pc:sldChg>
      <pc:sldChg chg="addSp delSp modSp add del mod">
        <pc:chgData name="Mohan, Poornima Swarna (Cognizant)" userId="36824357-ffbd-40a5-b000-b82d0f7dca89" providerId="ADAL" clId="{BB20CA10-5FC3-4CCD-8518-89B0931CAB48}" dt="2025-12-18T06:14:18.943" v="794" actId="47"/>
        <pc:sldMkLst>
          <pc:docMk/>
          <pc:sldMk cId="2901443452" sldId="2147479233"/>
        </pc:sldMkLst>
      </pc:sldChg>
      <pc:sldChg chg="modSp add del mod">
        <pc:chgData name="Mohan, Poornima Swarna (Cognizant)" userId="36824357-ffbd-40a5-b000-b82d0f7dca89" providerId="ADAL" clId="{BB20CA10-5FC3-4CCD-8518-89B0931CAB48}" dt="2025-12-18T11:15:27.431" v="1919" actId="47"/>
        <pc:sldMkLst>
          <pc:docMk/>
          <pc:sldMk cId="4193806156" sldId="2147479233"/>
        </pc:sldMkLst>
        <pc:spChg chg="mod">
          <ac:chgData name="Mohan, Poornima Swarna (Cognizant)" userId="36824357-ffbd-40a5-b000-b82d0f7dca89" providerId="ADAL" clId="{BB20CA10-5FC3-4CCD-8518-89B0931CAB48}" dt="2025-12-18T08:22:18.417" v="1408"/>
          <ac:spMkLst>
            <pc:docMk/>
            <pc:sldMk cId="4193806156" sldId="2147479233"/>
            <ac:spMk id="2" creationId="{B8D67128-66D0-F823-5602-353945A2CE66}"/>
          </ac:spMkLst>
        </pc:spChg>
        <pc:spChg chg="mod">
          <ac:chgData name="Mohan, Poornima Swarna (Cognizant)" userId="36824357-ffbd-40a5-b000-b82d0f7dca89" providerId="ADAL" clId="{BB20CA10-5FC3-4CCD-8518-89B0931CAB48}" dt="2025-12-18T08:12:51.278" v="1364" actId="6549"/>
          <ac:spMkLst>
            <pc:docMk/>
            <pc:sldMk cId="4193806156" sldId="2147479233"/>
            <ac:spMk id="6" creationId="{8D7E5DDE-D330-696E-EEBF-9BAA04BBAF8A}"/>
          </ac:spMkLst>
        </pc:spChg>
      </pc:sldChg>
      <pc:sldChg chg="addSp delSp modSp new del mod">
        <pc:chgData name="Mohan, Poornima Swarna (Cognizant)" userId="36824357-ffbd-40a5-b000-b82d0f7dca89" providerId="ADAL" clId="{BB20CA10-5FC3-4CCD-8518-89B0931CAB48}" dt="2025-12-18T06:14:19.104" v="795" actId="47"/>
        <pc:sldMkLst>
          <pc:docMk/>
          <pc:sldMk cId="1274003622" sldId="2147479234"/>
        </pc:sldMkLst>
      </pc:sldChg>
      <pc:sldChg chg="addSp delSp modSp new del mod">
        <pc:chgData name="Mohan, Poornima Swarna (Cognizant)" userId="36824357-ffbd-40a5-b000-b82d0f7dca89" providerId="ADAL" clId="{BB20CA10-5FC3-4CCD-8518-89B0931CAB48}" dt="2025-12-18T11:15:27.527" v="1922" actId="47"/>
        <pc:sldMkLst>
          <pc:docMk/>
          <pc:sldMk cId="1588380609" sldId="2147479234"/>
        </pc:sldMkLst>
        <pc:spChg chg="mod">
          <ac:chgData name="Mohan, Poornima Swarna (Cognizant)" userId="36824357-ffbd-40a5-b000-b82d0f7dca89" providerId="ADAL" clId="{BB20CA10-5FC3-4CCD-8518-89B0931CAB48}" dt="2025-12-18T08:22:28.810" v="1411"/>
          <ac:spMkLst>
            <pc:docMk/>
            <pc:sldMk cId="1588380609" sldId="2147479234"/>
            <ac:spMk id="2" creationId="{BF4061D4-163F-FF59-2B08-13A9C374FD1B}"/>
          </ac:spMkLst>
        </pc:spChg>
        <pc:spChg chg="del">
          <ac:chgData name="Mohan, Poornima Swarna (Cognizant)" userId="36824357-ffbd-40a5-b000-b82d0f7dca89" providerId="ADAL" clId="{BB20CA10-5FC3-4CCD-8518-89B0931CAB48}" dt="2025-12-18T08:18:52.535" v="1369" actId="478"/>
          <ac:spMkLst>
            <pc:docMk/>
            <pc:sldMk cId="1588380609" sldId="2147479234"/>
            <ac:spMk id="3" creationId="{E4AF00A3-9831-4E8B-E970-0D237DFF787F}"/>
          </ac:spMkLst>
        </pc:spChg>
        <pc:spChg chg="add mod">
          <ac:chgData name="Mohan, Poornima Swarna (Cognizant)" userId="36824357-ffbd-40a5-b000-b82d0f7dca89" providerId="ADAL" clId="{BB20CA10-5FC3-4CCD-8518-89B0931CAB48}" dt="2025-12-18T09:20:02.368" v="1426" actId="13926"/>
          <ac:spMkLst>
            <pc:docMk/>
            <pc:sldMk cId="1588380609" sldId="2147479234"/>
            <ac:spMk id="7" creationId="{57268DC2-AF42-855C-4B3C-CCCCE49E1EF1}"/>
          </ac:spMkLst>
        </pc:spChg>
      </pc:sldChg>
      <pc:sldChg chg="addSp delSp modSp new del mod">
        <pc:chgData name="Mohan, Poornima Swarna (Cognizant)" userId="36824357-ffbd-40a5-b000-b82d0f7dca89" providerId="ADAL" clId="{BB20CA10-5FC3-4CCD-8518-89B0931CAB48}" dt="2025-12-18T11:15:27.558" v="1923" actId="47"/>
        <pc:sldMkLst>
          <pc:docMk/>
          <pc:sldMk cId="463651108" sldId="2147479235"/>
        </pc:sldMkLst>
        <pc:spChg chg="mod">
          <ac:chgData name="Mohan, Poornima Swarna (Cognizant)" userId="36824357-ffbd-40a5-b000-b82d0f7dca89" providerId="ADAL" clId="{BB20CA10-5FC3-4CCD-8518-89B0931CAB48}" dt="2025-12-18T08:22:31.459" v="1412"/>
          <ac:spMkLst>
            <pc:docMk/>
            <pc:sldMk cId="463651108" sldId="2147479235"/>
            <ac:spMk id="2" creationId="{6E3A94ED-1998-AF11-47F2-B2DB28F3C4F2}"/>
          </ac:spMkLst>
        </pc:spChg>
        <pc:spChg chg="del">
          <ac:chgData name="Mohan, Poornima Swarna (Cognizant)" userId="36824357-ffbd-40a5-b000-b82d0f7dca89" providerId="ADAL" clId="{BB20CA10-5FC3-4CCD-8518-89B0931CAB48}" dt="2025-12-18T08:20:18.032" v="1387" actId="478"/>
          <ac:spMkLst>
            <pc:docMk/>
            <pc:sldMk cId="463651108" sldId="2147479235"/>
            <ac:spMk id="3" creationId="{F6EAC6E6-A9F5-4AF5-0CA5-2D4951D0FAA8}"/>
          </ac:spMkLst>
        </pc:spChg>
        <pc:spChg chg="add mod">
          <ac:chgData name="Mohan, Poornima Swarna (Cognizant)" userId="36824357-ffbd-40a5-b000-b82d0f7dca89" providerId="ADAL" clId="{BB20CA10-5FC3-4CCD-8518-89B0931CAB48}" dt="2025-12-18T09:22:17.336" v="1430" actId="114"/>
          <ac:spMkLst>
            <pc:docMk/>
            <pc:sldMk cId="463651108" sldId="2147479235"/>
            <ac:spMk id="7" creationId="{1D7DF8E8-B4EA-C135-427F-A1198E8A7BB8}"/>
          </ac:spMkLst>
        </pc:spChg>
      </pc:sldChg>
      <pc:sldChg chg="addSp delSp modSp add del mod">
        <pc:chgData name="Mohan, Poornima Swarna (Cognizant)" userId="36824357-ffbd-40a5-b000-b82d0f7dca89" providerId="ADAL" clId="{BB20CA10-5FC3-4CCD-8518-89B0931CAB48}" dt="2025-12-18T06:14:19.624" v="798" actId="47"/>
        <pc:sldMkLst>
          <pc:docMk/>
          <pc:sldMk cId="898537176" sldId="2147479235"/>
        </pc:sldMkLst>
      </pc:sldChg>
      <pc:sldChg chg="addSp delSp modSp add del mod">
        <pc:chgData name="Mohan, Poornima Swarna (Cognizant)" userId="36824357-ffbd-40a5-b000-b82d0f7dca89" providerId="ADAL" clId="{BB20CA10-5FC3-4CCD-8518-89B0931CAB48}" dt="2025-12-18T06:14:20.138" v="801" actId="47"/>
        <pc:sldMkLst>
          <pc:docMk/>
          <pc:sldMk cId="3367207107" sldId="2147479236"/>
        </pc:sldMkLst>
      </pc:sldChg>
      <pc:sldChg chg="addSp delSp modSp new del mod">
        <pc:chgData name="Mohan, Poornima Swarna (Cognizant)" userId="36824357-ffbd-40a5-b000-b82d0f7dca89" providerId="ADAL" clId="{BB20CA10-5FC3-4CCD-8518-89B0931CAB48}" dt="2025-12-18T11:15:27.467" v="1920" actId="47"/>
        <pc:sldMkLst>
          <pc:docMk/>
          <pc:sldMk cId="3916672891" sldId="2147479236"/>
        </pc:sldMkLst>
        <pc:spChg chg="mod">
          <ac:chgData name="Mohan, Poornima Swarna (Cognizant)" userId="36824357-ffbd-40a5-b000-b82d0f7dca89" providerId="ADAL" clId="{BB20CA10-5FC3-4CCD-8518-89B0931CAB48}" dt="2025-12-18T08:22:21.798" v="1409"/>
          <ac:spMkLst>
            <pc:docMk/>
            <pc:sldMk cId="3916672891" sldId="2147479236"/>
            <ac:spMk id="2" creationId="{D2F65142-7F99-2EDC-416E-50E7A777EEC2}"/>
          </ac:spMkLst>
        </pc:spChg>
        <pc:spChg chg="del">
          <ac:chgData name="Mohan, Poornima Swarna (Cognizant)" userId="36824357-ffbd-40a5-b000-b82d0f7dca89" providerId="ADAL" clId="{BB20CA10-5FC3-4CCD-8518-89B0931CAB48}" dt="2025-12-18T08:21:37.833" v="1395" actId="478"/>
          <ac:spMkLst>
            <pc:docMk/>
            <pc:sldMk cId="3916672891" sldId="2147479236"/>
            <ac:spMk id="3" creationId="{3DD27BC5-14DA-A3A1-76D9-F2E7A6CFF429}"/>
          </ac:spMkLst>
        </pc:spChg>
        <pc:picChg chg="add mod">
          <ac:chgData name="Mohan, Poornima Swarna (Cognizant)" userId="36824357-ffbd-40a5-b000-b82d0f7dca89" providerId="ADAL" clId="{BB20CA10-5FC3-4CCD-8518-89B0931CAB48}" dt="2025-12-18T08:21:40.986" v="1397" actId="14100"/>
          <ac:picMkLst>
            <pc:docMk/>
            <pc:sldMk cId="3916672891" sldId="2147479236"/>
            <ac:picMk id="6" creationId="{70C51D41-21BD-A191-05A3-C091223B36A9}"/>
          </ac:picMkLst>
        </pc:picChg>
      </pc:sldChg>
      <pc:sldChg chg="modSp add del mod">
        <pc:chgData name="Mohan, Poornima Swarna (Cognizant)" userId="36824357-ffbd-40a5-b000-b82d0f7dca89" providerId="ADAL" clId="{BB20CA10-5FC3-4CCD-8518-89B0931CAB48}" dt="2025-12-18T06:14:20.297" v="802" actId="47"/>
        <pc:sldMkLst>
          <pc:docMk/>
          <pc:sldMk cId="1393922730" sldId="2147479237"/>
        </pc:sldMkLst>
      </pc:sldChg>
      <pc:sldChg chg="addSp delSp modSp add del mod ord">
        <pc:chgData name="Mohan, Poornima Swarna (Cognizant)" userId="36824357-ffbd-40a5-b000-b82d0f7dca89" providerId="ADAL" clId="{BB20CA10-5FC3-4CCD-8518-89B0931CAB48}" dt="2025-12-18T10:11:39.978" v="1499" actId="47"/>
        <pc:sldMkLst>
          <pc:docMk/>
          <pc:sldMk cId="3809857771" sldId="2147479237"/>
        </pc:sldMkLst>
        <pc:spChg chg="mod">
          <ac:chgData name="Mohan, Poornima Swarna (Cognizant)" userId="36824357-ffbd-40a5-b000-b82d0f7dca89" providerId="ADAL" clId="{BB20CA10-5FC3-4CCD-8518-89B0931CAB48}" dt="2025-12-18T09:28:48.779" v="1451" actId="20577"/>
          <ac:spMkLst>
            <pc:docMk/>
            <pc:sldMk cId="3809857771" sldId="2147479237"/>
            <ac:spMk id="2" creationId="{AFDF6455-E6B4-78D9-38E9-611E04473956}"/>
          </ac:spMkLst>
        </pc:spChg>
        <pc:spChg chg="add mod">
          <ac:chgData name="Mohan, Poornima Swarna (Cognizant)" userId="36824357-ffbd-40a5-b000-b82d0f7dca89" providerId="ADAL" clId="{BB20CA10-5FC3-4CCD-8518-89B0931CAB48}" dt="2025-12-18T09:41:59.637" v="1477" actId="1076"/>
          <ac:spMkLst>
            <pc:docMk/>
            <pc:sldMk cId="3809857771" sldId="2147479237"/>
            <ac:spMk id="6" creationId="{6308D2C5-C88F-6930-169D-9C91670A01A9}"/>
          </ac:spMkLst>
        </pc:spChg>
        <pc:spChg chg="del">
          <ac:chgData name="Mohan, Poornima Swarna (Cognizant)" userId="36824357-ffbd-40a5-b000-b82d0f7dca89" providerId="ADAL" clId="{BB20CA10-5FC3-4CCD-8518-89B0931CAB48}" dt="2025-12-18T09:22:39.435" v="1434" actId="478"/>
          <ac:spMkLst>
            <pc:docMk/>
            <pc:sldMk cId="3809857771" sldId="2147479237"/>
            <ac:spMk id="7" creationId="{7358D297-486E-F920-57EF-33267FEF57F6}"/>
          </ac:spMkLst>
        </pc:spChg>
      </pc:sldChg>
      <pc:sldChg chg="addSp delSp modSp new del mod">
        <pc:chgData name="Mohan, Poornima Swarna (Cognizant)" userId="36824357-ffbd-40a5-b000-b82d0f7dca89" providerId="ADAL" clId="{BB20CA10-5FC3-4CCD-8518-89B0931CAB48}" dt="2025-12-18T06:14:20.644" v="804" actId="47"/>
        <pc:sldMkLst>
          <pc:docMk/>
          <pc:sldMk cId="976428978" sldId="2147479238"/>
        </pc:sldMkLst>
      </pc:sldChg>
      <pc:sldChg chg="addSp delSp modSp add del mod">
        <pc:chgData name="Mohan, Poornima Swarna (Cognizant)" userId="36824357-ffbd-40a5-b000-b82d0f7dca89" providerId="ADAL" clId="{BB20CA10-5FC3-4CCD-8518-89B0931CAB48}" dt="2025-12-18T11:15:27.686" v="1927" actId="47"/>
        <pc:sldMkLst>
          <pc:docMk/>
          <pc:sldMk cId="2020355249" sldId="2147479238"/>
        </pc:sldMkLst>
        <pc:spChg chg="mod">
          <ac:chgData name="Mohan, Poornima Swarna (Cognizant)" userId="36824357-ffbd-40a5-b000-b82d0f7dca89" providerId="ADAL" clId="{BB20CA10-5FC3-4CCD-8518-89B0931CAB48}" dt="2025-12-18T10:10:03.634" v="1490" actId="20577"/>
          <ac:spMkLst>
            <pc:docMk/>
            <pc:sldMk cId="2020355249" sldId="2147479238"/>
            <ac:spMk id="2" creationId="{FE2C88BD-FCC6-BE59-5302-5BE7AB82E86F}"/>
          </ac:spMkLst>
        </pc:spChg>
        <pc:spChg chg="del">
          <ac:chgData name="Mohan, Poornima Swarna (Cognizant)" userId="36824357-ffbd-40a5-b000-b82d0f7dca89" providerId="ADAL" clId="{BB20CA10-5FC3-4CCD-8518-89B0931CAB48}" dt="2025-12-18T10:10:06.370" v="1491" actId="478"/>
          <ac:spMkLst>
            <pc:docMk/>
            <pc:sldMk cId="2020355249" sldId="2147479238"/>
            <ac:spMk id="6" creationId="{97625201-A42D-A8DC-D042-351F480F810A}"/>
          </ac:spMkLst>
        </pc:spChg>
        <pc:spChg chg="add del mod">
          <ac:chgData name="Mohan, Poornima Swarna (Cognizant)" userId="36824357-ffbd-40a5-b000-b82d0f7dca89" providerId="ADAL" clId="{BB20CA10-5FC3-4CCD-8518-89B0931CAB48}" dt="2025-12-18T10:12:49.678" v="1534" actId="478"/>
          <ac:spMkLst>
            <pc:docMk/>
            <pc:sldMk cId="2020355249" sldId="2147479238"/>
            <ac:spMk id="7" creationId="{8C5ED8F0-2331-260D-B699-1FE62B79E2D3}"/>
          </ac:spMkLst>
        </pc:spChg>
        <pc:spChg chg="add mod">
          <ac:chgData name="Mohan, Poornima Swarna (Cognizant)" userId="36824357-ffbd-40a5-b000-b82d0f7dca89" providerId="ADAL" clId="{BB20CA10-5FC3-4CCD-8518-89B0931CAB48}" dt="2025-12-18T10:54:02.960" v="1883" actId="1076"/>
          <ac:spMkLst>
            <pc:docMk/>
            <pc:sldMk cId="2020355249" sldId="2147479238"/>
            <ac:spMk id="9" creationId="{31AC3C36-E843-7909-767D-78596189B15B}"/>
          </ac:spMkLst>
        </pc:spChg>
        <pc:spChg chg="add mod">
          <ac:chgData name="Mohan, Poornima Swarna (Cognizant)" userId="36824357-ffbd-40a5-b000-b82d0f7dca89" providerId="ADAL" clId="{BB20CA10-5FC3-4CCD-8518-89B0931CAB48}" dt="2025-12-18T10:54:12.521" v="1885" actId="14100"/>
          <ac:spMkLst>
            <pc:docMk/>
            <pc:sldMk cId="2020355249" sldId="2147479238"/>
            <ac:spMk id="11" creationId="{2E36D04E-5E41-6E8B-BDAE-A9C404B45B08}"/>
          </ac:spMkLst>
        </pc:spChg>
        <pc:picChg chg="add mod">
          <ac:chgData name="Mohan, Poornima Swarna (Cognizant)" userId="36824357-ffbd-40a5-b000-b82d0f7dca89" providerId="ADAL" clId="{BB20CA10-5FC3-4CCD-8518-89B0931CAB48}" dt="2025-12-18T10:53:53.372" v="1877" actId="1076"/>
          <ac:picMkLst>
            <pc:docMk/>
            <pc:sldMk cId="2020355249" sldId="2147479238"/>
            <ac:picMk id="12" creationId="{E12B30A1-7C13-9130-1F51-60C06734851B}"/>
          </ac:picMkLst>
        </pc:picChg>
      </pc:sldChg>
      <pc:sldChg chg="addSp delSp modSp add del mod">
        <pc:chgData name="Mohan, Poornima Swarna (Cognizant)" userId="36824357-ffbd-40a5-b000-b82d0f7dca89" providerId="ADAL" clId="{BB20CA10-5FC3-4CCD-8518-89B0931CAB48}" dt="2025-12-18T11:15:27.621" v="1925" actId="47"/>
        <pc:sldMkLst>
          <pc:docMk/>
          <pc:sldMk cId="3142757316" sldId="2147479239"/>
        </pc:sldMkLst>
        <pc:spChg chg="mod">
          <ac:chgData name="Mohan, Poornima Swarna (Cognizant)" userId="36824357-ffbd-40a5-b000-b82d0f7dca89" providerId="ADAL" clId="{BB20CA10-5FC3-4CCD-8518-89B0931CAB48}" dt="2025-12-18T10:47:08.407" v="1846" actId="20577"/>
          <ac:spMkLst>
            <pc:docMk/>
            <pc:sldMk cId="3142757316" sldId="2147479239"/>
            <ac:spMk id="2" creationId="{B1DFD334-AE35-76E8-6E0F-360B008DD515}"/>
          </ac:spMkLst>
        </pc:spChg>
        <pc:spChg chg="del">
          <ac:chgData name="Mohan, Poornima Swarna (Cognizant)" userId="36824357-ffbd-40a5-b000-b82d0f7dca89" providerId="ADAL" clId="{BB20CA10-5FC3-4CCD-8518-89B0931CAB48}" dt="2025-12-18T10:10:26.492" v="1495" actId="478"/>
          <ac:spMkLst>
            <pc:docMk/>
            <pc:sldMk cId="3142757316" sldId="2147479239"/>
            <ac:spMk id="6" creationId="{97D4DFBE-9BA0-C837-2085-215C5EC29D5D}"/>
          </ac:spMkLst>
        </pc:spChg>
        <pc:spChg chg="add del">
          <ac:chgData name="Mohan, Poornima Swarna (Cognizant)" userId="36824357-ffbd-40a5-b000-b82d0f7dca89" providerId="ADAL" clId="{BB20CA10-5FC3-4CCD-8518-89B0931CAB48}" dt="2025-12-18T10:12:36.491" v="1529" actId="22"/>
          <ac:spMkLst>
            <pc:docMk/>
            <pc:sldMk cId="3142757316" sldId="2147479239"/>
            <ac:spMk id="7" creationId="{915A9F01-7403-A7CF-3B05-4A17617F677F}"/>
          </ac:spMkLst>
        </pc:spChg>
        <pc:graphicFrameChg chg="add mod modGraphic">
          <ac:chgData name="Mohan, Poornima Swarna (Cognizant)" userId="36824357-ffbd-40a5-b000-b82d0f7dca89" providerId="ADAL" clId="{BB20CA10-5FC3-4CCD-8518-89B0931CAB48}" dt="2025-12-18T10:46:46.785" v="1798" actId="1076"/>
          <ac:graphicFrameMkLst>
            <pc:docMk/>
            <pc:sldMk cId="3142757316" sldId="2147479239"/>
            <ac:graphicFrameMk id="8" creationId="{96FF97F5-E882-F82A-6D62-E7C451990E6A}"/>
          </ac:graphicFrameMkLst>
        </pc:graphicFrameChg>
      </pc:sldChg>
      <pc:sldChg chg="addSp modSp add del mod">
        <pc:chgData name="Mohan, Poornima Swarna (Cognizant)" userId="36824357-ffbd-40a5-b000-b82d0f7dca89" providerId="ADAL" clId="{BB20CA10-5FC3-4CCD-8518-89B0931CAB48}" dt="2025-12-18T11:15:27.748" v="1929" actId="47"/>
        <pc:sldMkLst>
          <pc:docMk/>
          <pc:sldMk cId="2351495621" sldId="2147479240"/>
        </pc:sldMkLst>
        <pc:spChg chg="mod">
          <ac:chgData name="Mohan, Poornima Swarna (Cognizant)" userId="36824357-ffbd-40a5-b000-b82d0f7dca89" providerId="ADAL" clId="{BB20CA10-5FC3-4CCD-8518-89B0931CAB48}" dt="2025-12-18T10:11:54.960" v="1519" actId="20577"/>
          <ac:spMkLst>
            <pc:docMk/>
            <pc:sldMk cId="2351495621" sldId="2147479240"/>
            <ac:spMk id="2" creationId="{992D1A57-E4E9-14BC-3C5D-5B3DC86CAE9D}"/>
          </ac:spMkLst>
        </pc:spChg>
        <pc:spChg chg="add mod">
          <ac:chgData name="Mohan, Poornima Swarna (Cognizant)" userId="36824357-ffbd-40a5-b000-b82d0f7dca89" providerId="ADAL" clId="{BB20CA10-5FC3-4CCD-8518-89B0931CAB48}" dt="2025-12-18T10:13:04.448" v="1538" actId="20577"/>
          <ac:spMkLst>
            <pc:docMk/>
            <pc:sldMk cId="2351495621" sldId="2147479240"/>
            <ac:spMk id="6" creationId="{A5987A0C-35DB-FB45-9966-F11140AFB64B}"/>
          </ac:spMkLst>
        </pc:spChg>
        <pc:spChg chg="add mod">
          <ac:chgData name="Mohan, Poornima Swarna (Cognizant)" userId="36824357-ffbd-40a5-b000-b82d0f7dca89" providerId="ADAL" clId="{BB20CA10-5FC3-4CCD-8518-89B0931CAB48}" dt="2025-12-18T10:14:25.184" v="1552" actId="1076"/>
          <ac:spMkLst>
            <pc:docMk/>
            <pc:sldMk cId="2351495621" sldId="2147479240"/>
            <ac:spMk id="8" creationId="{EE19352D-871B-84A0-93B9-DF9D2B4FC2F4}"/>
          </ac:spMkLst>
        </pc:spChg>
        <pc:spChg chg="add mod">
          <ac:chgData name="Mohan, Poornima Swarna (Cognizant)" userId="36824357-ffbd-40a5-b000-b82d0f7dca89" providerId="ADAL" clId="{BB20CA10-5FC3-4CCD-8518-89B0931CAB48}" dt="2025-12-18T10:14:02.008" v="1548" actId="207"/>
          <ac:spMkLst>
            <pc:docMk/>
            <pc:sldMk cId="2351495621" sldId="2147479240"/>
            <ac:spMk id="10" creationId="{7FADB602-9B5D-9531-6306-CBDBD72E1434}"/>
          </ac:spMkLst>
        </pc:spChg>
        <pc:spChg chg="add mod">
          <ac:chgData name="Mohan, Poornima Swarna (Cognizant)" userId="36824357-ffbd-40a5-b000-b82d0f7dca89" providerId="ADAL" clId="{BB20CA10-5FC3-4CCD-8518-89B0931CAB48}" dt="2025-12-18T10:15:49.060" v="1567" actId="255"/>
          <ac:spMkLst>
            <pc:docMk/>
            <pc:sldMk cId="2351495621" sldId="2147479240"/>
            <ac:spMk id="12" creationId="{A5971A45-20DE-A681-B3A0-E11EBC04A827}"/>
          </ac:spMkLst>
        </pc:spChg>
        <pc:spChg chg="add mod">
          <ac:chgData name="Mohan, Poornima Swarna (Cognizant)" userId="36824357-ffbd-40a5-b000-b82d0f7dca89" providerId="ADAL" clId="{BB20CA10-5FC3-4CCD-8518-89B0931CAB48}" dt="2025-12-18T10:15:53.721" v="1568" actId="14100"/>
          <ac:spMkLst>
            <pc:docMk/>
            <pc:sldMk cId="2351495621" sldId="2147479240"/>
            <ac:spMk id="14" creationId="{DEF4D75E-6E21-D51C-6258-344F86BA59E5}"/>
          </ac:spMkLst>
        </pc:spChg>
      </pc:sldChg>
      <pc:sldChg chg="addSp modSp add del mod">
        <pc:chgData name="Mohan, Poornima Swarna (Cognizant)" userId="36824357-ffbd-40a5-b000-b82d0f7dca89" providerId="ADAL" clId="{BB20CA10-5FC3-4CCD-8518-89B0931CAB48}" dt="2025-12-18T11:15:27.780" v="1930" actId="47"/>
        <pc:sldMkLst>
          <pc:docMk/>
          <pc:sldMk cId="3723662012" sldId="2147479241"/>
        </pc:sldMkLst>
        <pc:spChg chg="mod">
          <ac:chgData name="Mohan, Poornima Swarna (Cognizant)" userId="36824357-ffbd-40a5-b000-b82d0f7dca89" providerId="ADAL" clId="{BB20CA10-5FC3-4CCD-8518-89B0931CAB48}" dt="2025-12-18T10:22:24.750" v="1611" actId="20577"/>
          <ac:spMkLst>
            <pc:docMk/>
            <pc:sldMk cId="3723662012" sldId="2147479241"/>
            <ac:spMk id="2" creationId="{4E188919-99C9-7082-7774-CC74F75B74A4}"/>
          </ac:spMkLst>
        </pc:spChg>
        <pc:spChg chg="add mod">
          <ac:chgData name="Mohan, Poornima Swarna (Cognizant)" userId="36824357-ffbd-40a5-b000-b82d0f7dca89" providerId="ADAL" clId="{BB20CA10-5FC3-4CCD-8518-89B0931CAB48}" dt="2025-12-18T10:26:36.838" v="1664" actId="114"/>
          <ac:spMkLst>
            <pc:docMk/>
            <pc:sldMk cId="3723662012" sldId="2147479241"/>
            <ac:spMk id="6" creationId="{FD3E73D3-3E29-731B-696D-F60C3B922499}"/>
          </ac:spMkLst>
        </pc:spChg>
        <pc:spChg chg="add mod">
          <ac:chgData name="Mohan, Poornima Swarna (Cognizant)" userId="36824357-ffbd-40a5-b000-b82d0f7dca89" providerId="ADAL" clId="{BB20CA10-5FC3-4CCD-8518-89B0931CAB48}" dt="2025-12-18T10:22:31.328" v="1613" actId="1076"/>
          <ac:spMkLst>
            <pc:docMk/>
            <pc:sldMk cId="3723662012" sldId="2147479241"/>
            <ac:spMk id="8" creationId="{F5E1986B-2808-B962-3927-E42B832FC819}"/>
          </ac:spMkLst>
        </pc:spChg>
        <pc:spChg chg="add mod">
          <ac:chgData name="Mohan, Poornima Swarna (Cognizant)" userId="36824357-ffbd-40a5-b000-b82d0f7dca89" providerId="ADAL" clId="{BB20CA10-5FC3-4CCD-8518-89B0931CAB48}" dt="2025-12-18T10:22:34.764" v="1614" actId="1076"/>
          <ac:spMkLst>
            <pc:docMk/>
            <pc:sldMk cId="3723662012" sldId="2147479241"/>
            <ac:spMk id="10" creationId="{BF95407A-F249-F2AE-9A40-636C769A77C5}"/>
          </ac:spMkLst>
        </pc:spChg>
        <pc:spChg chg="add mod">
          <ac:chgData name="Mohan, Poornima Swarna (Cognizant)" userId="36824357-ffbd-40a5-b000-b82d0f7dca89" providerId="ADAL" clId="{BB20CA10-5FC3-4CCD-8518-89B0931CAB48}" dt="2025-12-18T10:22:44.180" v="1615" actId="1076"/>
          <ac:spMkLst>
            <pc:docMk/>
            <pc:sldMk cId="3723662012" sldId="2147479241"/>
            <ac:spMk id="12" creationId="{98E31AE9-D494-AC8C-6E1A-29762D265CBC}"/>
          </ac:spMkLst>
        </pc:spChg>
        <pc:spChg chg="add mod">
          <ac:chgData name="Mohan, Poornima Swarna (Cognizant)" userId="36824357-ffbd-40a5-b000-b82d0f7dca89" providerId="ADAL" clId="{BB20CA10-5FC3-4CCD-8518-89B0931CAB48}" dt="2025-12-18T10:23:08.428" v="1621" actId="207"/>
          <ac:spMkLst>
            <pc:docMk/>
            <pc:sldMk cId="3723662012" sldId="2147479241"/>
            <ac:spMk id="14" creationId="{4234181E-6B63-7F9F-D63B-A6BF5E40F9A9}"/>
          </ac:spMkLst>
        </pc:spChg>
      </pc:sldChg>
      <pc:sldChg chg="addSp delSp modSp add del mod">
        <pc:chgData name="Mohan, Poornima Swarna (Cognizant)" userId="36824357-ffbd-40a5-b000-b82d0f7dca89" providerId="ADAL" clId="{BB20CA10-5FC3-4CCD-8518-89B0931CAB48}" dt="2025-12-18T11:15:27.813" v="1931" actId="47"/>
        <pc:sldMkLst>
          <pc:docMk/>
          <pc:sldMk cId="798383127" sldId="2147479242"/>
        </pc:sldMkLst>
        <pc:spChg chg="del">
          <ac:chgData name="Mohan, Poornima Swarna (Cognizant)" userId="36824357-ffbd-40a5-b000-b82d0f7dca89" providerId="ADAL" clId="{BB20CA10-5FC3-4CCD-8518-89B0931CAB48}" dt="2025-12-18T10:23:29.400" v="1623" actId="478"/>
          <ac:spMkLst>
            <pc:docMk/>
            <pc:sldMk cId="798383127" sldId="2147479242"/>
            <ac:spMk id="6" creationId="{4D92CD73-AC5C-FF14-0746-5BBB5C1CD556}"/>
          </ac:spMkLst>
        </pc:spChg>
        <pc:spChg chg="add mod">
          <ac:chgData name="Mohan, Poornima Swarna (Cognizant)" userId="36824357-ffbd-40a5-b000-b82d0f7dca89" providerId="ADAL" clId="{BB20CA10-5FC3-4CCD-8518-89B0931CAB48}" dt="2025-12-18T10:26:45.567" v="1665" actId="207"/>
          <ac:spMkLst>
            <pc:docMk/>
            <pc:sldMk cId="798383127" sldId="2147479242"/>
            <ac:spMk id="7" creationId="{B55FAD3D-6536-2328-B8B3-FC93E4946FED}"/>
          </ac:spMkLst>
        </pc:spChg>
        <pc:spChg chg="mod">
          <ac:chgData name="Mohan, Poornima Swarna (Cognizant)" userId="36824357-ffbd-40a5-b000-b82d0f7dca89" providerId="ADAL" clId="{BB20CA10-5FC3-4CCD-8518-89B0931CAB48}" dt="2025-12-18T10:27:56.438" v="1673" actId="20577"/>
          <ac:spMkLst>
            <pc:docMk/>
            <pc:sldMk cId="798383127" sldId="2147479242"/>
            <ac:spMk id="8" creationId="{8C53A9DE-F4AF-ABEA-451F-0695503BB01D}"/>
          </ac:spMkLst>
        </pc:spChg>
        <pc:spChg chg="del">
          <ac:chgData name="Mohan, Poornima Swarna (Cognizant)" userId="36824357-ffbd-40a5-b000-b82d0f7dca89" providerId="ADAL" clId="{BB20CA10-5FC3-4CCD-8518-89B0931CAB48}" dt="2025-12-18T10:23:29.400" v="1623" actId="478"/>
          <ac:spMkLst>
            <pc:docMk/>
            <pc:sldMk cId="798383127" sldId="2147479242"/>
            <ac:spMk id="10" creationId="{5C1F4B81-2D46-91A1-6910-08D63A46894C}"/>
          </ac:spMkLst>
        </pc:spChg>
        <pc:spChg chg="add mod">
          <ac:chgData name="Mohan, Poornima Swarna (Cognizant)" userId="36824357-ffbd-40a5-b000-b82d0f7dca89" providerId="ADAL" clId="{BB20CA10-5FC3-4CCD-8518-89B0931CAB48}" dt="2025-12-18T10:25:45.126" v="1655" actId="207"/>
          <ac:spMkLst>
            <pc:docMk/>
            <pc:sldMk cId="798383127" sldId="2147479242"/>
            <ac:spMk id="11" creationId="{9283A17B-7870-258C-B3D6-54B4BD4160FC}"/>
          </ac:spMkLst>
        </pc:spChg>
        <pc:spChg chg="mod">
          <ac:chgData name="Mohan, Poornima Swarna (Cognizant)" userId="36824357-ffbd-40a5-b000-b82d0f7dca89" providerId="ADAL" clId="{BB20CA10-5FC3-4CCD-8518-89B0931CAB48}" dt="2025-12-18T10:27:59.336" v="1675" actId="20577"/>
          <ac:spMkLst>
            <pc:docMk/>
            <pc:sldMk cId="798383127" sldId="2147479242"/>
            <ac:spMk id="12" creationId="{C2F1A418-815D-4663-7794-C9B211C292F9}"/>
          </ac:spMkLst>
        </pc:spChg>
        <pc:spChg chg="del">
          <ac:chgData name="Mohan, Poornima Swarna (Cognizant)" userId="36824357-ffbd-40a5-b000-b82d0f7dca89" providerId="ADAL" clId="{BB20CA10-5FC3-4CCD-8518-89B0931CAB48}" dt="2025-12-18T10:23:29.400" v="1623" actId="478"/>
          <ac:spMkLst>
            <pc:docMk/>
            <pc:sldMk cId="798383127" sldId="2147479242"/>
            <ac:spMk id="14" creationId="{7994E3C0-6927-7061-E73D-320A056837A2}"/>
          </ac:spMkLst>
        </pc:spChg>
        <pc:spChg chg="add mod">
          <ac:chgData name="Mohan, Poornima Swarna (Cognizant)" userId="36824357-ffbd-40a5-b000-b82d0f7dca89" providerId="ADAL" clId="{BB20CA10-5FC3-4CCD-8518-89B0931CAB48}" dt="2025-12-18T10:26:50.750" v="1667" actId="14100"/>
          <ac:spMkLst>
            <pc:docMk/>
            <pc:sldMk cId="798383127" sldId="2147479242"/>
            <ac:spMk id="15" creationId="{C16423D4-17DE-426D-6D15-BD7FEE1AD264}"/>
          </ac:spMkLst>
        </pc:spChg>
        <pc:spChg chg="add mod">
          <ac:chgData name="Mohan, Poornima Swarna (Cognizant)" userId="36824357-ffbd-40a5-b000-b82d0f7dca89" providerId="ADAL" clId="{BB20CA10-5FC3-4CCD-8518-89B0931CAB48}" dt="2025-12-18T10:26:55.050" v="1669" actId="1035"/>
          <ac:spMkLst>
            <pc:docMk/>
            <pc:sldMk cId="798383127" sldId="2147479242"/>
            <ac:spMk id="17" creationId="{75AD37C4-1ECC-F0FA-0360-734CB4C84D89}"/>
          </ac:spMkLst>
        </pc:spChg>
      </pc:sldChg>
      <pc:sldChg chg="add del">
        <pc:chgData name="Mohan, Poornima Swarna (Cognizant)" userId="36824357-ffbd-40a5-b000-b82d0f7dca89" providerId="ADAL" clId="{BB20CA10-5FC3-4CCD-8518-89B0931CAB48}" dt="2025-12-18T10:23:33.134" v="1625"/>
        <pc:sldMkLst>
          <pc:docMk/>
          <pc:sldMk cId="2355993936" sldId="2147479243"/>
        </pc:sldMkLst>
      </pc:sldChg>
      <pc:sldChg chg="addSp delSp modSp add del mod">
        <pc:chgData name="Mohan, Poornima Swarna (Cognizant)" userId="36824357-ffbd-40a5-b000-b82d0f7dca89" providerId="ADAL" clId="{BB20CA10-5FC3-4CCD-8518-89B0931CAB48}" dt="2025-12-18T11:15:27.843" v="1932" actId="47"/>
        <pc:sldMkLst>
          <pc:docMk/>
          <pc:sldMk cId="3734974450" sldId="2147479243"/>
        </pc:sldMkLst>
        <pc:spChg chg="add mod">
          <ac:chgData name="Mohan, Poornima Swarna (Cognizant)" userId="36824357-ffbd-40a5-b000-b82d0f7dca89" providerId="ADAL" clId="{BB20CA10-5FC3-4CCD-8518-89B0931CAB48}" dt="2025-12-18T10:28:28.792" v="1684" actId="20577"/>
          <ac:spMkLst>
            <pc:docMk/>
            <pc:sldMk cId="3734974450" sldId="2147479243"/>
            <ac:spMk id="6" creationId="{81329A1D-8DC3-8B27-4FD1-94C6CF9FDFB1}"/>
          </ac:spMkLst>
        </pc:spChg>
        <pc:spChg chg="del">
          <ac:chgData name="Mohan, Poornima Swarna (Cognizant)" userId="36824357-ffbd-40a5-b000-b82d0f7dca89" providerId="ADAL" clId="{BB20CA10-5FC3-4CCD-8518-89B0931CAB48}" dt="2025-12-18T10:27:19.416" v="1671" actId="478"/>
          <ac:spMkLst>
            <pc:docMk/>
            <pc:sldMk cId="3734974450" sldId="2147479243"/>
            <ac:spMk id="7" creationId="{3182251F-C96F-55B0-4F87-02CE9D324287}"/>
          </ac:spMkLst>
        </pc:spChg>
        <pc:spChg chg="del">
          <ac:chgData name="Mohan, Poornima Swarna (Cognizant)" userId="36824357-ffbd-40a5-b000-b82d0f7dca89" providerId="ADAL" clId="{BB20CA10-5FC3-4CCD-8518-89B0931CAB48}" dt="2025-12-18T10:27:19.416" v="1671" actId="478"/>
          <ac:spMkLst>
            <pc:docMk/>
            <pc:sldMk cId="3734974450" sldId="2147479243"/>
            <ac:spMk id="8" creationId="{D6F09D3F-159B-BC6D-4822-9452B4D40A51}"/>
          </ac:spMkLst>
        </pc:spChg>
        <pc:spChg chg="add mod">
          <ac:chgData name="Mohan, Poornima Swarna (Cognizant)" userId="36824357-ffbd-40a5-b000-b82d0f7dca89" providerId="ADAL" clId="{BB20CA10-5FC3-4CCD-8518-89B0931CAB48}" dt="2025-12-18T10:28:24.072" v="1682" actId="2711"/>
          <ac:spMkLst>
            <pc:docMk/>
            <pc:sldMk cId="3734974450" sldId="2147479243"/>
            <ac:spMk id="10" creationId="{584FBE70-CEFE-2827-CD8D-0245D9E22CA4}"/>
          </ac:spMkLst>
        </pc:spChg>
        <pc:spChg chg="del">
          <ac:chgData name="Mohan, Poornima Swarna (Cognizant)" userId="36824357-ffbd-40a5-b000-b82d0f7dca89" providerId="ADAL" clId="{BB20CA10-5FC3-4CCD-8518-89B0931CAB48}" dt="2025-12-18T10:27:19.416" v="1671" actId="478"/>
          <ac:spMkLst>
            <pc:docMk/>
            <pc:sldMk cId="3734974450" sldId="2147479243"/>
            <ac:spMk id="11" creationId="{53211BCE-A556-96CD-054C-F3BA564298A0}"/>
          </ac:spMkLst>
        </pc:spChg>
        <pc:spChg chg="del">
          <ac:chgData name="Mohan, Poornima Swarna (Cognizant)" userId="36824357-ffbd-40a5-b000-b82d0f7dca89" providerId="ADAL" clId="{BB20CA10-5FC3-4CCD-8518-89B0931CAB48}" dt="2025-12-18T10:27:19.416" v="1671" actId="478"/>
          <ac:spMkLst>
            <pc:docMk/>
            <pc:sldMk cId="3734974450" sldId="2147479243"/>
            <ac:spMk id="12" creationId="{5509AD9E-084C-9BB1-2331-1CF8E0F67D1C}"/>
          </ac:spMkLst>
        </pc:spChg>
        <pc:spChg chg="add mod">
          <ac:chgData name="Mohan, Poornima Swarna (Cognizant)" userId="36824357-ffbd-40a5-b000-b82d0f7dca89" providerId="ADAL" clId="{BB20CA10-5FC3-4CCD-8518-89B0931CAB48}" dt="2025-12-18T10:28:44.299" v="1688" actId="207"/>
          <ac:spMkLst>
            <pc:docMk/>
            <pc:sldMk cId="3734974450" sldId="2147479243"/>
            <ac:spMk id="14" creationId="{3D577F39-52A5-63E0-A9A7-31E37FAC0388}"/>
          </ac:spMkLst>
        </pc:spChg>
        <pc:spChg chg="del">
          <ac:chgData name="Mohan, Poornima Swarna (Cognizant)" userId="36824357-ffbd-40a5-b000-b82d0f7dca89" providerId="ADAL" clId="{BB20CA10-5FC3-4CCD-8518-89B0931CAB48}" dt="2025-12-18T10:27:19.416" v="1671" actId="478"/>
          <ac:spMkLst>
            <pc:docMk/>
            <pc:sldMk cId="3734974450" sldId="2147479243"/>
            <ac:spMk id="15" creationId="{BB6CB980-4A4E-A4B8-07A6-9D8AF09ACFE8}"/>
          </ac:spMkLst>
        </pc:spChg>
        <pc:spChg chg="del">
          <ac:chgData name="Mohan, Poornima Swarna (Cognizant)" userId="36824357-ffbd-40a5-b000-b82d0f7dca89" providerId="ADAL" clId="{BB20CA10-5FC3-4CCD-8518-89B0931CAB48}" dt="2025-12-18T10:27:19.416" v="1671" actId="478"/>
          <ac:spMkLst>
            <pc:docMk/>
            <pc:sldMk cId="3734974450" sldId="2147479243"/>
            <ac:spMk id="17" creationId="{630D76C4-A596-63C9-D5D5-C711DDDFCE00}"/>
          </ac:spMkLst>
        </pc:spChg>
        <pc:spChg chg="add mod">
          <ac:chgData name="Mohan, Poornima Swarna (Cognizant)" userId="36824357-ffbd-40a5-b000-b82d0f7dca89" providerId="ADAL" clId="{BB20CA10-5FC3-4CCD-8518-89B0931CAB48}" dt="2025-12-18T10:29:01.195" v="1693" actId="1076"/>
          <ac:spMkLst>
            <pc:docMk/>
            <pc:sldMk cId="3734974450" sldId="2147479243"/>
            <ac:spMk id="18" creationId="{6AAFE7F6-7DE3-FCA1-A8AF-3D1F7A5F7E0C}"/>
          </ac:spMkLst>
        </pc:spChg>
        <pc:spChg chg="add mod">
          <ac:chgData name="Mohan, Poornima Swarna (Cognizant)" userId="36824357-ffbd-40a5-b000-b82d0f7dca89" providerId="ADAL" clId="{BB20CA10-5FC3-4CCD-8518-89B0931CAB48}" dt="2025-12-18T10:29:20.235" v="1732" actId="20577"/>
          <ac:spMkLst>
            <pc:docMk/>
            <pc:sldMk cId="3734974450" sldId="2147479243"/>
            <ac:spMk id="19" creationId="{1E82DF54-3F17-AA2D-B327-5EFF39F897D4}"/>
          </ac:spMkLst>
        </pc:spChg>
      </pc:sldChg>
      <pc:sldChg chg="addSp delSp modSp add del mod">
        <pc:chgData name="Mohan, Poornima Swarna (Cognizant)" userId="36824357-ffbd-40a5-b000-b82d0f7dca89" providerId="ADAL" clId="{BB20CA10-5FC3-4CCD-8518-89B0931CAB48}" dt="2025-12-18T11:15:27.877" v="1933" actId="47"/>
        <pc:sldMkLst>
          <pc:docMk/>
          <pc:sldMk cId="2261758812" sldId="2147479244"/>
        </pc:sldMkLst>
        <pc:spChg chg="del">
          <ac:chgData name="Mohan, Poornima Swarna (Cognizant)" userId="36824357-ffbd-40a5-b000-b82d0f7dca89" providerId="ADAL" clId="{BB20CA10-5FC3-4CCD-8518-89B0931CAB48}" dt="2025-12-18T10:30:21.682" v="1734" actId="478"/>
          <ac:spMkLst>
            <pc:docMk/>
            <pc:sldMk cId="2261758812" sldId="2147479244"/>
            <ac:spMk id="6" creationId="{C480B554-21BF-F024-612B-4D51AA5FBF7E}"/>
          </ac:spMkLst>
        </pc:spChg>
        <pc:spChg chg="add mod">
          <ac:chgData name="Mohan, Poornima Swarna (Cognizant)" userId="36824357-ffbd-40a5-b000-b82d0f7dca89" providerId="ADAL" clId="{BB20CA10-5FC3-4CCD-8518-89B0931CAB48}" dt="2025-12-18T10:30:40.517" v="1741" actId="14100"/>
          <ac:spMkLst>
            <pc:docMk/>
            <pc:sldMk cId="2261758812" sldId="2147479244"/>
            <ac:spMk id="7" creationId="{08B6AE5D-876E-B83E-4DA3-AD1DDFDE0D16}"/>
          </ac:spMkLst>
        </pc:spChg>
        <pc:spChg chg="del">
          <ac:chgData name="Mohan, Poornima Swarna (Cognizant)" userId="36824357-ffbd-40a5-b000-b82d0f7dca89" providerId="ADAL" clId="{BB20CA10-5FC3-4CCD-8518-89B0931CAB48}" dt="2025-12-18T10:30:21.682" v="1734" actId="478"/>
          <ac:spMkLst>
            <pc:docMk/>
            <pc:sldMk cId="2261758812" sldId="2147479244"/>
            <ac:spMk id="10" creationId="{FC76D821-A692-CF77-C37A-14693A5E0BBA}"/>
          </ac:spMkLst>
        </pc:spChg>
        <pc:spChg chg="del">
          <ac:chgData name="Mohan, Poornima Swarna (Cognizant)" userId="36824357-ffbd-40a5-b000-b82d0f7dca89" providerId="ADAL" clId="{BB20CA10-5FC3-4CCD-8518-89B0931CAB48}" dt="2025-12-18T10:30:21.682" v="1734" actId="478"/>
          <ac:spMkLst>
            <pc:docMk/>
            <pc:sldMk cId="2261758812" sldId="2147479244"/>
            <ac:spMk id="14" creationId="{5DAF5235-92E3-7ABD-C584-DA3D9EDD9F70}"/>
          </ac:spMkLst>
        </pc:spChg>
        <pc:spChg chg="del">
          <ac:chgData name="Mohan, Poornima Swarna (Cognizant)" userId="36824357-ffbd-40a5-b000-b82d0f7dca89" providerId="ADAL" clId="{BB20CA10-5FC3-4CCD-8518-89B0931CAB48}" dt="2025-12-18T10:30:21.682" v="1734" actId="478"/>
          <ac:spMkLst>
            <pc:docMk/>
            <pc:sldMk cId="2261758812" sldId="2147479244"/>
            <ac:spMk id="18" creationId="{33CAE4FE-D16E-8599-ED2F-B7FBC08A871C}"/>
          </ac:spMkLst>
        </pc:spChg>
        <pc:spChg chg="del">
          <ac:chgData name="Mohan, Poornima Swarna (Cognizant)" userId="36824357-ffbd-40a5-b000-b82d0f7dca89" providerId="ADAL" clId="{BB20CA10-5FC3-4CCD-8518-89B0931CAB48}" dt="2025-12-18T10:30:21.682" v="1734" actId="478"/>
          <ac:spMkLst>
            <pc:docMk/>
            <pc:sldMk cId="2261758812" sldId="2147479244"/>
            <ac:spMk id="19" creationId="{0BBA0EBA-D6A8-DE6E-0A32-C6A756CBB5F6}"/>
          </ac:spMkLst>
        </pc:spChg>
      </pc:sldChg>
      <pc:sldChg chg="addSp delSp modSp new del mod">
        <pc:chgData name="Mohan, Poornima Swarna (Cognizant)" userId="36824357-ffbd-40a5-b000-b82d0f7dca89" providerId="ADAL" clId="{BB20CA10-5FC3-4CCD-8518-89B0931CAB48}" dt="2025-12-18T11:15:27.906" v="1934" actId="47"/>
        <pc:sldMkLst>
          <pc:docMk/>
          <pc:sldMk cId="612887929" sldId="2147479245"/>
        </pc:sldMkLst>
        <pc:spChg chg="mod">
          <ac:chgData name="Mohan, Poornima Swarna (Cognizant)" userId="36824357-ffbd-40a5-b000-b82d0f7dca89" providerId="ADAL" clId="{BB20CA10-5FC3-4CCD-8518-89B0931CAB48}" dt="2025-12-18T10:38:40.261" v="1766" actId="20577"/>
          <ac:spMkLst>
            <pc:docMk/>
            <pc:sldMk cId="612887929" sldId="2147479245"/>
            <ac:spMk id="2" creationId="{CF9DE8B3-3B74-04C7-2AA5-ACC6DD428703}"/>
          </ac:spMkLst>
        </pc:spChg>
        <pc:spChg chg="del">
          <ac:chgData name="Mohan, Poornima Swarna (Cognizant)" userId="36824357-ffbd-40a5-b000-b82d0f7dca89" providerId="ADAL" clId="{BB20CA10-5FC3-4CCD-8518-89B0931CAB48}" dt="2025-12-18T10:38:18.632" v="1743" actId="478"/>
          <ac:spMkLst>
            <pc:docMk/>
            <pc:sldMk cId="612887929" sldId="2147479245"/>
            <ac:spMk id="3" creationId="{D353612D-652D-06B6-5276-503C691712A9}"/>
          </ac:spMkLst>
        </pc:spChg>
        <pc:spChg chg="add mod">
          <ac:chgData name="Mohan, Poornima Swarna (Cognizant)" userId="36824357-ffbd-40a5-b000-b82d0f7dca89" providerId="ADAL" clId="{BB20CA10-5FC3-4CCD-8518-89B0931CAB48}" dt="2025-12-18T10:38:34.053" v="1750" actId="20577"/>
          <ac:spMkLst>
            <pc:docMk/>
            <pc:sldMk cId="612887929" sldId="2147479245"/>
            <ac:spMk id="7" creationId="{04B9FFC7-2C77-01C1-9D7A-D280B85EBEFB}"/>
          </ac:spMkLst>
        </pc:spChg>
        <pc:spChg chg="add mod">
          <ac:chgData name="Mohan, Poornima Swarna (Cognizant)" userId="36824357-ffbd-40a5-b000-b82d0f7dca89" providerId="ADAL" clId="{BB20CA10-5FC3-4CCD-8518-89B0931CAB48}" dt="2025-12-18T10:38:58.690" v="1771" actId="14100"/>
          <ac:spMkLst>
            <pc:docMk/>
            <pc:sldMk cId="612887929" sldId="2147479245"/>
            <ac:spMk id="9" creationId="{C0B1C941-0D17-6229-E722-32E06B08DD97}"/>
          </ac:spMkLst>
        </pc:spChg>
      </pc:sldChg>
      <pc:sldChg chg="add del">
        <pc:chgData name="Mohan, Poornima Swarna (Cognizant)" userId="36824357-ffbd-40a5-b000-b82d0f7dca89" providerId="ADAL" clId="{BB20CA10-5FC3-4CCD-8518-89B0931CAB48}" dt="2025-12-18T10:30:24.185" v="1736"/>
        <pc:sldMkLst>
          <pc:docMk/>
          <pc:sldMk cId="1961552908" sldId="2147479245"/>
        </pc:sldMkLst>
      </pc:sldChg>
      <pc:sldChg chg="addSp delSp modSp add del mod">
        <pc:chgData name="Mohan, Poornima Swarna (Cognizant)" userId="36824357-ffbd-40a5-b000-b82d0f7dca89" providerId="ADAL" clId="{BB20CA10-5FC3-4CCD-8518-89B0931CAB48}" dt="2025-12-18T11:15:29.756" v="1935" actId="47"/>
        <pc:sldMkLst>
          <pc:docMk/>
          <pc:sldMk cId="1859408533" sldId="2147479246"/>
        </pc:sldMkLst>
        <pc:spChg chg="add mod">
          <ac:chgData name="Mohan, Poornima Swarna (Cognizant)" userId="36824357-ffbd-40a5-b000-b82d0f7dca89" providerId="ADAL" clId="{BB20CA10-5FC3-4CCD-8518-89B0931CAB48}" dt="2025-12-18T10:40:26.048" v="1780" actId="14100"/>
          <ac:spMkLst>
            <pc:docMk/>
            <pc:sldMk cId="1859408533" sldId="2147479246"/>
            <ac:spMk id="6" creationId="{18EF3213-D301-A49D-447C-7E961FF9BA50}"/>
          </ac:spMkLst>
        </pc:spChg>
        <pc:spChg chg="del">
          <ac:chgData name="Mohan, Poornima Swarna (Cognizant)" userId="36824357-ffbd-40a5-b000-b82d0f7dca89" providerId="ADAL" clId="{BB20CA10-5FC3-4CCD-8518-89B0931CAB48}" dt="2025-12-18T10:40:05.628" v="1773" actId="478"/>
          <ac:spMkLst>
            <pc:docMk/>
            <pc:sldMk cId="1859408533" sldId="2147479246"/>
            <ac:spMk id="7" creationId="{42461D95-37E5-C833-D1D1-060DDE9ACD7C}"/>
          </ac:spMkLst>
        </pc:spChg>
        <pc:spChg chg="del">
          <ac:chgData name="Mohan, Poornima Swarna (Cognizant)" userId="36824357-ffbd-40a5-b000-b82d0f7dca89" providerId="ADAL" clId="{BB20CA10-5FC3-4CCD-8518-89B0931CAB48}" dt="2025-12-18T10:40:05.628" v="1773" actId="478"/>
          <ac:spMkLst>
            <pc:docMk/>
            <pc:sldMk cId="1859408533" sldId="2147479246"/>
            <ac:spMk id="9" creationId="{EEDABCCD-5AB1-CCAE-59DC-F16C519722D7}"/>
          </ac:spMkLst>
        </pc:spChg>
        <pc:spChg chg="add mod">
          <ac:chgData name="Mohan, Poornima Swarna (Cognizant)" userId="36824357-ffbd-40a5-b000-b82d0f7dca89" providerId="ADAL" clId="{BB20CA10-5FC3-4CCD-8518-89B0931CAB48}" dt="2025-12-18T10:41:14.635" v="1786" actId="14100"/>
          <ac:spMkLst>
            <pc:docMk/>
            <pc:sldMk cId="1859408533" sldId="2147479246"/>
            <ac:spMk id="12" creationId="{783DE12B-A191-C569-BC74-E2470151343C}"/>
          </ac:spMkLst>
        </pc:spChg>
        <pc:picChg chg="add mod">
          <ac:chgData name="Mohan, Poornima Swarna (Cognizant)" userId="36824357-ffbd-40a5-b000-b82d0f7dca89" providerId="ADAL" clId="{BB20CA10-5FC3-4CCD-8518-89B0931CAB48}" dt="2025-12-18T10:40:46.196" v="1782" actId="1076"/>
          <ac:picMkLst>
            <pc:docMk/>
            <pc:sldMk cId="1859408533" sldId="2147479246"/>
            <ac:picMk id="10" creationId="{D1BB3780-EBE9-A7AA-901F-E4C901745B70}"/>
          </ac:picMkLst>
        </pc:picChg>
      </pc:sldChg>
      <pc:sldChg chg="addSp delSp modSp add del mod">
        <pc:chgData name="Mohan, Poornima Swarna (Cognizant)" userId="36824357-ffbd-40a5-b000-b82d0f7dca89" providerId="ADAL" clId="{BB20CA10-5FC3-4CCD-8518-89B0931CAB48}" dt="2025-12-18T11:15:27.716" v="1928" actId="47"/>
        <pc:sldMkLst>
          <pc:docMk/>
          <pc:sldMk cId="69733218" sldId="2147479247"/>
        </pc:sldMkLst>
        <pc:spChg chg="add mod">
          <ac:chgData name="Mohan, Poornima Swarna (Cognizant)" userId="36824357-ffbd-40a5-b000-b82d0f7dca89" providerId="ADAL" clId="{BB20CA10-5FC3-4CCD-8518-89B0931CAB48}" dt="2025-12-18T10:52:07.990" v="1874" actId="1076"/>
          <ac:spMkLst>
            <pc:docMk/>
            <pc:sldMk cId="69733218" sldId="2147479247"/>
            <ac:spMk id="6" creationId="{ABB20BF8-368D-E6B5-8E3D-5B674540971D}"/>
          </ac:spMkLst>
        </pc:spChg>
        <pc:spChg chg="del">
          <ac:chgData name="Mohan, Poornima Swarna (Cognizant)" userId="36824357-ffbd-40a5-b000-b82d0f7dca89" providerId="ADAL" clId="{BB20CA10-5FC3-4CCD-8518-89B0931CAB48}" dt="2025-12-18T10:50:59.854" v="1859" actId="478"/>
          <ac:spMkLst>
            <pc:docMk/>
            <pc:sldMk cId="69733218" sldId="2147479247"/>
            <ac:spMk id="9" creationId="{606CF394-3E90-CEE2-C8D0-7E9ECACA3F22}"/>
          </ac:spMkLst>
        </pc:spChg>
        <pc:spChg chg="del">
          <ac:chgData name="Mohan, Poornima Swarna (Cognizant)" userId="36824357-ffbd-40a5-b000-b82d0f7dca89" providerId="ADAL" clId="{BB20CA10-5FC3-4CCD-8518-89B0931CAB48}" dt="2025-12-18T10:50:59.854" v="1859" actId="478"/>
          <ac:spMkLst>
            <pc:docMk/>
            <pc:sldMk cId="69733218" sldId="2147479247"/>
            <ac:spMk id="11" creationId="{991579EB-7DEF-B7CE-35AA-E00CD32D111D}"/>
          </ac:spMkLst>
        </pc:spChg>
      </pc:sldChg>
      <pc:sldChg chg="add del">
        <pc:chgData name="Mohan, Poornima Swarna (Cognizant)" userId="36824357-ffbd-40a5-b000-b82d0f7dca89" providerId="ADAL" clId="{BB20CA10-5FC3-4CCD-8518-89B0931CAB48}" dt="2025-12-18T10:40:09.863" v="1775"/>
        <pc:sldMkLst>
          <pc:docMk/>
          <pc:sldMk cId="3911140355" sldId="214747924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4F3B71-CEFE-4B95-99D0-F57A101CCB45}"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E2EC7329-EE31-4645-9B7C-CEC941DDD92B}">
      <dgm:prSet/>
      <dgm:spPr/>
      <dgm:t>
        <a:bodyPr/>
        <a:lstStyle/>
        <a:p>
          <a:r>
            <a:rPr lang="en-US">
              <a:latin typeface="Comic Sans MS" panose="030F0702030302020204" pitchFamily="66" charset="0"/>
            </a:rPr>
            <a:t>In Selenium, wait commands are used to synchronize the execution of test scripts with the state of the web application.</a:t>
          </a:r>
        </a:p>
      </dgm:t>
    </dgm:pt>
    <dgm:pt modelId="{D328C5CE-F9C9-4801-A192-CECE7F318149}" type="parTrans" cxnId="{3E80E107-8A88-4590-84D7-61B283A2DF52}">
      <dgm:prSet/>
      <dgm:spPr/>
      <dgm:t>
        <a:bodyPr/>
        <a:lstStyle/>
        <a:p>
          <a:endParaRPr lang="en-US">
            <a:latin typeface="Comic Sans MS" panose="030F0702030302020204" pitchFamily="66" charset="0"/>
          </a:endParaRPr>
        </a:p>
      </dgm:t>
    </dgm:pt>
    <dgm:pt modelId="{9540F1E5-8542-440E-AB84-DBEE306D586A}" type="sibTrans" cxnId="{3E80E107-8A88-4590-84D7-61B283A2DF52}">
      <dgm:prSet/>
      <dgm:spPr/>
      <dgm:t>
        <a:bodyPr/>
        <a:lstStyle/>
        <a:p>
          <a:endParaRPr lang="en-US">
            <a:latin typeface="Comic Sans MS" panose="030F0702030302020204" pitchFamily="66" charset="0"/>
          </a:endParaRPr>
        </a:p>
      </dgm:t>
    </dgm:pt>
    <dgm:pt modelId="{92DFCAEE-B3F5-4BD5-9A54-50136FE37300}">
      <dgm:prSet/>
      <dgm:spPr/>
      <dgm:t>
        <a:bodyPr/>
        <a:lstStyle/>
        <a:p>
          <a:r>
            <a:rPr lang="en-US">
              <a:latin typeface="Comic Sans MS" panose="030F0702030302020204" pitchFamily="66" charset="0"/>
            </a:rPr>
            <a:t>Wait Commands help ensure that the script waits for certain conditions to be met before proceeding, which is crucial for dynamic web pages where elements may take time to load.</a:t>
          </a:r>
        </a:p>
      </dgm:t>
    </dgm:pt>
    <dgm:pt modelId="{EA0A4B2F-C0F6-4A51-8821-188E41E49309}" type="parTrans" cxnId="{3E55F39B-008E-4D87-B997-D8C8A785AC66}">
      <dgm:prSet/>
      <dgm:spPr/>
      <dgm:t>
        <a:bodyPr/>
        <a:lstStyle/>
        <a:p>
          <a:endParaRPr lang="en-US">
            <a:latin typeface="Comic Sans MS" panose="030F0702030302020204" pitchFamily="66" charset="0"/>
          </a:endParaRPr>
        </a:p>
      </dgm:t>
    </dgm:pt>
    <dgm:pt modelId="{F172CC80-70A4-4C5E-80D8-404CCA73D092}" type="sibTrans" cxnId="{3E55F39B-008E-4D87-B997-D8C8A785AC66}">
      <dgm:prSet/>
      <dgm:spPr/>
      <dgm:t>
        <a:bodyPr/>
        <a:lstStyle/>
        <a:p>
          <a:endParaRPr lang="en-US">
            <a:latin typeface="Comic Sans MS" panose="030F0702030302020204" pitchFamily="66" charset="0"/>
          </a:endParaRPr>
        </a:p>
      </dgm:t>
    </dgm:pt>
    <dgm:pt modelId="{C31B8708-6428-4514-B3C6-9184E9250D4A}">
      <dgm:prSet/>
      <dgm:spPr/>
      <dgm:t>
        <a:bodyPr/>
        <a:lstStyle/>
        <a:p>
          <a:r>
            <a:rPr lang="en-US">
              <a:latin typeface="Comic Sans MS" panose="030F0702030302020204" pitchFamily="66" charset="0"/>
            </a:rPr>
            <a:t>Types of wait:</a:t>
          </a:r>
        </a:p>
      </dgm:t>
    </dgm:pt>
    <dgm:pt modelId="{F13240DB-6BAA-4110-A796-2405C7D25872}" type="parTrans" cxnId="{17F56D2C-4298-4E74-9232-B3098DDA66A4}">
      <dgm:prSet/>
      <dgm:spPr/>
      <dgm:t>
        <a:bodyPr/>
        <a:lstStyle/>
        <a:p>
          <a:endParaRPr lang="en-US">
            <a:latin typeface="Comic Sans MS" panose="030F0702030302020204" pitchFamily="66" charset="0"/>
          </a:endParaRPr>
        </a:p>
      </dgm:t>
    </dgm:pt>
    <dgm:pt modelId="{321ADB7C-F4D1-4507-8056-13D80447BB95}" type="sibTrans" cxnId="{17F56D2C-4298-4E74-9232-B3098DDA66A4}">
      <dgm:prSet/>
      <dgm:spPr/>
      <dgm:t>
        <a:bodyPr/>
        <a:lstStyle/>
        <a:p>
          <a:endParaRPr lang="en-US">
            <a:latin typeface="Comic Sans MS" panose="030F0702030302020204" pitchFamily="66" charset="0"/>
          </a:endParaRPr>
        </a:p>
      </dgm:t>
    </dgm:pt>
    <dgm:pt modelId="{BB57376E-78AC-4F81-8B14-F6A089CD4FB3}">
      <dgm:prSet/>
      <dgm:spPr/>
      <dgm:t>
        <a:bodyPr/>
        <a:lstStyle/>
        <a:p>
          <a:r>
            <a:rPr lang="en-IN">
              <a:latin typeface="Comic Sans MS" panose="030F0702030302020204" pitchFamily="66" charset="0"/>
            </a:rPr>
            <a:t>Implicit Wait</a:t>
          </a:r>
          <a:endParaRPr lang="en-US">
            <a:latin typeface="Comic Sans MS" panose="030F0702030302020204" pitchFamily="66" charset="0"/>
          </a:endParaRPr>
        </a:p>
      </dgm:t>
    </dgm:pt>
    <dgm:pt modelId="{758D1BB0-1357-4A92-8BA9-70E554CD68F4}" type="parTrans" cxnId="{103EFEEB-1F00-4A04-AA06-5B5888AD207A}">
      <dgm:prSet/>
      <dgm:spPr/>
      <dgm:t>
        <a:bodyPr/>
        <a:lstStyle/>
        <a:p>
          <a:endParaRPr lang="en-US">
            <a:latin typeface="Comic Sans MS" panose="030F0702030302020204" pitchFamily="66" charset="0"/>
          </a:endParaRPr>
        </a:p>
      </dgm:t>
    </dgm:pt>
    <dgm:pt modelId="{FB0FFED7-E111-4ADF-ABD3-DEAFA3057651}" type="sibTrans" cxnId="{103EFEEB-1F00-4A04-AA06-5B5888AD207A}">
      <dgm:prSet/>
      <dgm:spPr/>
      <dgm:t>
        <a:bodyPr/>
        <a:lstStyle/>
        <a:p>
          <a:endParaRPr lang="en-US">
            <a:latin typeface="Comic Sans MS" panose="030F0702030302020204" pitchFamily="66" charset="0"/>
          </a:endParaRPr>
        </a:p>
      </dgm:t>
    </dgm:pt>
    <dgm:pt modelId="{F5254CC4-F495-42D0-899C-C0544CC81390}">
      <dgm:prSet/>
      <dgm:spPr/>
      <dgm:t>
        <a:bodyPr/>
        <a:lstStyle/>
        <a:p>
          <a:r>
            <a:rPr lang="en-IN">
              <a:latin typeface="Comic Sans MS" panose="030F0702030302020204" pitchFamily="66" charset="0"/>
            </a:rPr>
            <a:t>Explicit Wait</a:t>
          </a:r>
          <a:endParaRPr lang="en-US">
            <a:latin typeface="Comic Sans MS" panose="030F0702030302020204" pitchFamily="66" charset="0"/>
          </a:endParaRPr>
        </a:p>
      </dgm:t>
    </dgm:pt>
    <dgm:pt modelId="{BD5BFEC9-0818-40F7-B77E-D9454E99174A}" type="parTrans" cxnId="{5B7703BE-7107-41DE-90EF-9B0BB6B4A755}">
      <dgm:prSet/>
      <dgm:spPr/>
      <dgm:t>
        <a:bodyPr/>
        <a:lstStyle/>
        <a:p>
          <a:endParaRPr lang="en-US">
            <a:latin typeface="Comic Sans MS" panose="030F0702030302020204" pitchFamily="66" charset="0"/>
          </a:endParaRPr>
        </a:p>
      </dgm:t>
    </dgm:pt>
    <dgm:pt modelId="{4EBB81CC-FA90-40B9-810B-3C3BC7D8BCB0}" type="sibTrans" cxnId="{5B7703BE-7107-41DE-90EF-9B0BB6B4A755}">
      <dgm:prSet/>
      <dgm:spPr/>
      <dgm:t>
        <a:bodyPr/>
        <a:lstStyle/>
        <a:p>
          <a:endParaRPr lang="en-US">
            <a:latin typeface="Comic Sans MS" panose="030F0702030302020204" pitchFamily="66" charset="0"/>
          </a:endParaRPr>
        </a:p>
      </dgm:t>
    </dgm:pt>
    <dgm:pt modelId="{3B08C955-20D9-4DDA-9682-567F3A64638E}">
      <dgm:prSet/>
      <dgm:spPr/>
      <dgm:t>
        <a:bodyPr/>
        <a:lstStyle/>
        <a:p>
          <a:r>
            <a:rPr lang="en-IN">
              <a:latin typeface="Comic Sans MS" panose="030F0702030302020204" pitchFamily="66" charset="0"/>
            </a:rPr>
            <a:t>Fluent Wait</a:t>
          </a:r>
          <a:endParaRPr lang="en-US">
            <a:latin typeface="Comic Sans MS" panose="030F0702030302020204" pitchFamily="66" charset="0"/>
          </a:endParaRPr>
        </a:p>
      </dgm:t>
    </dgm:pt>
    <dgm:pt modelId="{936F0BC6-C59A-4EFF-879F-6F3C9A1892CC}" type="parTrans" cxnId="{158ADBD4-0F16-4BE5-B6F5-D75436889EE3}">
      <dgm:prSet/>
      <dgm:spPr/>
      <dgm:t>
        <a:bodyPr/>
        <a:lstStyle/>
        <a:p>
          <a:endParaRPr lang="en-US">
            <a:latin typeface="Comic Sans MS" panose="030F0702030302020204" pitchFamily="66" charset="0"/>
          </a:endParaRPr>
        </a:p>
      </dgm:t>
    </dgm:pt>
    <dgm:pt modelId="{C67ED26B-8E39-43A6-A68A-234035FFE40D}" type="sibTrans" cxnId="{158ADBD4-0F16-4BE5-B6F5-D75436889EE3}">
      <dgm:prSet/>
      <dgm:spPr/>
      <dgm:t>
        <a:bodyPr/>
        <a:lstStyle/>
        <a:p>
          <a:endParaRPr lang="en-US">
            <a:latin typeface="Comic Sans MS" panose="030F0702030302020204" pitchFamily="66" charset="0"/>
          </a:endParaRPr>
        </a:p>
      </dgm:t>
    </dgm:pt>
    <dgm:pt modelId="{289071C4-0496-4DEF-AECE-A101A7F26288}" type="pres">
      <dgm:prSet presAssocID="{784F3B71-CEFE-4B95-99D0-F57A101CCB45}" presName="Name0" presStyleCnt="0">
        <dgm:presLayoutVars>
          <dgm:dir/>
          <dgm:animLvl val="lvl"/>
          <dgm:resizeHandles val="exact"/>
        </dgm:presLayoutVars>
      </dgm:prSet>
      <dgm:spPr/>
    </dgm:pt>
    <dgm:pt modelId="{95974A4C-DA82-446C-800E-4D1729ABDC1E}" type="pres">
      <dgm:prSet presAssocID="{C31B8708-6428-4514-B3C6-9184E9250D4A}" presName="boxAndChildren" presStyleCnt="0"/>
      <dgm:spPr/>
    </dgm:pt>
    <dgm:pt modelId="{E1EF877E-C2AB-4988-998A-559FBF672159}" type="pres">
      <dgm:prSet presAssocID="{C31B8708-6428-4514-B3C6-9184E9250D4A}" presName="parentTextBox" presStyleLbl="node1" presStyleIdx="0" presStyleCnt="3"/>
      <dgm:spPr/>
    </dgm:pt>
    <dgm:pt modelId="{FD6E5049-94BF-4A07-8C9D-E0D2D4FAA946}" type="pres">
      <dgm:prSet presAssocID="{C31B8708-6428-4514-B3C6-9184E9250D4A}" presName="entireBox" presStyleLbl="node1" presStyleIdx="0" presStyleCnt="3"/>
      <dgm:spPr/>
    </dgm:pt>
    <dgm:pt modelId="{71777307-5C64-415F-BEC5-6A4EEA63A06C}" type="pres">
      <dgm:prSet presAssocID="{C31B8708-6428-4514-B3C6-9184E9250D4A}" presName="descendantBox" presStyleCnt="0"/>
      <dgm:spPr/>
    </dgm:pt>
    <dgm:pt modelId="{BDD29263-955E-4B45-B83F-66CCF741BB38}" type="pres">
      <dgm:prSet presAssocID="{BB57376E-78AC-4F81-8B14-F6A089CD4FB3}" presName="childTextBox" presStyleLbl="fgAccFollowNode1" presStyleIdx="0" presStyleCnt="3">
        <dgm:presLayoutVars>
          <dgm:bulletEnabled val="1"/>
        </dgm:presLayoutVars>
      </dgm:prSet>
      <dgm:spPr/>
    </dgm:pt>
    <dgm:pt modelId="{236CDF45-B9C8-4346-8701-7361C9345739}" type="pres">
      <dgm:prSet presAssocID="{F5254CC4-F495-42D0-899C-C0544CC81390}" presName="childTextBox" presStyleLbl="fgAccFollowNode1" presStyleIdx="1" presStyleCnt="3">
        <dgm:presLayoutVars>
          <dgm:bulletEnabled val="1"/>
        </dgm:presLayoutVars>
      </dgm:prSet>
      <dgm:spPr/>
    </dgm:pt>
    <dgm:pt modelId="{EFFB572C-2848-4920-ADC7-74E0EDC4CF1A}" type="pres">
      <dgm:prSet presAssocID="{3B08C955-20D9-4DDA-9682-567F3A64638E}" presName="childTextBox" presStyleLbl="fgAccFollowNode1" presStyleIdx="2" presStyleCnt="3">
        <dgm:presLayoutVars>
          <dgm:bulletEnabled val="1"/>
        </dgm:presLayoutVars>
      </dgm:prSet>
      <dgm:spPr/>
    </dgm:pt>
    <dgm:pt modelId="{E1ABA929-78EC-4F70-B149-834C2A227E15}" type="pres">
      <dgm:prSet presAssocID="{F172CC80-70A4-4C5E-80D8-404CCA73D092}" presName="sp" presStyleCnt="0"/>
      <dgm:spPr/>
    </dgm:pt>
    <dgm:pt modelId="{8A041696-194F-493B-8FFB-A0EAA3AE1092}" type="pres">
      <dgm:prSet presAssocID="{92DFCAEE-B3F5-4BD5-9A54-50136FE37300}" presName="arrowAndChildren" presStyleCnt="0"/>
      <dgm:spPr/>
    </dgm:pt>
    <dgm:pt modelId="{2C498BC9-6391-45BA-B10E-B158417E4E82}" type="pres">
      <dgm:prSet presAssocID="{92DFCAEE-B3F5-4BD5-9A54-50136FE37300}" presName="parentTextArrow" presStyleLbl="node1" presStyleIdx="1" presStyleCnt="3"/>
      <dgm:spPr/>
    </dgm:pt>
    <dgm:pt modelId="{62EC812E-9182-4AB3-BFF4-FFDA1EACDB06}" type="pres">
      <dgm:prSet presAssocID="{9540F1E5-8542-440E-AB84-DBEE306D586A}" presName="sp" presStyleCnt="0"/>
      <dgm:spPr/>
    </dgm:pt>
    <dgm:pt modelId="{7398416E-E1BA-411E-86D2-E538A6362382}" type="pres">
      <dgm:prSet presAssocID="{E2EC7329-EE31-4645-9B7C-CEC941DDD92B}" presName="arrowAndChildren" presStyleCnt="0"/>
      <dgm:spPr/>
    </dgm:pt>
    <dgm:pt modelId="{D265B99F-4BAA-4C24-9B41-1C1EB0F3A61A}" type="pres">
      <dgm:prSet presAssocID="{E2EC7329-EE31-4645-9B7C-CEC941DDD92B}" presName="parentTextArrow" presStyleLbl="node1" presStyleIdx="2" presStyleCnt="3"/>
      <dgm:spPr/>
    </dgm:pt>
  </dgm:ptLst>
  <dgm:cxnLst>
    <dgm:cxn modelId="{3E80E107-8A88-4590-84D7-61B283A2DF52}" srcId="{784F3B71-CEFE-4B95-99D0-F57A101CCB45}" destId="{E2EC7329-EE31-4645-9B7C-CEC941DDD92B}" srcOrd="0" destOrd="0" parTransId="{D328C5CE-F9C9-4801-A192-CECE7F318149}" sibTransId="{9540F1E5-8542-440E-AB84-DBEE306D586A}"/>
    <dgm:cxn modelId="{DE820811-94B5-4E85-9835-C451896B1678}" type="presOf" srcId="{F5254CC4-F495-42D0-899C-C0544CC81390}" destId="{236CDF45-B9C8-4346-8701-7361C9345739}" srcOrd="0" destOrd="0" presId="urn:microsoft.com/office/officeart/2005/8/layout/process4"/>
    <dgm:cxn modelId="{17F56D2C-4298-4E74-9232-B3098DDA66A4}" srcId="{784F3B71-CEFE-4B95-99D0-F57A101CCB45}" destId="{C31B8708-6428-4514-B3C6-9184E9250D4A}" srcOrd="2" destOrd="0" parTransId="{F13240DB-6BAA-4110-A796-2405C7D25872}" sibTransId="{321ADB7C-F4D1-4507-8056-13D80447BB95}"/>
    <dgm:cxn modelId="{D5E11D3C-92A5-474E-BE55-A1344E346C79}" type="presOf" srcId="{3B08C955-20D9-4DDA-9682-567F3A64638E}" destId="{EFFB572C-2848-4920-ADC7-74E0EDC4CF1A}" srcOrd="0" destOrd="0" presId="urn:microsoft.com/office/officeart/2005/8/layout/process4"/>
    <dgm:cxn modelId="{1B1D6758-9740-4E38-98D5-427D86C801E3}" type="presOf" srcId="{784F3B71-CEFE-4B95-99D0-F57A101CCB45}" destId="{289071C4-0496-4DEF-AECE-A101A7F26288}" srcOrd="0" destOrd="0" presId="urn:microsoft.com/office/officeart/2005/8/layout/process4"/>
    <dgm:cxn modelId="{3E55F39B-008E-4D87-B997-D8C8A785AC66}" srcId="{784F3B71-CEFE-4B95-99D0-F57A101CCB45}" destId="{92DFCAEE-B3F5-4BD5-9A54-50136FE37300}" srcOrd="1" destOrd="0" parTransId="{EA0A4B2F-C0F6-4A51-8821-188E41E49309}" sibTransId="{F172CC80-70A4-4C5E-80D8-404CCA73D092}"/>
    <dgm:cxn modelId="{05C4639D-A213-482D-A84D-E5AA76A3BA45}" type="presOf" srcId="{E2EC7329-EE31-4645-9B7C-CEC941DDD92B}" destId="{D265B99F-4BAA-4C24-9B41-1C1EB0F3A61A}" srcOrd="0" destOrd="0" presId="urn:microsoft.com/office/officeart/2005/8/layout/process4"/>
    <dgm:cxn modelId="{5B7703BE-7107-41DE-90EF-9B0BB6B4A755}" srcId="{C31B8708-6428-4514-B3C6-9184E9250D4A}" destId="{F5254CC4-F495-42D0-899C-C0544CC81390}" srcOrd="1" destOrd="0" parTransId="{BD5BFEC9-0818-40F7-B77E-D9454E99174A}" sibTransId="{4EBB81CC-FA90-40B9-810B-3C3BC7D8BCB0}"/>
    <dgm:cxn modelId="{105F45CE-E21E-4241-9375-8F6861A24A0D}" type="presOf" srcId="{C31B8708-6428-4514-B3C6-9184E9250D4A}" destId="{E1EF877E-C2AB-4988-998A-559FBF672159}" srcOrd="0" destOrd="0" presId="urn:microsoft.com/office/officeart/2005/8/layout/process4"/>
    <dgm:cxn modelId="{158ADBD4-0F16-4BE5-B6F5-D75436889EE3}" srcId="{C31B8708-6428-4514-B3C6-9184E9250D4A}" destId="{3B08C955-20D9-4DDA-9682-567F3A64638E}" srcOrd="2" destOrd="0" parTransId="{936F0BC6-C59A-4EFF-879F-6F3C9A1892CC}" sibTransId="{C67ED26B-8E39-43A6-A68A-234035FFE40D}"/>
    <dgm:cxn modelId="{6BA9F2DC-B8DD-4881-A2DE-01E8A9F6DBDB}" type="presOf" srcId="{BB57376E-78AC-4F81-8B14-F6A089CD4FB3}" destId="{BDD29263-955E-4B45-B83F-66CCF741BB38}" srcOrd="0" destOrd="0" presId="urn:microsoft.com/office/officeart/2005/8/layout/process4"/>
    <dgm:cxn modelId="{71D421E7-5BDF-4699-B33E-DF12467BFE2E}" type="presOf" srcId="{C31B8708-6428-4514-B3C6-9184E9250D4A}" destId="{FD6E5049-94BF-4A07-8C9D-E0D2D4FAA946}" srcOrd="1" destOrd="0" presId="urn:microsoft.com/office/officeart/2005/8/layout/process4"/>
    <dgm:cxn modelId="{103EFEEB-1F00-4A04-AA06-5B5888AD207A}" srcId="{C31B8708-6428-4514-B3C6-9184E9250D4A}" destId="{BB57376E-78AC-4F81-8B14-F6A089CD4FB3}" srcOrd="0" destOrd="0" parTransId="{758D1BB0-1357-4A92-8BA9-70E554CD68F4}" sibTransId="{FB0FFED7-E111-4ADF-ABD3-DEAFA3057651}"/>
    <dgm:cxn modelId="{2902F6FC-8F8B-46F2-84B4-F503279EB37B}" type="presOf" srcId="{92DFCAEE-B3F5-4BD5-9A54-50136FE37300}" destId="{2C498BC9-6391-45BA-B10E-B158417E4E82}" srcOrd="0" destOrd="0" presId="urn:microsoft.com/office/officeart/2005/8/layout/process4"/>
    <dgm:cxn modelId="{C5A81009-52E9-4CC3-B9AF-8F811EDDC9B8}" type="presParOf" srcId="{289071C4-0496-4DEF-AECE-A101A7F26288}" destId="{95974A4C-DA82-446C-800E-4D1729ABDC1E}" srcOrd="0" destOrd="0" presId="urn:microsoft.com/office/officeart/2005/8/layout/process4"/>
    <dgm:cxn modelId="{B19237AC-6514-4CC9-821B-3CB3675AEB9E}" type="presParOf" srcId="{95974A4C-DA82-446C-800E-4D1729ABDC1E}" destId="{E1EF877E-C2AB-4988-998A-559FBF672159}" srcOrd="0" destOrd="0" presId="urn:microsoft.com/office/officeart/2005/8/layout/process4"/>
    <dgm:cxn modelId="{FD8C20D4-82A1-4ACB-AB6D-17803B2B4D9F}" type="presParOf" srcId="{95974A4C-DA82-446C-800E-4D1729ABDC1E}" destId="{FD6E5049-94BF-4A07-8C9D-E0D2D4FAA946}" srcOrd="1" destOrd="0" presId="urn:microsoft.com/office/officeart/2005/8/layout/process4"/>
    <dgm:cxn modelId="{A30FA38F-8F17-4431-B394-80FDEF864B2A}" type="presParOf" srcId="{95974A4C-DA82-446C-800E-4D1729ABDC1E}" destId="{71777307-5C64-415F-BEC5-6A4EEA63A06C}" srcOrd="2" destOrd="0" presId="urn:microsoft.com/office/officeart/2005/8/layout/process4"/>
    <dgm:cxn modelId="{70A49D2E-4A6D-4CF0-A22C-7ADCBE98DD8A}" type="presParOf" srcId="{71777307-5C64-415F-BEC5-6A4EEA63A06C}" destId="{BDD29263-955E-4B45-B83F-66CCF741BB38}" srcOrd="0" destOrd="0" presId="urn:microsoft.com/office/officeart/2005/8/layout/process4"/>
    <dgm:cxn modelId="{30C3BD18-A5ED-463A-BF14-8FA79C09586A}" type="presParOf" srcId="{71777307-5C64-415F-BEC5-6A4EEA63A06C}" destId="{236CDF45-B9C8-4346-8701-7361C9345739}" srcOrd="1" destOrd="0" presId="urn:microsoft.com/office/officeart/2005/8/layout/process4"/>
    <dgm:cxn modelId="{54B726E1-311A-4EB2-BC6C-C02009F364E2}" type="presParOf" srcId="{71777307-5C64-415F-BEC5-6A4EEA63A06C}" destId="{EFFB572C-2848-4920-ADC7-74E0EDC4CF1A}" srcOrd="2" destOrd="0" presId="urn:microsoft.com/office/officeart/2005/8/layout/process4"/>
    <dgm:cxn modelId="{27C51845-9C32-49C0-A678-3E4885CC975A}" type="presParOf" srcId="{289071C4-0496-4DEF-AECE-A101A7F26288}" destId="{E1ABA929-78EC-4F70-B149-834C2A227E15}" srcOrd="1" destOrd="0" presId="urn:microsoft.com/office/officeart/2005/8/layout/process4"/>
    <dgm:cxn modelId="{CB8A76A4-27A6-4D70-A734-229A60F67DCE}" type="presParOf" srcId="{289071C4-0496-4DEF-AECE-A101A7F26288}" destId="{8A041696-194F-493B-8FFB-A0EAA3AE1092}" srcOrd="2" destOrd="0" presId="urn:microsoft.com/office/officeart/2005/8/layout/process4"/>
    <dgm:cxn modelId="{AC0C18D2-E03D-4EBA-83BC-8BABCEC90EA5}" type="presParOf" srcId="{8A041696-194F-493B-8FFB-A0EAA3AE1092}" destId="{2C498BC9-6391-45BA-B10E-B158417E4E82}" srcOrd="0" destOrd="0" presId="urn:microsoft.com/office/officeart/2005/8/layout/process4"/>
    <dgm:cxn modelId="{12CA3940-2CDB-4E38-BAE8-63B5FD4E91CF}" type="presParOf" srcId="{289071C4-0496-4DEF-AECE-A101A7F26288}" destId="{62EC812E-9182-4AB3-BFF4-FFDA1EACDB06}" srcOrd="3" destOrd="0" presId="urn:microsoft.com/office/officeart/2005/8/layout/process4"/>
    <dgm:cxn modelId="{DB31DC29-4BC6-49D2-8824-A5973AA5F07D}" type="presParOf" srcId="{289071C4-0496-4DEF-AECE-A101A7F26288}" destId="{7398416E-E1BA-411E-86D2-E538A6362382}" srcOrd="4" destOrd="0" presId="urn:microsoft.com/office/officeart/2005/8/layout/process4"/>
    <dgm:cxn modelId="{90EE29CC-FA88-4EF3-82E2-00A6FACF1BAF}" type="presParOf" srcId="{7398416E-E1BA-411E-86D2-E538A6362382}" destId="{D265B99F-4BAA-4C24-9B41-1C1EB0F3A61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E5049-94BF-4A07-8C9D-E0D2D4FAA946}">
      <dsp:nvSpPr>
        <dsp:cNvPr id="0" name=""/>
        <dsp:cNvSpPr/>
      </dsp:nvSpPr>
      <dsp:spPr>
        <a:xfrm>
          <a:off x="0" y="3275482"/>
          <a:ext cx="10515600" cy="10750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latin typeface="Comic Sans MS" panose="030F0702030302020204" pitchFamily="66" charset="0"/>
            </a:rPr>
            <a:t>Types of wait:</a:t>
          </a:r>
        </a:p>
      </dsp:txBody>
      <dsp:txXfrm>
        <a:off x="0" y="3275482"/>
        <a:ext cx="10515600" cy="580546"/>
      </dsp:txXfrm>
    </dsp:sp>
    <dsp:sp modelId="{BDD29263-955E-4B45-B83F-66CCF741BB38}">
      <dsp:nvSpPr>
        <dsp:cNvPr id="0" name=""/>
        <dsp:cNvSpPr/>
      </dsp:nvSpPr>
      <dsp:spPr>
        <a:xfrm>
          <a:off x="5134" y="3834527"/>
          <a:ext cx="3501776" cy="49453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Implicit Wait</a:t>
          </a:r>
          <a:endParaRPr lang="en-US" sz="2600" kern="1200">
            <a:latin typeface="Comic Sans MS" panose="030F0702030302020204" pitchFamily="66" charset="0"/>
          </a:endParaRPr>
        </a:p>
      </dsp:txBody>
      <dsp:txXfrm>
        <a:off x="5134" y="3834527"/>
        <a:ext cx="3501776" cy="494539"/>
      </dsp:txXfrm>
    </dsp:sp>
    <dsp:sp modelId="{236CDF45-B9C8-4346-8701-7361C9345739}">
      <dsp:nvSpPr>
        <dsp:cNvPr id="0" name=""/>
        <dsp:cNvSpPr/>
      </dsp:nvSpPr>
      <dsp:spPr>
        <a:xfrm>
          <a:off x="3506911" y="3834527"/>
          <a:ext cx="3501776" cy="49453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Explicit Wait</a:t>
          </a:r>
          <a:endParaRPr lang="en-US" sz="2600" kern="1200">
            <a:latin typeface="Comic Sans MS" panose="030F0702030302020204" pitchFamily="66" charset="0"/>
          </a:endParaRPr>
        </a:p>
      </dsp:txBody>
      <dsp:txXfrm>
        <a:off x="3506911" y="3834527"/>
        <a:ext cx="3501776" cy="494539"/>
      </dsp:txXfrm>
    </dsp:sp>
    <dsp:sp modelId="{EFFB572C-2848-4920-ADC7-74E0EDC4CF1A}">
      <dsp:nvSpPr>
        <dsp:cNvPr id="0" name=""/>
        <dsp:cNvSpPr/>
      </dsp:nvSpPr>
      <dsp:spPr>
        <a:xfrm>
          <a:off x="7008688" y="3834527"/>
          <a:ext cx="3501776" cy="49453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Fluent Wait</a:t>
          </a:r>
          <a:endParaRPr lang="en-US" sz="2600" kern="1200">
            <a:latin typeface="Comic Sans MS" panose="030F0702030302020204" pitchFamily="66" charset="0"/>
          </a:endParaRPr>
        </a:p>
      </dsp:txBody>
      <dsp:txXfrm>
        <a:off x="7008688" y="3834527"/>
        <a:ext cx="3501776" cy="494539"/>
      </dsp:txXfrm>
    </dsp:sp>
    <dsp:sp modelId="{2C498BC9-6391-45BA-B10E-B158417E4E82}">
      <dsp:nvSpPr>
        <dsp:cNvPr id="0" name=""/>
        <dsp:cNvSpPr/>
      </dsp:nvSpPr>
      <dsp:spPr>
        <a:xfrm rot="10800000">
          <a:off x="0" y="1638125"/>
          <a:ext cx="10515600" cy="165348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latin typeface="Comic Sans MS" panose="030F0702030302020204" pitchFamily="66" charset="0"/>
            </a:rPr>
            <a:t>Wait Commands help ensure that the script waits for certain conditions to be met before proceeding, which is crucial for dynamic web pages where elements may take time to load.</a:t>
          </a:r>
        </a:p>
      </dsp:txBody>
      <dsp:txXfrm rot="10800000">
        <a:off x="0" y="1638125"/>
        <a:ext cx="10515600" cy="1074383"/>
      </dsp:txXfrm>
    </dsp:sp>
    <dsp:sp modelId="{D265B99F-4BAA-4C24-9B41-1C1EB0F3A61A}">
      <dsp:nvSpPr>
        <dsp:cNvPr id="0" name=""/>
        <dsp:cNvSpPr/>
      </dsp:nvSpPr>
      <dsp:spPr>
        <a:xfrm rot="10800000">
          <a:off x="0" y="769"/>
          <a:ext cx="10515600" cy="165348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latin typeface="Comic Sans MS" panose="030F0702030302020204" pitchFamily="66" charset="0"/>
            </a:rPr>
            <a:t>In Selenium, wait commands are used to synchronize the execution of test scripts with the state of the web application.</a:t>
          </a:r>
        </a:p>
      </dsp:txBody>
      <dsp:txXfrm rot="10800000">
        <a:off x="0" y="769"/>
        <a:ext cx="10515600" cy="107438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12/19/2025</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12/19/2025</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12/19/2025</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12/19/2025</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12/19/2025</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12/19/2025</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12/19/2025</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12/19/2025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12/19/2025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12/19/2025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12/19/2025</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12/19/2025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12/19/2025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12/19/2025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12/19/2025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12/19/2025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12/19/2025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12/19/2025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12/19/2025</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12/19/2025</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12/19/2025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12/19/2025</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12/19/2025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12/19/2025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12/19/2025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12/19/2025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12/19/2025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12/19/2025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12/19/2025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12/19/2025</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12/19/2025</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12/19/2025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12/19/2025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12/19/2025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12/19/2025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12/19/2025</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12/19/2025</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12/19/2025</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12/19/2025</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12/19/2025</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2930402"/>
            <a:ext cx="4846322" cy="997196"/>
          </a:xfrm>
        </p:spPr>
        <p:txBody>
          <a:bodyPr/>
          <a:lstStyle/>
          <a:p>
            <a:r>
              <a:rPr lang="en-US" dirty="0"/>
              <a:t>Web Driver Commands</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37D4-D953-972F-D24F-C5EDF1AFF8B6}"/>
              </a:ext>
            </a:extLst>
          </p:cNvPr>
          <p:cNvSpPr>
            <a:spLocks noGrp="1"/>
          </p:cNvSpPr>
          <p:nvPr>
            <p:ph type="title"/>
          </p:nvPr>
        </p:nvSpPr>
        <p:spPr/>
        <p:txBody>
          <a:bodyPr/>
          <a:lstStyle/>
          <a:p>
            <a:r>
              <a:rPr lang="en-IN" dirty="0"/>
              <a:t>Browser Navigation Commands</a:t>
            </a:r>
          </a:p>
        </p:txBody>
      </p:sp>
      <p:sp>
        <p:nvSpPr>
          <p:cNvPr id="4" name="Footer Placeholder 3">
            <a:extLst>
              <a:ext uri="{FF2B5EF4-FFF2-40B4-BE49-F238E27FC236}">
                <a16:creationId xmlns:a16="http://schemas.microsoft.com/office/drawing/2014/main" id="{F25043B8-320A-54F9-3432-CB9F522C42A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71EF10F-4719-19E9-7CC4-E81C9BD00C2B}"/>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14" name="TextBox 13">
            <a:extLst>
              <a:ext uri="{FF2B5EF4-FFF2-40B4-BE49-F238E27FC236}">
                <a16:creationId xmlns:a16="http://schemas.microsoft.com/office/drawing/2014/main" id="{30AFDD62-F6D6-19A4-3AB0-70F3DB562ADD}"/>
              </a:ext>
            </a:extLst>
          </p:cNvPr>
          <p:cNvSpPr txBox="1"/>
          <p:nvPr/>
        </p:nvSpPr>
        <p:spPr>
          <a:xfrm>
            <a:off x="2499360" y="1420321"/>
            <a:ext cx="7203440" cy="3785845"/>
          </a:xfrm>
          <a:prstGeom prst="rect">
            <a:avLst/>
          </a:prstGeom>
          <a:solidFill>
            <a:srgbClr val="F6F6F5"/>
          </a:solidFill>
        </p:spPr>
        <p:txBody>
          <a:bodyPr wrap="square">
            <a:spAutoFit/>
          </a:bodyPr>
          <a:lstStyle/>
          <a:p>
            <a:pPr>
              <a:lnSpc>
                <a:spcPct val="150000"/>
              </a:lnSpc>
            </a:pPr>
            <a:r>
              <a:rPr lang="en-US" b="1" dirty="0">
                <a:latin typeface="Comic Sans MS" panose="030F0702030302020204" pitchFamily="66" charset="0"/>
              </a:rPr>
              <a:t>get(</a:t>
            </a:r>
            <a:r>
              <a:rPr lang="en-US" b="1" dirty="0" err="1">
                <a:latin typeface="Comic Sans MS" panose="030F0702030302020204" pitchFamily="66" charset="0"/>
              </a:rPr>
              <a:t>url</a:t>
            </a:r>
            <a:r>
              <a:rPr lang="en-US" b="1" dirty="0">
                <a:latin typeface="Comic Sans MS" panose="030F0702030302020204" pitchFamily="66" charset="0"/>
              </a:rPr>
              <a:t>)</a:t>
            </a:r>
            <a:r>
              <a:rPr lang="en-US" dirty="0">
                <a:latin typeface="Comic Sans MS" panose="030F0702030302020204" pitchFamily="66" charset="0"/>
              </a:rPr>
              <a:t> - Opens a webpage</a:t>
            </a:r>
          </a:p>
          <a:p>
            <a:pPr>
              <a:lnSpc>
                <a:spcPct val="150000"/>
              </a:lnSpc>
            </a:pPr>
            <a:r>
              <a:rPr lang="en-US" dirty="0" err="1">
                <a:latin typeface="Comic Sans MS" panose="030F0702030302020204" pitchFamily="66" charset="0"/>
              </a:rPr>
              <a:t>driver.get</a:t>
            </a:r>
            <a:r>
              <a:rPr lang="en-US" dirty="0">
                <a:latin typeface="Comic Sans MS" panose="030F0702030302020204" pitchFamily="66" charset="0"/>
              </a:rPr>
              <a:t>("https://www.amazon.in");</a:t>
            </a:r>
          </a:p>
          <a:p>
            <a:pPr>
              <a:lnSpc>
                <a:spcPct val="150000"/>
              </a:lnSpc>
            </a:pPr>
            <a:endParaRPr lang="en-US" dirty="0">
              <a:latin typeface="Comic Sans MS" panose="030F0702030302020204" pitchFamily="66" charset="0"/>
            </a:endParaRPr>
          </a:p>
          <a:p>
            <a:pPr>
              <a:lnSpc>
                <a:spcPct val="150000"/>
              </a:lnSpc>
            </a:pPr>
            <a:r>
              <a:rPr lang="en-US" b="1" dirty="0">
                <a:latin typeface="Comic Sans MS" panose="030F0702030302020204" pitchFamily="66" charset="0"/>
              </a:rPr>
              <a:t>navigate().to(</a:t>
            </a:r>
            <a:r>
              <a:rPr lang="en-US" b="1" dirty="0" err="1">
                <a:latin typeface="Comic Sans MS" panose="030F0702030302020204" pitchFamily="66" charset="0"/>
              </a:rPr>
              <a:t>url</a:t>
            </a:r>
            <a:r>
              <a:rPr lang="en-US" b="1" dirty="0">
                <a:latin typeface="Comic Sans MS" panose="030F0702030302020204" pitchFamily="66" charset="0"/>
              </a:rPr>
              <a:t>) </a:t>
            </a:r>
            <a:r>
              <a:rPr lang="en-US" dirty="0">
                <a:latin typeface="Comic Sans MS" panose="030F0702030302020204" pitchFamily="66" charset="0"/>
              </a:rPr>
              <a:t>- </a:t>
            </a:r>
            <a:r>
              <a:rPr lang="en-US" dirty="0" err="1">
                <a:latin typeface="Comic Sans MS" panose="030F0702030302020204" pitchFamily="66" charset="0"/>
              </a:rPr>
              <a:t>driver.navigate</a:t>
            </a:r>
            <a:r>
              <a:rPr lang="en-US" dirty="0">
                <a:latin typeface="Comic Sans MS" panose="030F0702030302020204" pitchFamily="66" charset="0"/>
              </a:rPr>
              <a:t>().to("https://google.com");</a:t>
            </a:r>
          </a:p>
          <a:p>
            <a:pPr>
              <a:lnSpc>
                <a:spcPct val="150000"/>
              </a:lnSpc>
            </a:pPr>
            <a:endParaRPr lang="en-US" dirty="0">
              <a:latin typeface="Comic Sans MS" panose="030F0702030302020204" pitchFamily="66" charset="0"/>
            </a:endParaRPr>
          </a:p>
          <a:p>
            <a:pPr>
              <a:lnSpc>
                <a:spcPct val="150000"/>
              </a:lnSpc>
            </a:pPr>
            <a:r>
              <a:rPr lang="en-US" b="1" dirty="0">
                <a:latin typeface="Comic Sans MS" panose="030F0702030302020204" pitchFamily="66" charset="0"/>
              </a:rPr>
              <a:t>navigate().back() </a:t>
            </a:r>
            <a:r>
              <a:rPr lang="en-US" dirty="0">
                <a:latin typeface="Comic Sans MS" panose="030F0702030302020204" pitchFamily="66" charset="0"/>
              </a:rPr>
              <a:t>- Go to the previous page.</a:t>
            </a:r>
          </a:p>
          <a:p>
            <a:pPr>
              <a:lnSpc>
                <a:spcPct val="150000"/>
              </a:lnSpc>
            </a:pPr>
            <a:endParaRPr lang="en-US" dirty="0">
              <a:latin typeface="Comic Sans MS" panose="030F0702030302020204" pitchFamily="66" charset="0"/>
            </a:endParaRPr>
          </a:p>
          <a:p>
            <a:pPr>
              <a:lnSpc>
                <a:spcPct val="150000"/>
              </a:lnSpc>
            </a:pPr>
            <a:r>
              <a:rPr lang="en-US" b="1" dirty="0">
                <a:latin typeface="Comic Sans MS" panose="030F0702030302020204" pitchFamily="66" charset="0"/>
              </a:rPr>
              <a:t>navigate().forward() </a:t>
            </a:r>
            <a:r>
              <a:rPr lang="en-US" dirty="0">
                <a:latin typeface="Comic Sans MS" panose="030F0702030302020204" pitchFamily="66" charset="0"/>
              </a:rPr>
              <a:t>- Go forward in history</a:t>
            </a:r>
          </a:p>
          <a:p>
            <a:pPr>
              <a:lnSpc>
                <a:spcPct val="150000"/>
              </a:lnSpc>
            </a:pPr>
            <a:r>
              <a:rPr lang="en-US" b="1" dirty="0">
                <a:latin typeface="Comic Sans MS" panose="030F0702030302020204" pitchFamily="66" charset="0"/>
              </a:rPr>
              <a:t>navigate().refresh() </a:t>
            </a:r>
            <a:r>
              <a:rPr lang="en-US" dirty="0">
                <a:latin typeface="Comic Sans MS" panose="030F0702030302020204" pitchFamily="66" charset="0"/>
              </a:rPr>
              <a:t>- Reload the current page.</a:t>
            </a:r>
            <a:endParaRPr lang="en-IN" dirty="0">
              <a:latin typeface="Comic Sans MS" panose="030F0702030302020204" pitchFamily="66" charset="0"/>
            </a:endParaRPr>
          </a:p>
        </p:txBody>
      </p:sp>
    </p:spTree>
    <p:extLst>
      <p:ext uri="{BB962C8B-B14F-4D97-AF65-F5344CB8AC3E}">
        <p14:creationId xmlns:p14="http://schemas.microsoft.com/office/powerpoint/2010/main" val="1241736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AF5CC-23E5-2A9D-F56D-110C6A6A4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85FEF-5A9A-575C-B712-A50DFC1B4EC7}"/>
              </a:ext>
            </a:extLst>
          </p:cNvPr>
          <p:cNvSpPr>
            <a:spLocks noGrp="1"/>
          </p:cNvSpPr>
          <p:nvPr>
            <p:ph type="title"/>
          </p:nvPr>
        </p:nvSpPr>
        <p:spPr/>
        <p:txBody>
          <a:bodyPr/>
          <a:lstStyle/>
          <a:p>
            <a:r>
              <a:rPr lang="en-IN" dirty="0"/>
              <a:t>Element Locator Commands</a:t>
            </a:r>
          </a:p>
        </p:txBody>
      </p:sp>
      <p:sp>
        <p:nvSpPr>
          <p:cNvPr id="4" name="Footer Placeholder 3">
            <a:extLst>
              <a:ext uri="{FF2B5EF4-FFF2-40B4-BE49-F238E27FC236}">
                <a16:creationId xmlns:a16="http://schemas.microsoft.com/office/drawing/2014/main" id="{340762F3-4D0D-0EC2-CF99-521AFC84737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CF7B1E1-3D38-F65F-09D2-F74D39B24C1A}"/>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8" name="TextBox 7">
            <a:extLst>
              <a:ext uri="{FF2B5EF4-FFF2-40B4-BE49-F238E27FC236}">
                <a16:creationId xmlns:a16="http://schemas.microsoft.com/office/drawing/2014/main" id="{5D4A4A50-0FE0-2C89-4343-3BCAF64F249F}"/>
              </a:ext>
            </a:extLst>
          </p:cNvPr>
          <p:cNvSpPr txBox="1"/>
          <p:nvPr/>
        </p:nvSpPr>
        <p:spPr>
          <a:xfrm>
            <a:off x="2011680" y="1701076"/>
            <a:ext cx="7833360" cy="2123851"/>
          </a:xfrm>
          <a:prstGeom prst="rect">
            <a:avLst/>
          </a:prstGeom>
          <a:solidFill>
            <a:srgbClr val="F6F6F5"/>
          </a:solidFill>
        </p:spPr>
        <p:txBody>
          <a:bodyPr wrap="square">
            <a:spAutoFit/>
          </a:bodyPr>
          <a:lstStyle/>
          <a:p>
            <a:pPr>
              <a:lnSpc>
                <a:spcPct val="150000"/>
              </a:lnSpc>
            </a:pPr>
            <a:r>
              <a:rPr lang="en-IN" b="1" dirty="0" err="1">
                <a:latin typeface="Comic Sans MS" panose="030F0702030302020204" pitchFamily="66" charset="0"/>
              </a:rPr>
              <a:t>findElement</a:t>
            </a:r>
            <a:r>
              <a:rPr lang="en-IN" b="1" dirty="0">
                <a:latin typeface="Comic Sans MS" panose="030F0702030302020204" pitchFamily="66" charset="0"/>
              </a:rPr>
              <a:t>(By locator) </a:t>
            </a:r>
            <a:r>
              <a:rPr lang="en-IN" dirty="0">
                <a:latin typeface="Comic Sans MS" panose="030F0702030302020204" pitchFamily="66" charset="0"/>
              </a:rPr>
              <a:t>- Finds a single element</a:t>
            </a:r>
          </a:p>
          <a:p>
            <a:pPr>
              <a:lnSpc>
                <a:spcPct val="150000"/>
              </a:lnSpc>
            </a:pPr>
            <a:r>
              <a:rPr lang="en-IN" dirty="0" err="1">
                <a:latin typeface="Comic Sans MS" panose="030F0702030302020204" pitchFamily="66" charset="0"/>
              </a:rPr>
              <a:t>driver.findElement</a:t>
            </a:r>
            <a:r>
              <a:rPr lang="en-IN" dirty="0">
                <a:latin typeface="Comic Sans MS" panose="030F0702030302020204" pitchFamily="66" charset="0"/>
              </a:rPr>
              <a:t>(By.id("username"));</a:t>
            </a:r>
          </a:p>
          <a:p>
            <a:pPr>
              <a:lnSpc>
                <a:spcPct val="150000"/>
              </a:lnSpc>
            </a:pPr>
            <a:endParaRPr lang="en-IN" dirty="0">
              <a:latin typeface="Comic Sans MS" panose="030F0702030302020204" pitchFamily="66" charset="0"/>
            </a:endParaRPr>
          </a:p>
          <a:p>
            <a:pPr>
              <a:lnSpc>
                <a:spcPct val="150000"/>
              </a:lnSpc>
            </a:pPr>
            <a:r>
              <a:rPr lang="en-IN" b="1" dirty="0" err="1">
                <a:latin typeface="Comic Sans MS" panose="030F0702030302020204" pitchFamily="66" charset="0"/>
              </a:rPr>
              <a:t>findElements</a:t>
            </a:r>
            <a:r>
              <a:rPr lang="en-IN" b="1" dirty="0">
                <a:latin typeface="Comic Sans MS" panose="030F0702030302020204" pitchFamily="66" charset="0"/>
              </a:rPr>
              <a:t>(By locator) </a:t>
            </a:r>
            <a:r>
              <a:rPr lang="en-IN" dirty="0">
                <a:latin typeface="Comic Sans MS" panose="030F0702030302020204" pitchFamily="66" charset="0"/>
              </a:rPr>
              <a:t>- Finds multiple elements (returns a list)</a:t>
            </a:r>
          </a:p>
          <a:p>
            <a:pPr>
              <a:lnSpc>
                <a:spcPct val="150000"/>
              </a:lnSpc>
            </a:pPr>
            <a:r>
              <a:rPr lang="en-IN" dirty="0" err="1">
                <a:latin typeface="Comic Sans MS" panose="030F0702030302020204" pitchFamily="66" charset="0"/>
              </a:rPr>
              <a:t>driver.findElements</a:t>
            </a:r>
            <a:r>
              <a:rPr lang="en-IN" dirty="0">
                <a:latin typeface="Comic Sans MS" panose="030F0702030302020204" pitchFamily="66" charset="0"/>
              </a:rPr>
              <a:t>(</a:t>
            </a:r>
            <a:r>
              <a:rPr lang="en-IN" dirty="0" err="1">
                <a:latin typeface="Comic Sans MS" panose="030F0702030302020204" pitchFamily="66" charset="0"/>
              </a:rPr>
              <a:t>By.tagName</a:t>
            </a:r>
            <a:r>
              <a:rPr lang="en-IN" dirty="0">
                <a:latin typeface="Comic Sans MS" panose="030F0702030302020204" pitchFamily="66" charset="0"/>
              </a:rPr>
              <a:t>("a"));</a:t>
            </a:r>
          </a:p>
        </p:txBody>
      </p:sp>
    </p:spTree>
    <p:extLst>
      <p:ext uri="{BB962C8B-B14F-4D97-AF65-F5344CB8AC3E}">
        <p14:creationId xmlns:p14="http://schemas.microsoft.com/office/powerpoint/2010/main" val="2076785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504B0-D973-D955-7F58-43375A2DA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D0DAE-E095-BA11-ABA2-51B831D52D7E}"/>
              </a:ext>
            </a:extLst>
          </p:cNvPr>
          <p:cNvSpPr>
            <a:spLocks noGrp="1"/>
          </p:cNvSpPr>
          <p:nvPr>
            <p:ph type="title"/>
          </p:nvPr>
        </p:nvSpPr>
        <p:spPr/>
        <p:txBody>
          <a:bodyPr/>
          <a:lstStyle/>
          <a:p>
            <a:r>
              <a:rPr lang="en-IN" dirty="0" err="1"/>
              <a:t>WebElement</a:t>
            </a:r>
            <a:r>
              <a:rPr lang="en-IN" dirty="0"/>
              <a:t> Interaction Commands</a:t>
            </a:r>
          </a:p>
        </p:txBody>
      </p:sp>
      <p:sp>
        <p:nvSpPr>
          <p:cNvPr id="4" name="Footer Placeholder 3">
            <a:extLst>
              <a:ext uri="{FF2B5EF4-FFF2-40B4-BE49-F238E27FC236}">
                <a16:creationId xmlns:a16="http://schemas.microsoft.com/office/drawing/2014/main" id="{E6B35F73-3582-CC99-E18C-2C2079E028F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F690299-D6AA-DCA6-B16E-C3D7321D066D}"/>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6" name="TextBox 5">
            <a:extLst>
              <a:ext uri="{FF2B5EF4-FFF2-40B4-BE49-F238E27FC236}">
                <a16:creationId xmlns:a16="http://schemas.microsoft.com/office/drawing/2014/main" id="{EADB3B7E-6695-8639-C9C4-3EE357A2C154}"/>
              </a:ext>
            </a:extLst>
          </p:cNvPr>
          <p:cNvSpPr txBox="1"/>
          <p:nvPr/>
        </p:nvSpPr>
        <p:spPr>
          <a:xfrm>
            <a:off x="822960" y="1050989"/>
            <a:ext cx="6096000" cy="369332"/>
          </a:xfrm>
          <a:prstGeom prst="rect">
            <a:avLst/>
          </a:prstGeom>
          <a:noFill/>
        </p:spPr>
        <p:txBody>
          <a:bodyPr wrap="square">
            <a:spAutoFit/>
          </a:bodyPr>
          <a:lstStyle/>
          <a:p>
            <a:r>
              <a:rPr lang="en-US" dirty="0">
                <a:latin typeface="Comic Sans MS" panose="030F0702030302020204" pitchFamily="66" charset="0"/>
              </a:rPr>
              <a:t>Once you locate an element, you can interact with it.</a:t>
            </a:r>
            <a:endParaRPr lang="en-IN" dirty="0">
              <a:latin typeface="Comic Sans MS" panose="030F0702030302020204" pitchFamily="66" charset="0"/>
            </a:endParaRPr>
          </a:p>
        </p:txBody>
      </p:sp>
      <p:sp>
        <p:nvSpPr>
          <p:cNvPr id="9" name="TextBox 8">
            <a:extLst>
              <a:ext uri="{FF2B5EF4-FFF2-40B4-BE49-F238E27FC236}">
                <a16:creationId xmlns:a16="http://schemas.microsoft.com/office/drawing/2014/main" id="{0D811681-03D9-D791-1FFB-574CF3F7315E}"/>
              </a:ext>
            </a:extLst>
          </p:cNvPr>
          <p:cNvSpPr txBox="1"/>
          <p:nvPr/>
        </p:nvSpPr>
        <p:spPr>
          <a:xfrm>
            <a:off x="1691640" y="1599557"/>
            <a:ext cx="9387840" cy="2123851"/>
          </a:xfrm>
          <a:prstGeom prst="rect">
            <a:avLst/>
          </a:prstGeom>
          <a:noFill/>
        </p:spPr>
        <p:txBody>
          <a:bodyPr wrap="square">
            <a:spAutoFit/>
          </a:bodyPr>
          <a:lstStyle/>
          <a:p>
            <a:pPr>
              <a:lnSpc>
                <a:spcPct val="150000"/>
              </a:lnSpc>
            </a:pPr>
            <a:r>
              <a:rPr lang="en-IN" b="1" dirty="0">
                <a:latin typeface="Comic Sans MS" panose="030F0702030302020204" pitchFamily="66" charset="0"/>
              </a:rPr>
              <a:t>click() </a:t>
            </a:r>
            <a:r>
              <a:rPr lang="en-IN" dirty="0">
                <a:latin typeface="Comic Sans MS" panose="030F0702030302020204" pitchFamily="66" charset="0"/>
              </a:rPr>
              <a:t>: </a:t>
            </a:r>
            <a:r>
              <a:rPr lang="en-IN" dirty="0" err="1">
                <a:latin typeface="Comic Sans MS" panose="030F0702030302020204" pitchFamily="66" charset="0"/>
              </a:rPr>
              <a:t>driver.findElement</a:t>
            </a:r>
            <a:r>
              <a:rPr lang="en-IN" dirty="0">
                <a:latin typeface="Comic Sans MS" panose="030F0702030302020204" pitchFamily="66" charset="0"/>
              </a:rPr>
              <a:t>(By.id("login")).click();</a:t>
            </a:r>
          </a:p>
          <a:p>
            <a:pPr>
              <a:lnSpc>
                <a:spcPct val="150000"/>
              </a:lnSpc>
            </a:pPr>
            <a:r>
              <a:rPr lang="en-IN" b="1" dirty="0" err="1">
                <a:latin typeface="Comic Sans MS" panose="030F0702030302020204" pitchFamily="66" charset="0"/>
              </a:rPr>
              <a:t>sendKeys</a:t>
            </a:r>
            <a:r>
              <a:rPr lang="en-IN" b="1" dirty="0">
                <a:latin typeface="Comic Sans MS" panose="030F0702030302020204" pitchFamily="66" charset="0"/>
              </a:rPr>
              <a:t>("text"): </a:t>
            </a:r>
            <a:r>
              <a:rPr lang="en-IN" dirty="0" err="1">
                <a:latin typeface="Comic Sans MS" panose="030F0702030302020204" pitchFamily="66" charset="0"/>
              </a:rPr>
              <a:t>driver.findElement</a:t>
            </a:r>
            <a:r>
              <a:rPr lang="en-IN" dirty="0">
                <a:latin typeface="Comic Sans MS" panose="030F0702030302020204" pitchFamily="66" charset="0"/>
              </a:rPr>
              <a:t>(By.name("email")).</a:t>
            </a:r>
            <a:r>
              <a:rPr lang="en-IN" dirty="0" err="1">
                <a:latin typeface="Comic Sans MS" panose="030F0702030302020204" pitchFamily="66" charset="0"/>
              </a:rPr>
              <a:t>sendKeys</a:t>
            </a:r>
            <a:r>
              <a:rPr lang="en-IN" dirty="0">
                <a:latin typeface="Comic Sans MS" panose="030F0702030302020204" pitchFamily="66" charset="0"/>
              </a:rPr>
              <a:t>("test@gmail.com");</a:t>
            </a:r>
          </a:p>
          <a:p>
            <a:pPr>
              <a:lnSpc>
                <a:spcPct val="150000"/>
              </a:lnSpc>
            </a:pPr>
            <a:r>
              <a:rPr lang="en-IN" b="1" dirty="0">
                <a:latin typeface="Comic Sans MS" panose="030F0702030302020204" pitchFamily="66" charset="0"/>
              </a:rPr>
              <a:t>clear(): </a:t>
            </a:r>
            <a:r>
              <a:rPr lang="en-IN" dirty="0" err="1">
                <a:latin typeface="Comic Sans MS" panose="030F0702030302020204" pitchFamily="66" charset="0"/>
              </a:rPr>
              <a:t>driver.findElement</a:t>
            </a:r>
            <a:r>
              <a:rPr lang="en-IN" dirty="0">
                <a:latin typeface="Comic Sans MS" panose="030F0702030302020204" pitchFamily="66" charset="0"/>
              </a:rPr>
              <a:t>(By.id("search")).clear();</a:t>
            </a:r>
          </a:p>
          <a:p>
            <a:pPr>
              <a:lnSpc>
                <a:spcPct val="150000"/>
              </a:lnSpc>
            </a:pPr>
            <a:r>
              <a:rPr lang="en-IN" b="1" dirty="0" err="1">
                <a:latin typeface="Comic Sans MS" panose="030F0702030302020204" pitchFamily="66" charset="0"/>
              </a:rPr>
              <a:t>getText</a:t>
            </a:r>
            <a:r>
              <a:rPr lang="en-IN" b="1" dirty="0">
                <a:latin typeface="Comic Sans MS" panose="030F0702030302020204" pitchFamily="66" charset="0"/>
              </a:rPr>
              <a:t>(): </a:t>
            </a:r>
            <a:r>
              <a:rPr lang="en-IN" dirty="0">
                <a:latin typeface="Comic Sans MS" panose="030F0702030302020204" pitchFamily="66" charset="0"/>
              </a:rPr>
              <a:t>String title = </a:t>
            </a:r>
            <a:r>
              <a:rPr lang="en-IN" dirty="0" err="1">
                <a:latin typeface="Comic Sans MS" panose="030F0702030302020204" pitchFamily="66" charset="0"/>
              </a:rPr>
              <a:t>driver.findElement</a:t>
            </a:r>
            <a:r>
              <a:rPr lang="en-IN" dirty="0">
                <a:latin typeface="Comic Sans MS" panose="030F0702030302020204" pitchFamily="66" charset="0"/>
              </a:rPr>
              <a:t>(</a:t>
            </a:r>
            <a:r>
              <a:rPr lang="en-IN" dirty="0" err="1">
                <a:latin typeface="Comic Sans MS" panose="030F0702030302020204" pitchFamily="66" charset="0"/>
              </a:rPr>
              <a:t>By.tagName</a:t>
            </a:r>
            <a:r>
              <a:rPr lang="en-IN" dirty="0">
                <a:latin typeface="Comic Sans MS" panose="030F0702030302020204" pitchFamily="66" charset="0"/>
              </a:rPr>
              <a:t>("h1")).</a:t>
            </a:r>
            <a:r>
              <a:rPr lang="en-IN" dirty="0" err="1">
                <a:latin typeface="Comic Sans MS" panose="030F0702030302020204" pitchFamily="66" charset="0"/>
              </a:rPr>
              <a:t>getText</a:t>
            </a:r>
            <a:r>
              <a:rPr lang="en-IN" dirty="0">
                <a:latin typeface="Comic Sans MS" panose="030F0702030302020204" pitchFamily="66" charset="0"/>
              </a:rPr>
              <a:t>();</a:t>
            </a:r>
          </a:p>
          <a:p>
            <a:pPr>
              <a:lnSpc>
                <a:spcPct val="150000"/>
              </a:lnSpc>
            </a:pPr>
            <a:r>
              <a:rPr lang="en-IN" b="1" dirty="0" err="1">
                <a:latin typeface="Comic Sans MS" panose="030F0702030302020204" pitchFamily="66" charset="0"/>
              </a:rPr>
              <a:t>getAttribute</a:t>
            </a:r>
            <a:r>
              <a:rPr lang="en-IN" b="1" dirty="0">
                <a:latin typeface="Comic Sans MS" panose="030F0702030302020204" pitchFamily="66" charset="0"/>
              </a:rPr>
              <a:t>("value"): </a:t>
            </a:r>
            <a:r>
              <a:rPr lang="en-IN" dirty="0">
                <a:latin typeface="Comic Sans MS" panose="030F0702030302020204" pitchFamily="66" charset="0"/>
              </a:rPr>
              <a:t>String value = </a:t>
            </a:r>
            <a:r>
              <a:rPr lang="en-IN" dirty="0" err="1">
                <a:latin typeface="Comic Sans MS" panose="030F0702030302020204" pitchFamily="66" charset="0"/>
              </a:rPr>
              <a:t>element.getAttribute</a:t>
            </a:r>
            <a:r>
              <a:rPr lang="en-IN" dirty="0">
                <a:latin typeface="Comic Sans MS" panose="030F0702030302020204" pitchFamily="66" charset="0"/>
              </a:rPr>
              <a:t>("value");</a:t>
            </a:r>
          </a:p>
        </p:txBody>
      </p:sp>
      <p:sp>
        <p:nvSpPr>
          <p:cNvPr id="11" name="TextBox 10">
            <a:extLst>
              <a:ext uri="{FF2B5EF4-FFF2-40B4-BE49-F238E27FC236}">
                <a16:creationId xmlns:a16="http://schemas.microsoft.com/office/drawing/2014/main" id="{24577F2A-C205-372F-799C-D6B27FD7F34A}"/>
              </a:ext>
            </a:extLst>
          </p:cNvPr>
          <p:cNvSpPr txBox="1"/>
          <p:nvPr/>
        </p:nvSpPr>
        <p:spPr>
          <a:xfrm>
            <a:off x="1046480" y="4533366"/>
            <a:ext cx="10688320" cy="965264"/>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isDisplayed</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 we can check display status of the element</a:t>
            </a:r>
          </a:p>
          <a:p>
            <a:pPr marL="342900" lvl="0" indent="-342900">
              <a:lnSpc>
                <a:spcPct val="107000"/>
              </a:lnSpc>
              <a:buFont typeface="Symbol" panose="05050102010706020507" pitchFamily="18" charset="2"/>
              <a:buChar char=""/>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isEnabled</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 To check enable/disable status of the element/operational element</a:t>
            </a:r>
          </a:p>
          <a:p>
            <a:pPr marL="342900" lvl="0" indent="-342900">
              <a:lnSpc>
                <a:spcPct val="107000"/>
              </a:lnSpc>
              <a:spcAft>
                <a:spcPts val="800"/>
              </a:spcAft>
              <a:buFont typeface="Symbol" panose="05050102010706020507" pitchFamily="18" charset="2"/>
              <a:buChar char=""/>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isSelected</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 To check the element is selected or not( for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radiobutton</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checkbox, dropdown)</a:t>
            </a:r>
          </a:p>
        </p:txBody>
      </p:sp>
      <p:sp>
        <p:nvSpPr>
          <p:cNvPr id="12" name="TextBox 11">
            <a:extLst>
              <a:ext uri="{FF2B5EF4-FFF2-40B4-BE49-F238E27FC236}">
                <a16:creationId xmlns:a16="http://schemas.microsoft.com/office/drawing/2014/main" id="{EFCA97FB-D0C5-80F0-E0E0-DF9C14260D08}"/>
              </a:ext>
            </a:extLst>
          </p:cNvPr>
          <p:cNvSpPr txBox="1"/>
          <p:nvPr/>
        </p:nvSpPr>
        <p:spPr>
          <a:xfrm>
            <a:off x="822960" y="4046922"/>
            <a:ext cx="6096000" cy="369332"/>
          </a:xfrm>
          <a:prstGeom prst="rect">
            <a:avLst/>
          </a:prstGeom>
          <a:noFill/>
        </p:spPr>
        <p:txBody>
          <a:bodyPr wrap="square">
            <a:spAutoFit/>
          </a:bodyPr>
          <a:lstStyle/>
          <a:p>
            <a:r>
              <a:rPr lang="en-US" dirty="0">
                <a:latin typeface="Comic Sans MS" panose="030F0702030302020204" pitchFamily="66" charset="0"/>
              </a:rPr>
              <a:t>Conditional Methods:</a:t>
            </a:r>
            <a:endParaRPr lang="en-IN" dirty="0">
              <a:latin typeface="Comic Sans MS" panose="030F0702030302020204" pitchFamily="66" charset="0"/>
            </a:endParaRPr>
          </a:p>
        </p:txBody>
      </p:sp>
    </p:spTree>
    <p:extLst>
      <p:ext uri="{BB962C8B-B14F-4D97-AF65-F5344CB8AC3E}">
        <p14:creationId xmlns:p14="http://schemas.microsoft.com/office/powerpoint/2010/main" val="1186226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6ED0-D2C3-4A2F-824B-D4B3A117A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61557-8B10-CF29-C697-3B50DD3D308E}"/>
              </a:ext>
            </a:extLst>
          </p:cNvPr>
          <p:cNvSpPr>
            <a:spLocks noGrp="1"/>
          </p:cNvSpPr>
          <p:nvPr>
            <p:ph type="title"/>
          </p:nvPr>
        </p:nvSpPr>
        <p:spPr/>
        <p:txBody>
          <a:bodyPr/>
          <a:lstStyle/>
          <a:p>
            <a:r>
              <a:rPr lang="en-IN" dirty="0"/>
              <a:t>Browser Information Commands</a:t>
            </a:r>
          </a:p>
        </p:txBody>
      </p:sp>
      <p:sp>
        <p:nvSpPr>
          <p:cNvPr id="4" name="Footer Placeholder 3">
            <a:extLst>
              <a:ext uri="{FF2B5EF4-FFF2-40B4-BE49-F238E27FC236}">
                <a16:creationId xmlns:a16="http://schemas.microsoft.com/office/drawing/2014/main" id="{EA0E69BE-4E2E-B7EF-9B0A-9BDD8C5C130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0A7490BF-7018-E430-AAA2-1AAE5D9D7A99}"/>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10" name="TextBox 9">
            <a:extLst>
              <a:ext uri="{FF2B5EF4-FFF2-40B4-BE49-F238E27FC236}">
                <a16:creationId xmlns:a16="http://schemas.microsoft.com/office/drawing/2014/main" id="{C340F7E7-383C-E710-A444-CCDE1C4E80D5}"/>
              </a:ext>
            </a:extLst>
          </p:cNvPr>
          <p:cNvSpPr txBox="1"/>
          <p:nvPr/>
        </p:nvSpPr>
        <p:spPr>
          <a:xfrm>
            <a:off x="1280160" y="1612315"/>
            <a:ext cx="9916160" cy="2308324"/>
          </a:xfrm>
          <a:prstGeom prst="rect">
            <a:avLst/>
          </a:prstGeom>
          <a:noFill/>
        </p:spPr>
        <p:txBody>
          <a:bodyPr wrap="square">
            <a:spAutoFit/>
          </a:bodyPr>
          <a:lstStyle/>
          <a:p>
            <a:r>
              <a:rPr lang="en-IN" b="1" dirty="0" err="1">
                <a:latin typeface="Comic Sans MS" panose="030F0702030302020204" pitchFamily="66" charset="0"/>
              </a:rPr>
              <a:t>getTitle</a:t>
            </a:r>
            <a:r>
              <a:rPr lang="en-IN" b="1" dirty="0">
                <a:latin typeface="Comic Sans MS" panose="030F0702030302020204" pitchFamily="66" charset="0"/>
              </a:rPr>
              <a:t>() </a:t>
            </a:r>
            <a:r>
              <a:rPr lang="en-IN" dirty="0">
                <a:latin typeface="Comic Sans MS" panose="030F0702030302020204" pitchFamily="66" charset="0"/>
              </a:rPr>
              <a:t>- </a:t>
            </a:r>
            <a:r>
              <a:rPr lang="en-US" dirty="0">
                <a:latin typeface="Comic Sans MS" panose="030F0702030302020204" pitchFamily="66" charset="0"/>
              </a:rPr>
              <a:t>returns title of the page</a:t>
            </a:r>
            <a:endParaRPr lang="en-IN" dirty="0">
              <a:latin typeface="Comic Sans MS" panose="030F0702030302020204" pitchFamily="66" charset="0"/>
            </a:endParaRPr>
          </a:p>
          <a:p>
            <a:r>
              <a:rPr lang="en-IN" dirty="0" err="1">
                <a:latin typeface="Comic Sans MS" panose="030F0702030302020204" pitchFamily="66" charset="0"/>
              </a:rPr>
              <a:t>driver.getTitle</a:t>
            </a:r>
            <a:r>
              <a:rPr lang="en-IN" dirty="0">
                <a:latin typeface="Comic Sans MS" panose="030F0702030302020204" pitchFamily="66" charset="0"/>
              </a:rPr>
              <a:t>();</a:t>
            </a:r>
          </a:p>
          <a:p>
            <a:endParaRPr lang="en-IN" dirty="0">
              <a:latin typeface="Comic Sans MS" panose="030F0702030302020204" pitchFamily="66" charset="0"/>
            </a:endParaRPr>
          </a:p>
          <a:p>
            <a:r>
              <a:rPr lang="en-IN" b="1" dirty="0" err="1">
                <a:latin typeface="Comic Sans MS" panose="030F0702030302020204" pitchFamily="66" charset="0"/>
              </a:rPr>
              <a:t>getCurrentUrl</a:t>
            </a:r>
            <a:r>
              <a:rPr lang="en-IN" b="1" dirty="0">
                <a:latin typeface="Comic Sans MS" panose="030F0702030302020204" pitchFamily="66" charset="0"/>
              </a:rPr>
              <a:t>() </a:t>
            </a:r>
            <a:r>
              <a:rPr lang="en-IN" dirty="0">
                <a:latin typeface="Comic Sans MS" panose="030F0702030302020204" pitchFamily="66" charset="0"/>
              </a:rPr>
              <a:t>- </a:t>
            </a:r>
            <a:r>
              <a:rPr lang="en-US" dirty="0">
                <a:latin typeface="Comic Sans MS" panose="030F0702030302020204" pitchFamily="66" charset="0"/>
              </a:rPr>
              <a:t>returns URL of the page</a:t>
            </a:r>
            <a:endParaRPr lang="en-IN" dirty="0">
              <a:latin typeface="Comic Sans MS" panose="030F0702030302020204" pitchFamily="66" charset="0"/>
            </a:endParaRPr>
          </a:p>
          <a:p>
            <a:r>
              <a:rPr lang="en-IN" dirty="0" err="1">
                <a:latin typeface="Comic Sans MS" panose="030F0702030302020204" pitchFamily="66" charset="0"/>
              </a:rPr>
              <a:t>driver.getCurrentUrl</a:t>
            </a:r>
            <a:r>
              <a:rPr lang="en-IN" dirty="0">
                <a:latin typeface="Comic Sans MS" panose="030F0702030302020204" pitchFamily="66" charset="0"/>
              </a:rPr>
              <a:t>();</a:t>
            </a:r>
          </a:p>
          <a:p>
            <a:endParaRPr lang="en-IN" dirty="0">
              <a:latin typeface="Comic Sans MS" panose="030F0702030302020204" pitchFamily="66" charset="0"/>
            </a:endParaRPr>
          </a:p>
          <a:p>
            <a:r>
              <a:rPr lang="en-IN" b="1" dirty="0" err="1">
                <a:latin typeface="Comic Sans MS" panose="030F0702030302020204" pitchFamily="66" charset="0"/>
              </a:rPr>
              <a:t>getPageSource</a:t>
            </a:r>
            <a:r>
              <a:rPr lang="en-IN" b="1" dirty="0">
                <a:latin typeface="Comic Sans MS" panose="030F0702030302020204" pitchFamily="66" charset="0"/>
              </a:rPr>
              <a:t>() </a:t>
            </a:r>
            <a:r>
              <a:rPr lang="en-IN" dirty="0">
                <a:latin typeface="Comic Sans MS" panose="030F0702030302020204" pitchFamily="66" charset="0"/>
              </a:rPr>
              <a:t>- </a:t>
            </a:r>
            <a:r>
              <a:rPr lang="en-US" dirty="0">
                <a:latin typeface="Comic Sans MS" panose="030F0702030302020204" pitchFamily="66" charset="0"/>
              </a:rPr>
              <a:t>returns HTML page source of the current focused Browser</a:t>
            </a:r>
            <a:endParaRPr lang="en-IN" dirty="0">
              <a:latin typeface="Comic Sans MS" panose="030F0702030302020204" pitchFamily="66" charset="0"/>
            </a:endParaRPr>
          </a:p>
          <a:p>
            <a:r>
              <a:rPr lang="en-IN" dirty="0" err="1">
                <a:latin typeface="Comic Sans MS" panose="030F0702030302020204" pitchFamily="66" charset="0"/>
              </a:rPr>
              <a:t>driver.getPageSource</a:t>
            </a:r>
            <a:r>
              <a:rPr lang="en-IN" dirty="0">
                <a:latin typeface="Comic Sans MS" panose="030F0702030302020204" pitchFamily="66" charset="0"/>
              </a:rPr>
              <a:t>();</a:t>
            </a:r>
          </a:p>
        </p:txBody>
      </p:sp>
    </p:spTree>
    <p:extLst>
      <p:ext uri="{BB962C8B-B14F-4D97-AF65-F5344CB8AC3E}">
        <p14:creationId xmlns:p14="http://schemas.microsoft.com/office/powerpoint/2010/main" val="1083253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ECE61-9A50-F45E-2754-294CD82D3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D4D46-3BE8-7E5C-FF55-EB87A1A1B30E}"/>
              </a:ext>
            </a:extLst>
          </p:cNvPr>
          <p:cNvSpPr>
            <a:spLocks noGrp="1"/>
          </p:cNvSpPr>
          <p:nvPr>
            <p:ph type="title"/>
          </p:nvPr>
        </p:nvSpPr>
        <p:spPr/>
        <p:txBody>
          <a:bodyPr/>
          <a:lstStyle/>
          <a:p>
            <a:r>
              <a:rPr lang="en-IN" dirty="0"/>
              <a:t>Window &amp; Tab Commands</a:t>
            </a:r>
          </a:p>
        </p:txBody>
      </p:sp>
      <p:sp>
        <p:nvSpPr>
          <p:cNvPr id="4" name="Footer Placeholder 3">
            <a:extLst>
              <a:ext uri="{FF2B5EF4-FFF2-40B4-BE49-F238E27FC236}">
                <a16:creationId xmlns:a16="http://schemas.microsoft.com/office/drawing/2014/main" id="{C88900AF-649E-4A8D-17B5-468C1514102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FC172AF-E2D7-24B2-4630-03A2FA43F9B9}"/>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6" name="TextBox 5">
            <a:extLst>
              <a:ext uri="{FF2B5EF4-FFF2-40B4-BE49-F238E27FC236}">
                <a16:creationId xmlns:a16="http://schemas.microsoft.com/office/drawing/2014/main" id="{4E6527F6-4D66-AB53-AFFB-42B0306D8EB1}"/>
              </a:ext>
            </a:extLst>
          </p:cNvPr>
          <p:cNvSpPr txBox="1"/>
          <p:nvPr/>
        </p:nvSpPr>
        <p:spPr>
          <a:xfrm>
            <a:off x="1691640" y="1383437"/>
            <a:ext cx="7299960" cy="3335721"/>
          </a:xfrm>
          <a:prstGeom prst="rect">
            <a:avLst/>
          </a:prstGeom>
          <a:noFill/>
        </p:spPr>
        <p:txBody>
          <a:bodyPr wrap="square">
            <a:spAutoFit/>
          </a:bodyPr>
          <a:lstStyle/>
          <a:p>
            <a:pPr>
              <a:lnSpc>
                <a:spcPct val="200000"/>
              </a:lnSpc>
              <a:buNone/>
            </a:pPr>
            <a:r>
              <a:rPr lang="en-US" b="1" dirty="0" err="1">
                <a:effectLst/>
                <a:latin typeface="Comic Sans MS" panose="030F0702030302020204" pitchFamily="66" charset="0"/>
              </a:rPr>
              <a:t>getWindowHandle</a:t>
            </a:r>
            <a:r>
              <a:rPr lang="en-US" b="1" dirty="0">
                <a:effectLst/>
                <a:latin typeface="Comic Sans MS" panose="030F0702030302020204" pitchFamily="66" charset="0"/>
              </a:rPr>
              <a:t>()</a:t>
            </a:r>
          </a:p>
          <a:p>
            <a:pPr>
              <a:lnSpc>
                <a:spcPct val="200000"/>
              </a:lnSpc>
              <a:buNone/>
            </a:pPr>
            <a:r>
              <a:rPr lang="en-US" dirty="0">
                <a:effectLst/>
                <a:latin typeface="Comic Sans MS" panose="030F0702030302020204" pitchFamily="66" charset="0"/>
              </a:rPr>
              <a:t>Returns the current window ID.</a:t>
            </a:r>
          </a:p>
          <a:p>
            <a:pPr>
              <a:lnSpc>
                <a:spcPct val="200000"/>
              </a:lnSpc>
              <a:buNone/>
            </a:pPr>
            <a:r>
              <a:rPr lang="en-US" b="1" dirty="0" err="1">
                <a:effectLst/>
                <a:latin typeface="Comic Sans MS" panose="030F0702030302020204" pitchFamily="66" charset="0"/>
              </a:rPr>
              <a:t>getWindowHandles</a:t>
            </a:r>
            <a:r>
              <a:rPr lang="en-US" b="1" dirty="0">
                <a:effectLst/>
                <a:latin typeface="Comic Sans MS" panose="030F0702030302020204" pitchFamily="66" charset="0"/>
              </a:rPr>
              <a:t>()</a:t>
            </a:r>
          </a:p>
          <a:p>
            <a:pPr>
              <a:lnSpc>
                <a:spcPct val="200000"/>
              </a:lnSpc>
              <a:buNone/>
            </a:pPr>
            <a:r>
              <a:rPr lang="en-US" dirty="0">
                <a:effectLst/>
                <a:latin typeface="Comic Sans MS" panose="030F0702030302020204" pitchFamily="66" charset="0"/>
              </a:rPr>
              <a:t>Returns all open window IDs.</a:t>
            </a:r>
          </a:p>
          <a:p>
            <a:pPr>
              <a:lnSpc>
                <a:spcPct val="200000"/>
              </a:lnSpc>
              <a:buNone/>
            </a:pPr>
            <a:r>
              <a:rPr lang="en-US" b="1" dirty="0" err="1">
                <a:effectLst/>
                <a:latin typeface="Comic Sans MS" panose="030F0702030302020204" pitchFamily="66" charset="0"/>
              </a:rPr>
              <a:t>switchTo</a:t>
            </a:r>
            <a:r>
              <a:rPr lang="en-US" b="1" dirty="0">
                <a:effectLst/>
                <a:latin typeface="Comic Sans MS" panose="030F0702030302020204" pitchFamily="66" charset="0"/>
              </a:rPr>
              <a:t>().window(id)</a:t>
            </a:r>
          </a:p>
          <a:p>
            <a:pPr>
              <a:lnSpc>
                <a:spcPct val="200000"/>
              </a:lnSpc>
              <a:buNone/>
            </a:pPr>
            <a:r>
              <a:rPr lang="en-US" dirty="0">
                <a:effectLst/>
                <a:latin typeface="Comic Sans MS" panose="030F0702030302020204" pitchFamily="66" charset="0"/>
              </a:rPr>
              <a:t>Switch between tabs/windows.</a:t>
            </a:r>
          </a:p>
        </p:txBody>
      </p:sp>
    </p:spTree>
    <p:extLst>
      <p:ext uri="{BB962C8B-B14F-4D97-AF65-F5344CB8AC3E}">
        <p14:creationId xmlns:p14="http://schemas.microsoft.com/office/powerpoint/2010/main" val="3994810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236E-8F35-B313-78F0-AEDE0DDF0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EF609-0FFC-1AAA-67BC-49996219660E}"/>
              </a:ext>
            </a:extLst>
          </p:cNvPr>
          <p:cNvSpPr>
            <a:spLocks noGrp="1"/>
          </p:cNvSpPr>
          <p:nvPr>
            <p:ph type="title"/>
          </p:nvPr>
        </p:nvSpPr>
        <p:spPr/>
        <p:txBody>
          <a:bodyPr/>
          <a:lstStyle/>
          <a:p>
            <a:r>
              <a:rPr lang="en-IN" dirty="0"/>
              <a:t>Cookie Commands</a:t>
            </a:r>
          </a:p>
        </p:txBody>
      </p:sp>
      <p:sp>
        <p:nvSpPr>
          <p:cNvPr id="4" name="Footer Placeholder 3">
            <a:extLst>
              <a:ext uri="{FF2B5EF4-FFF2-40B4-BE49-F238E27FC236}">
                <a16:creationId xmlns:a16="http://schemas.microsoft.com/office/drawing/2014/main" id="{5495B043-F1D8-FDD1-A875-0A36DC236E4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812B46C-45A1-CA2A-5E49-CC2DE48B75D4}"/>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6" name="TextBox 5">
            <a:extLst>
              <a:ext uri="{FF2B5EF4-FFF2-40B4-BE49-F238E27FC236}">
                <a16:creationId xmlns:a16="http://schemas.microsoft.com/office/drawing/2014/main" id="{90B9B539-43DE-19B9-B72C-E9ADB8863984}"/>
              </a:ext>
            </a:extLst>
          </p:cNvPr>
          <p:cNvSpPr txBox="1"/>
          <p:nvPr/>
        </p:nvSpPr>
        <p:spPr>
          <a:xfrm>
            <a:off x="1691640" y="1383437"/>
            <a:ext cx="7299960" cy="3889719"/>
          </a:xfrm>
          <a:prstGeom prst="rect">
            <a:avLst/>
          </a:prstGeom>
          <a:noFill/>
        </p:spPr>
        <p:txBody>
          <a:bodyPr wrap="square">
            <a:spAutoFit/>
          </a:bodyPr>
          <a:lstStyle/>
          <a:p>
            <a:pPr>
              <a:lnSpc>
                <a:spcPct val="200000"/>
              </a:lnSpc>
            </a:pPr>
            <a:r>
              <a:rPr lang="en-US" b="1" dirty="0">
                <a:latin typeface="Comic Sans MS" panose="030F0702030302020204" pitchFamily="66" charset="0"/>
              </a:rPr>
              <a:t>manage().</a:t>
            </a:r>
            <a:r>
              <a:rPr lang="en-US" b="1" dirty="0" err="1">
                <a:latin typeface="Comic Sans MS" panose="030F0702030302020204" pitchFamily="66" charset="0"/>
              </a:rPr>
              <a:t>getCookies</a:t>
            </a:r>
            <a:r>
              <a:rPr lang="en-US" b="1" dirty="0">
                <a:latin typeface="Comic Sans MS" panose="030F0702030302020204" pitchFamily="66" charset="0"/>
              </a:rPr>
              <a:t>()</a:t>
            </a:r>
          </a:p>
          <a:p>
            <a:pPr>
              <a:lnSpc>
                <a:spcPct val="200000"/>
              </a:lnSpc>
            </a:pPr>
            <a:r>
              <a:rPr lang="en-US" dirty="0">
                <a:latin typeface="Comic Sans MS" panose="030F0702030302020204" pitchFamily="66" charset="0"/>
              </a:rPr>
              <a:t>Retrieve cookies.</a:t>
            </a:r>
          </a:p>
          <a:p>
            <a:pPr>
              <a:lnSpc>
                <a:spcPct val="200000"/>
              </a:lnSpc>
            </a:pPr>
            <a:r>
              <a:rPr lang="en-US" b="1" dirty="0">
                <a:latin typeface="Comic Sans MS" panose="030F0702030302020204" pitchFamily="66" charset="0"/>
              </a:rPr>
              <a:t>manage().</a:t>
            </a:r>
            <a:r>
              <a:rPr lang="en-US" b="1" dirty="0" err="1">
                <a:latin typeface="Comic Sans MS" panose="030F0702030302020204" pitchFamily="66" charset="0"/>
              </a:rPr>
              <a:t>addCookie</a:t>
            </a:r>
            <a:r>
              <a:rPr lang="en-US" b="1" dirty="0">
                <a:latin typeface="Comic Sans MS" panose="030F0702030302020204" pitchFamily="66" charset="0"/>
              </a:rPr>
              <a:t>()</a:t>
            </a:r>
          </a:p>
          <a:p>
            <a:pPr>
              <a:lnSpc>
                <a:spcPct val="200000"/>
              </a:lnSpc>
            </a:pPr>
            <a:r>
              <a:rPr lang="en-US" dirty="0">
                <a:latin typeface="Comic Sans MS" panose="030F0702030302020204" pitchFamily="66" charset="0"/>
              </a:rPr>
              <a:t>Add a cookie.</a:t>
            </a:r>
          </a:p>
          <a:p>
            <a:pPr>
              <a:lnSpc>
                <a:spcPct val="200000"/>
              </a:lnSpc>
            </a:pPr>
            <a:r>
              <a:rPr lang="en-US" b="1" dirty="0">
                <a:latin typeface="Comic Sans MS" panose="030F0702030302020204" pitchFamily="66" charset="0"/>
              </a:rPr>
              <a:t>manage().</a:t>
            </a:r>
            <a:r>
              <a:rPr lang="en-US" b="1" dirty="0" err="1">
                <a:latin typeface="Comic Sans MS" panose="030F0702030302020204" pitchFamily="66" charset="0"/>
              </a:rPr>
              <a:t>deleteAllCookies</a:t>
            </a:r>
            <a:r>
              <a:rPr lang="en-US" b="1" dirty="0">
                <a:latin typeface="Comic Sans MS" panose="030F0702030302020204" pitchFamily="66" charset="0"/>
              </a:rPr>
              <a:t>()</a:t>
            </a:r>
          </a:p>
          <a:p>
            <a:pPr>
              <a:lnSpc>
                <a:spcPct val="200000"/>
              </a:lnSpc>
            </a:pPr>
            <a:r>
              <a:rPr lang="en-US" dirty="0">
                <a:latin typeface="Comic Sans MS" panose="030F0702030302020204" pitchFamily="66" charset="0"/>
              </a:rPr>
              <a:t>Clear cookies.</a:t>
            </a:r>
          </a:p>
          <a:p>
            <a:pPr>
              <a:lnSpc>
                <a:spcPct val="200000"/>
              </a:lnSpc>
              <a:buNone/>
            </a:pPr>
            <a:endParaRPr lang="en-US" dirty="0">
              <a:effectLst/>
              <a:latin typeface="Comic Sans MS" panose="030F0702030302020204" pitchFamily="66" charset="0"/>
            </a:endParaRPr>
          </a:p>
        </p:txBody>
      </p:sp>
    </p:spTree>
    <p:extLst>
      <p:ext uri="{BB962C8B-B14F-4D97-AF65-F5344CB8AC3E}">
        <p14:creationId xmlns:p14="http://schemas.microsoft.com/office/powerpoint/2010/main" val="4122345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72B5F-75B0-AC65-2722-3C9F6B426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2EBB4-1927-3957-02ED-B9EDF39EB43C}"/>
              </a:ext>
            </a:extLst>
          </p:cNvPr>
          <p:cNvSpPr>
            <a:spLocks noGrp="1"/>
          </p:cNvSpPr>
          <p:nvPr>
            <p:ph type="title"/>
          </p:nvPr>
        </p:nvSpPr>
        <p:spPr/>
        <p:txBody>
          <a:bodyPr/>
          <a:lstStyle/>
          <a:p>
            <a:r>
              <a:rPr lang="en-IN" dirty="0"/>
              <a:t>Window Management Commands</a:t>
            </a:r>
          </a:p>
        </p:txBody>
      </p:sp>
      <p:sp>
        <p:nvSpPr>
          <p:cNvPr id="4" name="Footer Placeholder 3">
            <a:extLst>
              <a:ext uri="{FF2B5EF4-FFF2-40B4-BE49-F238E27FC236}">
                <a16:creationId xmlns:a16="http://schemas.microsoft.com/office/drawing/2014/main" id="{B8A271CF-14D4-95A7-41CC-B9B37A0F302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0AD9C86-4385-2EA1-CAAB-B569AA3854CA}"/>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6" name="TextBox 5">
            <a:extLst>
              <a:ext uri="{FF2B5EF4-FFF2-40B4-BE49-F238E27FC236}">
                <a16:creationId xmlns:a16="http://schemas.microsoft.com/office/drawing/2014/main" id="{B1A35C0B-8061-B122-7DD0-55A5518233B0}"/>
              </a:ext>
            </a:extLst>
          </p:cNvPr>
          <p:cNvSpPr txBox="1"/>
          <p:nvPr/>
        </p:nvSpPr>
        <p:spPr>
          <a:xfrm>
            <a:off x="1691640" y="1383437"/>
            <a:ext cx="7299960" cy="2227726"/>
          </a:xfrm>
          <a:prstGeom prst="rect">
            <a:avLst/>
          </a:prstGeom>
          <a:noFill/>
        </p:spPr>
        <p:txBody>
          <a:bodyPr wrap="square">
            <a:spAutoFit/>
          </a:bodyPr>
          <a:lstStyle/>
          <a:p>
            <a:pPr>
              <a:lnSpc>
                <a:spcPct val="200000"/>
              </a:lnSpc>
            </a:pPr>
            <a:r>
              <a:rPr lang="en-US" b="1" dirty="0">
                <a:latin typeface="Comic Sans MS" panose="030F0702030302020204" pitchFamily="66" charset="0"/>
              </a:rPr>
              <a:t>manage().window().maximize()</a:t>
            </a:r>
          </a:p>
          <a:p>
            <a:pPr>
              <a:lnSpc>
                <a:spcPct val="200000"/>
              </a:lnSpc>
            </a:pPr>
            <a:r>
              <a:rPr lang="en-US" b="1" dirty="0">
                <a:latin typeface="Comic Sans MS" panose="030F0702030302020204" pitchFamily="66" charset="0"/>
              </a:rPr>
              <a:t>manage().window().minimize()</a:t>
            </a:r>
          </a:p>
          <a:p>
            <a:pPr>
              <a:lnSpc>
                <a:spcPct val="200000"/>
              </a:lnSpc>
            </a:pPr>
            <a:r>
              <a:rPr lang="en-US" b="1" dirty="0">
                <a:latin typeface="Comic Sans MS" panose="030F0702030302020204" pitchFamily="66" charset="0"/>
              </a:rPr>
              <a:t>manage().window().</a:t>
            </a:r>
            <a:r>
              <a:rPr lang="en-US" b="1" dirty="0" err="1">
                <a:latin typeface="Comic Sans MS" panose="030F0702030302020204" pitchFamily="66" charset="0"/>
              </a:rPr>
              <a:t>fullscreen</a:t>
            </a:r>
            <a:r>
              <a:rPr lang="en-US" b="1" dirty="0">
                <a:latin typeface="Comic Sans MS" panose="030F0702030302020204" pitchFamily="66" charset="0"/>
              </a:rPr>
              <a:t>()</a:t>
            </a:r>
          </a:p>
          <a:p>
            <a:pPr>
              <a:lnSpc>
                <a:spcPct val="200000"/>
              </a:lnSpc>
              <a:buNone/>
            </a:pPr>
            <a:endParaRPr lang="en-US" dirty="0">
              <a:effectLst/>
              <a:latin typeface="Comic Sans MS" panose="030F0702030302020204" pitchFamily="66" charset="0"/>
            </a:endParaRPr>
          </a:p>
        </p:txBody>
      </p:sp>
    </p:spTree>
    <p:extLst>
      <p:ext uri="{BB962C8B-B14F-4D97-AF65-F5344CB8AC3E}">
        <p14:creationId xmlns:p14="http://schemas.microsoft.com/office/powerpoint/2010/main" val="298076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F478D-0878-B8E3-72A3-F5F050716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4AB1C-7CF3-FAA2-7572-9FD0CC380240}"/>
              </a:ext>
            </a:extLst>
          </p:cNvPr>
          <p:cNvSpPr>
            <a:spLocks noGrp="1"/>
          </p:cNvSpPr>
          <p:nvPr>
            <p:ph type="title"/>
          </p:nvPr>
        </p:nvSpPr>
        <p:spPr/>
        <p:txBody>
          <a:bodyPr/>
          <a:lstStyle/>
          <a:p>
            <a:r>
              <a:rPr lang="en-IN" dirty="0"/>
              <a:t>Wait Commands</a:t>
            </a:r>
          </a:p>
        </p:txBody>
      </p:sp>
      <p:sp>
        <p:nvSpPr>
          <p:cNvPr id="4" name="Footer Placeholder 3">
            <a:extLst>
              <a:ext uri="{FF2B5EF4-FFF2-40B4-BE49-F238E27FC236}">
                <a16:creationId xmlns:a16="http://schemas.microsoft.com/office/drawing/2014/main" id="{9B6C7858-3B24-4D2B-6684-5FC6B105BFBC}"/>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D32DF16-8314-12D6-ABA4-99F4A0FF0E1C}"/>
              </a:ext>
            </a:extLst>
          </p:cNvPr>
          <p:cNvSpPr>
            <a:spLocks noGrp="1"/>
          </p:cNvSpPr>
          <p:nvPr>
            <p:ph type="sldNum" sz="quarter" idx="12"/>
          </p:nvPr>
        </p:nvSpPr>
        <p:spPr/>
        <p:txBody>
          <a:bodyPr/>
          <a:lstStyle/>
          <a:p>
            <a:fld id="{38826FC0-333C-E549-9FA3-0EE43DF298A3}" type="slidenum">
              <a:rPr lang="en-US" smtClean="0"/>
              <a:pPr/>
              <a:t>9</a:t>
            </a:fld>
            <a:endParaRPr lang="en-US" dirty="0"/>
          </a:p>
        </p:txBody>
      </p:sp>
      <p:graphicFrame>
        <p:nvGraphicFramePr>
          <p:cNvPr id="9" name="Content Placeholder 2">
            <a:extLst>
              <a:ext uri="{FF2B5EF4-FFF2-40B4-BE49-F238E27FC236}">
                <a16:creationId xmlns:a16="http://schemas.microsoft.com/office/drawing/2014/main" id="{C33879E2-B562-E9F7-FE6B-09B7DE1857B9}"/>
              </a:ext>
            </a:extLst>
          </p:cNvPr>
          <p:cNvGraphicFramePr>
            <a:graphicFrameLocks noGrp="1"/>
          </p:cNvGraphicFramePr>
          <p:nvPr>
            <p:ph idx="1"/>
            <p:extLst>
              <p:ext uri="{D42A27DB-BD31-4B8C-83A1-F6EECF244321}">
                <p14:modId xmlns:p14="http://schemas.microsoft.com/office/powerpoint/2010/main" val="1381287781"/>
              </p:ext>
            </p:extLst>
          </p:nvPr>
        </p:nvGraphicFramePr>
        <p:xfrm>
          <a:off x="822960" y="125333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9058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CD1BE-B8CE-6DE5-8510-5274BA68F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0BA67-B787-70F2-F8C0-5A5F23F9A32F}"/>
              </a:ext>
            </a:extLst>
          </p:cNvPr>
          <p:cNvSpPr>
            <a:spLocks noGrp="1"/>
          </p:cNvSpPr>
          <p:nvPr>
            <p:ph type="title"/>
          </p:nvPr>
        </p:nvSpPr>
        <p:spPr/>
        <p:txBody>
          <a:bodyPr/>
          <a:lstStyle/>
          <a:p>
            <a:r>
              <a:rPr lang="en-IN" dirty="0"/>
              <a:t>Wait Commands</a:t>
            </a:r>
          </a:p>
        </p:txBody>
      </p:sp>
      <p:sp>
        <p:nvSpPr>
          <p:cNvPr id="4" name="Footer Placeholder 3">
            <a:extLst>
              <a:ext uri="{FF2B5EF4-FFF2-40B4-BE49-F238E27FC236}">
                <a16:creationId xmlns:a16="http://schemas.microsoft.com/office/drawing/2014/main" id="{79F7847D-BA48-8784-5099-A6F6DF7D7B6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B230973-FD9A-2BFD-1203-42867921559C}"/>
              </a:ext>
            </a:extLst>
          </p:cNvPr>
          <p:cNvSpPr>
            <a:spLocks noGrp="1"/>
          </p:cNvSpPr>
          <p:nvPr>
            <p:ph type="sldNum" sz="quarter" idx="12"/>
          </p:nvPr>
        </p:nvSpPr>
        <p:spPr/>
        <p:txBody>
          <a:bodyPr/>
          <a:lstStyle/>
          <a:p>
            <a:fld id="{38826FC0-333C-E549-9FA3-0EE43DF298A3}" type="slidenum">
              <a:rPr lang="en-US" smtClean="0"/>
              <a:pPr/>
              <a:t>10</a:t>
            </a:fld>
            <a:endParaRPr lang="en-US" dirty="0"/>
          </a:p>
        </p:txBody>
      </p:sp>
      <p:pic>
        <p:nvPicPr>
          <p:cNvPr id="7" name="Picture 6">
            <a:extLst>
              <a:ext uri="{FF2B5EF4-FFF2-40B4-BE49-F238E27FC236}">
                <a16:creationId xmlns:a16="http://schemas.microsoft.com/office/drawing/2014/main" id="{610EC3EA-761A-E946-71E7-BF1565C4B610}"/>
              </a:ext>
            </a:extLst>
          </p:cNvPr>
          <p:cNvPicPr>
            <a:picLocks noChangeAspect="1"/>
          </p:cNvPicPr>
          <p:nvPr/>
        </p:nvPicPr>
        <p:blipFill>
          <a:blip r:embed="rId2"/>
          <a:stretch>
            <a:fillRect/>
          </a:stretch>
        </p:blipFill>
        <p:spPr>
          <a:xfrm>
            <a:off x="725296" y="886057"/>
            <a:ext cx="10783207" cy="4845935"/>
          </a:xfrm>
          <a:prstGeom prst="rect">
            <a:avLst/>
          </a:prstGeom>
        </p:spPr>
      </p:pic>
    </p:spTree>
    <p:extLst>
      <p:ext uri="{BB962C8B-B14F-4D97-AF65-F5344CB8AC3E}">
        <p14:creationId xmlns:p14="http://schemas.microsoft.com/office/powerpoint/2010/main" val="1775400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4284-E0BF-C365-9123-79E341AE5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AB01C-8485-FC57-0953-B0BAFDB27FBC}"/>
              </a:ext>
            </a:extLst>
          </p:cNvPr>
          <p:cNvSpPr>
            <a:spLocks noGrp="1"/>
          </p:cNvSpPr>
          <p:nvPr>
            <p:ph type="title"/>
          </p:nvPr>
        </p:nvSpPr>
        <p:spPr/>
        <p:txBody>
          <a:bodyPr/>
          <a:lstStyle/>
          <a:p>
            <a:r>
              <a:rPr lang="en-IN" dirty="0"/>
              <a:t>Implicit Wait</a:t>
            </a:r>
          </a:p>
        </p:txBody>
      </p:sp>
      <p:sp>
        <p:nvSpPr>
          <p:cNvPr id="4" name="Footer Placeholder 3">
            <a:extLst>
              <a:ext uri="{FF2B5EF4-FFF2-40B4-BE49-F238E27FC236}">
                <a16:creationId xmlns:a16="http://schemas.microsoft.com/office/drawing/2014/main" id="{A5BAB423-5775-DDAE-4072-750B6094A20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7A8CBC5-83D2-9147-067F-425DA6190365}"/>
              </a:ext>
            </a:extLst>
          </p:cNvPr>
          <p:cNvSpPr>
            <a:spLocks noGrp="1"/>
          </p:cNvSpPr>
          <p:nvPr>
            <p:ph type="sldNum" sz="quarter" idx="12"/>
          </p:nvPr>
        </p:nvSpPr>
        <p:spPr/>
        <p:txBody>
          <a:bodyPr/>
          <a:lstStyle/>
          <a:p>
            <a:fld id="{38826FC0-333C-E549-9FA3-0EE43DF298A3}" type="slidenum">
              <a:rPr lang="en-US" smtClean="0"/>
              <a:pPr/>
              <a:t>11</a:t>
            </a:fld>
            <a:endParaRPr lang="en-US" dirty="0"/>
          </a:p>
        </p:txBody>
      </p:sp>
      <p:sp>
        <p:nvSpPr>
          <p:cNvPr id="6" name="TextBox 5">
            <a:extLst>
              <a:ext uri="{FF2B5EF4-FFF2-40B4-BE49-F238E27FC236}">
                <a16:creationId xmlns:a16="http://schemas.microsoft.com/office/drawing/2014/main" id="{EEBD722B-FEEA-ACBE-9865-DDEB3F9C2B8A}"/>
              </a:ext>
            </a:extLst>
          </p:cNvPr>
          <p:cNvSpPr txBox="1"/>
          <p:nvPr/>
        </p:nvSpPr>
        <p:spPr>
          <a:xfrm>
            <a:off x="822960" y="1550799"/>
            <a:ext cx="10647680" cy="253935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800" dirty="0">
                <a:latin typeface="Comic Sans MS" panose="030F0702030302020204" pitchFamily="66" charset="0"/>
              </a:rPr>
              <a:t>Sets a global timeout for the WebDriver to find elements.</a:t>
            </a:r>
          </a:p>
          <a:p>
            <a:pPr marL="285750" indent="-285750">
              <a:lnSpc>
                <a:spcPct val="150000"/>
              </a:lnSpc>
              <a:buFont typeface="Arial" panose="020B0604020202020204" pitchFamily="34" charset="0"/>
              <a:buChar char="•"/>
            </a:pPr>
            <a:r>
              <a:rPr lang="en-US" sz="1800" dirty="0">
                <a:latin typeface="Comic Sans MS" panose="030F0702030302020204" pitchFamily="66" charset="0"/>
              </a:rPr>
              <a:t>If an element is not found immediately, the driver waits for the specified duration before throwing a NoSuchElementException.</a:t>
            </a:r>
          </a:p>
          <a:p>
            <a:pPr marL="285750" indent="-285750">
              <a:lnSpc>
                <a:spcPct val="150000"/>
              </a:lnSpc>
              <a:buFont typeface="Arial" panose="020B0604020202020204" pitchFamily="34" charset="0"/>
              <a:buChar char="•"/>
            </a:pPr>
            <a:r>
              <a:rPr lang="en-US" sz="1800" dirty="0">
                <a:latin typeface="Comic Sans MS" panose="030F0702030302020204" pitchFamily="66" charset="0"/>
              </a:rPr>
              <a:t>Applies to all </a:t>
            </a:r>
            <a:r>
              <a:rPr lang="en-US" sz="1800" dirty="0" err="1">
                <a:latin typeface="Comic Sans MS" panose="030F0702030302020204" pitchFamily="66" charset="0"/>
              </a:rPr>
              <a:t>findElement</a:t>
            </a:r>
            <a:r>
              <a:rPr lang="en-US" sz="1800" dirty="0">
                <a:latin typeface="Comic Sans MS" panose="030F0702030302020204" pitchFamily="66" charset="0"/>
              </a:rPr>
              <a:t> and </a:t>
            </a:r>
            <a:r>
              <a:rPr lang="en-US" sz="1800" dirty="0" err="1">
                <a:latin typeface="Comic Sans MS" panose="030F0702030302020204" pitchFamily="66" charset="0"/>
              </a:rPr>
              <a:t>findElements</a:t>
            </a:r>
            <a:r>
              <a:rPr lang="en-US" sz="1800" dirty="0">
                <a:latin typeface="Comic Sans MS" panose="030F0702030302020204" pitchFamily="66" charset="0"/>
              </a:rPr>
              <a:t> calls throughout the test script.</a:t>
            </a:r>
          </a:p>
          <a:p>
            <a:pPr>
              <a:lnSpc>
                <a:spcPct val="150000"/>
              </a:lnSpc>
            </a:pPr>
            <a:endParaRPr lang="en-US" sz="1800" dirty="0">
              <a:latin typeface="Comic Sans MS" panose="030F0702030302020204" pitchFamily="66" charset="0"/>
            </a:endParaRPr>
          </a:p>
          <a:p>
            <a:pPr marL="0" indent="0">
              <a:lnSpc>
                <a:spcPct val="150000"/>
              </a:lnSpc>
              <a:buNone/>
            </a:pPr>
            <a:r>
              <a:rPr lang="en-IN" sz="1800" b="1" dirty="0">
                <a:latin typeface="Comic Sans MS" panose="030F0702030302020204" pitchFamily="66" charset="0"/>
              </a:rPr>
              <a:t> </a:t>
            </a:r>
            <a:r>
              <a:rPr lang="en-IN" sz="1800" b="1" dirty="0" err="1">
                <a:latin typeface="Comic Sans MS" panose="030F0702030302020204" pitchFamily="66" charset="0"/>
              </a:rPr>
              <a:t>driver.manage</a:t>
            </a:r>
            <a:r>
              <a:rPr lang="en-IN" sz="1800" b="1" dirty="0">
                <a:latin typeface="Comic Sans MS" panose="030F0702030302020204" pitchFamily="66" charset="0"/>
              </a:rPr>
              <a:t>().timeouts().</a:t>
            </a:r>
            <a:r>
              <a:rPr lang="en-IN" sz="1800" b="1" dirty="0" err="1">
                <a:latin typeface="Comic Sans MS" panose="030F0702030302020204" pitchFamily="66" charset="0"/>
              </a:rPr>
              <a:t>implicitlyWait</a:t>
            </a:r>
            <a:r>
              <a:rPr lang="en-IN" sz="1800" b="1" dirty="0">
                <a:latin typeface="Comic Sans MS" panose="030F0702030302020204" pitchFamily="66" charset="0"/>
              </a:rPr>
              <a:t>(</a:t>
            </a:r>
            <a:r>
              <a:rPr lang="en-IN" sz="1800" b="1" dirty="0" err="1">
                <a:latin typeface="Comic Sans MS" panose="030F0702030302020204" pitchFamily="66" charset="0"/>
              </a:rPr>
              <a:t>Duration.ofSeconds</a:t>
            </a:r>
            <a:r>
              <a:rPr lang="en-IN" sz="1800" b="1" dirty="0">
                <a:latin typeface="Comic Sans MS" panose="030F0702030302020204" pitchFamily="66" charset="0"/>
              </a:rPr>
              <a:t>(10));</a:t>
            </a:r>
            <a:endParaRPr lang="en-IN" sz="1800" dirty="0">
              <a:latin typeface="Comic Sans MS" panose="030F0702030302020204" pitchFamily="66" charset="0"/>
            </a:endParaRPr>
          </a:p>
        </p:txBody>
      </p:sp>
    </p:spTree>
    <p:extLst>
      <p:ext uri="{BB962C8B-B14F-4D97-AF65-F5344CB8AC3E}">
        <p14:creationId xmlns:p14="http://schemas.microsoft.com/office/powerpoint/2010/main" val="1960967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A7A7-5C90-5A13-382C-64FB5CB93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37141-CC69-9E97-0095-167E5396E73B}"/>
              </a:ext>
            </a:extLst>
          </p:cNvPr>
          <p:cNvSpPr>
            <a:spLocks noGrp="1"/>
          </p:cNvSpPr>
          <p:nvPr>
            <p:ph type="title"/>
          </p:nvPr>
        </p:nvSpPr>
        <p:spPr/>
        <p:txBody>
          <a:bodyPr/>
          <a:lstStyle/>
          <a:p>
            <a:r>
              <a:rPr lang="en-IN" dirty="0"/>
              <a:t>Explicit Wait</a:t>
            </a:r>
          </a:p>
        </p:txBody>
      </p:sp>
      <p:sp>
        <p:nvSpPr>
          <p:cNvPr id="4" name="Footer Placeholder 3">
            <a:extLst>
              <a:ext uri="{FF2B5EF4-FFF2-40B4-BE49-F238E27FC236}">
                <a16:creationId xmlns:a16="http://schemas.microsoft.com/office/drawing/2014/main" id="{623DC7CE-7452-C36A-7B08-10C0A366338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533A14A-E2E9-E9E2-6758-D2D5AD053137}"/>
              </a:ext>
            </a:extLst>
          </p:cNvPr>
          <p:cNvSpPr>
            <a:spLocks noGrp="1"/>
          </p:cNvSpPr>
          <p:nvPr>
            <p:ph type="sldNum" sz="quarter" idx="12"/>
          </p:nvPr>
        </p:nvSpPr>
        <p:spPr/>
        <p:txBody>
          <a:bodyPr/>
          <a:lstStyle/>
          <a:p>
            <a:fld id="{38826FC0-333C-E549-9FA3-0EE43DF298A3}" type="slidenum">
              <a:rPr lang="en-US" smtClean="0"/>
              <a:pPr/>
              <a:t>12</a:t>
            </a:fld>
            <a:endParaRPr lang="en-US" dirty="0"/>
          </a:p>
        </p:txBody>
      </p:sp>
      <p:sp>
        <p:nvSpPr>
          <p:cNvPr id="3" name="Rectangle 1">
            <a:extLst>
              <a:ext uri="{FF2B5EF4-FFF2-40B4-BE49-F238E27FC236}">
                <a16:creationId xmlns:a16="http://schemas.microsoft.com/office/drawing/2014/main" id="{30CB5A9E-F730-D234-4BCE-59B6C2CBA513}"/>
              </a:ext>
            </a:extLst>
          </p:cNvPr>
          <p:cNvSpPr>
            <a:spLocks noGrp="1" noChangeArrowheads="1"/>
          </p:cNvSpPr>
          <p:nvPr>
            <p:ph idx="1"/>
          </p:nvPr>
        </p:nvSpPr>
        <p:spPr bwMode="auto">
          <a:xfrm>
            <a:off x="822960" y="1575896"/>
            <a:ext cx="10191881" cy="17736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rgbClr val="001D35"/>
                </a:solidFill>
                <a:effectLst/>
                <a:latin typeface="Comic Sans MS" panose="030F0702030302020204" pitchFamily="66" charset="0"/>
                <a:cs typeface="Times New Roman" panose="02020603050405020304" pitchFamily="18" charset="0"/>
              </a:rPr>
              <a:t>Used to pause execution until a specific condition is met for a particular element.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rgbClr val="001D35"/>
                </a:solidFill>
                <a:effectLst/>
                <a:latin typeface="Comic Sans MS" panose="030F0702030302020204" pitchFamily="66" charset="0"/>
                <a:cs typeface="Times New Roman" panose="02020603050405020304" pitchFamily="18" charset="0"/>
              </a:rPr>
              <a:t>More precise than implicit waits as it targets individual elements and conditions.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rgbClr val="001D35"/>
                </a:solidFill>
                <a:effectLst/>
                <a:latin typeface="Comic Sans MS" panose="030F0702030302020204" pitchFamily="66" charset="0"/>
                <a:cs typeface="Times New Roman" panose="02020603050405020304" pitchFamily="18" charset="0"/>
              </a:rPr>
              <a:t>Implemented using </a:t>
            </a:r>
            <a:r>
              <a:rPr kumimoji="0" lang="en-US" altLang="en-US" sz="1800" b="0" i="0" u="none" strike="noStrike" cap="none" normalizeH="0" baseline="0" dirty="0" err="1">
                <a:ln>
                  <a:noFill/>
                </a:ln>
                <a:solidFill>
                  <a:srgbClr val="001D35"/>
                </a:solidFill>
                <a:effectLst/>
                <a:latin typeface="Comic Sans MS" panose="030F0702030302020204" pitchFamily="66" charset="0"/>
                <a:cs typeface="Times New Roman" panose="02020603050405020304" pitchFamily="18" charset="0"/>
              </a:rPr>
              <a:t>WebDriverWait</a:t>
            </a:r>
            <a:r>
              <a:rPr kumimoji="0" lang="en-US" altLang="en-US" sz="1800" b="0" i="0" u="none" strike="noStrike" cap="none" normalizeH="0" baseline="0" dirty="0">
                <a:ln>
                  <a:noFill/>
                </a:ln>
                <a:solidFill>
                  <a:srgbClr val="001D35"/>
                </a:solidFill>
                <a:effectLst/>
                <a:latin typeface="Comic Sans MS" panose="030F0702030302020204" pitchFamily="66" charset="0"/>
                <a:cs typeface="Times New Roman" panose="02020603050405020304" pitchFamily="18" charset="0"/>
              </a:rPr>
              <a:t> and </a:t>
            </a:r>
            <a:r>
              <a:rPr kumimoji="0" lang="en-US" altLang="en-US" sz="1800" b="0" i="0" u="none" strike="noStrike" cap="none" normalizeH="0" baseline="0" dirty="0" err="1">
                <a:ln>
                  <a:noFill/>
                </a:ln>
                <a:solidFill>
                  <a:srgbClr val="001D35"/>
                </a:solidFill>
                <a:effectLst/>
                <a:latin typeface="Comic Sans MS" panose="030F0702030302020204" pitchFamily="66" charset="0"/>
                <a:cs typeface="Times New Roman" panose="02020603050405020304" pitchFamily="18" charset="0"/>
              </a:rPr>
              <a:t>ExpectedConditions</a:t>
            </a:r>
            <a:r>
              <a:rPr kumimoji="0" lang="en-US" altLang="en-US" sz="1800" b="0" i="0" u="none" strike="noStrike" cap="none" normalizeH="0" baseline="0" dirty="0">
                <a:ln>
                  <a:noFill/>
                </a:ln>
                <a:solidFill>
                  <a:srgbClr val="001D35"/>
                </a:solidFill>
                <a:effectLst/>
                <a:latin typeface="Comic Sans MS" panose="030F0702030302020204" pitchFamily="66"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Comic Sans MS" panose="030F0702030302020204" pitchFamily="66" charset="0"/>
              <a:cs typeface="Times New Roman" panose="02020603050405020304" pitchFamily="18" charset="0"/>
            </a:endParaRPr>
          </a:p>
        </p:txBody>
      </p:sp>
      <p:sp>
        <p:nvSpPr>
          <p:cNvPr id="6" name="TextBox 5">
            <a:extLst>
              <a:ext uri="{FF2B5EF4-FFF2-40B4-BE49-F238E27FC236}">
                <a16:creationId xmlns:a16="http://schemas.microsoft.com/office/drawing/2014/main" id="{4BBF6141-99CF-9576-0E72-8DD1FFE9B88A}"/>
              </a:ext>
            </a:extLst>
          </p:cNvPr>
          <p:cNvSpPr txBox="1"/>
          <p:nvPr/>
        </p:nvSpPr>
        <p:spPr>
          <a:xfrm>
            <a:off x="406400" y="3840807"/>
            <a:ext cx="11785600" cy="1119730"/>
          </a:xfrm>
          <a:prstGeom prst="rect">
            <a:avLst/>
          </a:prstGeom>
          <a:noFill/>
        </p:spPr>
        <p:txBody>
          <a:bodyPr wrap="square">
            <a:spAutoFit/>
          </a:bodyPr>
          <a:lstStyle/>
          <a:p>
            <a:pPr>
              <a:lnSpc>
                <a:spcPct val="200000"/>
              </a:lnSpc>
            </a:pPr>
            <a:r>
              <a:rPr lang="en-IN" b="1" dirty="0">
                <a:solidFill>
                  <a:srgbClr val="0070C0"/>
                </a:solidFill>
                <a:latin typeface="Comic Sans MS" panose="030F0702030302020204" pitchFamily="66" charset="0"/>
                <a:cs typeface="Times New Roman" panose="02020603050405020304" pitchFamily="18" charset="0"/>
              </a:rPr>
              <a:t> </a:t>
            </a:r>
            <a:r>
              <a:rPr lang="en-IN" b="1" dirty="0" err="1">
                <a:solidFill>
                  <a:srgbClr val="0070C0"/>
                </a:solidFill>
                <a:latin typeface="Comic Sans MS" panose="030F0702030302020204" pitchFamily="66" charset="0"/>
                <a:cs typeface="Times New Roman" panose="02020603050405020304" pitchFamily="18" charset="0"/>
              </a:rPr>
              <a:t>WebDriverWait</a:t>
            </a:r>
            <a:r>
              <a:rPr lang="en-IN" b="1" dirty="0">
                <a:solidFill>
                  <a:srgbClr val="0070C0"/>
                </a:solidFill>
                <a:latin typeface="Comic Sans MS" panose="030F0702030302020204" pitchFamily="66" charset="0"/>
                <a:cs typeface="Times New Roman" panose="02020603050405020304" pitchFamily="18" charset="0"/>
              </a:rPr>
              <a:t> wait = new </a:t>
            </a:r>
            <a:r>
              <a:rPr lang="en-IN" b="1" dirty="0" err="1">
                <a:solidFill>
                  <a:srgbClr val="0070C0"/>
                </a:solidFill>
                <a:latin typeface="Comic Sans MS" panose="030F0702030302020204" pitchFamily="66" charset="0"/>
                <a:cs typeface="Times New Roman" panose="02020603050405020304" pitchFamily="18" charset="0"/>
              </a:rPr>
              <a:t>WebDriverWait</a:t>
            </a:r>
            <a:r>
              <a:rPr lang="en-IN" b="1" dirty="0">
                <a:solidFill>
                  <a:srgbClr val="0070C0"/>
                </a:solidFill>
                <a:latin typeface="Comic Sans MS" panose="030F0702030302020204" pitchFamily="66" charset="0"/>
                <a:cs typeface="Times New Roman" panose="02020603050405020304" pitchFamily="18" charset="0"/>
              </a:rPr>
              <a:t>(driver, </a:t>
            </a:r>
            <a:r>
              <a:rPr lang="en-IN" b="1" dirty="0" err="1">
                <a:solidFill>
                  <a:srgbClr val="0070C0"/>
                </a:solidFill>
                <a:latin typeface="Comic Sans MS" panose="030F0702030302020204" pitchFamily="66" charset="0"/>
                <a:cs typeface="Times New Roman" panose="02020603050405020304" pitchFamily="18" charset="0"/>
              </a:rPr>
              <a:t>Duration.ofSeconds</a:t>
            </a:r>
            <a:r>
              <a:rPr lang="en-IN" b="1" dirty="0">
                <a:solidFill>
                  <a:srgbClr val="0070C0"/>
                </a:solidFill>
                <a:latin typeface="Comic Sans MS" panose="030F0702030302020204" pitchFamily="66" charset="0"/>
                <a:cs typeface="Times New Roman" panose="02020603050405020304" pitchFamily="18" charset="0"/>
              </a:rPr>
              <a:t>(10));</a:t>
            </a:r>
          </a:p>
          <a:p>
            <a:pPr>
              <a:lnSpc>
                <a:spcPct val="200000"/>
              </a:lnSpc>
            </a:pPr>
            <a:r>
              <a:rPr lang="en-IN" b="1" dirty="0" err="1">
                <a:solidFill>
                  <a:srgbClr val="0070C0"/>
                </a:solidFill>
                <a:latin typeface="Comic Sans MS" panose="030F0702030302020204" pitchFamily="66" charset="0"/>
                <a:cs typeface="Times New Roman" panose="02020603050405020304" pitchFamily="18" charset="0"/>
              </a:rPr>
              <a:t>WebElement</a:t>
            </a:r>
            <a:r>
              <a:rPr lang="en-IN" b="1" dirty="0">
                <a:solidFill>
                  <a:srgbClr val="0070C0"/>
                </a:solidFill>
                <a:latin typeface="Comic Sans MS" panose="030F0702030302020204" pitchFamily="66" charset="0"/>
                <a:cs typeface="Times New Roman" panose="02020603050405020304" pitchFamily="18" charset="0"/>
              </a:rPr>
              <a:t> element = </a:t>
            </a:r>
            <a:r>
              <a:rPr lang="en-IN" b="1" dirty="0" err="1">
                <a:solidFill>
                  <a:srgbClr val="0070C0"/>
                </a:solidFill>
                <a:latin typeface="Comic Sans MS" panose="030F0702030302020204" pitchFamily="66" charset="0"/>
                <a:cs typeface="Times New Roman" panose="02020603050405020304" pitchFamily="18" charset="0"/>
              </a:rPr>
              <a:t>wait.until</a:t>
            </a:r>
            <a:r>
              <a:rPr lang="en-IN" b="1" dirty="0">
                <a:solidFill>
                  <a:srgbClr val="0070C0"/>
                </a:solidFill>
                <a:latin typeface="Comic Sans MS" panose="030F0702030302020204" pitchFamily="66" charset="0"/>
                <a:cs typeface="Times New Roman" panose="02020603050405020304" pitchFamily="18" charset="0"/>
              </a:rPr>
              <a:t>(</a:t>
            </a:r>
            <a:r>
              <a:rPr lang="en-IN" b="1" dirty="0" err="1">
                <a:solidFill>
                  <a:srgbClr val="0070C0"/>
                </a:solidFill>
                <a:latin typeface="Comic Sans MS" panose="030F0702030302020204" pitchFamily="66" charset="0"/>
                <a:cs typeface="Times New Roman" panose="02020603050405020304" pitchFamily="18" charset="0"/>
              </a:rPr>
              <a:t>ExpectedConditions.visibilityOfElementLocated</a:t>
            </a:r>
            <a:r>
              <a:rPr lang="en-IN" b="1" dirty="0">
                <a:solidFill>
                  <a:srgbClr val="0070C0"/>
                </a:solidFill>
                <a:latin typeface="Comic Sans MS" panose="030F0702030302020204" pitchFamily="66" charset="0"/>
                <a:cs typeface="Times New Roman" panose="02020603050405020304" pitchFamily="18" charset="0"/>
              </a:rPr>
              <a:t>(By.id("</a:t>
            </a:r>
            <a:r>
              <a:rPr lang="en-IN" b="1" dirty="0" err="1">
                <a:solidFill>
                  <a:srgbClr val="0070C0"/>
                </a:solidFill>
                <a:latin typeface="Comic Sans MS" panose="030F0702030302020204" pitchFamily="66" charset="0"/>
                <a:cs typeface="Times New Roman" panose="02020603050405020304" pitchFamily="18" charset="0"/>
              </a:rPr>
              <a:t>elementId</a:t>
            </a:r>
            <a:r>
              <a:rPr lang="en-IN" b="1" dirty="0">
                <a:solidFill>
                  <a:srgbClr val="0070C0"/>
                </a:solidFill>
                <a:latin typeface="Comic Sans MS" panose="030F0702030302020204" pitchFamily="66" charset="0"/>
                <a:cs typeface="Times New Roman" panose="02020603050405020304" pitchFamily="18" charset="0"/>
              </a:rPr>
              <a:t>")));</a:t>
            </a:r>
          </a:p>
        </p:txBody>
      </p:sp>
    </p:spTree>
    <p:extLst>
      <p:ext uri="{BB962C8B-B14F-4D97-AF65-F5344CB8AC3E}">
        <p14:creationId xmlns:p14="http://schemas.microsoft.com/office/powerpoint/2010/main" val="2754045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C3C3-74C0-B234-B8D2-2CB9C7F76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09829-E8BF-47EB-550C-2FB5C66B59BB}"/>
              </a:ext>
            </a:extLst>
          </p:cNvPr>
          <p:cNvSpPr>
            <a:spLocks noGrp="1"/>
          </p:cNvSpPr>
          <p:nvPr>
            <p:ph type="title"/>
          </p:nvPr>
        </p:nvSpPr>
        <p:spPr/>
        <p:txBody>
          <a:bodyPr/>
          <a:lstStyle/>
          <a:p>
            <a:r>
              <a:rPr lang="en-IN" dirty="0"/>
              <a:t>Explicit Wait - conditions</a:t>
            </a:r>
          </a:p>
        </p:txBody>
      </p:sp>
      <p:sp>
        <p:nvSpPr>
          <p:cNvPr id="4" name="Footer Placeholder 3">
            <a:extLst>
              <a:ext uri="{FF2B5EF4-FFF2-40B4-BE49-F238E27FC236}">
                <a16:creationId xmlns:a16="http://schemas.microsoft.com/office/drawing/2014/main" id="{E01BDD2A-220C-F8D8-6ACC-EAD6642B724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4E7D0B5-427F-14A3-FD4D-4DAAF0C1D85E}"/>
              </a:ext>
            </a:extLst>
          </p:cNvPr>
          <p:cNvSpPr>
            <a:spLocks noGrp="1"/>
          </p:cNvSpPr>
          <p:nvPr>
            <p:ph type="sldNum" sz="quarter" idx="12"/>
          </p:nvPr>
        </p:nvSpPr>
        <p:spPr/>
        <p:txBody>
          <a:bodyPr/>
          <a:lstStyle/>
          <a:p>
            <a:fld id="{38826FC0-333C-E549-9FA3-0EE43DF298A3}" type="slidenum">
              <a:rPr lang="en-US" smtClean="0"/>
              <a:pPr/>
              <a:t>13</a:t>
            </a:fld>
            <a:endParaRPr lang="en-US" dirty="0"/>
          </a:p>
        </p:txBody>
      </p:sp>
      <p:sp>
        <p:nvSpPr>
          <p:cNvPr id="6" name="TextBox 5">
            <a:extLst>
              <a:ext uri="{FF2B5EF4-FFF2-40B4-BE49-F238E27FC236}">
                <a16:creationId xmlns:a16="http://schemas.microsoft.com/office/drawing/2014/main" id="{37014CF9-A41C-FA8F-89B8-BB79FDFF99DA}"/>
              </a:ext>
            </a:extLst>
          </p:cNvPr>
          <p:cNvSpPr txBox="1"/>
          <p:nvPr/>
        </p:nvSpPr>
        <p:spPr>
          <a:xfrm>
            <a:off x="3048000" y="1016994"/>
            <a:ext cx="6096000" cy="4824013"/>
          </a:xfrm>
          <a:prstGeom prst="rect">
            <a:avLst/>
          </a:prstGeom>
          <a:noFill/>
        </p:spPr>
        <p:txBody>
          <a:bodyPr wrap="square">
            <a:spAutoFit/>
          </a:bodyPr>
          <a:lstStyle/>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alertIsPresent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elementSelectionStateToBe</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elementToBeClickable</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elementToBeSelected</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frameToBeAvaliableAndSwitchToIt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presenceOfAllElementsLocatedBy</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presenceOfElementLocated</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textToBePresentInElement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textToBePresentInElementLocated</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textToBePresentInElementValue</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titleIs</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titleContains</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visibilityOf</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visibilityOfAllElements</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visibilityOfAllElementsLocatedBy</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marL="742950" lvl="1" indent="-285750">
              <a:lnSpc>
                <a:spcPct val="107000"/>
              </a:lnSpc>
              <a:spcAft>
                <a:spcPts val="800"/>
              </a:spcAft>
              <a:buFont typeface="Courier New" panose="02070309020205020404" pitchFamily="49" charset="0"/>
              <a:buChar char="o"/>
            </a:pP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visibilityOfElementLocated</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p:txBody>
      </p:sp>
    </p:spTree>
    <p:extLst>
      <p:ext uri="{BB962C8B-B14F-4D97-AF65-F5344CB8AC3E}">
        <p14:creationId xmlns:p14="http://schemas.microsoft.com/office/powerpoint/2010/main" val="2675666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88B7-8FE0-D932-0D09-C2F0FFD84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44763-A651-F732-D9E2-A0CD17A4407C}"/>
              </a:ext>
            </a:extLst>
          </p:cNvPr>
          <p:cNvSpPr>
            <a:spLocks noGrp="1"/>
          </p:cNvSpPr>
          <p:nvPr>
            <p:ph type="title"/>
          </p:nvPr>
        </p:nvSpPr>
        <p:spPr/>
        <p:txBody>
          <a:bodyPr/>
          <a:lstStyle/>
          <a:p>
            <a:r>
              <a:rPr lang="en-IN" dirty="0"/>
              <a:t>Fluent Wait</a:t>
            </a:r>
          </a:p>
        </p:txBody>
      </p:sp>
      <p:sp>
        <p:nvSpPr>
          <p:cNvPr id="4" name="Footer Placeholder 3">
            <a:extLst>
              <a:ext uri="{FF2B5EF4-FFF2-40B4-BE49-F238E27FC236}">
                <a16:creationId xmlns:a16="http://schemas.microsoft.com/office/drawing/2014/main" id="{B9F1B822-66F5-B96E-BF91-3C329EF1051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E066D3A-1EE2-1405-F11D-D4B3B206915C}"/>
              </a:ext>
            </a:extLst>
          </p:cNvPr>
          <p:cNvSpPr>
            <a:spLocks noGrp="1"/>
          </p:cNvSpPr>
          <p:nvPr>
            <p:ph type="sldNum" sz="quarter" idx="12"/>
          </p:nvPr>
        </p:nvSpPr>
        <p:spPr/>
        <p:txBody>
          <a:bodyPr/>
          <a:lstStyle/>
          <a:p>
            <a:fld id="{38826FC0-333C-E549-9FA3-0EE43DF298A3}" type="slidenum">
              <a:rPr lang="en-US" smtClean="0"/>
              <a:pPr/>
              <a:t>14</a:t>
            </a:fld>
            <a:endParaRPr lang="en-US" dirty="0"/>
          </a:p>
        </p:txBody>
      </p:sp>
      <p:sp>
        <p:nvSpPr>
          <p:cNvPr id="7" name="TextBox 6">
            <a:extLst>
              <a:ext uri="{FF2B5EF4-FFF2-40B4-BE49-F238E27FC236}">
                <a16:creationId xmlns:a16="http://schemas.microsoft.com/office/drawing/2014/main" id="{4E8FC5E8-53F8-5E65-6FC7-9AB28586E042}"/>
              </a:ext>
            </a:extLst>
          </p:cNvPr>
          <p:cNvSpPr txBox="1"/>
          <p:nvPr/>
        </p:nvSpPr>
        <p:spPr>
          <a:xfrm>
            <a:off x="640080" y="963710"/>
            <a:ext cx="10952480" cy="3970318"/>
          </a:xfrm>
          <a:prstGeom prst="rect">
            <a:avLst/>
          </a:prstGeom>
          <a:noFill/>
        </p:spPr>
        <p:txBody>
          <a:bodyPr wrap="square">
            <a:spAutoFit/>
          </a:bodyPr>
          <a:lstStyle/>
          <a:p>
            <a:pPr marL="285750" indent="-285750" fontAlgn="ctr">
              <a:lnSpc>
                <a:spcPct val="200000"/>
              </a:lnSpc>
              <a:buFont typeface="Arial" panose="020B0604020202020204" pitchFamily="34" charset="0"/>
              <a:buChar char="•"/>
            </a:pPr>
            <a:r>
              <a:rPr lang="en-US" sz="1800" dirty="0">
                <a:latin typeface="Comic Sans MS" panose="030F0702030302020204" pitchFamily="66" charset="0"/>
              </a:rPr>
              <a:t>An advanced form of explicit wait, offering greater control over waiting behavior.</a:t>
            </a:r>
          </a:p>
          <a:p>
            <a:pPr marL="285750" indent="-285750" fontAlgn="ctr">
              <a:lnSpc>
                <a:spcPct val="200000"/>
              </a:lnSpc>
              <a:buFont typeface="Arial" panose="020B0604020202020204" pitchFamily="34" charset="0"/>
              <a:buChar char="•"/>
            </a:pPr>
            <a:r>
              <a:rPr lang="en-US" sz="1800" dirty="0">
                <a:latin typeface="Comic Sans MS" panose="030F0702030302020204" pitchFamily="66" charset="0"/>
              </a:rPr>
              <a:t>Allows defining the maximum wait time, polling interval, and exceptions to ignore during the wait.</a:t>
            </a:r>
          </a:p>
          <a:p>
            <a:pPr marL="285750" indent="-285750" fontAlgn="ctr">
              <a:lnSpc>
                <a:spcPct val="200000"/>
              </a:lnSpc>
              <a:buFont typeface="Arial" panose="020B0604020202020204" pitchFamily="34" charset="0"/>
              <a:buChar char="•"/>
            </a:pPr>
            <a:r>
              <a:rPr lang="en-US" sz="1800" dirty="0">
                <a:latin typeface="Comic Sans MS" panose="030F0702030302020204" pitchFamily="66" charset="0"/>
              </a:rPr>
              <a:t>Useful for highly dynamic elements or conditions that require frequent checks.</a:t>
            </a:r>
          </a:p>
          <a:p>
            <a:pPr marL="285750" indent="-285750" fontAlgn="ctr">
              <a:lnSpc>
                <a:spcPct val="200000"/>
              </a:lnSpc>
              <a:buFont typeface="Arial" panose="020B0604020202020204" pitchFamily="34" charset="0"/>
              <a:buChar char="•"/>
            </a:pPr>
            <a:r>
              <a:rPr lang="en-US" sz="1800" dirty="0">
                <a:latin typeface="Comic Sans MS" panose="030F0702030302020204" pitchFamily="66" charset="0"/>
              </a:rPr>
              <a:t>Each </a:t>
            </a:r>
            <a:r>
              <a:rPr lang="en-US" sz="1800" dirty="0" err="1">
                <a:latin typeface="Comic Sans MS" panose="030F0702030302020204" pitchFamily="66" charset="0"/>
              </a:rPr>
              <a:t>FluentWait</a:t>
            </a:r>
            <a:r>
              <a:rPr lang="en-US" sz="1800" dirty="0">
                <a:latin typeface="Comic Sans MS" panose="030F0702030302020204" pitchFamily="66" charset="0"/>
              </a:rPr>
              <a:t> instance defines the maximum amount of time to wait for a condition, as well as the frequency with which to check the condition. </a:t>
            </a:r>
          </a:p>
          <a:p>
            <a:pPr marL="285750" indent="-285750" fontAlgn="ctr">
              <a:lnSpc>
                <a:spcPct val="200000"/>
              </a:lnSpc>
              <a:buFont typeface="Arial" panose="020B0604020202020204" pitchFamily="34" charset="0"/>
              <a:buChar char="•"/>
            </a:pPr>
            <a:r>
              <a:rPr lang="en-US" sz="1800" dirty="0">
                <a:latin typeface="Comic Sans MS" panose="030F0702030302020204" pitchFamily="66" charset="0"/>
              </a:rPr>
              <a:t>Furthermore, the user may configure the wait to ignore specific types of exceptions whilst waiting, such as </a:t>
            </a:r>
            <a:r>
              <a:rPr lang="en-US" sz="1800" dirty="0" err="1">
                <a:latin typeface="Comic Sans MS" panose="030F0702030302020204" pitchFamily="66" charset="0"/>
              </a:rPr>
              <a:t>NoSuchElementExceptions</a:t>
            </a:r>
            <a:r>
              <a:rPr lang="en-US" sz="1800" dirty="0">
                <a:latin typeface="Comic Sans MS" panose="030F0702030302020204" pitchFamily="66" charset="0"/>
              </a:rPr>
              <a:t> when searching for an element on the page.</a:t>
            </a:r>
          </a:p>
        </p:txBody>
      </p:sp>
    </p:spTree>
    <p:extLst>
      <p:ext uri="{BB962C8B-B14F-4D97-AF65-F5344CB8AC3E}">
        <p14:creationId xmlns:p14="http://schemas.microsoft.com/office/powerpoint/2010/main" val="14841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E2F1D-C700-1F32-5C47-65BDEE84C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A2B75-127E-BB52-C8EF-331144323EC2}"/>
              </a:ext>
            </a:extLst>
          </p:cNvPr>
          <p:cNvSpPr>
            <a:spLocks noGrp="1"/>
          </p:cNvSpPr>
          <p:nvPr>
            <p:ph type="title"/>
          </p:nvPr>
        </p:nvSpPr>
        <p:spPr/>
        <p:txBody>
          <a:bodyPr/>
          <a:lstStyle/>
          <a:p>
            <a:r>
              <a:rPr lang="en-IN" dirty="0"/>
              <a:t>Fluent Wait</a:t>
            </a:r>
          </a:p>
        </p:txBody>
      </p:sp>
      <p:sp>
        <p:nvSpPr>
          <p:cNvPr id="4" name="Footer Placeholder 3">
            <a:extLst>
              <a:ext uri="{FF2B5EF4-FFF2-40B4-BE49-F238E27FC236}">
                <a16:creationId xmlns:a16="http://schemas.microsoft.com/office/drawing/2014/main" id="{BA98584B-0E06-D061-6235-4B4EA69D9D2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349B948-8253-528A-E2E9-B1C74737273C}"/>
              </a:ext>
            </a:extLst>
          </p:cNvPr>
          <p:cNvSpPr>
            <a:spLocks noGrp="1"/>
          </p:cNvSpPr>
          <p:nvPr>
            <p:ph type="sldNum" sz="quarter" idx="12"/>
          </p:nvPr>
        </p:nvSpPr>
        <p:spPr/>
        <p:txBody>
          <a:bodyPr/>
          <a:lstStyle/>
          <a:p>
            <a:fld id="{38826FC0-333C-E549-9FA3-0EE43DF298A3}" type="slidenum">
              <a:rPr lang="en-US" smtClean="0"/>
              <a:pPr/>
              <a:t>15</a:t>
            </a:fld>
            <a:endParaRPr lang="en-US" dirty="0"/>
          </a:p>
        </p:txBody>
      </p:sp>
      <p:sp>
        <p:nvSpPr>
          <p:cNvPr id="6" name="TextBox 5">
            <a:extLst>
              <a:ext uri="{FF2B5EF4-FFF2-40B4-BE49-F238E27FC236}">
                <a16:creationId xmlns:a16="http://schemas.microsoft.com/office/drawing/2014/main" id="{181A519E-0FCD-D8CE-FE1A-E84465075ACE}"/>
              </a:ext>
            </a:extLst>
          </p:cNvPr>
          <p:cNvSpPr txBox="1"/>
          <p:nvPr/>
        </p:nvSpPr>
        <p:spPr>
          <a:xfrm>
            <a:off x="1259840" y="1211235"/>
            <a:ext cx="9530080" cy="4606582"/>
          </a:xfrm>
          <a:prstGeom prst="rect">
            <a:avLst/>
          </a:prstGeom>
          <a:noFill/>
        </p:spPr>
        <p:txBody>
          <a:bodyPr wrap="square">
            <a:spAutoFit/>
          </a:bodyPr>
          <a:lstStyle/>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Wait&lt;WebDriver&gt; wait = new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FluentWait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&lt;WebDriver&gt;(driver)</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withTimeout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Duration.ofSeconds</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(time))</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pollingEvery</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Duration.ofSeconds</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(time))</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.ignoring(</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NoSuchElementException.class</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WebElement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foo =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wait.until</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(new Function&lt;WebDriver,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WebElement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&gt;() {</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public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WebElement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apply(WebDriver driver) {</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return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driver.findElement</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(By.id("foo"));</a:t>
            </a:r>
          </a:p>
          <a:p>
            <a:pPr>
              <a:lnSpc>
                <a:spcPct val="150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9330088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2.xml><?xml version="1.0" encoding="utf-8"?>
<ds:datastoreItem xmlns:ds="http://schemas.openxmlformats.org/officeDocument/2006/customXml" ds:itemID="{4A4B404F-09F1-40CA-84E2-FD9F4E5EB219}">
  <ds:schemaRefs>
    <ds:schemaRef ds:uri="http://purl.org/dc/elements/1.1/"/>
    <ds:schemaRef ds:uri="http://schemas.microsoft.com/office/2006/documentManagement/types"/>
    <ds:schemaRef ds:uri="http://purl.org/dc/dcmitype/"/>
    <ds:schemaRef ds:uri="85aa0b7b-c2ff-4619-b015-c2745a4ebbba"/>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3691</TotalTime>
  <Words>903</Words>
  <Application>Microsoft Office PowerPoint</Application>
  <PresentationFormat>Widescreen</PresentationFormat>
  <Paragraphs>143</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Comic Sans MS</vt:lpstr>
      <vt:lpstr>Courier New</vt:lpstr>
      <vt:lpstr>Symbol</vt:lpstr>
      <vt:lpstr>Cognizant_2024</vt:lpstr>
      <vt:lpstr>Web Driver Commands</vt:lpstr>
      <vt:lpstr>Browser Navigation Commands</vt:lpstr>
      <vt:lpstr>Element Locator Commands</vt:lpstr>
      <vt:lpstr>WebElement Interaction Commands</vt:lpstr>
      <vt:lpstr>Browser Information Commands</vt:lpstr>
      <vt:lpstr>Window &amp; Tab Commands</vt:lpstr>
      <vt:lpstr>Cookie Commands</vt:lpstr>
      <vt:lpstr>Window Management Commands</vt:lpstr>
      <vt:lpstr>Wait Commands</vt:lpstr>
      <vt:lpstr>Wait Commands</vt:lpstr>
      <vt:lpstr>Implicit Wait</vt:lpstr>
      <vt:lpstr>Explicit Wait</vt:lpstr>
      <vt:lpstr>Explicit Wait - conditions</vt:lpstr>
      <vt:lpstr>Fluent Wait</vt:lpstr>
      <vt:lpstr>Fluent Wait</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1</cp:revision>
  <dcterms:created xsi:type="dcterms:W3CDTF">2025-09-17T08:32:50Z</dcterms:created>
  <dcterms:modified xsi:type="dcterms:W3CDTF">2025-12-19T09:53:48Z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