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30"/>
  </p:notesMasterIdLst>
  <p:handoutMasterIdLst>
    <p:handoutMasterId r:id="rId31"/>
  </p:handoutMasterIdLst>
  <p:sldIdLst>
    <p:sldId id="2147479184" r:id="rId5"/>
    <p:sldId id="2147479224" r:id="rId6"/>
    <p:sldId id="2147479225" r:id="rId7"/>
    <p:sldId id="2147479226" r:id="rId8"/>
    <p:sldId id="2147479218" r:id="rId9"/>
    <p:sldId id="2147479227" r:id="rId10"/>
    <p:sldId id="2147479229" r:id="rId11"/>
    <p:sldId id="2147479230" r:id="rId12"/>
    <p:sldId id="2147479231" r:id="rId13"/>
    <p:sldId id="2147479234" r:id="rId14"/>
    <p:sldId id="2147479232" r:id="rId15"/>
    <p:sldId id="2147479233" r:id="rId16"/>
    <p:sldId id="2147479235" r:id="rId17"/>
    <p:sldId id="2147479236" r:id="rId18"/>
    <p:sldId id="2147479238" r:id="rId19"/>
    <p:sldId id="2147479239" r:id="rId20"/>
    <p:sldId id="2147479240" r:id="rId21"/>
    <p:sldId id="2147479242" r:id="rId22"/>
    <p:sldId id="2147479244" r:id="rId23"/>
    <p:sldId id="2147479243" r:id="rId24"/>
    <p:sldId id="2147479245" r:id="rId25"/>
    <p:sldId id="2147479246" r:id="rId26"/>
    <p:sldId id="2147479252" r:id="rId27"/>
    <p:sldId id="2147479253" r:id="rId28"/>
    <p:sldId id="214747931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74" d="100"/>
          <a:sy n="74" d="100"/>
        </p:scale>
        <p:origin x="376"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Yejjavarapu (Cognizant)" userId="3936b720-d7f5-4bca-9309-d3687ae3547e" providerId="ADAL" clId="{15B97537-7976-4122-9A46-6BBDEF3EB3C0}"/>
    <pc:docChg chg="modSld">
      <pc:chgData name="Venu, Yejjavarapu (Cognizant)" userId="3936b720-d7f5-4bca-9309-d3687ae3547e" providerId="ADAL" clId="{15B97537-7976-4122-9A46-6BBDEF3EB3C0}" dt="2026-01-11T08:22:26.044" v="0" actId="1038"/>
      <pc:docMkLst>
        <pc:docMk/>
      </pc:docMkLst>
      <pc:sldChg chg="modSp mod">
        <pc:chgData name="Venu, Yejjavarapu (Cognizant)" userId="3936b720-d7f5-4bca-9309-d3687ae3547e" providerId="ADAL" clId="{15B97537-7976-4122-9A46-6BBDEF3EB3C0}" dt="2026-01-11T08:22:26.044" v="0" actId="1038"/>
        <pc:sldMkLst>
          <pc:docMk/>
          <pc:sldMk cId="1811644543" sldId="2147479229"/>
        </pc:sldMkLst>
        <pc:picChg chg="mod">
          <ac:chgData name="Venu, Yejjavarapu (Cognizant)" userId="3936b720-d7f5-4bca-9309-d3687ae3547e" providerId="ADAL" clId="{15B97537-7976-4122-9A46-6BBDEF3EB3C0}" dt="2026-01-11T08:22:26.044" v="0" actId="1038"/>
          <ac:picMkLst>
            <pc:docMk/>
            <pc:sldMk cId="1811644543" sldId="2147479229"/>
            <ac:picMk id="3" creationId="{B1D441D0-C72A-F84E-95E0-8A7D9830E4EC}"/>
          </ac:picMkLst>
        </pc:picChg>
      </pc:sldChg>
    </pc:docChg>
  </pc:docChgLst>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5-12-12T05:48:58.287" v="3326" actId="20577"/>
      <pc:docMkLst>
        <pc:docMk/>
      </pc:docMkLst>
      <pc:sldChg chg="addSp delSp modSp add del mod modClrScheme chgLayout">
        <pc:chgData name="Mohan, Poornima Swarna (Cognizant)" userId="36824357-ffbd-40a5-b000-b82d0f7dca89" providerId="ADAL" clId="{BB20CA10-5FC3-4CCD-8518-89B0931CAB48}" dt="2025-12-12T05:48:58.287" v="3326" actId="20577"/>
        <pc:sldMkLst>
          <pc:docMk/>
          <pc:sldMk cId="2713534842" sldId="2147479184"/>
        </pc:sldMkLst>
        <pc:spChg chg="mod ord">
          <ac:chgData name="Mohan, Poornima Swarna (Cognizant)" userId="36824357-ffbd-40a5-b000-b82d0f7dca89" providerId="ADAL" clId="{BB20CA10-5FC3-4CCD-8518-89B0931CAB48}" dt="2025-12-12T05:48:58.287" v="3326" actId="20577"/>
          <ac:spMkLst>
            <pc:docMk/>
            <pc:sldMk cId="2713534842" sldId="2147479184"/>
            <ac:spMk id="5" creationId="{09D9EB17-9965-3523-3F99-EF5E53642703}"/>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4.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image" Target="../media/image31.svg"/><Relationship Id="rId16" Type="http://schemas.openxmlformats.org/officeDocument/2006/relationships/image" Target="../media/image45.svg"/><Relationship Id="rId1" Type="http://schemas.openxmlformats.org/officeDocument/2006/relationships/image" Target="../media/image30.png"/><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svg"/></Relationships>
</file>

<file path=ppt/diagrams/_rels/data5.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image" Target="../media/image31.svg"/><Relationship Id="rId16" Type="http://schemas.openxmlformats.org/officeDocument/2006/relationships/image" Target="../media/image45.svg"/><Relationship Id="rId1" Type="http://schemas.openxmlformats.org/officeDocument/2006/relationships/image" Target="../media/image30.png"/><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svg"/></Relationships>
</file>

<file path=ppt/diagrams/_rels/drawing5.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823534-3DB6-4863-899F-0A1E55DE8862}" type="doc">
      <dgm:prSet loTypeId="urn:microsoft.com/office/officeart/2016/7/layout/HorizontalActionList" loCatId="List" qsTypeId="urn:microsoft.com/office/officeart/2005/8/quickstyle/simple1" qsCatId="simple" csTypeId="urn:microsoft.com/office/officeart/2005/8/colors/accent1_2" csCatId="accent1"/>
      <dgm:spPr/>
      <dgm:t>
        <a:bodyPr/>
        <a:lstStyle/>
        <a:p>
          <a:endParaRPr lang="en-US"/>
        </a:p>
      </dgm:t>
    </dgm:pt>
    <dgm:pt modelId="{61533D88-0818-4A51-99E8-9C9BA4E7CA20}">
      <dgm:prSet/>
      <dgm:spPr/>
      <dgm:t>
        <a:bodyPr/>
        <a:lstStyle/>
        <a:p>
          <a:r>
            <a:rPr lang="en-US" dirty="0">
              <a:latin typeface="Comic Sans MS" panose="030F0702030302020204" pitchFamily="66" charset="0"/>
            </a:rPr>
            <a:t>Identifying</a:t>
          </a:r>
        </a:p>
      </dgm:t>
    </dgm:pt>
    <dgm:pt modelId="{35250ACA-0A6A-46C1-87C7-457FDE0EA567}" type="parTrans" cxnId="{7AF84067-F79A-4120-8658-7D86D58AC20D}">
      <dgm:prSet/>
      <dgm:spPr/>
      <dgm:t>
        <a:bodyPr/>
        <a:lstStyle/>
        <a:p>
          <a:endParaRPr lang="en-US">
            <a:latin typeface="Comic Sans MS" panose="030F0702030302020204" pitchFamily="66" charset="0"/>
          </a:endParaRPr>
        </a:p>
      </dgm:t>
    </dgm:pt>
    <dgm:pt modelId="{10607C2D-8A67-4950-9F8A-A0BF0559D7F9}" type="sibTrans" cxnId="{7AF84067-F79A-4120-8658-7D86D58AC20D}">
      <dgm:prSet/>
      <dgm:spPr/>
      <dgm:t>
        <a:bodyPr/>
        <a:lstStyle/>
        <a:p>
          <a:endParaRPr lang="en-US">
            <a:latin typeface="Comic Sans MS" panose="030F0702030302020204" pitchFamily="66" charset="0"/>
          </a:endParaRPr>
        </a:p>
      </dgm:t>
    </dgm:pt>
    <dgm:pt modelId="{7289A35B-7D1E-4AA9-8C04-80650130B2D5}">
      <dgm:prSet/>
      <dgm:spPr/>
      <dgm:t>
        <a:bodyPr/>
        <a:lstStyle/>
        <a:p>
          <a:r>
            <a:rPr lang="en-US" dirty="0">
              <a:latin typeface="Comic Sans MS" panose="030F0702030302020204" pitchFamily="66" charset="0"/>
            </a:rPr>
            <a:t>Identifying Defects and Bugs</a:t>
          </a:r>
        </a:p>
      </dgm:t>
    </dgm:pt>
    <dgm:pt modelId="{67FB5D6D-7FE0-400D-BBFF-500113B649CB}" type="parTrans" cxnId="{C81E3027-3943-4CE3-A259-EDFF6AE9E81A}">
      <dgm:prSet/>
      <dgm:spPr/>
      <dgm:t>
        <a:bodyPr/>
        <a:lstStyle/>
        <a:p>
          <a:endParaRPr lang="en-US">
            <a:latin typeface="Comic Sans MS" panose="030F0702030302020204" pitchFamily="66" charset="0"/>
          </a:endParaRPr>
        </a:p>
      </dgm:t>
    </dgm:pt>
    <dgm:pt modelId="{F5935935-F787-4603-9817-67403167EFF2}" type="sibTrans" cxnId="{C81E3027-3943-4CE3-A259-EDFF6AE9E81A}">
      <dgm:prSet/>
      <dgm:spPr/>
      <dgm:t>
        <a:bodyPr/>
        <a:lstStyle/>
        <a:p>
          <a:endParaRPr lang="en-US">
            <a:latin typeface="Comic Sans MS" panose="030F0702030302020204" pitchFamily="66" charset="0"/>
          </a:endParaRPr>
        </a:p>
      </dgm:t>
    </dgm:pt>
    <dgm:pt modelId="{E8371874-45AD-4A38-81F0-FC07E8AB63B2}">
      <dgm:prSet/>
      <dgm:spPr/>
      <dgm:t>
        <a:bodyPr/>
        <a:lstStyle/>
        <a:p>
          <a:r>
            <a:rPr lang="en-US" dirty="0">
              <a:latin typeface="Comic Sans MS" panose="030F0702030302020204" pitchFamily="66" charset="0"/>
            </a:rPr>
            <a:t>Ensuring</a:t>
          </a:r>
        </a:p>
      </dgm:t>
    </dgm:pt>
    <dgm:pt modelId="{726A5A73-9504-4A48-BCB1-A63F9C5D124E}" type="parTrans" cxnId="{C0B1AA0B-9213-4D34-BEE5-3172BAA22064}">
      <dgm:prSet/>
      <dgm:spPr/>
      <dgm:t>
        <a:bodyPr/>
        <a:lstStyle/>
        <a:p>
          <a:endParaRPr lang="en-US">
            <a:latin typeface="Comic Sans MS" panose="030F0702030302020204" pitchFamily="66" charset="0"/>
          </a:endParaRPr>
        </a:p>
      </dgm:t>
    </dgm:pt>
    <dgm:pt modelId="{78D0FA3C-89EC-4D13-97C2-F510C65A5AA5}" type="sibTrans" cxnId="{C0B1AA0B-9213-4D34-BEE5-3172BAA22064}">
      <dgm:prSet/>
      <dgm:spPr/>
      <dgm:t>
        <a:bodyPr/>
        <a:lstStyle/>
        <a:p>
          <a:endParaRPr lang="en-US">
            <a:latin typeface="Comic Sans MS" panose="030F0702030302020204" pitchFamily="66" charset="0"/>
          </a:endParaRPr>
        </a:p>
      </dgm:t>
    </dgm:pt>
    <dgm:pt modelId="{3FFC86CA-E006-424E-8602-691B2C52553C}">
      <dgm:prSet/>
      <dgm:spPr/>
      <dgm:t>
        <a:bodyPr/>
        <a:lstStyle/>
        <a:p>
          <a:r>
            <a:rPr lang="en-US" dirty="0">
              <a:latin typeface="Comic Sans MS" panose="030F0702030302020204" pitchFamily="66" charset="0"/>
            </a:rPr>
            <a:t>Ensuring Quality</a:t>
          </a:r>
        </a:p>
      </dgm:t>
    </dgm:pt>
    <dgm:pt modelId="{13E4C47A-6A5D-4297-A074-B4726EB9D84E}" type="parTrans" cxnId="{34710C34-BC64-4042-9A25-D9C83DB8A5D3}">
      <dgm:prSet/>
      <dgm:spPr/>
      <dgm:t>
        <a:bodyPr/>
        <a:lstStyle/>
        <a:p>
          <a:endParaRPr lang="en-US">
            <a:latin typeface="Comic Sans MS" panose="030F0702030302020204" pitchFamily="66" charset="0"/>
          </a:endParaRPr>
        </a:p>
      </dgm:t>
    </dgm:pt>
    <dgm:pt modelId="{E0CEA6D5-649C-4775-9E19-2DA07D86BBEC}" type="sibTrans" cxnId="{34710C34-BC64-4042-9A25-D9C83DB8A5D3}">
      <dgm:prSet/>
      <dgm:spPr/>
      <dgm:t>
        <a:bodyPr/>
        <a:lstStyle/>
        <a:p>
          <a:endParaRPr lang="en-US">
            <a:latin typeface="Comic Sans MS" panose="030F0702030302020204" pitchFamily="66" charset="0"/>
          </a:endParaRPr>
        </a:p>
      </dgm:t>
    </dgm:pt>
    <dgm:pt modelId="{C1F59246-E0D7-44AF-BADC-B18493E4B97C}">
      <dgm:prSet/>
      <dgm:spPr/>
      <dgm:t>
        <a:bodyPr/>
        <a:lstStyle/>
        <a:p>
          <a:r>
            <a:rPr lang="en-US" dirty="0">
              <a:latin typeface="Comic Sans MS" panose="030F0702030302020204" pitchFamily="66" charset="0"/>
            </a:rPr>
            <a:t>Validating</a:t>
          </a:r>
        </a:p>
      </dgm:t>
    </dgm:pt>
    <dgm:pt modelId="{9D302294-3576-4EA3-AC39-70AC95710C4D}" type="parTrans" cxnId="{E6248FFD-3142-4EEB-BE2B-6DD45376C1DC}">
      <dgm:prSet/>
      <dgm:spPr/>
      <dgm:t>
        <a:bodyPr/>
        <a:lstStyle/>
        <a:p>
          <a:endParaRPr lang="en-US">
            <a:latin typeface="Comic Sans MS" panose="030F0702030302020204" pitchFamily="66" charset="0"/>
          </a:endParaRPr>
        </a:p>
      </dgm:t>
    </dgm:pt>
    <dgm:pt modelId="{0A373ADE-B10D-4FB2-A0F2-20F7B67315E0}" type="sibTrans" cxnId="{E6248FFD-3142-4EEB-BE2B-6DD45376C1DC}">
      <dgm:prSet/>
      <dgm:spPr/>
      <dgm:t>
        <a:bodyPr/>
        <a:lstStyle/>
        <a:p>
          <a:endParaRPr lang="en-US">
            <a:latin typeface="Comic Sans MS" panose="030F0702030302020204" pitchFamily="66" charset="0"/>
          </a:endParaRPr>
        </a:p>
      </dgm:t>
    </dgm:pt>
    <dgm:pt modelId="{584B762C-B1B4-443C-A197-FAF97ED3FEC7}">
      <dgm:prSet/>
      <dgm:spPr/>
      <dgm:t>
        <a:bodyPr/>
        <a:lstStyle/>
        <a:p>
          <a:r>
            <a:rPr lang="en-US" dirty="0">
              <a:latin typeface="Comic Sans MS" panose="030F0702030302020204" pitchFamily="66" charset="0"/>
            </a:rPr>
            <a:t>Validating Requirements</a:t>
          </a:r>
        </a:p>
      </dgm:t>
    </dgm:pt>
    <dgm:pt modelId="{B8706AAD-5A20-427B-83E5-A73B28CA7FE6}" type="parTrans" cxnId="{0EF1F488-2A85-47CA-8DDF-D89313E485C8}">
      <dgm:prSet/>
      <dgm:spPr/>
      <dgm:t>
        <a:bodyPr/>
        <a:lstStyle/>
        <a:p>
          <a:endParaRPr lang="en-US">
            <a:latin typeface="Comic Sans MS" panose="030F0702030302020204" pitchFamily="66" charset="0"/>
          </a:endParaRPr>
        </a:p>
      </dgm:t>
    </dgm:pt>
    <dgm:pt modelId="{8C4047A4-83A1-4C8D-BA4C-299574B80A44}" type="sibTrans" cxnId="{0EF1F488-2A85-47CA-8DDF-D89313E485C8}">
      <dgm:prSet/>
      <dgm:spPr/>
      <dgm:t>
        <a:bodyPr/>
        <a:lstStyle/>
        <a:p>
          <a:endParaRPr lang="en-US">
            <a:latin typeface="Comic Sans MS" panose="030F0702030302020204" pitchFamily="66" charset="0"/>
          </a:endParaRPr>
        </a:p>
      </dgm:t>
    </dgm:pt>
    <dgm:pt modelId="{1F421ED2-5932-4782-9EE3-B3286E005EA5}">
      <dgm:prSet/>
      <dgm:spPr/>
      <dgm:t>
        <a:bodyPr/>
        <a:lstStyle/>
        <a:p>
          <a:r>
            <a:rPr lang="en-US" dirty="0">
              <a:latin typeface="Comic Sans MS" panose="030F0702030302020204" pitchFamily="66" charset="0"/>
            </a:rPr>
            <a:t>Improving</a:t>
          </a:r>
        </a:p>
      </dgm:t>
    </dgm:pt>
    <dgm:pt modelId="{440024A2-D945-41C2-91BC-628E77C90BCF}" type="parTrans" cxnId="{FB4A15BE-5A2B-4625-AB24-167AA38B881D}">
      <dgm:prSet/>
      <dgm:spPr/>
      <dgm:t>
        <a:bodyPr/>
        <a:lstStyle/>
        <a:p>
          <a:endParaRPr lang="en-US">
            <a:latin typeface="Comic Sans MS" panose="030F0702030302020204" pitchFamily="66" charset="0"/>
          </a:endParaRPr>
        </a:p>
      </dgm:t>
    </dgm:pt>
    <dgm:pt modelId="{B7B46734-34C0-45CA-B96F-5BF395D18C59}" type="sibTrans" cxnId="{FB4A15BE-5A2B-4625-AB24-167AA38B881D}">
      <dgm:prSet/>
      <dgm:spPr/>
      <dgm:t>
        <a:bodyPr/>
        <a:lstStyle/>
        <a:p>
          <a:endParaRPr lang="en-US">
            <a:latin typeface="Comic Sans MS" panose="030F0702030302020204" pitchFamily="66" charset="0"/>
          </a:endParaRPr>
        </a:p>
      </dgm:t>
    </dgm:pt>
    <dgm:pt modelId="{1E54A057-DB6D-4A43-BBCB-814E383922E2}">
      <dgm:prSet/>
      <dgm:spPr/>
      <dgm:t>
        <a:bodyPr/>
        <a:lstStyle/>
        <a:p>
          <a:r>
            <a:rPr lang="en-US" dirty="0">
              <a:latin typeface="Comic Sans MS" panose="030F0702030302020204" pitchFamily="66" charset="0"/>
            </a:rPr>
            <a:t>Improving Performance and User Experience</a:t>
          </a:r>
        </a:p>
      </dgm:t>
    </dgm:pt>
    <dgm:pt modelId="{DBA7DBB6-3E68-40F7-8C52-AB174D64462E}" type="parTrans" cxnId="{C941F13F-3681-402B-8837-CFBA14677231}">
      <dgm:prSet/>
      <dgm:spPr/>
      <dgm:t>
        <a:bodyPr/>
        <a:lstStyle/>
        <a:p>
          <a:endParaRPr lang="en-US">
            <a:latin typeface="Comic Sans MS" panose="030F0702030302020204" pitchFamily="66" charset="0"/>
          </a:endParaRPr>
        </a:p>
      </dgm:t>
    </dgm:pt>
    <dgm:pt modelId="{40E14BC3-762E-492A-9B8D-EF163F95F75F}" type="sibTrans" cxnId="{C941F13F-3681-402B-8837-CFBA14677231}">
      <dgm:prSet/>
      <dgm:spPr/>
      <dgm:t>
        <a:bodyPr/>
        <a:lstStyle/>
        <a:p>
          <a:endParaRPr lang="en-US">
            <a:latin typeface="Comic Sans MS" panose="030F0702030302020204" pitchFamily="66" charset="0"/>
          </a:endParaRPr>
        </a:p>
      </dgm:t>
    </dgm:pt>
    <dgm:pt modelId="{8095025B-BD19-4AC4-B15E-3E4D68A9D5AF}" type="pres">
      <dgm:prSet presAssocID="{9F823534-3DB6-4863-899F-0A1E55DE8862}" presName="Name0" presStyleCnt="0">
        <dgm:presLayoutVars>
          <dgm:dir/>
          <dgm:animLvl val="lvl"/>
          <dgm:resizeHandles val="exact"/>
        </dgm:presLayoutVars>
      </dgm:prSet>
      <dgm:spPr/>
    </dgm:pt>
    <dgm:pt modelId="{3159AD7A-FFD9-45E2-9E31-282F141ED071}" type="pres">
      <dgm:prSet presAssocID="{61533D88-0818-4A51-99E8-9C9BA4E7CA20}" presName="composite" presStyleCnt="0"/>
      <dgm:spPr/>
    </dgm:pt>
    <dgm:pt modelId="{CC8C66DA-AEBD-4D58-8D78-7E417105BDD3}" type="pres">
      <dgm:prSet presAssocID="{61533D88-0818-4A51-99E8-9C9BA4E7CA20}" presName="parTx" presStyleLbl="alignNode1" presStyleIdx="0" presStyleCnt="4">
        <dgm:presLayoutVars>
          <dgm:chMax val="0"/>
          <dgm:chPref val="0"/>
        </dgm:presLayoutVars>
      </dgm:prSet>
      <dgm:spPr/>
    </dgm:pt>
    <dgm:pt modelId="{BD610E93-7665-4D22-8FC4-D415EAA3804D}" type="pres">
      <dgm:prSet presAssocID="{61533D88-0818-4A51-99E8-9C9BA4E7CA20}" presName="desTx" presStyleLbl="alignAccFollowNode1" presStyleIdx="0" presStyleCnt="4">
        <dgm:presLayoutVars/>
      </dgm:prSet>
      <dgm:spPr/>
    </dgm:pt>
    <dgm:pt modelId="{1E369276-5264-43F0-9C53-919A3B3FA319}" type="pres">
      <dgm:prSet presAssocID="{10607C2D-8A67-4950-9F8A-A0BF0559D7F9}" presName="space" presStyleCnt="0"/>
      <dgm:spPr/>
    </dgm:pt>
    <dgm:pt modelId="{0DC6D4A5-A381-4F02-BFF0-7D00650FFE7E}" type="pres">
      <dgm:prSet presAssocID="{E8371874-45AD-4A38-81F0-FC07E8AB63B2}" presName="composite" presStyleCnt="0"/>
      <dgm:spPr/>
    </dgm:pt>
    <dgm:pt modelId="{651F3761-BC22-4B07-820D-D3E617A812A0}" type="pres">
      <dgm:prSet presAssocID="{E8371874-45AD-4A38-81F0-FC07E8AB63B2}" presName="parTx" presStyleLbl="alignNode1" presStyleIdx="1" presStyleCnt="4">
        <dgm:presLayoutVars>
          <dgm:chMax val="0"/>
          <dgm:chPref val="0"/>
        </dgm:presLayoutVars>
      </dgm:prSet>
      <dgm:spPr/>
    </dgm:pt>
    <dgm:pt modelId="{2035D3DB-5106-44A5-866E-37200B1A59F9}" type="pres">
      <dgm:prSet presAssocID="{E8371874-45AD-4A38-81F0-FC07E8AB63B2}" presName="desTx" presStyleLbl="alignAccFollowNode1" presStyleIdx="1" presStyleCnt="4">
        <dgm:presLayoutVars/>
      </dgm:prSet>
      <dgm:spPr/>
    </dgm:pt>
    <dgm:pt modelId="{736C3A61-C555-465A-9824-9CDE11FE8B9B}" type="pres">
      <dgm:prSet presAssocID="{78D0FA3C-89EC-4D13-97C2-F510C65A5AA5}" presName="space" presStyleCnt="0"/>
      <dgm:spPr/>
    </dgm:pt>
    <dgm:pt modelId="{F4373B5F-6BA7-4E2E-824D-269BD5E767B6}" type="pres">
      <dgm:prSet presAssocID="{C1F59246-E0D7-44AF-BADC-B18493E4B97C}" presName="composite" presStyleCnt="0"/>
      <dgm:spPr/>
    </dgm:pt>
    <dgm:pt modelId="{4B7BFAF0-9A61-446E-B445-74C1CE416D34}" type="pres">
      <dgm:prSet presAssocID="{C1F59246-E0D7-44AF-BADC-B18493E4B97C}" presName="parTx" presStyleLbl="alignNode1" presStyleIdx="2" presStyleCnt="4">
        <dgm:presLayoutVars>
          <dgm:chMax val="0"/>
          <dgm:chPref val="0"/>
        </dgm:presLayoutVars>
      </dgm:prSet>
      <dgm:spPr/>
    </dgm:pt>
    <dgm:pt modelId="{34D0C2FA-876F-440A-831A-59FADC1276A7}" type="pres">
      <dgm:prSet presAssocID="{C1F59246-E0D7-44AF-BADC-B18493E4B97C}" presName="desTx" presStyleLbl="alignAccFollowNode1" presStyleIdx="2" presStyleCnt="4">
        <dgm:presLayoutVars/>
      </dgm:prSet>
      <dgm:spPr/>
    </dgm:pt>
    <dgm:pt modelId="{524ED339-646F-4909-B02C-7767A4741FE9}" type="pres">
      <dgm:prSet presAssocID="{0A373ADE-B10D-4FB2-A0F2-20F7B67315E0}" presName="space" presStyleCnt="0"/>
      <dgm:spPr/>
    </dgm:pt>
    <dgm:pt modelId="{BF735FCE-3A26-4431-9D31-C638205F5E11}" type="pres">
      <dgm:prSet presAssocID="{1F421ED2-5932-4782-9EE3-B3286E005EA5}" presName="composite" presStyleCnt="0"/>
      <dgm:spPr/>
    </dgm:pt>
    <dgm:pt modelId="{9D726E72-AE91-4793-B3D7-C90487B45044}" type="pres">
      <dgm:prSet presAssocID="{1F421ED2-5932-4782-9EE3-B3286E005EA5}" presName="parTx" presStyleLbl="alignNode1" presStyleIdx="3" presStyleCnt="4">
        <dgm:presLayoutVars>
          <dgm:chMax val="0"/>
          <dgm:chPref val="0"/>
        </dgm:presLayoutVars>
      </dgm:prSet>
      <dgm:spPr/>
    </dgm:pt>
    <dgm:pt modelId="{BDD2904F-C3FF-4A3E-A988-F71C9C8A63FE}" type="pres">
      <dgm:prSet presAssocID="{1F421ED2-5932-4782-9EE3-B3286E005EA5}" presName="desTx" presStyleLbl="alignAccFollowNode1" presStyleIdx="3" presStyleCnt="4">
        <dgm:presLayoutVars/>
      </dgm:prSet>
      <dgm:spPr/>
    </dgm:pt>
  </dgm:ptLst>
  <dgm:cxnLst>
    <dgm:cxn modelId="{945C2206-AD9E-48A4-AC35-AF254CC0652E}" type="presOf" srcId="{584B762C-B1B4-443C-A197-FAF97ED3FEC7}" destId="{34D0C2FA-876F-440A-831A-59FADC1276A7}" srcOrd="0" destOrd="0" presId="urn:microsoft.com/office/officeart/2016/7/layout/HorizontalActionList"/>
    <dgm:cxn modelId="{C0B1AA0B-9213-4D34-BEE5-3172BAA22064}" srcId="{9F823534-3DB6-4863-899F-0A1E55DE8862}" destId="{E8371874-45AD-4A38-81F0-FC07E8AB63B2}" srcOrd="1" destOrd="0" parTransId="{726A5A73-9504-4A48-BCB1-A63F9C5D124E}" sibTransId="{78D0FA3C-89EC-4D13-97C2-F510C65A5AA5}"/>
    <dgm:cxn modelId="{B463E61A-053A-4835-8575-93A47E18E19F}" type="presOf" srcId="{1E54A057-DB6D-4A43-BBCB-814E383922E2}" destId="{BDD2904F-C3FF-4A3E-A988-F71C9C8A63FE}" srcOrd="0" destOrd="0" presId="urn:microsoft.com/office/officeart/2016/7/layout/HorizontalActionList"/>
    <dgm:cxn modelId="{6FA2E51B-24F0-42CA-ADB1-BD81ECBA5B2C}" type="presOf" srcId="{61533D88-0818-4A51-99E8-9C9BA4E7CA20}" destId="{CC8C66DA-AEBD-4D58-8D78-7E417105BDD3}" srcOrd="0" destOrd="0" presId="urn:microsoft.com/office/officeart/2016/7/layout/HorizontalActionList"/>
    <dgm:cxn modelId="{C81E3027-3943-4CE3-A259-EDFF6AE9E81A}" srcId="{61533D88-0818-4A51-99E8-9C9BA4E7CA20}" destId="{7289A35B-7D1E-4AA9-8C04-80650130B2D5}" srcOrd="0" destOrd="0" parTransId="{67FB5D6D-7FE0-400D-BBFF-500113B649CB}" sibTransId="{F5935935-F787-4603-9817-67403167EFF2}"/>
    <dgm:cxn modelId="{34710C34-BC64-4042-9A25-D9C83DB8A5D3}" srcId="{E8371874-45AD-4A38-81F0-FC07E8AB63B2}" destId="{3FFC86CA-E006-424E-8602-691B2C52553C}" srcOrd="0" destOrd="0" parTransId="{13E4C47A-6A5D-4297-A074-B4726EB9D84E}" sibTransId="{E0CEA6D5-649C-4775-9E19-2DA07D86BBEC}"/>
    <dgm:cxn modelId="{C941F13F-3681-402B-8837-CFBA14677231}" srcId="{1F421ED2-5932-4782-9EE3-B3286E005EA5}" destId="{1E54A057-DB6D-4A43-BBCB-814E383922E2}" srcOrd="0" destOrd="0" parTransId="{DBA7DBB6-3E68-40F7-8C52-AB174D64462E}" sibTransId="{40E14BC3-762E-492A-9B8D-EF163F95F75F}"/>
    <dgm:cxn modelId="{7AF84067-F79A-4120-8658-7D86D58AC20D}" srcId="{9F823534-3DB6-4863-899F-0A1E55DE8862}" destId="{61533D88-0818-4A51-99E8-9C9BA4E7CA20}" srcOrd="0" destOrd="0" parTransId="{35250ACA-0A6A-46C1-87C7-457FDE0EA567}" sibTransId="{10607C2D-8A67-4950-9F8A-A0BF0559D7F9}"/>
    <dgm:cxn modelId="{F29FAB4C-8D72-4580-8A47-1F739A3F8F9A}" type="presOf" srcId="{9F823534-3DB6-4863-899F-0A1E55DE8862}" destId="{8095025B-BD19-4AC4-B15E-3E4D68A9D5AF}" srcOrd="0" destOrd="0" presId="urn:microsoft.com/office/officeart/2016/7/layout/HorizontalActionList"/>
    <dgm:cxn modelId="{6DA7B274-A67B-456F-A95F-F49EE2318A11}" type="presOf" srcId="{3FFC86CA-E006-424E-8602-691B2C52553C}" destId="{2035D3DB-5106-44A5-866E-37200B1A59F9}" srcOrd="0" destOrd="0" presId="urn:microsoft.com/office/officeart/2016/7/layout/HorizontalActionList"/>
    <dgm:cxn modelId="{0EF1F488-2A85-47CA-8DDF-D89313E485C8}" srcId="{C1F59246-E0D7-44AF-BADC-B18493E4B97C}" destId="{584B762C-B1B4-443C-A197-FAF97ED3FEC7}" srcOrd="0" destOrd="0" parTransId="{B8706AAD-5A20-427B-83E5-A73B28CA7FE6}" sibTransId="{8C4047A4-83A1-4C8D-BA4C-299574B80A44}"/>
    <dgm:cxn modelId="{A2E08E9D-BD59-4A81-8C4A-3C93EB6D1135}" type="presOf" srcId="{C1F59246-E0D7-44AF-BADC-B18493E4B97C}" destId="{4B7BFAF0-9A61-446E-B445-74C1CE416D34}" srcOrd="0" destOrd="0" presId="urn:microsoft.com/office/officeart/2016/7/layout/HorizontalActionList"/>
    <dgm:cxn modelId="{FB4A15BE-5A2B-4625-AB24-167AA38B881D}" srcId="{9F823534-3DB6-4863-899F-0A1E55DE8862}" destId="{1F421ED2-5932-4782-9EE3-B3286E005EA5}" srcOrd="3" destOrd="0" parTransId="{440024A2-D945-41C2-91BC-628E77C90BCF}" sibTransId="{B7B46734-34C0-45CA-B96F-5BF395D18C59}"/>
    <dgm:cxn modelId="{98EB45C2-33C3-4B5D-9369-572F61F1994D}" type="presOf" srcId="{7289A35B-7D1E-4AA9-8C04-80650130B2D5}" destId="{BD610E93-7665-4D22-8FC4-D415EAA3804D}" srcOrd="0" destOrd="0" presId="urn:microsoft.com/office/officeart/2016/7/layout/HorizontalActionList"/>
    <dgm:cxn modelId="{DCB81EC8-A5F4-4A87-94F6-9E45F55A65DD}" type="presOf" srcId="{E8371874-45AD-4A38-81F0-FC07E8AB63B2}" destId="{651F3761-BC22-4B07-820D-D3E617A812A0}" srcOrd="0" destOrd="0" presId="urn:microsoft.com/office/officeart/2016/7/layout/HorizontalActionList"/>
    <dgm:cxn modelId="{7A7042D6-8913-4156-BF5F-CC135CC7F336}" type="presOf" srcId="{1F421ED2-5932-4782-9EE3-B3286E005EA5}" destId="{9D726E72-AE91-4793-B3D7-C90487B45044}" srcOrd="0" destOrd="0" presId="urn:microsoft.com/office/officeart/2016/7/layout/HorizontalActionList"/>
    <dgm:cxn modelId="{E6248FFD-3142-4EEB-BE2B-6DD45376C1DC}" srcId="{9F823534-3DB6-4863-899F-0A1E55DE8862}" destId="{C1F59246-E0D7-44AF-BADC-B18493E4B97C}" srcOrd="2" destOrd="0" parTransId="{9D302294-3576-4EA3-AC39-70AC95710C4D}" sibTransId="{0A373ADE-B10D-4FB2-A0F2-20F7B67315E0}"/>
    <dgm:cxn modelId="{E8660ADC-EC1E-49B0-AA17-51FD927A399B}" type="presParOf" srcId="{8095025B-BD19-4AC4-B15E-3E4D68A9D5AF}" destId="{3159AD7A-FFD9-45E2-9E31-282F141ED071}" srcOrd="0" destOrd="0" presId="urn:microsoft.com/office/officeart/2016/7/layout/HorizontalActionList"/>
    <dgm:cxn modelId="{2657882E-CF2D-4076-BFDE-622F05689112}" type="presParOf" srcId="{3159AD7A-FFD9-45E2-9E31-282F141ED071}" destId="{CC8C66DA-AEBD-4D58-8D78-7E417105BDD3}" srcOrd="0" destOrd="0" presId="urn:microsoft.com/office/officeart/2016/7/layout/HorizontalActionList"/>
    <dgm:cxn modelId="{86FA65DC-D6B0-4F5C-9CAD-608D81E06F2A}" type="presParOf" srcId="{3159AD7A-FFD9-45E2-9E31-282F141ED071}" destId="{BD610E93-7665-4D22-8FC4-D415EAA3804D}" srcOrd="1" destOrd="0" presId="urn:microsoft.com/office/officeart/2016/7/layout/HorizontalActionList"/>
    <dgm:cxn modelId="{C68AA82A-309D-4A14-9675-E36D9D84DC1A}" type="presParOf" srcId="{8095025B-BD19-4AC4-B15E-3E4D68A9D5AF}" destId="{1E369276-5264-43F0-9C53-919A3B3FA319}" srcOrd="1" destOrd="0" presId="urn:microsoft.com/office/officeart/2016/7/layout/HorizontalActionList"/>
    <dgm:cxn modelId="{F6F8B34D-892E-4D8B-B7F7-8BFD094356AF}" type="presParOf" srcId="{8095025B-BD19-4AC4-B15E-3E4D68A9D5AF}" destId="{0DC6D4A5-A381-4F02-BFF0-7D00650FFE7E}" srcOrd="2" destOrd="0" presId="urn:microsoft.com/office/officeart/2016/7/layout/HorizontalActionList"/>
    <dgm:cxn modelId="{6C8DC611-E406-43C0-864F-22B77AE0BF7D}" type="presParOf" srcId="{0DC6D4A5-A381-4F02-BFF0-7D00650FFE7E}" destId="{651F3761-BC22-4B07-820D-D3E617A812A0}" srcOrd="0" destOrd="0" presId="urn:microsoft.com/office/officeart/2016/7/layout/HorizontalActionList"/>
    <dgm:cxn modelId="{75A16443-A443-4E3A-8E8B-4303DC1C49D2}" type="presParOf" srcId="{0DC6D4A5-A381-4F02-BFF0-7D00650FFE7E}" destId="{2035D3DB-5106-44A5-866E-37200B1A59F9}" srcOrd="1" destOrd="0" presId="urn:microsoft.com/office/officeart/2016/7/layout/HorizontalActionList"/>
    <dgm:cxn modelId="{DD22F8AC-4A92-489A-BB9A-9A799B46AEE4}" type="presParOf" srcId="{8095025B-BD19-4AC4-B15E-3E4D68A9D5AF}" destId="{736C3A61-C555-465A-9824-9CDE11FE8B9B}" srcOrd="3" destOrd="0" presId="urn:microsoft.com/office/officeart/2016/7/layout/HorizontalActionList"/>
    <dgm:cxn modelId="{B8348435-BEF5-4D24-B784-2C77F09A14EC}" type="presParOf" srcId="{8095025B-BD19-4AC4-B15E-3E4D68A9D5AF}" destId="{F4373B5F-6BA7-4E2E-824D-269BD5E767B6}" srcOrd="4" destOrd="0" presId="urn:microsoft.com/office/officeart/2016/7/layout/HorizontalActionList"/>
    <dgm:cxn modelId="{FAF7F953-89A9-49A5-B611-51F14FC57B23}" type="presParOf" srcId="{F4373B5F-6BA7-4E2E-824D-269BD5E767B6}" destId="{4B7BFAF0-9A61-446E-B445-74C1CE416D34}" srcOrd="0" destOrd="0" presId="urn:microsoft.com/office/officeart/2016/7/layout/HorizontalActionList"/>
    <dgm:cxn modelId="{9C35D72A-79FB-488A-BC62-3515771BD985}" type="presParOf" srcId="{F4373B5F-6BA7-4E2E-824D-269BD5E767B6}" destId="{34D0C2FA-876F-440A-831A-59FADC1276A7}" srcOrd="1" destOrd="0" presId="urn:microsoft.com/office/officeart/2016/7/layout/HorizontalActionList"/>
    <dgm:cxn modelId="{5BE30EC7-1658-49E1-8333-C4CC117F8A46}" type="presParOf" srcId="{8095025B-BD19-4AC4-B15E-3E4D68A9D5AF}" destId="{524ED339-646F-4909-B02C-7767A4741FE9}" srcOrd="5" destOrd="0" presId="urn:microsoft.com/office/officeart/2016/7/layout/HorizontalActionList"/>
    <dgm:cxn modelId="{F6DE417A-E76C-4094-A907-73C4AEDC445D}" type="presParOf" srcId="{8095025B-BD19-4AC4-B15E-3E4D68A9D5AF}" destId="{BF735FCE-3A26-4431-9D31-C638205F5E11}" srcOrd="6" destOrd="0" presId="urn:microsoft.com/office/officeart/2016/7/layout/HorizontalActionList"/>
    <dgm:cxn modelId="{EE7D6C35-EDE3-4FA5-82AC-FFF219BEEAAF}" type="presParOf" srcId="{BF735FCE-3A26-4431-9D31-C638205F5E11}" destId="{9D726E72-AE91-4793-B3D7-C90487B45044}" srcOrd="0" destOrd="0" presId="urn:microsoft.com/office/officeart/2016/7/layout/HorizontalActionList"/>
    <dgm:cxn modelId="{BF15350D-DBDF-4C6F-AEDA-069837D0653B}" type="presParOf" srcId="{BF735FCE-3A26-4431-9D31-C638205F5E11}" destId="{BDD2904F-C3FF-4A3E-A988-F71C9C8A63FE}"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FD5C50-A0F9-4C1B-9B4A-277B78D5C15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60D0EA9-FC06-48A8-AFD5-6168ED2CCB65}">
      <dgm:prSet/>
      <dgm:spPr/>
      <dgm:t>
        <a:bodyPr/>
        <a:lstStyle/>
        <a:p>
          <a:pPr>
            <a:defRPr cap="all"/>
          </a:pPr>
          <a:r>
            <a:rPr lang="en-US" dirty="0">
              <a:latin typeface="Comic Sans MS" panose="030F0702030302020204" pitchFamily="66" charset="0"/>
            </a:rPr>
            <a:t>To identify defects</a:t>
          </a:r>
        </a:p>
      </dgm:t>
    </dgm:pt>
    <dgm:pt modelId="{1D05AC1A-CE00-4E5E-B84F-D58A1C1DEBDA}" type="parTrans" cxnId="{7D95F149-A511-4632-9C8B-FBCDAE03C7B2}">
      <dgm:prSet/>
      <dgm:spPr/>
      <dgm:t>
        <a:bodyPr/>
        <a:lstStyle/>
        <a:p>
          <a:endParaRPr lang="en-US">
            <a:latin typeface="Comic Sans MS" panose="030F0702030302020204" pitchFamily="66" charset="0"/>
          </a:endParaRPr>
        </a:p>
      </dgm:t>
    </dgm:pt>
    <dgm:pt modelId="{5F6099CC-2DC5-4957-8A5B-4AC9B03A656C}" type="sibTrans" cxnId="{7D95F149-A511-4632-9C8B-FBCDAE03C7B2}">
      <dgm:prSet/>
      <dgm:spPr/>
      <dgm:t>
        <a:bodyPr/>
        <a:lstStyle/>
        <a:p>
          <a:endParaRPr lang="en-US">
            <a:latin typeface="Comic Sans MS" panose="030F0702030302020204" pitchFamily="66" charset="0"/>
          </a:endParaRPr>
        </a:p>
      </dgm:t>
    </dgm:pt>
    <dgm:pt modelId="{2DBB9FD5-EC1A-4C9F-AB4F-2226A78275E7}">
      <dgm:prSet/>
      <dgm:spPr/>
      <dgm:t>
        <a:bodyPr/>
        <a:lstStyle/>
        <a:p>
          <a:pPr>
            <a:defRPr cap="all"/>
          </a:pPr>
          <a:r>
            <a:rPr lang="en-US" dirty="0">
              <a:latin typeface="Comic Sans MS" panose="030F0702030302020204" pitchFamily="66" charset="0"/>
            </a:rPr>
            <a:t>To reduce flaws in the component or system</a:t>
          </a:r>
        </a:p>
      </dgm:t>
    </dgm:pt>
    <dgm:pt modelId="{15D49646-F5A9-42F1-8E2A-270C8824FEBF}" type="parTrans" cxnId="{14A7E7A9-C92D-46BE-849F-2883E326898D}">
      <dgm:prSet/>
      <dgm:spPr/>
      <dgm:t>
        <a:bodyPr/>
        <a:lstStyle/>
        <a:p>
          <a:endParaRPr lang="en-US">
            <a:latin typeface="Comic Sans MS" panose="030F0702030302020204" pitchFamily="66" charset="0"/>
          </a:endParaRPr>
        </a:p>
      </dgm:t>
    </dgm:pt>
    <dgm:pt modelId="{51C79726-00E1-4130-AD81-00BBAFEF401B}" type="sibTrans" cxnId="{14A7E7A9-C92D-46BE-849F-2883E326898D}">
      <dgm:prSet/>
      <dgm:spPr/>
      <dgm:t>
        <a:bodyPr/>
        <a:lstStyle/>
        <a:p>
          <a:endParaRPr lang="en-US">
            <a:latin typeface="Comic Sans MS" panose="030F0702030302020204" pitchFamily="66" charset="0"/>
          </a:endParaRPr>
        </a:p>
      </dgm:t>
    </dgm:pt>
    <dgm:pt modelId="{C63AD783-CD84-42E8-A0D3-4B57BB32A48C}">
      <dgm:prSet/>
      <dgm:spPr/>
      <dgm:t>
        <a:bodyPr/>
        <a:lstStyle/>
        <a:p>
          <a:pPr>
            <a:defRPr cap="all"/>
          </a:pPr>
          <a:r>
            <a:rPr lang="en-US" dirty="0">
              <a:latin typeface="Comic Sans MS" panose="030F0702030302020204" pitchFamily="66" charset="0"/>
            </a:rPr>
            <a:t>Increase the overall quality of the system</a:t>
          </a:r>
        </a:p>
      </dgm:t>
    </dgm:pt>
    <dgm:pt modelId="{577FFA4C-D7EA-4788-BAFB-6F57DAD96136}" type="parTrans" cxnId="{7586F5D1-A048-4B7B-8C1B-C02AF19EAE91}">
      <dgm:prSet/>
      <dgm:spPr/>
      <dgm:t>
        <a:bodyPr/>
        <a:lstStyle/>
        <a:p>
          <a:endParaRPr lang="en-US">
            <a:latin typeface="Comic Sans MS" panose="030F0702030302020204" pitchFamily="66" charset="0"/>
          </a:endParaRPr>
        </a:p>
      </dgm:t>
    </dgm:pt>
    <dgm:pt modelId="{5D0296AB-53DE-4440-AA9B-09806B27DB28}" type="sibTrans" cxnId="{7586F5D1-A048-4B7B-8C1B-C02AF19EAE91}">
      <dgm:prSet/>
      <dgm:spPr/>
      <dgm:t>
        <a:bodyPr/>
        <a:lstStyle/>
        <a:p>
          <a:endParaRPr lang="en-US">
            <a:latin typeface="Comic Sans MS" panose="030F0702030302020204" pitchFamily="66" charset="0"/>
          </a:endParaRPr>
        </a:p>
      </dgm:t>
    </dgm:pt>
    <dgm:pt modelId="{CF569C7C-600F-4A46-B54B-7BF2CD0EF0F0}" type="pres">
      <dgm:prSet presAssocID="{18FD5C50-A0F9-4C1B-9B4A-277B78D5C153}" presName="root" presStyleCnt="0">
        <dgm:presLayoutVars>
          <dgm:dir/>
          <dgm:resizeHandles val="exact"/>
        </dgm:presLayoutVars>
      </dgm:prSet>
      <dgm:spPr/>
    </dgm:pt>
    <dgm:pt modelId="{2AAD6A68-D33D-44E4-B234-09D7B3F41D5A}" type="pres">
      <dgm:prSet presAssocID="{C60D0EA9-FC06-48A8-AFD5-6168ED2CCB65}" presName="compNode" presStyleCnt="0"/>
      <dgm:spPr/>
    </dgm:pt>
    <dgm:pt modelId="{0F4AA69A-5449-4DE0-815D-D93F67557FC8}" type="pres">
      <dgm:prSet presAssocID="{C60D0EA9-FC06-48A8-AFD5-6168ED2CCB65}" presName="iconBgRect" presStyleLbl="bgShp" presStyleIdx="0" presStyleCnt="3"/>
      <dgm:spPr/>
    </dgm:pt>
    <dgm:pt modelId="{E63BBEEF-5D66-4143-8FB9-4A344795F932}" type="pres">
      <dgm:prSet presAssocID="{C60D0EA9-FC06-48A8-AFD5-6168ED2CCB6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7D22392-FBFB-4E20-92AB-C229EF3F8883}" type="pres">
      <dgm:prSet presAssocID="{C60D0EA9-FC06-48A8-AFD5-6168ED2CCB65}" presName="spaceRect" presStyleCnt="0"/>
      <dgm:spPr/>
    </dgm:pt>
    <dgm:pt modelId="{D9CB3A2E-221F-436B-9263-9604BDB776E4}" type="pres">
      <dgm:prSet presAssocID="{C60D0EA9-FC06-48A8-AFD5-6168ED2CCB65}" presName="textRect" presStyleLbl="revTx" presStyleIdx="0" presStyleCnt="3">
        <dgm:presLayoutVars>
          <dgm:chMax val="1"/>
          <dgm:chPref val="1"/>
        </dgm:presLayoutVars>
      </dgm:prSet>
      <dgm:spPr/>
    </dgm:pt>
    <dgm:pt modelId="{0AFA4F38-8938-4DD7-8597-568F1E963BA2}" type="pres">
      <dgm:prSet presAssocID="{5F6099CC-2DC5-4957-8A5B-4AC9B03A656C}" presName="sibTrans" presStyleCnt="0"/>
      <dgm:spPr/>
    </dgm:pt>
    <dgm:pt modelId="{6812A1BB-F7A3-4258-8C47-BEB58A9A8915}" type="pres">
      <dgm:prSet presAssocID="{2DBB9FD5-EC1A-4C9F-AB4F-2226A78275E7}" presName="compNode" presStyleCnt="0"/>
      <dgm:spPr/>
    </dgm:pt>
    <dgm:pt modelId="{8B1CBF31-6B59-4F60-8032-6DD9D57A09C1}" type="pres">
      <dgm:prSet presAssocID="{2DBB9FD5-EC1A-4C9F-AB4F-2226A78275E7}" presName="iconBgRect" presStyleLbl="bgShp" presStyleIdx="1" presStyleCnt="3"/>
      <dgm:spPr/>
    </dgm:pt>
    <dgm:pt modelId="{4B19279C-6C13-46B9-804E-6D00EB3E9621}" type="pres">
      <dgm:prSet presAssocID="{2DBB9FD5-EC1A-4C9F-AB4F-2226A78275E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D6DA0865-51C7-4703-A204-AE7049918C15}" type="pres">
      <dgm:prSet presAssocID="{2DBB9FD5-EC1A-4C9F-AB4F-2226A78275E7}" presName="spaceRect" presStyleCnt="0"/>
      <dgm:spPr/>
    </dgm:pt>
    <dgm:pt modelId="{F10BCE75-255D-4BE7-8786-261FC0BEBB60}" type="pres">
      <dgm:prSet presAssocID="{2DBB9FD5-EC1A-4C9F-AB4F-2226A78275E7}" presName="textRect" presStyleLbl="revTx" presStyleIdx="1" presStyleCnt="3">
        <dgm:presLayoutVars>
          <dgm:chMax val="1"/>
          <dgm:chPref val="1"/>
        </dgm:presLayoutVars>
      </dgm:prSet>
      <dgm:spPr/>
    </dgm:pt>
    <dgm:pt modelId="{8D5893F1-458F-488E-A22D-7D3D3741C176}" type="pres">
      <dgm:prSet presAssocID="{51C79726-00E1-4130-AD81-00BBAFEF401B}" presName="sibTrans" presStyleCnt="0"/>
      <dgm:spPr/>
    </dgm:pt>
    <dgm:pt modelId="{444EEDDA-F796-4E20-8DAA-BBDFB0A16CFF}" type="pres">
      <dgm:prSet presAssocID="{C63AD783-CD84-42E8-A0D3-4B57BB32A48C}" presName="compNode" presStyleCnt="0"/>
      <dgm:spPr/>
    </dgm:pt>
    <dgm:pt modelId="{7CEB5020-8592-4DEE-8A16-B2E84243E749}" type="pres">
      <dgm:prSet presAssocID="{C63AD783-CD84-42E8-A0D3-4B57BB32A48C}" presName="iconBgRect" presStyleLbl="bgShp" presStyleIdx="2" presStyleCnt="3"/>
      <dgm:spPr/>
    </dgm:pt>
    <dgm:pt modelId="{51F238D8-23A6-488B-9B29-1A782FCDED65}" type="pres">
      <dgm:prSet presAssocID="{C63AD783-CD84-42E8-A0D3-4B57BB32A48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B45F4A6D-AA01-4C75-A97E-8D2EC496D146}" type="pres">
      <dgm:prSet presAssocID="{C63AD783-CD84-42E8-A0D3-4B57BB32A48C}" presName="spaceRect" presStyleCnt="0"/>
      <dgm:spPr/>
    </dgm:pt>
    <dgm:pt modelId="{5B0D9C49-9472-4B11-9B49-347D17B391E0}" type="pres">
      <dgm:prSet presAssocID="{C63AD783-CD84-42E8-A0D3-4B57BB32A48C}" presName="textRect" presStyleLbl="revTx" presStyleIdx="2" presStyleCnt="3">
        <dgm:presLayoutVars>
          <dgm:chMax val="1"/>
          <dgm:chPref val="1"/>
        </dgm:presLayoutVars>
      </dgm:prSet>
      <dgm:spPr/>
    </dgm:pt>
  </dgm:ptLst>
  <dgm:cxnLst>
    <dgm:cxn modelId="{09F34146-D894-4625-9AE9-6DE99F5D1B5B}" type="presOf" srcId="{C63AD783-CD84-42E8-A0D3-4B57BB32A48C}" destId="{5B0D9C49-9472-4B11-9B49-347D17B391E0}" srcOrd="0" destOrd="0" presId="urn:microsoft.com/office/officeart/2018/5/layout/IconCircleLabelList"/>
    <dgm:cxn modelId="{7D95F149-A511-4632-9C8B-FBCDAE03C7B2}" srcId="{18FD5C50-A0F9-4C1B-9B4A-277B78D5C153}" destId="{C60D0EA9-FC06-48A8-AFD5-6168ED2CCB65}" srcOrd="0" destOrd="0" parTransId="{1D05AC1A-CE00-4E5E-B84F-D58A1C1DEBDA}" sibTransId="{5F6099CC-2DC5-4957-8A5B-4AC9B03A656C}"/>
    <dgm:cxn modelId="{9668C9A2-3F26-4AD1-B95F-38441DE31B62}" type="presOf" srcId="{2DBB9FD5-EC1A-4C9F-AB4F-2226A78275E7}" destId="{F10BCE75-255D-4BE7-8786-261FC0BEBB60}" srcOrd="0" destOrd="0" presId="urn:microsoft.com/office/officeart/2018/5/layout/IconCircleLabelList"/>
    <dgm:cxn modelId="{14A7E7A9-C92D-46BE-849F-2883E326898D}" srcId="{18FD5C50-A0F9-4C1B-9B4A-277B78D5C153}" destId="{2DBB9FD5-EC1A-4C9F-AB4F-2226A78275E7}" srcOrd="1" destOrd="0" parTransId="{15D49646-F5A9-42F1-8E2A-270C8824FEBF}" sibTransId="{51C79726-00E1-4130-AD81-00BBAFEF401B}"/>
    <dgm:cxn modelId="{7586F5D1-A048-4B7B-8C1B-C02AF19EAE91}" srcId="{18FD5C50-A0F9-4C1B-9B4A-277B78D5C153}" destId="{C63AD783-CD84-42E8-A0D3-4B57BB32A48C}" srcOrd="2" destOrd="0" parTransId="{577FFA4C-D7EA-4788-BAFB-6F57DAD96136}" sibTransId="{5D0296AB-53DE-4440-AA9B-09806B27DB28}"/>
    <dgm:cxn modelId="{41D756DE-C0E0-42D1-9828-AE24FDE49E87}" type="presOf" srcId="{18FD5C50-A0F9-4C1B-9B4A-277B78D5C153}" destId="{CF569C7C-600F-4A46-B54B-7BF2CD0EF0F0}" srcOrd="0" destOrd="0" presId="urn:microsoft.com/office/officeart/2018/5/layout/IconCircleLabelList"/>
    <dgm:cxn modelId="{2F7142E9-38F8-42B1-BFBA-77C91890E3DF}" type="presOf" srcId="{C60D0EA9-FC06-48A8-AFD5-6168ED2CCB65}" destId="{D9CB3A2E-221F-436B-9263-9604BDB776E4}" srcOrd="0" destOrd="0" presId="urn:microsoft.com/office/officeart/2018/5/layout/IconCircleLabelList"/>
    <dgm:cxn modelId="{5CC8EDFD-7E48-4FF3-9D32-B44EF87CBBBC}" type="presParOf" srcId="{CF569C7C-600F-4A46-B54B-7BF2CD0EF0F0}" destId="{2AAD6A68-D33D-44E4-B234-09D7B3F41D5A}" srcOrd="0" destOrd="0" presId="urn:microsoft.com/office/officeart/2018/5/layout/IconCircleLabelList"/>
    <dgm:cxn modelId="{5E8CB2D4-8B73-4AAA-AADB-9470693230AB}" type="presParOf" srcId="{2AAD6A68-D33D-44E4-B234-09D7B3F41D5A}" destId="{0F4AA69A-5449-4DE0-815D-D93F67557FC8}" srcOrd="0" destOrd="0" presId="urn:microsoft.com/office/officeart/2018/5/layout/IconCircleLabelList"/>
    <dgm:cxn modelId="{EC4EA979-D072-4C19-A2F2-7D379BB10325}" type="presParOf" srcId="{2AAD6A68-D33D-44E4-B234-09D7B3F41D5A}" destId="{E63BBEEF-5D66-4143-8FB9-4A344795F932}" srcOrd="1" destOrd="0" presId="urn:microsoft.com/office/officeart/2018/5/layout/IconCircleLabelList"/>
    <dgm:cxn modelId="{2C7ECFD5-B566-490E-ADA1-FF0617360103}" type="presParOf" srcId="{2AAD6A68-D33D-44E4-B234-09D7B3F41D5A}" destId="{47D22392-FBFB-4E20-92AB-C229EF3F8883}" srcOrd="2" destOrd="0" presId="urn:microsoft.com/office/officeart/2018/5/layout/IconCircleLabelList"/>
    <dgm:cxn modelId="{62D106F5-B506-495F-BB81-98CBAC38BC60}" type="presParOf" srcId="{2AAD6A68-D33D-44E4-B234-09D7B3F41D5A}" destId="{D9CB3A2E-221F-436B-9263-9604BDB776E4}" srcOrd="3" destOrd="0" presId="urn:microsoft.com/office/officeart/2018/5/layout/IconCircleLabelList"/>
    <dgm:cxn modelId="{0FA7F2B3-E3DE-4817-9115-09416FFBFD4C}" type="presParOf" srcId="{CF569C7C-600F-4A46-B54B-7BF2CD0EF0F0}" destId="{0AFA4F38-8938-4DD7-8597-568F1E963BA2}" srcOrd="1" destOrd="0" presId="urn:microsoft.com/office/officeart/2018/5/layout/IconCircleLabelList"/>
    <dgm:cxn modelId="{0E8F7369-DF65-4D01-B690-92E120B1EE8C}" type="presParOf" srcId="{CF569C7C-600F-4A46-B54B-7BF2CD0EF0F0}" destId="{6812A1BB-F7A3-4258-8C47-BEB58A9A8915}" srcOrd="2" destOrd="0" presId="urn:microsoft.com/office/officeart/2018/5/layout/IconCircleLabelList"/>
    <dgm:cxn modelId="{396ECF09-DB85-4A95-9F65-0CEF4DEB2858}" type="presParOf" srcId="{6812A1BB-F7A3-4258-8C47-BEB58A9A8915}" destId="{8B1CBF31-6B59-4F60-8032-6DD9D57A09C1}" srcOrd="0" destOrd="0" presId="urn:microsoft.com/office/officeart/2018/5/layout/IconCircleLabelList"/>
    <dgm:cxn modelId="{E17331A1-CD5C-42E9-9C93-E1687B92BC4E}" type="presParOf" srcId="{6812A1BB-F7A3-4258-8C47-BEB58A9A8915}" destId="{4B19279C-6C13-46B9-804E-6D00EB3E9621}" srcOrd="1" destOrd="0" presId="urn:microsoft.com/office/officeart/2018/5/layout/IconCircleLabelList"/>
    <dgm:cxn modelId="{64893C70-8529-43BC-9C29-89ED48CDEA9E}" type="presParOf" srcId="{6812A1BB-F7A3-4258-8C47-BEB58A9A8915}" destId="{D6DA0865-51C7-4703-A204-AE7049918C15}" srcOrd="2" destOrd="0" presId="urn:microsoft.com/office/officeart/2018/5/layout/IconCircleLabelList"/>
    <dgm:cxn modelId="{AAE713F6-DC08-4EC5-A32F-560766859769}" type="presParOf" srcId="{6812A1BB-F7A3-4258-8C47-BEB58A9A8915}" destId="{F10BCE75-255D-4BE7-8786-261FC0BEBB60}" srcOrd="3" destOrd="0" presId="urn:microsoft.com/office/officeart/2018/5/layout/IconCircleLabelList"/>
    <dgm:cxn modelId="{06DAD7E9-9BA5-4AB1-8BFD-190C69C7BA7A}" type="presParOf" srcId="{CF569C7C-600F-4A46-B54B-7BF2CD0EF0F0}" destId="{8D5893F1-458F-488E-A22D-7D3D3741C176}" srcOrd="3" destOrd="0" presId="urn:microsoft.com/office/officeart/2018/5/layout/IconCircleLabelList"/>
    <dgm:cxn modelId="{F4A8A400-BCCF-4A03-B1B3-07819387223A}" type="presParOf" srcId="{CF569C7C-600F-4A46-B54B-7BF2CD0EF0F0}" destId="{444EEDDA-F796-4E20-8DAA-BBDFB0A16CFF}" srcOrd="4" destOrd="0" presId="urn:microsoft.com/office/officeart/2018/5/layout/IconCircleLabelList"/>
    <dgm:cxn modelId="{E39511C4-250B-4462-B3E1-DB1888ECFCE8}" type="presParOf" srcId="{444EEDDA-F796-4E20-8DAA-BBDFB0A16CFF}" destId="{7CEB5020-8592-4DEE-8A16-B2E84243E749}" srcOrd="0" destOrd="0" presId="urn:microsoft.com/office/officeart/2018/5/layout/IconCircleLabelList"/>
    <dgm:cxn modelId="{2F1116FF-EE73-42CB-813A-73FB05A7F116}" type="presParOf" srcId="{444EEDDA-F796-4E20-8DAA-BBDFB0A16CFF}" destId="{51F238D8-23A6-488B-9B29-1A782FCDED65}" srcOrd="1" destOrd="0" presId="urn:microsoft.com/office/officeart/2018/5/layout/IconCircleLabelList"/>
    <dgm:cxn modelId="{D81426D7-2F56-4B97-BE72-80CEAD46D8DF}" type="presParOf" srcId="{444EEDDA-F796-4E20-8DAA-BBDFB0A16CFF}" destId="{B45F4A6D-AA01-4C75-A97E-8D2EC496D146}" srcOrd="2" destOrd="0" presId="urn:microsoft.com/office/officeart/2018/5/layout/IconCircleLabelList"/>
    <dgm:cxn modelId="{F90E4AA5-4179-4E11-9AEC-320C08C9F27A}" type="presParOf" srcId="{444EEDDA-F796-4E20-8DAA-BBDFB0A16CFF}" destId="{5B0D9C49-9472-4B11-9B49-347D17B391E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6741A7-420B-44C5-BE0A-1D482F66FEEC}" type="doc">
      <dgm:prSet loTypeId="urn:microsoft.com/office/officeart/2005/8/layout/default" loCatId="list" qsTypeId="urn:microsoft.com/office/officeart/2005/8/quickstyle/simple4" qsCatId="simple" csTypeId="urn:microsoft.com/office/officeart/2005/8/colors/accent0_3" csCatId="mainScheme"/>
      <dgm:spPr/>
      <dgm:t>
        <a:bodyPr/>
        <a:lstStyle/>
        <a:p>
          <a:endParaRPr lang="en-US"/>
        </a:p>
      </dgm:t>
    </dgm:pt>
    <dgm:pt modelId="{8F97B11F-E406-4BB1-A721-5F541457AFE2}">
      <dgm:prSet/>
      <dgm:spPr/>
      <dgm:t>
        <a:bodyPr/>
        <a:lstStyle/>
        <a:p>
          <a:r>
            <a:rPr lang="en-US" b="0" i="0" baseline="0" dirty="0">
              <a:latin typeface="Comic Sans MS" panose="030F0702030302020204" pitchFamily="66" charset="0"/>
            </a:rPr>
            <a:t>Waterfall Model</a:t>
          </a:r>
          <a:endParaRPr lang="en-US" dirty="0">
            <a:latin typeface="Comic Sans MS" panose="030F0702030302020204" pitchFamily="66" charset="0"/>
          </a:endParaRPr>
        </a:p>
      </dgm:t>
    </dgm:pt>
    <dgm:pt modelId="{9E83F443-0944-4400-A5A0-26BE2E10ADE1}" type="parTrans" cxnId="{5FD81142-E824-4CF1-A79C-74EE8CDDDB73}">
      <dgm:prSet/>
      <dgm:spPr/>
      <dgm:t>
        <a:bodyPr/>
        <a:lstStyle/>
        <a:p>
          <a:endParaRPr lang="en-US">
            <a:latin typeface="Comic Sans MS" panose="030F0702030302020204" pitchFamily="66" charset="0"/>
          </a:endParaRPr>
        </a:p>
      </dgm:t>
    </dgm:pt>
    <dgm:pt modelId="{46776D3E-87F5-45CE-BB9F-E91CCB3F6612}" type="sibTrans" cxnId="{5FD81142-E824-4CF1-A79C-74EE8CDDDB73}">
      <dgm:prSet/>
      <dgm:spPr/>
      <dgm:t>
        <a:bodyPr/>
        <a:lstStyle/>
        <a:p>
          <a:endParaRPr lang="en-US">
            <a:latin typeface="Comic Sans MS" panose="030F0702030302020204" pitchFamily="66" charset="0"/>
          </a:endParaRPr>
        </a:p>
      </dgm:t>
    </dgm:pt>
    <dgm:pt modelId="{BE612665-0BE6-4B35-B7E7-2B662F9BF721}">
      <dgm:prSet/>
      <dgm:spPr/>
      <dgm:t>
        <a:bodyPr/>
        <a:lstStyle/>
        <a:p>
          <a:r>
            <a:rPr lang="en-US" dirty="0">
              <a:latin typeface="Comic Sans MS" panose="030F0702030302020204" pitchFamily="66" charset="0"/>
            </a:rPr>
            <a:t>Spiral Model</a:t>
          </a:r>
        </a:p>
      </dgm:t>
    </dgm:pt>
    <dgm:pt modelId="{ECD35814-5A9C-4588-9A74-3C618D19DAF0}" type="parTrans" cxnId="{C48B9855-DC12-4507-A4D8-D0242E5CB87D}">
      <dgm:prSet/>
      <dgm:spPr/>
      <dgm:t>
        <a:bodyPr/>
        <a:lstStyle/>
        <a:p>
          <a:endParaRPr lang="en-US">
            <a:latin typeface="Comic Sans MS" panose="030F0702030302020204" pitchFamily="66" charset="0"/>
          </a:endParaRPr>
        </a:p>
      </dgm:t>
    </dgm:pt>
    <dgm:pt modelId="{9C8D4DBD-CE42-46B2-9015-3FBC95A706EB}" type="sibTrans" cxnId="{C48B9855-DC12-4507-A4D8-D0242E5CB87D}">
      <dgm:prSet/>
      <dgm:spPr/>
      <dgm:t>
        <a:bodyPr/>
        <a:lstStyle/>
        <a:p>
          <a:endParaRPr lang="en-US">
            <a:latin typeface="Comic Sans MS" panose="030F0702030302020204" pitchFamily="66" charset="0"/>
          </a:endParaRPr>
        </a:p>
      </dgm:t>
    </dgm:pt>
    <dgm:pt modelId="{E46AE531-2E7D-4F1C-9408-44F24D6ED322}">
      <dgm:prSet/>
      <dgm:spPr/>
      <dgm:t>
        <a:bodyPr/>
        <a:lstStyle/>
        <a:p>
          <a:r>
            <a:rPr lang="en-US" b="0" i="0" baseline="0" dirty="0">
              <a:latin typeface="Comic Sans MS" panose="030F0702030302020204" pitchFamily="66" charset="0"/>
            </a:rPr>
            <a:t>V-Model</a:t>
          </a:r>
          <a:endParaRPr lang="en-US" dirty="0">
            <a:latin typeface="Comic Sans MS" panose="030F0702030302020204" pitchFamily="66" charset="0"/>
          </a:endParaRPr>
        </a:p>
      </dgm:t>
    </dgm:pt>
    <dgm:pt modelId="{46B2F18D-0ED5-4111-849B-5694E5DF032F}" type="parTrans" cxnId="{266014AF-B462-4DC3-9982-0A70966DE735}">
      <dgm:prSet/>
      <dgm:spPr/>
      <dgm:t>
        <a:bodyPr/>
        <a:lstStyle/>
        <a:p>
          <a:endParaRPr lang="en-US">
            <a:latin typeface="Comic Sans MS" panose="030F0702030302020204" pitchFamily="66" charset="0"/>
          </a:endParaRPr>
        </a:p>
      </dgm:t>
    </dgm:pt>
    <dgm:pt modelId="{823E7E39-21A4-40C9-9268-35B396DFBC65}" type="sibTrans" cxnId="{266014AF-B462-4DC3-9982-0A70966DE735}">
      <dgm:prSet/>
      <dgm:spPr/>
      <dgm:t>
        <a:bodyPr/>
        <a:lstStyle/>
        <a:p>
          <a:endParaRPr lang="en-US">
            <a:latin typeface="Comic Sans MS" panose="030F0702030302020204" pitchFamily="66" charset="0"/>
          </a:endParaRPr>
        </a:p>
      </dgm:t>
    </dgm:pt>
    <dgm:pt modelId="{8EE5C661-3AED-49AE-9BE9-BF779DF234B2}">
      <dgm:prSet/>
      <dgm:spPr/>
      <dgm:t>
        <a:bodyPr/>
        <a:lstStyle/>
        <a:p>
          <a:r>
            <a:rPr lang="en-US" dirty="0">
              <a:latin typeface="Comic Sans MS" panose="030F0702030302020204" pitchFamily="66" charset="0"/>
            </a:rPr>
            <a:t>Agile Model</a:t>
          </a:r>
        </a:p>
      </dgm:t>
    </dgm:pt>
    <dgm:pt modelId="{EB4E22C4-FEB8-4F1F-95AA-0FB8076C6E04}" type="parTrans" cxnId="{E7CDC153-0BB6-4F65-A502-84143930434A}">
      <dgm:prSet/>
      <dgm:spPr/>
      <dgm:t>
        <a:bodyPr/>
        <a:lstStyle/>
        <a:p>
          <a:endParaRPr lang="en-US">
            <a:latin typeface="Comic Sans MS" panose="030F0702030302020204" pitchFamily="66" charset="0"/>
          </a:endParaRPr>
        </a:p>
      </dgm:t>
    </dgm:pt>
    <dgm:pt modelId="{260D2C55-EA84-4783-8A0B-5696AEE58A9D}" type="sibTrans" cxnId="{E7CDC153-0BB6-4F65-A502-84143930434A}">
      <dgm:prSet/>
      <dgm:spPr/>
      <dgm:t>
        <a:bodyPr/>
        <a:lstStyle/>
        <a:p>
          <a:endParaRPr lang="en-US">
            <a:latin typeface="Comic Sans MS" panose="030F0702030302020204" pitchFamily="66" charset="0"/>
          </a:endParaRPr>
        </a:p>
      </dgm:t>
    </dgm:pt>
    <dgm:pt modelId="{59210F79-EF27-40F6-B418-6FD1FEE42BBC}">
      <dgm:prSet/>
      <dgm:spPr/>
      <dgm:t>
        <a:bodyPr/>
        <a:lstStyle/>
        <a:p>
          <a:r>
            <a:rPr lang="en-US" b="0" i="0" baseline="0" dirty="0">
              <a:latin typeface="Comic Sans MS" panose="030F0702030302020204" pitchFamily="66" charset="0"/>
            </a:rPr>
            <a:t>Incremental Model</a:t>
          </a:r>
          <a:endParaRPr lang="en-US" dirty="0">
            <a:latin typeface="Comic Sans MS" panose="030F0702030302020204" pitchFamily="66" charset="0"/>
          </a:endParaRPr>
        </a:p>
      </dgm:t>
    </dgm:pt>
    <dgm:pt modelId="{FEE3E116-56CB-480A-935E-568FDCA70B8D}" type="parTrans" cxnId="{970D4973-2275-4962-AE12-D58FE1213579}">
      <dgm:prSet/>
      <dgm:spPr/>
      <dgm:t>
        <a:bodyPr/>
        <a:lstStyle/>
        <a:p>
          <a:endParaRPr lang="en-US">
            <a:latin typeface="Comic Sans MS" panose="030F0702030302020204" pitchFamily="66" charset="0"/>
          </a:endParaRPr>
        </a:p>
      </dgm:t>
    </dgm:pt>
    <dgm:pt modelId="{AD8D0421-7FA9-47DB-B65D-66D708717CE1}" type="sibTrans" cxnId="{970D4973-2275-4962-AE12-D58FE1213579}">
      <dgm:prSet/>
      <dgm:spPr/>
      <dgm:t>
        <a:bodyPr/>
        <a:lstStyle/>
        <a:p>
          <a:endParaRPr lang="en-US">
            <a:latin typeface="Comic Sans MS" panose="030F0702030302020204" pitchFamily="66" charset="0"/>
          </a:endParaRPr>
        </a:p>
      </dgm:t>
    </dgm:pt>
    <dgm:pt modelId="{D40A564B-40AD-4F22-B3D4-891FE2C56832}">
      <dgm:prSet/>
      <dgm:spPr/>
      <dgm:t>
        <a:bodyPr/>
        <a:lstStyle/>
        <a:p>
          <a:r>
            <a:rPr lang="en-US" dirty="0">
              <a:latin typeface="Comic Sans MS" panose="030F0702030302020204" pitchFamily="66" charset="0"/>
            </a:rPr>
            <a:t>RAD Model</a:t>
          </a:r>
        </a:p>
      </dgm:t>
    </dgm:pt>
    <dgm:pt modelId="{D50159C9-39F8-4546-ACAD-F76F701589ED}" type="parTrans" cxnId="{1567F709-52C4-41F7-BFBF-ADD07F380FFC}">
      <dgm:prSet/>
      <dgm:spPr/>
      <dgm:t>
        <a:bodyPr/>
        <a:lstStyle/>
        <a:p>
          <a:endParaRPr lang="en-US">
            <a:latin typeface="Comic Sans MS" panose="030F0702030302020204" pitchFamily="66" charset="0"/>
          </a:endParaRPr>
        </a:p>
      </dgm:t>
    </dgm:pt>
    <dgm:pt modelId="{C700436B-46F9-4750-8B0C-84ADB39E8B37}" type="sibTrans" cxnId="{1567F709-52C4-41F7-BFBF-ADD07F380FFC}">
      <dgm:prSet/>
      <dgm:spPr/>
      <dgm:t>
        <a:bodyPr/>
        <a:lstStyle/>
        <a:p>
          <a:endParaRPr lang="en-US">
            <a:latin typeface="Comic Sans MS" panose="030F0702030302020204" pitchFamily="66" charset="0"/>
          </a:endParaRPr>
        </a:p>
      </dgm:t>
    </dgm:pt>
    <dgm:pt modelId="{73D92FE8-2A59-4CCF-B926-F88E15114B05}" type="pres">
      <dgm:prSet presAssocID="{926741A7-420B-44C5-BE0A-1D482F66FEEC}" presName="diagram" presStyleCnt="0">
        <dgm:presLayoutVars>
          <dgm:dir/>
          <dgm:resizeHandles val="exact"/>
        </dgm:presLayoutVars>
      </dgm:prSet>
      <dgm:spPr/>
    </dgm:pt>
    <dgm:pt modelId="{D3C69639-DD3D-483D-807C-BCEB87D8D22F}" type="pres">
      <dgm:prSet presAssocID="{8F97B11F-E406-4BB1-A721-5F541457AFE2}" presName="node" presStyleLbl="node1" presStyleIdx="0" presStyleCnt="6">
        <dgm:presLayoutVars>
          <dgm:bulletEnabled val="1"/>
        </dgm:presLayoutVars>
      </dgm:prSet>
      <dgm:spPr/>
    </dgm:pt>
    <dgm:pt modelId="{742E7D03-DDF1-4F5D-BCB1-B414664F44AC}" type="pres">
      <dgm:prSet presAssocID="{46776D3E-87F5-45CE-BB9F-E91CCB3F6612}" presName="sibTrans" presStyleCnt="0"/>
      <dgm:spPr/>
    </dgm:pt>
    <dgm:pt modelId="{9A25FE97-F571-4876-8F62-7BB9A5FAEDA8}" type="pres">
      <dgm:prSet presAssocID="{BE612665-0BE6-4B35-B7E7-2B662F9BF721}" presName="node" presStyleLbl="node1" presStyleIdx="1" presStyleCnt="6">
        <dgm:presLayoutVars>
          <dgm:bulletEnabled val="1"/>
        </dgm:presLayoutVars>
      </dgm:prSet>
      <dgm:spPr/>
    </dgm:pt>
    <dgm:pt modelId="{5AF81AE7-B237-4396-8643-F243A12EE591}" type="pres">
      <dgm:prSet presAssocID="{9C8D4DBD-CE42-46B2-9015-3FBC95A706EB}" presName="sibTrans" presStyleCnt="0"/>
      <dgm:spPr/>
    </dgm:pt>
    <dgm:pt modelId="{5DBEF3FB-1DA9-48DF-AAFF-8877662100EB}" type="pres">
      <dgm:prSet presAssocID="{E46AE531-2E7D-4F1C-9408-44F24D6ED322}" presName="node" presStyleLbl="node1" presStyleIdx="2" presStyleCnt="6">
        <dgm:presLayoutVars>
          <dgm:bulletEnabled val="1"/>
        </dgm:presLayoutVars>
      </dgm:prSet>
      <dgm:spPr/>
    </dgm:pt>
    <dgm:pt modelId="{4E1CFF7E-1184-4799-9E34-60BA2A62B700}" type="pres">
      <dgm:prSet presAssocID="{823E7E39-21A4-40C9-9268-35B396DFBC65}" presName="sibTrans" presStyleCnt="0"/>
      <dgm:spPr/>
    </dgm:pt>
    <dgm:pt modelId="{628A515B-166E-4489-9138-3571CA5266DD}" type="pres">
      <dgm:prSet presAssocID="{8EE5C661-3AED-49AE-9BE9-BF779DF234B2}" presName="node" presStyleLbl="node1" presStyleIdx="3" presStyleCnt="6">
        <dgm:presLayoutVars>
          <dgm:bulletEnabled val="1"/>
        </dgm:presLayoutVars>
      </dgm:prSet>
      <dgm:spPr/>
    </dgm:pt>
    <dgm:pt modelId="{00E32BF0-93AA-4DD0-AF0B-9E72AFA30A1C}" type="pres">
      <dgm:prSet presAssocID="{260D2C55-EA84-4783-8A0B-5696AEE58A9D}" presName="sibTrans" presStyleCnt="0"/>
      <dgm:spPr/>
    </dgm:pt>
    <dgm:pt modelId="{E6C89F04-F3F3-4CB2-824C-1ED2A7255594}" type="pres">
      <dgm:prSet presAssocID="{59210F79-EF27-40F6-B418-6FD1FEE42BBC}" presName="node" presStyleLbl="node1" presStyleIdx="4" presStyleCnt="6">
        <dgm:presLayoutVars>
          <dgm:bulletEnabled val="1"/>
        </dgm:presLayoutVars>
      </dgm:prSet>
      <dgm:spPr/>
    </dgm:pt>
    <dgm:pt modelId="{F460826E-D071-46DC-9F87-10A9EE5E99D2}" type="pres">
      <dgm:prSet presAssocID="{AD8D0421-7FA9-47DB-B65D-66D708717CE1}" presName="sibTrans" presStyleCnt="0"/>
      <dgm:spPr/>
    </dgm:pt>
    <dgm:pt modelId="{6E27548E-5F55-49AB-87D2-31936431D635}" type="pres">
      <dgm:prSet presAssocID="{D40A564B-40AD-4F22-B3D4-891FE2C56832}" presName="node" presStyleLbl="node1" presStyleIdx="5" presStyleCnt="6">
        <dgm:presLayoutVars>
          <dgm:bulletEnabled val="1"/>
        </dgm:presLayoutVars>
      </dgm:prSet>
      <dgm:spPr/>
    </dgm:pt>
  </dgm:ptLst>
  <dgm:cxnLst>
    <dgm:cxn modelId="{1567F709-52C4-41F7-BFBF-ADD07F380FFC}" srcId="{926741A7-420B-44C5-BE0A-1D482F66FEEC}" destId="{D40A564B-40AD-4F22-B3D4-891FE2C56832}" srcOrd="5" destOrd="0" parTransId="{D50159C9-39F8-4546-ACAD-F76F701589ED}" sibTransId="{C700436B-46F9-4750-8B0C-84ADB39E8B37}"/>
    <dgm:cxn modelId="{F8CEBC10-2159-49BC-8C02-17099343F385}" type="presOf" srcId="{8F97B11F-E406-4BB1-A721-5F541457AFE2}" destId="{D3C69639-DD3D-483D-807C-BCEB87D8D22F}" srcOrd="0" destOrd="0" presId="urn:microsoft.com/office/officeart/2005/8/layout/default"/>
    <dgm:cxn modelId="{B8E02F19-6C19-4B9E-8444-4D9A52B3E1C4}" type="presOf" srcId="{8EE5C661-3AED-49AE-9BE9-BF779DF234B2}" destId="{628A515B-166E-4489-9138-3571CA5266DD}" srcOrd="0" destOrd="0" presId="urn:microsoft.com/office/officeart/2005/8/layout/default"/>
    <dgm:cxn modelId="{5FD81142-E824-4CF1-A79C-74EE8CDDDB73}" srcId="{926741A7-420B-44C5-BE0A-1D482F66FEEC}" destId="{8F97B11F-E406-4BB1-A721-5F541457AFE2}" srcOrd="0" destOrd="0" parTransId="{9E83F443-0944-4400-A5A0-26BE2E10ADE1}" sibTransId="{46776D3E-87F5-45CE-BB9F-E91CCB3F6612}"/>
    <dgm:cxn modelId="{EB10DA47-0CEF-4B2F-9CCF-C7E360C7C145}" type="presOf" srcId="{926741A7-420B-44C5-BE0A-1D482F66FEEC}" destId="{73D92FE8-2A59-4CCF-B926-F88E15114B05}" srcOrd="0" destOrd="0" presId="urn:microsoft.com/office/officeart/2005/8/layout/default"/>
    <dgm:cxn modelId="{970D4973-2275-4962-AE12-D58FE1213579}" srcId="{926741A7-420B-44C5-BE0A-1D482F66FEEC}" destId="{59210F79-EF27-40F6-B418-6FD1FEE42BBC}" srcOrd="4" destOrd="0" parTransId="{FEE3E116-56CB-480A-935E-568FDCA70B8D}" sibTransId="{AD8D0421-7FA9-47DB-B65D-66D708717CE1}"/>
    <dgm:cxn modelId="{E7CDC153-0BB6-4F65-A502-84143930434A}" srcId="{926741A7-420B-44C5-BE0A-1D482F66FEEC}" destId="{8EE5C661-3AED-49AE-9BE9-BF779DF234B2}" srcOrd="3" destOrd="0" parTransId="{EB4E22C4-FEB8-4F1F-95AA-0FB8076C6E04}" sibTransId="{260D2C55-EA84-4783-8A0B-5696AEE58A9D}"/>
    <dgm:cxn modelId="{C48B9855-DC12-4507-A4D8-D0242E5CB87D}" srcId="{926741A7-420B-44C5-BE0A-1D482F66FEEC}" destId="{BE612665-0BE6-4B35-B7E7-2B662F9BF721}" srcOrd="1" destOrd="0" parTransId="{ECD35814-5A9C-4588-9A74-3C618D19DAF0}" sibTransId="{9C8D4DBD-CE42-46B2-9015-3FBC95A706EB}"/>
    <dgm:cxn modelId="{D3BB2292-FAD8-4C67-8F22-2EA37F4F8B67}" type="presOf" srcId="{BE612665-0BE6-4B35-B7E7-2B662F9BF721}" destId="{9A25FE97-F571-4876-8F62-7BB9A5FAEDA8}" srcOrd="0" destOrd="0" presId="urn:microsoft.com/office/officeart/2005/8/layout/default"/>
    <dgm:cxn modelId="{9DD5289A-DA8B-4202-AA86-A6398A3B3178}" type="presOf" srcId="{E46AE531-2E7D-4F1C-9408-44F24D6ED322}" destId="{5DBEF3FB-1DA9-48DF-AAFF-8877662100EB}" srcOrd="0" destOrd="0" presId="urn:microsoft.com/office/officeart/2005/8/layout/default"/>
    <dgm:cxn modelId="{266014AF-B462-4DC3-9982-0A70966DE735}" srcId="{926741A7-420B-44C5-BE0A-1D482F66FEEC}" destId="{E46AE531-2E7D-4F1C-9408-44F24D6ED322}" srcOrd="2" destOrd="0" parTransId="{46B2F18D-0ED5-4111-849B-5694E5DF032F}" sibTransId="{823E7E39-21A4-40C9-9268-35B396DFBC65}"/>
    <dgm:cxn modelId="{362157B5-A41E-4913-BA43-516FBD37F6E5}" type="presOf" srcId="{D40A564B-40AD-4F22-B3D4-891FE2C56832}" destId="{6E27548E-5F55-49AB-87D2-31936431D635}" srcOrd="0" destOrd="0" presId="urn:microsoft.com/office/officeart/2005/8/layout/default"/>
    <dgm:cxn modelId="{FA7938E3-6F65-449C-AC04-37B9D85E58C0}" type="presOf" srcId="{59210F79-EF27-40F6-B418-6FD1FEE42BBC}" destId="{E6C89F04-F3F3-4CB2-824C-1ED2A7255594}" srcOrd="0" destOrd="0" presId="urn:microsoft.com/office/officeart/2005/8/layout/default"/>
    <dgm:cxn modelId="{72A64EE4-3698-40EA-BBAB-626DB455A925}" type="presParOf" srcId="{73D92FE8-2A59-4CCF-B926-F88E15114B05}" destId="{D3C69639-DD3D-483D-807C-BCEB87D8D22F}" srcOrd="0" destOrd="0" presId="urn:microsoft.com/office/officeart/2005/8/layout/default"/>
    <dgm:cxn modelId="{179E5473-9015-4AA6-98B9-877722070864}" type="presParOf" srcId="{73D92FE8-2A59-4CCF-B926-F88E15114B05}" destId="{742E7D03-DDF1-4F5D-BCB1-B414664F44AC}" srcOrd="1" destOrd="0" presId="urn:microsoft.com/office/officeart/2005/8/layout/default"/>
    <dgm:cxn modelId="{EC7D0C54-1AB3-4338-90F6-38A94D3FC17C}" type="presParOf" srcId="{73D92FE8-2A59-4CCF-B926-F88E15114B05}" destId="{9A25FE97-F571-4876-8F62-7BB9A5FAEDA8}" srcOrd="2" destOrd="0" presId="urn:microsoft.com/office/officeart/2005/8/layout/default"/>
    <dgm:cxn modelId="{0B31695D-1059-4C16-9056-B7BA583B3FF7}" type="presParOf" srcId="{73D92FE8-2A59-4CCF-B926-F88E15114B05}" destId="{5AF81AE7-B237-4396-8643-F243A12EE591}" srcOrd="3" destOrd="0" presId="urn:microsoft.com/office/officeart/2005/8/layout/default"/>
    <dgm:cxn modelId="{7F4F92A4-037B-4511-A0F3-C925A38CA8FB}" type="presParOf" srcId="{73D92FE8-2A59-4CCF-B926-F88E15114B05}" destId="{5DBEF3FB-1DA9-48DF-AAFF-8877662100EB}" srcOrd="4" destOrd="0" presId="urn:microsoft.com/office/officeart/2005/8/layout/default"/>
    <dgm:cxn modelId="{7C71161F-8F42-4971-BD50-13FEBE24CE5E}" type="presParOf" srcId="{73D92FE8-2A59-4CCF-B926-F88E15114B05}" destId="{4E1CFF7E-1184-4799-9E34-60BA2A62B700}" srcOrd="5" destOrd="0" presId="urn:microsoft.com/office/officeart/2005/8/layout/default"/>
    <dgm:cxn modelId="{98EDB408-A0F1-4DF6-8766-FD8755A8306F}" type="presParOf" srcId="{73D92FE8-2A59-4CCF-B926-F88E15114B05}" destId="{628A515B-166E-4489-9138-3571CA5266DD}" srcOrd="6" destOrd="0" presId="urn:microsoft.com/office/officeart/2005/8/layout/default"/>
    <dgm:cxn modelId="{83F34788-B30B-4EA7-A600-EA881C60F019}" type="presParOf" srcId="{73D92FE8-2A59-4CCF-B926-F88E15114B05}" destId="{00E32BF0-93AA-4DD0-AF0B-9E72AFA30A1C}" srcOrd="7" destOrd="0" presId="urn:microsoft.com/office/officeart/2005/8/layout/default"/>
    <dgm:cxn modelId="{C87D6CED-2307-4C62-BFF3-A12D16C96F42}" type="presParOf" srcId="{73D92FE8-2A59-4CCF-B926-F88E15114B05}" destId="{E6C89F04-F3F3-4CB2-824C-1ED2A7255594}" srcOrd="8" destOrd="0" presId="urn:microsoft.com/office/officeart/2005/8/layout/default"/>
    <dgm:cxn modelId="{ECF02C22-2FCB-4E63-B59A-7D99AE25F0FF}" type="presParOf" srcId="{73D92FE8-2A59-4CCF-B926-F88E15114B05}" destId="{F460826E-D071-46DC-9F87-10A9EE5E99D2}" srcOrd="9" destOrd="0" presId="urn:microsoft.com/office/officeart/2005/8/layout/default"/>
    <dgm:cxn modelId="{D51D8F2B-61BB-4AE1-83EB-C617528D3437}" type="presParOf" srcId="{73D92FE8-2A59-4CCF-B926-F88E15114B05}" destId="{6E27548E-5F55-49AB-87D2-31936431D635}"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9A8D33-8A03-4659-AF7B-DFCD38BD0A0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B53C640-ED8B-49AF-8BBE-1B6E37B17639}">
      <dgm:prSet/>
      <dgm:spPr/>
      <dgm:t>
        <a:bodyPr/>
        <a:lstStyle/>
        <a:p>
          <a:pPr>
            <a:lnSpc>
              <a:spcPct val="100000"/>
            </a:lnSpc>
          </a:pPr>
          <a:r>
            <a:rPr lang="en-IN" b="1" dirty="0">
              <a:latin typeface="Comic Sans MS" panose="030F0702030302020204" pitchFamily="66" charset="0"/>
            </a:rPr>
            <a:t>Risk Handling</a:t>
          </a:r>
          <a:endParaRPr lang="en-US" dirty="0">
            <a:latin typeface="Comic Sans MS" panose="030F0702030302020204" pitchFamily="66" charset="0"/>
          </a:endParaRPr>
        </a:p>
      </dgm:t>
    </dgm:pt>
    <dgm:pt modelId="{C0D9756E-6104-4071-BFA9-7E76551BC172}" type="parTrans" cxnId="{301545F1-222D-41E0-831B-0D29B783642E}">
      <dgm:prSet/>
      <dgm:spPr/>
      <dgm:t>
        <a:bodyPr/>
        <a:lstStyle/>
        <a:p>
          <a:endParaRPr lang="en-US">
            <a:latin typeface="Comic Sans MS" panose="030F0702030302020204" pitchFamily="66" charset="0"/>
          </a:endParaRPr>
        </a:p>
      </dgm:t>
    </dgm:pt>
    <dgm:pt modelId="{1595D8CF-CE2B-45B8-8240-4B7BD248FBBB}" type="sibTrans" cxnId="{301545F1-222D-41E0-831B-0D29B783642E}">
      <dgm:prSet/>
      <dgm:spPr/>
      <dgm:t>
        <a:bodyPr/>
        <a:lstStyle/>
        <a:p>
          <a:endParaRPr lang="en-US">
            <a:latin typeface="Comic Sans MS" panose="030F0702030302020204" pitchFamily="66" charset="0"/>
          </a:endParaRPr>
        </a:p>
      </dgm:t>
    </dgm:pt>
    <dgm:pt modelId="{ABFFD8F7-0F8D-4248-9A24-EB897896D6FA}">
      <dgm:prSet/>
      <dgm:spPr/>
      <dgm:t>
        <a:bodyPr/>
        <a:lstStyle/>
        <a:p>
          <a:pPr>
            <a:lnSpc>
              <a:spcPct val="100000"/>
            </a:lnSpc>
          </a:pPr>
          <a:r>
            <a:rPr lang="en-IN" b="1" dirty="0">
              <a:latin typeface="Comic Sans MS" panose="030F0702030302020204" pitchFamily="66" charset="0"/>
            </a:rPr>
            <a:t>Good for large, complex and high risk projects</a:t>
          </a:r>
          <a:endParaRPr lang="en-US" dirty="0">
            <a:latin typeface="Comic Sans MS" panose="030F0702030302020204" pitchFamily="66" charset="0"/>
          </a:endParaRPr>
        </a:p>
      </dgm:t>
    </dgm:pt>
    <dgm:pt modelId="{6376C289-9DCA-4E50-99A9-F8D168EC02AB}" type="parTrans" cxnId="{C2EB2A15-C5A0-4372-B74B-C52AA9456960}">
      <dgm:prSet/>
      <dgm:spPr/>
      <dgm:t>
        <a:bodyPr/>
        <a:lstStyle/>
        <a:p>
          <a:endParaRPr lang="en-US">
            <a:latin typeface="Comic Sans MS" panose="030F0702030302020204" pitchFamily="66" charset="0"/>
          </a:endParaRPr>
        </a:p>
      </dgm:t>
    </dgm:pt>
    <dgm:pt modelId="{0F6B7037-BDD3-4255-9C63-484A3CB0EDD0}" type="sibTrans" cxnId="{C2EB2A15-C5A0-4372-B74B-C52AA9456960}">
      <dgm:prSet/>
      <dgm:spPr/>
      <dgm:t>
        <a:bodyPr/>
        <a:lstStyle/>
        <a:p>
          <a:endParaRPr lang="en-US">
            <a:latin typeface="Comic Sans MS" panose="030F0702030302020204" pitchFamily="66" charset="0"/>
          </a:endParaRPr>
        </a:p>
      </dgm:t>
    </dgm:pt>
    <dgm:pt modelId="{C8631BDF-971D-48BE-BBEF-440C23B9EFE2}">
      <dgm:prSet/>
      <dgm:spPr/>
      <dgm:t>
        <a:bodyPr/>
        <a:lstStyle/>
        <a:p>
          <a:pPr>
            <a:lnSpc>
              <a:spcPct val="100000"/>
            </a:lnSpc>
          </a:pPr>
          <a:r>
            <a:rPr lang="en-IN" b="1" dirty="0">
              <a:latin typeface="Comic Sans MS" panose="030F0702030302020204" pitchFamily="66" charset="0"/>
            </a:rPr>
            <a:t>Flexibility in Requirements</a:t>
          </a:r>
          <a:endParaRPr lang="en-US" dirty="0">
            <a:latin typeface="Comic Sans MS" panose="030F0702030302020204" pitchFamily="66" charset="0"/>
          </a:endParaRPr>
        </a:p>
      </dgm:t>
    </dgm:pt>
    <dgm:pt modelId="{0B34FE3A-617F-44CC-B97C-876C7CE22707}" type="parTrans" cxnId="{33789365-CBF2-4A87-A549-CE3BDC3C5FC9}">
      <dgm:prSet/>
      <dgm:spPr/>
      <dgm:t>
        <a:bodyPr/>
        <a:lstStyle/>
        <a:p>
          <a:endParaRPr lang="en-US">
            <a:latin typeface="Comic Sans MS" panose="030F0702030302020204" pitchFamily="66" charset="0"/>
          </a:endParaRPr>
        </a:p>
      </dgm:t>
    </dgm:pt>
    <dgm:pt modelId="{6D9F534F-2481-4F4A-9444-49C5F5CA2752}" type="sibTrans" cxnId="{33789365-CBF2-4A87-A549-CE3BDC3C5FC9}">
      <dgm:prSet/>
      <dgm:spPr/>
      <dgm:t>
        <a:bodyPr/>
        <a:lstStyle/>
        <a:p>
          <a:endParaRPr lang="en-US">
            <a:latin typeface="Comic Sans MS" panose="030F0702030302020204" pitchFamily="66" charset="0"/>
          </a:endParaRPr>
        </a:p>
      </dgm:t>
    </dgm:pt>
    <dgm:pt modelId="{249AED41-26CA-42B8-8EBC-DA09C7723FBF}">
      <dgm:prSet/>
      <dgm:spPr/>
      <dgm:t>
        <a:bodyPr/>
        <a:lstStyle/>
        <a:p>
          <a:pPr>
            <a:lnSpc>
              <a:spcPct val="100000"/>
            </a:lnSpc>
          </a:pPr>
          <a:r>
            <a:rPr lang="en-IN" b="1" dirty="0">
              <a:latin typeface="Comic Sans MS" panose="030F0702030302020204" pitchFamily="66" charset="0"/>
            </a:rPr>
            <a:t>Customer Satisfaction</a:t>
          </a:r>
          <a:endParaRPr lang="en-US" dirty="0">
            <a:latin typeface="Comic Sans MS" panose="030F0702030302020204" pitchFamily="66" charset="0"/>
          </a:endParaRPr>
        </a:p>
      </dgm:t>
    </dgm:pt>
    <dgm:pt modelId="{DF8B72F3-E951-4FDB-99A0-CB4EF1083439}" type="parTrans" cxnId="{7CB685CD-916A-4BD3-B6B8-33D1F336597B}">
      <dgm:prSet/>
      <dgm:spPr/>
      <dgm:t>
        <a:bodyPr/>
        <a:lstStyle/>
        <a:p>
          <a:endParaRPr lang="en-US">
            <a:latin typeface="Comic Sans MS" panose="030F0702030302020204" pitchFamily="66" charset="0"/>
          </a:endParaRPr>
        </a:p>
      </dgm:t>
    </dgm:pt>
    <dgm:pt modelId="{E7BC2F76-A491-4FB8-8542-B5E7F224337E}" type="sibTrans" cxnId="{7CB685CD-916A-4BD3-B6B8-33D1F336597B}">
      <dgm:prSet/>
      <dgm:spPr/>
      <dgm:t>
        <a:bodyPr/>
        <a:lstStyle/>
        <a:p>
          <a:endParaRPr lang="en-US">
            <a:latin typeface="Comic Sans MS" panose="030F0702030302020204" pitchFamily="66" charset="0"/>
          </a:endParaRPr>
        </a:p>
      </dgm:t>
    </dgm:pt>
    <dgm:pt modelId="{F1573362-8EE6-4405-BCF4-8649E67A2FFF}">
      <dgm:prSet/>
      <dgm:spPr/>
      <dgm:t>
        <a:bodyPr/>
        <a:lstStyle/>
        <a:p>
          <a:pPr>
            <a:lnSpc>
              <a:spcPct val="100000"/>
            </a:lnSpc>
          </a:pPr>
          <a:r>
            <a:rPr lang="en-IN" b="1" dirty="0">
              <a:latin typeface="Comic Sans MS" panose="030F0702030302020204" pitchFamily="66" charset="0"/>
            </a:rPr>
            <a:t>Iterative and Incremental Approach</a:t>
          </a:r>
          <a:endParaRPr lang="en-US" dirty="0">
            <a:latin typeface="Comic Sans MS" panose="030F0702030302020204" pitchFamily="66" charset="0"/>
          </a:endParaRPr>
        </a:p>
      </dgm:t>
    </dgm:pt>
    <dgm:pt modelId="{41B8E04F-C790-43D6-B177-8349E5B41D66}" type="parTrans" cxnId="{568DEFB1-04A8-43FF-9523-5346E4961EDB}">
      <dgm:prSet/>
      <dgm:spPr/>
      <dgm:t>
        <a:bodyPr/>
        <a:lstStyle/>
        <a:p>
          <a:endParaRPr lang="en-US">
            <a:latin typeface="Comic Sans MS" panose="030F0702030302020204" pitchFamily="66" charset="0"/>
          </a:endParaRPr>
        </a:p>
      </dgm:t>
    </dgm:pt>
    <dgm:pt modelId="{9884EDF3-01E5-4750-896D-3D11D65E6A48}" type="sibTrans" cxnId="{568DEFB1-04A8-43FF-9523-5346E4961EDB}">
      <dgm:prSet/>
      <dgm:spPr/>
      <dgm:t>
        <a:bodyPr/>
        <a:lstStyle/>
        <a:p>
          <a:endParaRPr lang="en-US">
            <a:latin typeface="Comic Sans MS" panose="030F0702030302020204" pitchFamily="66" charset="0"/>
          </a:endParaRPr>
        </a:p>
      </dgm:t>
    </dgm:pt>
    <dgm:pt modelId="{9FDE8A2F-F7B2-4B20-A8DA-1B24259F308C}">
      <dgm:prSet/>
      <dgm:spPr/>
      <dgm:t>
        <a:bodyPr/>
        <a:lstStyle/>
        <a:p>
          <a:pPr>
            <a:lnSpc>
              <a:spcPct val="100000"/>
            </a:lnSpc>
          </a:pPr>
          <a:r>
            <a:rPr lang="en-IN" b="1" dirty="0">
              <a:latin typeface="Comic Sans MS" panose="030F0702030302020204" pitchFamily="66" charset="0"/>
            </a:rPr>
            <a:t>Emphasis on Risk Management</a:t>
          </a:r>
          <a:endParaRPr lang="en-US" dirty="0">
            <a:latin typeface="Comic Sans MS" panose="030F0702030302020204" pitchFamily="66" charset="0"/>
          </a:endParaRPr>
        </a:p>
      </dgm:t>
    </dgm:pt>
    <dgm:pt modelId="{B122DE87-DC3F-4DEF-826A-41076D4A6831}" type="parTrans" cxnId="{4FCD3028-EEE5-4801-9EEC-6ABF90852AB0}">
      <dgm:prSet/>
      <dgm:spPr/>
      <dgm:t>
        <a:bodyPr/>
        <a:lstStyle/>
        <a:p>
          <a:endParaRPr lang="en-US">
            <a:latin typeface="Comic Sans MS" panose="030F0702030302020204" pitchFamily="66" charset="0"/>
          </a:endParaRPr>
        </a:p>
      </dgm:t>
    </dgm:pt>
    <dgm:pt modelId="{657908F2-52EF-4F71-A0E3-483B2E801851}" type="sibTrans" cxnId="{4FCD3028-EEE5-4801-9EEC-6ABF90852AB0}">
      <dgm:prSet/>
      <dgm:spPr/>
      <dgm:t>
        <a:bodyPr/>
        <a:lstStyle/>
        <a:p>
          <a:endParaRPr lang="en-US">
            <a:latin typeface="Comic Sans MS" panose="030F0702030302020204" pitchFamily="66" charset="0"/>
          </a:endParaRPr>
        </a:p>
      </dgm:t>
    </dgm:pt>
    <dgm:pt modelId="{CF713BBD-7E32-420E-9796-B9FCC11F2278}">
      <dgm:prSet/>
      <dgm:spPr/>
      <dgm:t>
        <a:bodyPr/>
        <a:lstStyle/>
        <a:p>
          <a:pPr>
            <a:lnSpc>
              <a:spcPct val="100000"/>
            </a:lnSpc>
          </a:pPr>
          <a:r>
            <a:rPr lang="en-IN" b="1" dirty="0">
              <a:latin typeface="Comic Sans MS" panose="030F0702030302020204" pitchFamily="66" charset="0"/>
            </a:rPr>
            <a:t>Improved Communication</a:t>
          </a:r>
          <a:endParaRPr lang="en-US" dirty="0">
            <a:latin typeface="Comic Sans MS" panose="030F0702030302020204" pitchFamily="66" charset="0"/>
          </a:endParaRPr>
        </a:p>
      </dgm:t>
    </dgm:pt>
    <dgm:pt modelId="{F84DE7AC-0EC3-4166-820A-32FCC7CD0590}" type="parTrans" cxnId="{D4457AED-2C90-4711-B91B-677F74BB7540}">
      <dgm:prSet/>
      <dgm:spPr/>
      <dgm:t>
        <a:bodyPr/>
        <a:lstStyle/>
        <a:p>
          <a:endParaRPr lang="en-US">
            <a:latin typeface="Comic Sans MS" panose="030F0702030302020204" pitchFamily="66" charset="0"/>
          </a:endParaRPr>
        </a:p>
      </dgm:t>
    </dgm:pt>
    <dgm:pt modelId="{1D03F49A-A0DF-4D7E-8CB2-57194E55D270}" type="sibTrans" cxnId="{D4457AED-2C90-4711-B91B-677F74BB7540}">
      <dgm:prSet/>
      <dgm:spPr/>
      <dgm:t>
        <a:bodyPr/>
        <a:lstStyle/>
        <a:p>
          <a:endParaRPr lang="en-US">
            <a:latin typeface="Comic Sans MS" panose="030F0702030302020204" pitchFamily="66" charset="0"/>
          </a:endParaRPr>
        </a:p>
      </dgm:t>
    </dgm:pt>
    <dgm:pt modelId="{12E35DB0-6469-4E91-AA97-31566C0FAA6F}">
      <dgm:prSet/>
      <dgm:spPr/>
      <dgm:t>
        <a:bodyPr/>
        <a:lstStyle/>
        <a:p>
          <a:pPr>
            <a:lnSpc>
              <a:spcPct val="100000"/>
            </a:lnSpc>
          </a:pPr>
          <a:r>
            <a:rPr lang="en-IN" b="1" dirty="0">
              <a:latin typeface="Comic Sans MS" panose="030F0702030302020204" pitchFamily="66" charset="0"/>
            </a:rPr>
            <a:t>Improved Quality</a:t>
          </a:r>
          <a:endParaRPr lang="en-US" dirty="0">
            <a:latin typeface="Comic Sans MS" panose="030F0702030302020204" pitchFamily="66" charset="0"/>
          </a:endParaRPr>
        </a:p>
      </dgm:t>
    </dgm:pt>
    <dgm:pt modelId="{3D21CC2D-9FD5-4DAB-A8D9-988CA1E489F2}" type="parTrans" cxnId="{D9121611-ED13-4366-AEB9-AEE9B0AF0B0A}">
      <dgm:prSet/>
      <dgm:spPr/>
      <dgm:t>
        <a:bodyPr/>
        <a:lstStyle/>
        <a:p>
          <a:endParaRPr lang="en-US">
            <a:latin typeface="Comic Sans MS" panose="030F0702030302020204" pitchFamily="66" charset="0"/>
          </a:endParaRPr>
        </a:p>
      </dgm:t>
    </dgm:pt>
    <dgm:pt modelId="{EF04A43D-9794-4D23-8428-90694A0300D6}" type="sibTrans" cxnId="{D9121611-ED13-4366-AEB9-AEE9B0AF0B0A}">
      <dgm:prSet/>
      <dgm:spPr/>
      <dgm:t>
        <a:bodyPr/>
        <a:lstStyle/>
        <a:p>
          <a:endParaRPr lang="en-US">
            <a:latin typeface="Comic Sans MS" panose="030F0702030302020204" pitchFamily="66" charset="0"/>
          </a:endParaRPr>
        </a:p>
      </dgm:t>
    </dgm:pt>
    <dgm:pt modelId="{4F20FA22-3EE2-40E0-842A-D03AD538D704}" type="pres">
      <dgm:prSet presAssocID="{819A8D33-8A03-4659-AF7B-DFCD38BD0A0F}" presName="root" presStyleCnt="0">
        <dgm:presLayoutVars>
          <dgm:dir/>
          <dgm:resizeHandles val="exact"/>
        </dgm:presLayoutVars>
      </dgm:prSet>
      <dgm:spPr/>
    </dgm:pt>
    <dgm:pt modelId="{FC7D3442-D846-4C08-9AA1-7EA1EA751433}" type="pres">
      <dgm:prSet presAssocID="{4B53C640-ED8B-49AF-8BBE-1B6E37B17639}" presName="compNode" presStyleCnt="0"/>
      <dgm:spPr/>
    </dgm:pt>
    <dgm:pt modelId="{0A32D628-E0B2-4E79-A863-DFDC942826F4}" type="pres">
      <dgm:prSet presAssocID="{4B53C640-ED8B-49AF-8BBE-1B6E37B17639}" presName="bgRect" presStyleLbl="bgShp" presStyleIdx="0" presStyleCnt="8"/>
      <dgm:spPr/>
    </dgm:pt>
    <dgm:pt modelId="{AE0BF7C2-DAD7-4571-B9FE-F76CE8900545}" type="pres">
      <dgm:prSet presAssocID="{4B53C640-ED8B-49AF-8BBE-1B6E37B17639}"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 List"/>
        </a:ext>
      </dgm:extLst>
    </dgm:pt>
    <dgm:pt modelId="{2D720FC3-4854-49E3-81D0-8C8346836077}" type="pres">
      <dgm:prSet presAssocID="{4B53C640-ED8B-49AF-8BBE-1B6E37B17639}" presName="spaceRect" presStyleCnt="0"/>
      <dgm:spPr/>
    </dgm:pt>
    <dgm:pt modelId="{C3805099-4D18-4ECC-884E-B8DE01D9EAA3}" type="pres">
      <dgm:prSet presAssocID="{4B53C640-ED8B-49AF-8BBE-1B6E37B17639}" presName="parTx" presStyleLbl="revTx" presStyleIdx="0" presStyleCnt="8">
        <dgm:presLayoutVars>
          <dgm:chMax val="0"/>
          <dgm:chPref val="0"/>
        </dgm:presLayoutVars>
      </dgm:prSet>
      <dgm:spPr/>
    </dgm:pt>
    <dgm:pt modelId="{BC593F71-C92B-4169-9898-CBF0C9CBA5C7}" type="pres">
      <dgm:prSet presAssocID="{1595D8CF-CE2B-45B8-8240-4B7BD248FBBB}" presName="sibTrans" presStyleCnt="0"/>
      <dgm:spPr/>
    </dgm:pt>
    <dgm:pt modelId="{2EE2CCCF-B9B9-484B-9CA9-B55A6231187E}" type="pres">
      <dgm:prSet presAssocID="{ABFFD8F7-0F8D-4248-9A24-EB897896D6FA}" presName="compNode" presStyleCnt="0"/>
      <dgm:spPr/>
    </dgm:pt>
    <dgm:pt modelId="{906BEDD9-31C4-431A-893E-2A11AB380A84}" type="pres">
      <dgm:prSet presAssocID="{ABFFD8F7-0F8D-4248-9A24-EB897896D6FA}" presName="bgRect" presStyleLbl="bgShp" presStyleIdx="1" presStyleCnt="8"/>
      <dgm:spPr/>
    </dgm:pt>
    <dgm:pt modelId="{61093C49-38C1-4A40-BEAA-3CF81F538B23}" type="pres">
      <dgm:prSet presAssocID="{ABFFD8F7-0F8D-4248-9A24-EB897896D6F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w Team Project"/>
        </a:ext>
      </dgm:extLst>
    </dgm:pt>
    <dgm:pt modelId="{77035E82-97B3-4BD7-AB35-EA9E88C98BD0}" type="pres">
      <dgm:prSet presAssocID="{ABFFD8F7-0F8D-4248-9A24-EB897896D6FA}" presName="spaceRect" presStyleCnt="0"/>
      <dgm:spPr/>
    </dgm:pt>
    <dgm:pt modelId="{FA104360-83A5-401B-AAF7-2478C7AE4D82}" type="pres">
      <dgm:prSet presAssocID="{ABFFD8F7-0F8D-4248-9A24-EB897896D6FA}" presName="parTx" presStyleLbl="revTx" presStyleIdx="1" presStyleCnt="8">
        <dgm:presLayoutVars>
          <dgm:chMax val="0"/>
          <dgm:chPref val="0"/>
        </dgm:presLayoutVars>
      </dgm:prSet>
      <dgm:spPr/>
    </dgm:pt>
    <dgm:pt modelId="{B08ABD0D-F4AA-44E7-9900-FF25706CFE53}" type="pres">
      <dgm:prSet presAssocID="{0F6B7037-BDD3-4255-9C63-484A3CB0EDD0}" presName="sibTrans" presStyleCnt="0"/>
      <dgm:spPr/>
    </dgm:pt>
    <dgm:pt modelId="{8E3A0717-69D1-4B2E-A36E-0111E0B372F7}" type="pres">
      <dgm:prSet presAssocID="{C8631BDF-971D-48BE-BBEF-440C23B9EFE2}" presName="compNode" presStyleCnt="0"/>
      <dgm:spPr/>
    </dgm:pt>
    <dgm:pt modelId="{D44CB5CC-F8CF-4843-A93B-45C0BD99A1E4}" type="pres">
      <dgm:prSet presAssocID="{C8631BDF-971D-48BE-BBEF-440C23B9EFE2}" presName="bgRect" presStyleLbl="bgShp" presStyleIdx="2" presStyleCnt="8"/>
      <dgm:spPr/>
    </dgm:pt>
    <dgm:pt modelId="{C8BF7845-43ED-474A-9C97-2E01B627B41E}" type="pres">
      <dgm:prSet presAssocID="{C8631BDF-971D-48BE-BBEF-440C23B9EFE2}"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eploy"/>
        </a:ext>
      </dgm:extLst>
    </dgm:pt>
    <dgm:pt modelId="{8D558E0F-4D2E-4AB4-9A39-2B2E58386B01}" type="pres">
      <dgm:prSet presAssocID="{C8631BDF-971D-48BE-BBEF-440C23B9EFE2}" presName="spaceRect" presStyleCnt="0"/>
      <dgm:spPr/>
    </dgm:pt>
    <dgm:pt modelId="{51ECCF48-3A10-4C3C-96DF-B012FB6DAE11}" type="pres">
      <dgm:prSet presAssocID="{C8631BDF-971D-48BE-BBEF-440C23B9EFE2}" presName="parTx" presStyleLbl="revTx" presStyleIdx="2" presStyleCnt="8">
        <dgm:presLayoutVars>
          <dgm:chMax val="0"/>
          <dgm:chPref val="0"/>
        </dgm:presLayoutVars>
      </dgm:prSet>
      <dgm:spPr/>
    </dgm:pt>
    <dgm:pt modelId="{8BB9ED03-1A82-4182-B545-CDA37115EA9E}" type="pres">
      <dgm:prSet presAssocID="{6D9F534F-2481-4F4A-9444-49C5F5CA2752}" presName="sibTrans" presStyleCnt="0"/>
      <dgm:spPr/>
    </dgm:pt>
    <dgm:pt modelId="{C2477D2D-653D-4A78-9A3E-F011FFBEFB87}" type="pres">
      <dgm:prSet presAssocID="{249AED41-26CA-42B8-8EBC-DA09C7723FBF}" presName="compNode" presStyleCnt="0"/>
      <dgm:spPr/>
    </dgm:pt>
    <dgm:pt modelId="{4A9BF1C2-E6E1-4980-9FC5-7EF23628078A}" type="pres">
      <dgm:prSet presAssocID="{249AED41-26CA-42B8-8EBC-DA09C7723FBF}" presName="bgRect" presStyleLbl="bgShp" presStyleIdx="3" presStyleCnt="8"/>
      <dgm:spPr/>
    </dgm:pt>
    <dgm:pt modelId="{CA881430-FE63-4C4E-BAE3-2F11A95D5CCE}" type="pres">
      <dgm:prSet presAssocID="{249AED41-26CA-42B8-8EBC-DA09C7723FB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RM Customer Insights App"/>
        </a:ext>
      </dgm:extLst>
    </dgm:pt>
    <dgm:pt modelId="{DD033D65-0BAC-4BCE-A402-363CE900343E}" type="pres">
      <dgm:prSet presAssocID="{249AED41-26CA-42B8-8EBC-DA09C7723FBF}" presName="spaceRect" presStyleCnt="0"/>
      <dgm:spPr/>
    </dgm:pt>
    <dgm:pt modelId="{E09330C3-71AC-493A-B046-BE57D40E7B42}" type="pres">
      <dgm:prSet presAssocID="{249AED41-26CA-42B8-8EBC-DA09C7723FBF}" presName="parTx" presStyleLbl="revTx" presStyleIdx="3" presStyleCnt="8">
        <dgm:presLayoutVars>
          <dgm:chMax val="0"/>
          <dgm:chPref val="0"/>
        </dgm:presLayoutVars>
      </dgm:prSet>
      <dgm:spPr/>
    </dgm:pt>
    <dgm:pt modelId="{0BBDD4D9-0658-4A1D-8165-8A0556705DC9}" type="pres">
      <dgm:prSet presAssocID="{E7BC2F76-A491-4FB8-8542-B5E7F224337E}" presName="sibTrans" presStyleCnt="0"/>
      <dgm:spPr/>
    </dgm:pt>
    <dgm:pt modelId="{D4397C68-2D0F-49D4-8EC8-431710636D56}" type="pres">
      <dgm:prSet presAssocID="{F1573362-8EE6-4405-BCF4-8649E67A2FFF}" presName="compNode" presStyleCnt="0"/>
      <dgm:spPr/>
    </dgm:pt>
    <dgm:pt modelId="{D9B7A061-96F0-4999-98F9-8567366A26A0}" type="pres">
      <dgm:prSet presAssocID="{F1573362-8EE6-4405-BCF4-8649E67A2FFF}" presName="bgRect" presStyleLbl="bgShp" presStyleIdx="4" presStyleCnt="8"/>
      <dgm:spPr/>
    </dgm:pt>
    <dgm:pt modelId="{2803617A-F180-4D01-ACB1-9540FD1559A7}" type="pres">
      <dgm:prSet presAssocID="{F1573362-8EE6-4405-BCF4-8649E67A2FFF}"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aptop Secure"/>
        </a:ext>
      </dgm:extLst>
    </dgm:pt>
    <dgm:pt modelId="{830EE9B9-3A9E-4E94-BE19-7447BFA363BA}" type="pres">
      <dgm:prSet presAssocID="{F1573362-8EE6-4405-BCF4-8649E67A2FFF}" presName="spaceRect" presStyleCnt="0"/>
      <dgm:spPr/>
    </dgm:pt>
    <dgm:pt modelId="{792AD24D-FE4E-4EC0-876E-2C4D780AB86A}" type="pres">
      <dgm:prSet presAssocID="{F1573362-8EE6-4405-BCF4-8649E67A2FFF}" presName="parTx" presStyleLbl="revTx" presStyleIdx="4" presStyleCnt="8">
        <dgm:presLayoutVars>
          <dgm:chMax val="0"/>
          <dgm:chPref val="0"/>
        </dgm:presLayoutVars>
      </dgm:prSet>
      <dgm:spPr/>
    </dgm:pt>
    <dgm:pt modelId="{B182479A-11F0-410A-BC9D-9E73E48E2506}" type="pres">
      <dgm:prSet presAssocID="{9884EDF3-01E5-4750-896D-3D11D65E6A48}" presName="sibTrans" presStyleCnt="0"/>
      <dgm:spPr/>
    </dgm:pt>
    <dgm:pt modelId="{32B28159-DABA-4513-A2CD-6D00FA164EC1}" type="pres">
      <dgm:prSet presAssocID="{9FDE8A2F-F7B2-4B20-A8DA-1B24259F308C}" presName="compNode" presStyleCnt="0"/>
      <dgm:spPr/>
    </dgm:pt>
    <dgm:pt modelId="{0A7E2972-0266-4A5E-B8A5-433017156698}" type="pres">
      <dgm:prSet presAssocID="{9FDE8A2F-F7B2-4B20-A8DA-1B24259F308C}" presName="bgRect" presStyleLbl="bgShp" presStyleIdx="5" presStyleCnt="8"/>
      <dgm:spPr/>
    </dgm:pt>
    <dgm:pt modelId="{15FE4365-BEA4-4B52-A035-24CBFBAB743A}" type="pres">
      <dgm:prSet presAssocID="{9FDE8A2F-F7B2-4B20-A8DA-1B24259F308C}"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Error"/>
        </a:ext>
      </dgm:extLst>
    </dgm:pt>
    <dgm:pt modelId="{4E068D06-4563-4AB1-9A11-D95E79BFF039}" type="pres">
      <dgm:prSet presAssocID="{9FDE8A2F-F7B2-4B20-A8DA-1B24259F308C}" presName="spaceRect" presStyleCnt="0"/>
      <dgm:spPr/>
    </dgm:pt>
    <dgm:pt modelId="{496EEEAC-B54F-4A04-8794-60EF95393FE1}" type="pres">
      <dgm:prSet presAssocID="{9FDE8A2F-F7B2-4B20-A8DA-1B24259F308C}" presName="parTx" presStyleLbl="revTx" presStyleIdx="5" presStyleCnt="8">
        <dgm:presLayoutVars>
          <dgm:chMax val="0"/>
          <dgm:chPref val="0"/>
        </dgm:presLayoutVars>
      </dgm:prSet>
      <dgm:spPr/>
    </dgm:pt>
    <dgm:pt modelId="{6C7B2004-8DD7-4209-8CAC-35D9F9668129}" type="pres">
      <dgm:prSet presAssocID="{657908F2-52EF-4F71-A0E3-483B2E801851}" presName="sibTrans" presStyleCnt="0"/>
      <dgm:spPr/>
    </dgm:pt>
    <dgm:pt modelId="{3DE5663F-5849-4B00-B66E-AE143926AEA9}" type="pres">
      <dgm:prSet presAssocID="{CF713BBD-7E32-420E-9796-B9FCC11F2278}" presName="compNode" presStyleCnt="0"/>
      <dgm:spPr/>
    </dgm:pt>
    <dgm:pt modelId="{988D9861-814E-47A7-810C-5387C7CF55FF}" type="pres">
      <dgm:prSet presAssocID="{CF713BBD-7E32-420E-9796-B9FCC11F2278}" presName="bgRect" presStyleLbl="bgShp" presStyleIdx="6" presStyleCnt="8"/>
      <dgm:spPr/>
    </dgm:pt>
    <dgm:pt modelId="{48D66ABF-588B-4980-8F6C-0772A968AB6B}" type="pres">
      <dgm:prSet presAssocID="{CF713BBD-7E32-420E-9796-B9FCC11F2278}"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Media"/>
        </a:ext>
      </dgm:extLst>
    </dgm:pt>
    <dgm:pt modelId="{3C23FD13-2B24-402C-884D-29569AA13BBA}" type="pres">
      <dgm:prSet presAssocID="{CF713BBD-7E32-420E-9796-B9FCC11F2278}" presName="spaceRect" presStyleCnt="0"/>
      <dgm:spPr/>
    </dgm:pt>
    <dgm:pt modelId="{38FF474E-0425-4C18-A801-94B477BACFD6}" type="pres">
      <dgm:prSet presAssocID="{CF713BBD-7E32-420E-9796-B9FCC11F2278}" presName="parTx" presStyleLbl="revTx" presStyleIdx="6" presStyleCnt="8">
        <dgm:presLayoutVars>
          <dgm:chMax val="0"/>
          <dgm:chPref val="0"/>
        </dgm:presLayoutVars>
      </dgm:prSet>
      <dgm:spPr/>
    </dgm:pt>
    <dgm:pt modelId="{9E8711C8-AC47-4BD9-A0C7-D0D2A1D58E87}" type="pres">
      <dgm:prSet presAssocID="{1D03F49A-A0DF-4D7E-8CB2-57194E55D270}" presName="sibTrans" presStyleCnt="0"/>
      <dgm:spPr/>
    </dgm:pt>
    <dgm:pt modelId="{CC0C36C0-3632-4751-92C2-C7D685715D17}" type="pres">
      <dgm:prSet presAssocID="{12E35DB0-6469-4E91-AA97-31566C0FAA6F}" presName="compNode" presStyleCnt="0"/>
      <dgm:spPr/>
    </dgm:pt>
    <dgm:pt modelId="{052FDA6E-60DE-4593-8E17-48B769D02847}" type="pres">
      <dgm:prSet presAssocID="{12E35DB0-6469-4E91-AA97-31566C0FAA6F}" presName="bgRect" presStyleLbl="bgShp" presStyleIdx="7" presStyleCnt="8"/>
      <dgm:spPr/>
    </dgm:pt>
    <dgm:pt modelId="{822AF5AD-893D-409E-82D4-D8EBCE67D199}" type="pres">
      <dgm:prSet presAssocID="{12E35DB0-6469-4E91-AA97-31566C0FAA6F}"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Package"/>
        </a:ext>
      </dgm:extLst>
    </dgm:pt>
    <dgm:pt modelId="{5BF448FC-2860-480B-BB70-8676700C4B1F}" type="pres">
      <dgm:prSet presAssocID="{12E35DB0-6469-4E91-AA97-31566C0FAA6F}" presName="spaceRect" presStyleCnt="0"/>
      <dgm:spPr/>
    </dgm:pt>
    <dgm:pt modelId="{8F6C0624-90B4-49FF-B535-18CAB76FCB6D}" type="pres">
      <dgm:prSet presAssocID="{12E35DB0-6469-4E91-AA97-31566C0FAA6F}" presName="parTx" presStyleLbl="revTx" presStyleIdx="7" presStyleCnt="8">
        <dgm:presLayoutVars>
          <dgm:chMax val="0"/>
          <dgm:chPref val="0"/>
        </dgm:presLayoutVars>
      </dgm:prSet>
      <dgm:spPr/>
    </dgm:pt>
  </dgm:ptLst>
  <dgm:cxnLst>
    <dgm:cxn modelId="{2E618D01-9D4A-4145-A3CF-5A0F662F4327}" type="presOf" srcId="{C8631BDF-971D-48BE-BBEF-440C23B9EFE2}" destId="{51ECCF48-3A10-4C3C-96DF-B012FB6DAE11}" srcOrd="0" destOrd="0" presId="urn:microsoft.com/office/officeart/2018/2/layout/IconVerticalSolidList"/>
    <dgm:cxn modelId="{D9121611-ED13-4366-AEB9-AEE9B0AF0B0A}" srcId="{819A8D33-8A03-4659-AF7B-DFCD38BD0A0F}" destId="{12E35DB0-6469-4E91-AA97-31566C0FAA6F}" srcOrd="7" destOrd="0" parTransId="{3D21CC2D-9FD5-4DAB-A8D9-988CA1E489F2}" sibTransId="{EF04A43D-9794-4D23-8428-90694A0300D6}"/>
    <dgm:cxn modelId="{C2EB2A15-C5A0-4372-B74B-C52AA9456960}" srcId="{819A8D33-8A03-4659-AF7B-DFCD38BD0A0F}" destId="{ABFFD8F7-0F8D-4248-9A24-EB897896D6FA}" srcOrd="1" destOrd="0" parTransId="{6376C289-9DCA-4E50-99A9-F8D168EC02AB}" sibTransId="{0F6B7037-BDD3-4255-9C63-484A3CB0EDD0}"/>
    <dgm:cxn modelId="{4FCD3028-EEE5-4801-9EEC-6ABF90852AB0}" srcId="{819A8D33-8A03-4659-AF7B-DFCD38BD0A0F}" destId="{9FDE8A2F-F7B2-4B20-A8DA-1B24259F308C}" srcOrd="5" destOrd="0" parTransId="{B122DE87-DC3F-4DEF-826A-41076D4A6831}" sibTransId="{657908F2-52EF-4F71-A0E3-483B2E801851}"/>
    <dgm:cxn modelId="{E2FC5C35-7185-44D8-9A86-1E0758B962C7}" type="presOf" srcId="{4B53C640-ED8B-49AF-8BBE-1B6E37B17639}" destId="{C3805099-4D18-4ECC-884E-B8DE01D9EAA3}" srcOrd="0" destOrd="0" presId="urn:microsoft.com/office/officeart/2018/2/layout/IconVerticalSolidList"/>
    <dgm:cxn modelId="{76711144-C8AB-4FDD-ADC7-342A8CA6097E}" type="presOf" srcId="{249AED41-26CA-42B8-8EBC-DA09C7723FBF}" destId="{E09330C3-71AC-493A-B046-BE57D40E7B42}" srcOrd="0" destOrd="0" presId="urn:microsoft.com/office/officeart/2018/2/layout/IconVerticalSolidList"/>
    <dgm:cxn modelId="{33789365-CBF2-4A87-A549-CE3BDC3C5FC9}" srcId="{819A8D33-8A03-4659-AF7B-DFCD38BD0A0F}" destId="{C8631BDF-971D-48BE-BBEF-440C23B9EFE2}" srcOrd="2" destOrd="0" parTransId="{0B34FE3A-617F-44CC-B97C-876C7CE22707}" sibTransId="{6D9F534F-2481-4F4A-9444-49C5F5CA2752}"/>
    <dgm:cxn modelId="{2A9FFB46-9407-49EE-B798-3B45F216D83D}" type="presOf" srcId="{CF713BBD-7E32-420E-9796-B9FCC11F2278}" destId="{38FF474E-0425-4C18-A801-94B477BACFD6}" srcOrd="0" destOrd="0" presId="urn:microsoft.com/office/officeart/2018/2/layout/IconVerticalSolidList"/>
    <dgm:cxn modelId="{690B016D-35D1-4151-9DB1-6E51CCD3B5D6}" type="presOf" srcId="{ABFFD8F7-0F8D-4248-9A24-EB897896D6FA}" destId="{FA104360-83A5-401B-AAF7-2478C7AE4D82}" srcOrd="0" destOrd="0" presId="urn:microsoft.com/office/officeart/2018/2/layout/IconVerticalSolidList"/>
    <dgm:cxn modelId="{4A83D6A2-10FB-4E08-83BE-1D9666C1D006}" type="presOf" srcId="{9FDE8A2F-F7B2-4B20-A8DA-1B24259F308C}" destId="{496EEEAC-B54F-4A04-8794-60EF95393FE1}" srcOrd="0" destOrd="0" presId="urn:microsoft.com/office/officeart/2018/2/layout/IconVerticalSolidList"/>
    <dgm:cxn modelId="{B8C6F3A5-3D72-4EFA-81AC-29E9551A39D0}" type="presOf" srcId="{F1573362-8EE6-4405-BCF4-8649E67A2FFF}" destId="{792AD24D-FE4E-4EC0-876E-2C4D780AB86A}" srcOrd="0" destOrd="0" presId="urn:microsoft.com/office/officeart/2018/2/layout/IconVerticalSolidList"/>
    <dgm:cxn modelId="{568DEFB1-04A8-43FF-9523-5346E4961EDB}" srcId="{819A8D33-8A03-4659-AF7B-DFCD38BD0A0F}" destId="{F1573362-8EE6-4405-BCF4-8649E67A2FFF}" srcOrd="4" destOrd="0" parTransId="{41B8E04F-C790-43D6-B177-8349E5B41D66}" sibTransId="{9884EDF3-01E5-4750-896D-3D11D65E6A48}"/>
    <dgm:cxn modelId="{11BE56B2-7EDD-423B-9535-0B616E74DF4D}" type="presOf" srcId="{12E35DB0-6469-4E91-AA97-31566C0FAA6F}" destId="{8F6C0624-90B4-49FF-B535-18CAB76FCB6D}" srcOrd="0" destOrd="0" presId="urn:microsoft.com/office/officeart/2018/2/layout/IconVerticalSolidList"/>
    <dgm:cxn modelId="{7CB685CD-916A-4BD3-B6B8-33D1F336597B}" srcId="{819A8D33-8A03-4659-AF7B-DFCD38BD0A0F}" destId="{249AED41-26CA-42B8-8EBC-DA09C7723FBF}" srcOrd="3" destOrd="0" parTransId="{DF8B72F3-E951-4FDB-99A0-CB4EF1083439}" sibTransId="{E7BC2F76-A491-4FB8-8542-B5E7F224337E}"/>
    <dgm:cxn modelId="{186CCEDB-2B4A-4373-9973-2F21275EFDAB}" type="presOf" srcId="{819A8D33-8A03-4659-AF7B-DFCD38BD0A0F}" destId="{4F20FA22-3EE2-40E0-842A-D03AD538D704}" srcOrd="0" destOrd="0" presId="urn:microsoft.com/office/officeart/2018/2/layout/IconVerticalSolidList"/>
    <dgm:cxn modelId="{D4457AED-2C90-4711-B91B-677F74BB7540}" srcId="{819A8D33-8A03-4659-AF7B-DFCD38BD0A0F}" destId="{CF713BBD-7E32-420E-9796-B9FCC11F2278}" srcOrd="6" destOrd="0" parTransId="{F84DE7AC-0EC3-4166-820A-32FCC7CD0590}" sibTransId="{1D03F49A-A0DF-4D7E-8CB2-57194E55D270}"/>
    <dgm:cxn modelId="{301545F1-222D-41E0-831B-0D29B783642E}" srcId="{819A8D33-8A03-4659-AF7B-DFCD38BD0A0F}" destId="{4B53C640-ED8B-49AF-8BBE-1B6E37B17639}" srcOrd="0" destOrd="0" parTransId="{C0D9756E-6104-4071-BFA9-7E76551BC172}" sibTransId="{1595D8CF-CE2B-45B8-8240-4B7BD248FBBB}"/>
    <dgm:cxn modelId="{5B0102AC-47E8-4D94-AC8A-28F268AF15D3}" type="presParOf" srcId="{4F20FA22-3EE2-40E0-842A-D03AD538D704}" destId="{FC7D3442-D846-4C08-9AA1-7EA1EA751433}" srcOrd="0" destOrd="0" presId="urn:microsoft.com/office/officeart/2018/2/layout/IconVerticalSolidList"/>
    <dgm:cxn modelId="{A8B5940C-ABE8-4395-BA2E-680B4E0DC048}" type="presParOf" srcId="{FC7D3442-D846-4C08-9AA1-7EA1EA751433}" destId="{0A32D628-E0B2-4E79-A863-DFDC942826F4}" srcOrd="0" destOrd="0" presId="urn:microsoft.com/office/officeart/2018/2/layout/IconVerticalSolidList"/>
    <dgm:cxn modelId="{64BE9A8B-965F-458E-92BA-B59BA8EA612E}" type="presParOf" srcId="{FC7D3442-D846-4C08-9AA1-7EA1EA751433}" destId="{AE0BF7C2-DAD7-4571-B9FE-F76CE8900545}" srcOrd="1" destOrd="0" presId="urn:microsoft.com/office/officeart/2018/2/layout/IconVerticalSolidList"/>
    <dgm:cxn modelId="{22FCCC28-462F-4170-8399-F60A5428F941}" type="presParOf" srcId="{FC7D3442-D846-4C08-9AA1-7EA1EA751433}" destId="{2D720FC3-4854-49E3-81D0-8C8346836077}" srcOrd="2" destOrd="0" presId="urn:microsoft.com/office/officeart/2018/2/layout/IconVerticalSolidList"/>
    <dgm:cxn modelId="{129DDB8A-BFFE-4495-9D4D-A745EA02FC2D}" type="presParOf" srcId="{FC7D3442-D846-4C08-9AA1-7EA1EA751433}" destId="{C3805099-4D18-4ECC-884E-B8DE01D9EAA3}" srcOrd="3" destOrd="0" presId="urn:microsoft.com/office/officeart/2018/2/layout/IconVerticalSolidList"/>
    <dgm:cxn modelId="{A0FDF59E-8B93-4A8B-B787-1EB4ACD995E8}" type="presParOf" srcId="{4F20FA22-3EE2-40E0-842A-D03AD538D704}" destId="{BC593F71-C92B-4169-9898-CBF0C9CBA5C7}" srcOrd="1" destOrd="0" presId="urn:microsoft.com/office/officeart/2018/2/layout/IconVerticalSolidList"/>
    <dgm:cxn modelId="{1E270C38-88F8-4CD5-81C4-015E02C5BD4D}" type="presParOf" srcId="{4F20FA22-3EE2-40E0-842A-D03AD538D704}" destId="{2EE2CCCF-B9B9-484B-9CA9-B55A6231187E}" srcOrd="2" destOrd="0" presId="urn:microsoft.com/office/officeart/2018/2/layout/IconVerticalSolidList"/>
    <dgm:cxn modelId="{D88DD703-0667-4194-9FE5-FDDD0747E020}" type="presParOf" srcId="{2EE2CCCF-B9B9-484B-9CA9-B55A6231187E}" destId="{906BEDD9-31C4-431A-893E-2A11AB380A84}" srcOrd="0" destOrd="0" presId="urn:microsoft.com/office/officeart/2018/2/layout/IconVerticalSolidList"/>
    <dgm:cxn modelId="{C7655598-3038-4AC5-83F2-89FE7004881C}" type="presParOf" srcId="{2EE2CCCF-B9B9-484B-9CA9-B55A6231187E}" destId="{61093C49-38C1-4A40-BEAA-3CF81F538B23}" srcOrd="1" destOrd="0" presId="urn:microsoft.com/office/officeart/2018/2/layout/IconVerticalSolidList"/>
    <dgm:cxn modelId="{06357B0E-91B6-4F8A-B403-49DFDAEBDBF7}" type="presParOf" srcId="{2EE2CCCF-B9B9-484B-9CA9-B55A6231187E}" destId="{77035E82-97B3-4BD7-AB35-EA9E88C98BD0}" srcOrd="2" destOrd="0" presId="urn:microsoft.com/office/officeart/2018/2/layout/IconVerticalSolidList"/>
    <dgm:cxn modelId="{567D66D5-6039-45C3-8067-B381C77EB7FC}" type="presParOf" srcId="{2EE2CCCF-B9B9-484B-9CA9-B55A6231187E}" destId="{FA104360-83A5-401B-AAF7-2478C7AE4D82}" srcOrd="3" destOrd="0" presId="urn:microsoft.com/office/officeart/2018/2/layout/IconVerticalSolidList"/>
    <dgm:cxn modelId="{92E66E97-CBEE-47C3-825C-3DEC03C024C0}" type="presParOf" srcId="{4F20FA22-3EE2-40E0-842A-D03AD538D704}" destId="{B08ABD0D-F4AA-44E7-9900-FF25706CFE53}" srcOrd="3" destOrd="0" presId="urn:microsoft.com/office/officeart/2018/2/layout/IconVerticalSolidList"/>
    <dgm:cxn modelId="{39D40EF3-DF94-489E-84AA-F14235B02852}" type="presParOf" srcId="{4F20FA22-3EE2-40E0-842A-D03AD538D704}" destId="{8E3A0717-69D1-4B2E-A36E-0111E0B372F7}" srcOrd="4" destOrd="0" presId="urn:microsoft.com/office/officeart/2018/2/layout/IconVerticalSolidList"/>
    <dgm:cxn modelId="{CDCF0ADC-6EBC-4C0C-B155-4ACAF5CBD96D}" type="presParOf" srcId="{8E3A0717-69D1-4B2E-A36E-0111E0B372F7}" destId="{D44CB5CC-F8CF-4843-A93B-45C0BD99A1E4}" srcOrd="0" destOrd="0" presId="urn:microsoft.com/office/officeart/2018/2/layout/IconVerticalSolidList"/>
    <dgm:cxn modelId="{14962EC6-7E9F-44F8-A5CF-967FB69AEB94}" type="presParOf" srcId="{8E3A0717-69D1-4B2E-A36E-0111E0B372F7}" destId="{C8BF7845-43ED-474A-9C97-2E01B627B41E}" srcOrd="1" destOrd="0" presId="urn:microsoft.com/office/officeart/2018/2/layout/IconVerticalSolidList"/>
    <dgm:cxn modelId="{F12AB7C9-1E66-4879-9498-CEF289E51501}" type="presParOf" srcId="{8E3A0717-69D1-4B2E-A36E-0111E0B372F7}" destId="{8D558E0F-4D2E-4AB4-9A39-2B2E58386B01}" srcOrd="2" destOrd="0" presId="urn:microsoft.com/office/officeart/2018/2/layout/IconVerticalSolidList"/>
    <dgm:cxn modelId="{4E1A5976-7749-4D54-9312-DA38CEDB4E30}" type="presParOf" srcId="{8E3A0717-69D1-4B2E-A36E-0111E0B372F7}" destId="{51ECCF48-3A10-4C3C-96DF-B012FB6DAE11}" srcOrd="3" destOrd="0" presId="urn:microsoft.com/office/officeart/2018/2/layout/IconVerticalSolidList"/>
    <dgm:cxn modelId="{97940982-6D1F-418B-8BBC-59BD0282CEC1}" type="presParOf" srcId="{4F20FA22-3EE2-40E0-842A-D03AD538D704}" destId="{8BB9ED03-1A82-4182-B545-CDA37115EA9E}" srcOrd="5" destOrd="0" presId="urn:microsoft.com/office/officeart/2018/2/layout/IconVerticalSolidList"/>
    <dgm:cxn modelId="{B1BAA052-1613-4813-A011-A43F6AC2284F}" type="presParOf" srcId="{4F20FA22-3EE2-40E0-842A-D03AD538D704}" destId="{C2477D2D-653D-4A78-9A3E-F011FFBEFB87}" srcOrd="6" destOrd="0" presId="urn:microsoft.com/office/officeart/2018/2/layout/IconVerticalSolidList"/>
    <dgm:cxn modelId="{84C20065-CF0D-4355-A154-E2A4F07278AE}" type="presParOf" srcId="{C2477D2D-653D-4A78-9A3E-F011FFBEFB87}" destId="{4A9BF1C2-E6E1-4980-9FC5-7EF23628078A}" srcOrd="0" destOrd="0" presId="urn:microsoft.com/office/officeart/2018/2/layout/IconVerticalSolidList"/>
    <dgm:cxn modelId="{9174F010-30F5-4A9F-AF3F-8F74C0884DCF}" type="presParOf" srcId="{C2477D2D-653D-4A78-9A3E-F011FFBEFB87}" destId="{CA881430-FE63-4C4E-BAE3-2F11A95D5CCE}" srcOrd="1" destOrd="0" presId="urn:microsoft.com/office/officeart/2018/2/layout/IconVerticalSolidList"/>
    <dgm:cxn modelId="{3BE439BD-4E19-4E84-98B8-EEBCF1CDA3B4}" type="presParOf" srcId="{C2477D2D-653D-4A78-9A3E-F011FFBEFB87}" destId="{DD033D65-0BAC-4BCE-A402-363CE900343E}" srcOrd="2" destOrd="0" presId="urn:microsoft.com/office/officeart/2018/2/layout/IconVerticalSolidList"/>
    <dgm:cxn modelId="{4C026EAB-4F32-4F67-84D1-E6A2EDDDA49B}" type="presParOf" srcId="{C2477D2D-653D-4A78-9A3E-F011FFBEFB87}" destId="{E09330C3-71AC-493A-B046-BE57D40E7B42}" srcOrd="3" destOrd="0" presId="urn:microsoft.com/office/officeart/2018/2/layout/IconVerticalSolidList"/>
    <dgm:cxn modelId="{5C605118-2738-4454-948B-AB6F2C624646}" type="presParOf" srcId="{4F20FA22-3EE2-40E0-842A-D03AD538D704}" destId="{0BBDD4D9-0658-4A1D-8165-8A0556705DC9}" srcOrd="7" destOrd="0" presId="urn:microsoft.com/office/officeart/2018/2/layout/IconVerticalSolidList"/>
    <dgm:cxn modelId="{7389836F-FE49-476D-B950-B170F3C9E959}" type="presParOf" srcId="{4F20FA22-3EE2-40E0-842A-D03AD538D704}" destId="{D4397C68-2D0F-49D4-8EC8-431710636D56}" srcOrd="8" destOrd="0" presId="urn:microsoft.com/office/officeart/2018/2/layout/IconVerticalSolidList"/>
    <dgm:cxn modelId="{4A5219FA-8AF5-4678-AB31-15886A29248F}" type="presParOf" srcId="{D4397C68-2D0F-49D4-8EC8-431710636D56}" destId="{D9B7A061-96F0-4999-98F9-8567366A26A0}" srcOrd="0" destOrd="0" presId="urn:microsoft.com/office/officeart/2018/2/layout/IconVerticalSolidList"/>
    <dgm:cxn modelId="{36CEA0F0-08E0-4946-9033-0D1FDDAB363A}" type="presParOf" srcId="{D4397C68-2D0F-49D4-8EC8-431710636D56}" destId="{2803617A-F180-4D01-ACB1-9540FD1559A7}" srcOrd="1" destOrd="0" presId="urn:microsoft.com/office/officeart/2018/2/layout/IconVerticalSolidList"/>
    <dgm:cxn modelId="{ED8EE34C-9BFE-4193-8423-AD292E0ABACE}" type="presParOf" srcId="{D4397C68-2D0F-49D4-8EC8-431710636D56}" destId="{830EE9B9-3A9E-4E94-BE19-7447BFA363BA}" srcOrd="2" destOrd="0" presId="urn:microsoft.com/office/officeart/2018/2/layout/IconVerticalSolidList"/>
    <dgm:cxn modelId="{EF577711-FD74-45B2-846B-8CAC29B42949}" type="presParOf" srcId="{D4397C68-2D0F-49D4-8EC8-431710636D56}" destId="{792AD24D-FE4E-4EC0-876E-2C4D780AB86A}" srcOrd="3" destOrd="0" presId="urn:microsoft.com/office/officeart/2018/2/layout/IconVerticalSolidList"/>
    <dgm:cxn modelId="{D8C7EB11-2C67-4CB5-A46E-EBF7073E7078}" type="presParOf" srcId="{4F20FA22-3EE2-40E0-842A-D03AD538D704}" destId="{B182479A-11F0-410A-BC9D-9E73E48E2506}" srcOrd="9" destOrd="0" presId="urn:microsoft.com/office/officeart/2018/2/layout/IconVerticalSolidList"/>
    <dgm:cxn modelId="{7707B12E-DAFE-4DA8-8193-6C40CF38D4D9}" type="presParOf" srcId="{4F20FA22-3EE2-40E0-842A-D03AD538D704}" destId="{32B28159-DABA-4513-A2CD-6D00FA164EC1}" srcOrd="10" destOrd="0" presId="urn:microsoft.com/office/officeart/2018/2/layout/IconVerticalSolidList"/>
    <dgm:cxn modelId="{818BE01D-E0AA-4F06-A78F-9A47EE5B4277}" type="presParOf" srcId="{32B28159-DABA-4513-A2CD-6D00FA164EC1}" destId="{0A7E2972-0266-4A5E-B8A5-433017156698}" srcOrd="0" destOrd="0" presId="urn:microsoft.com/office/officeart/2018/2/layout/IconVerticalSolidList"/>
    <dgm:cxn modelId="{4529497C-37F1-434F-98F7-33D0964D5B48}" type="presParOf" srcId="{32B28159-DABA-4513-A2CD-6D00FA164EC1}" destId="{15FE4365-BEA4-4B52-A035-24CBFBAB743A}" srcOrd="1" destOrd="0" presId="urn:microsoft.com/office/officeart/2018/2/layout/IconVerticalSolidList"/>
    <dgm:cxn modelId="{CEF1D36F-9D32-4B57-8E3E-B3E15FC4B65F}" type="presParOf" srcId="{32B28159-DABA-4513-A2CD-6D00FA164EC1}" destId="{4E068D06-4563-4AB1-9A11-D95E79BFF039}" srcOrd="2" destOrd="0" presId="urn:microsoft.com/office/officeart/2018/2/layout/IconVerticalSolidList"/>
    <dgm:cxn modelId="{70B3C4EB-EAFF-46A8-8ACB-7EF35D135C3B}" type="presParOf" srcId="{32B28159-DABA-4513-A2CD-6D00FA164EC1}" destId="{496EEEAC-B54F-4A04-8794-60EF95393FE1}" srcOrd="3" destOrd="0" presId="urn:microsoft.com/office/officeart/2018/2/layout/IconVerticalSolidList"/>
    <dgm:cxn modelId="{258E2E27-2153-4210-83D2-DDB14FA291D0}" type="presParOf" srcId="{4F20FA22-3EE2-40E0-842A-D03AD538D704}" destId="{6C7B2004-8DD7-4209-8CAC-35D9F9668129}" srcOrd="11" destOrd="0" presId="urn:microsoft.com/office/officeart/2018/2/layout/IconVerticalSolidList"/>
    <dgm:cxn modelId="{A8F05FC0-ABD5-421C-BCE1-E53B29A2D33A}" type="presParOf" srcId="{4F20FA22-3EE2-40E0-842A-D03AD538D704}" destId="{3DE5663F-5849-4B00-B66E-AE143926AEA9}" srcOrd="12" destOrd="0" presId="urn:microsoft.com/office/officeart/2018/2/layout/IconVerticalSolidList"/>
    <dgm:cxn modelId="{C9BDEE53-E9C3-49A6-B83E-68B53E22F28C}" type="presParOf" srcId="{3DE5663F-5849-4B00-B66E-AE143926AEA9}" destId="{988D9861-814E-47A7-810C-5387C7CF55FF}" srcOrd="0" destOrd="0" presId="urn:microsoft.com/office/officeart/2018/2/layout/IconVerticalSolidList"/>
    <dgm:cxn modelId="{D4851207-00DE-45A3-AEA2-8182A85C98B7}" type="presParOf" srcId="{3DE5663F-5849-4B00-B66E-AE143926AEA9}" destId="{48D66ABF-588B-4980-8F6C-0772A968AB6B}" srcOrd="1" destOrd="0" presId="urn:microsoft.com/office/officeart/2018/2/layout/IconVerticalSolidList"/>
    <dgm:cxn modelId="{BB806723-9999-4498-B05A-645B3254AD99}" type="presParOf" srcId="{3DE5663F-5849-4B00-B66E-AE143926AEA9}" destId="{3C23FD13-2B24-402C-884D-29569AA13BBA}" srcOrd="2" destOrd="0" presId="urn:microsoft.com/office/officeart/2018/2/layout/IconVerticalSolidList"/>
    <dgm:cxn modelId="{F0D4C636-594F-4FE0-9CBA-C6973EAC1FBA}" type="presParOf" srcId="{3DE5663F-5849-4B00-B66E-AE143926AEA9}" destId="{38FF474E-0425-4C18-A801-94B477BACFD6}" srcOrd="3" destOrd="0" presId="urn:microsoft.com/office/officeart/2018/2/layout/IconVerticalSolidList"/>
    <dgm:cxn modelId="{006FCCA2-E70B-4931-8EBC-FF833FFFE73C}" type="presParOf" srcId="{4F20FA22-3EE2-40E0-842A-D03AD538D704}" destId="{9E8711C8-AC47-4BD9-A0C7-D0D2A1D58E87}" srcOrd="13" destOrd="0" presId="urn:microsoft.com/office/officeart/2018/2/layout/IconVerticalSolidList"/>
    <dgm:cxn modelId="{41DD8207-81A4-4AE8-BEFC-13E3A4145712}" type="presParOf" srcId="{4F20FA22-3EE2-40E0-842A-D03AD538D704}" destId="{CC0C36C0-3632-4751-92C2-C7D685715D17}" srcOrd="14" destOrd="0" presId="urn:microsoft.com/office/officeart/2018/2/layout/IconVerticalSolidList"/>
    <dgm:cxn modelId="{09F0B345-A6BE-4EB1-AC58-EC488B056C58}" type="presParOf" srcId="{CC0C36C0-3632-4751-92C2-C7D685715D17}" destId="{052FDA6E-60DE-4593-8E17-48B769D02847}" srcOrd="0" destOrd="0" presId="urn:microsoft.com/office/officeart/2018/2/layout/IconVerticalSolidList"/>
    <dgm:cxn modelId="{7AF43253-8E48-4DFC-8A2A-9FF2DF3FCC87}" type="presParOf" srcId="{CC0C36C0-3632-4751-92C2-C7D685715D17}" destId="{822AF5AD-893D-409E-82D4-D8EBCE67D199}" srcOrd="1" destOrd="0" presId="urn:microsoft.com/office/officeart/2018/2/layout/IconVerticalSolidList"/>
    <dgm:cxn modelId="{4B621B9B-8E5E-4F5A-A197-87F42A76387F}" type="presParOf" srcId="{CC0C36C0-3632-4751-92C2-C7D685715D17}" destId="{5BF448FC-2860-480B-BB70-8676700C4B1F}" srcOrd="2" destOrd="0" presId="urn:microsoft.com/office/officeart/2018/2/layout/IconVerticalSolidList"/>
    <dgm:cxn modelId="{EC29821F-52D7-4E0D-A6F9-4167BE47685F}" type="presParOf" srcId="{CC0C36C0-3632-4751-92C2-C7D685715D17}" destId="{8F6C0624-90B4-49FF-B535-18CAB76FCB6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9A23DB5-EF0E-4E7B-994B-D671AB962D0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833D8C9-DC48-4EF3-8113-58A4337DEE29}">
      <dgm:prSet custT="1"/>
      <dgm:spPr/>
      <dgm:t>
        <a:bodyPr/>
        <a:lstStyle/>
        <a:p>
          <a:pPr>
            <a:lnSpc>
              <a:spcPct val="100000"/>
            </a:lnSpc>
          </a:pPr>
          <a:r>
            <a:rPr lang="en-IN" sz="1600" b="1" dirty="0">
              <a:latin typeface="Comic Sans MS" panose="030F0702030302020204" pitchFamily="66" charset="0"/>
            </a:rPr>
            <a:t>Complex</a:t>
          </a:r>
          <a:endParaRPr lang="en-US" sz="1600" dirty="0">
            <a:latin typeface="Comic Sans MS" panose="030F0702030302020204" pitchFamily="66" charset="0"/>
          </a:endParaRPr>
        </a:p>
      </dgm:t>
    </dgm:pt>
    <dgm:pt modelId="{AD89A89D-F3C5-4B7E-8929-FB8ADBFA0152}" type="parTrans" cxnId="{C25C2B52-E00B-4709-90F6-F7E92CFB4371}">
      <dgm:prSet/>
      <dgm:spPr/>
      <dgm:t>
        <a:bodyPr/>
        <a:lstStyle/>
        <a:p>
          <a:endParaRPr lang="en-US" sz="1600">
            <a:latin typeface="Comic Sans MS" panose="030F0702030302020204" pitchFamily="66" charset="0"/>
          </a:endParaRPr>
        </a:p>
      </dgm:t>
    </dgm:pt>
    <dgm:pt modelId="{1385604B-E735-454A-B5F2-B050E4960E87}" type="sibTrans" cxnId="{C25C2B52-E00B-4709-90F6-F7E92CFB4371}">
      <dgm:prSet/>
      <dgm:spPr/>
      <dgm:t>
        <a:bodyPr/>
        <a:lstStyle/>
        <a:p>
          <a:endParaRPr lang="en-US" sz="1600">
            <a:latin typeface="Comic Sans MS" panose="030F0702030302020204" pitchFamily="66" charset="0"/>
          </a:endParaRPr>
        </a:p>
      </dgm:t>
    </dgm:pt>
    <dgm:pt modelId="{3C572C5C-85AA-40F5-AE79-863CA4FADE9D}">
      <dgm:prSet custT="1"/>
      <dgm:spPr/>
      <dgm:t>
        <a:bodyPr/>
        <a:lstStyle/>
        <a:p>
          <a:pPr>
            <a:lnSpc>
              <a:spcPct val="100000"/>
            </a:lnSpc>
          </a:pPr>
          <a:r>
            <a:rPr lang="en-IN" sz="1600" b="1" dirty="0">
              <a:latin typeface="Comic Sans MS" panose="030F0702030302020204" pitchFamily="66" charset="0"/>
            </a:rPr>
            <a:t>Expensive</a:t>
          </a:r>
          <a:endParaRPr lang="en-US" sz="1600" dirty="0">
            <a:latin typeface="Comic Sans MS" panose="030F0702030302020204" pitchFamily="66" charset="0"/>
          </a:endParaRPr>
        </a:p>
      </dgm:t>
    </dgm:pt>
    <dgm:pt modelId="{7CD8F7CB-CCDF-4ADB-B862-2609C22416DA}" type="parTrans" cxnId="{021FFB69-40E7-4446-A4B7-BB95E2A8E3CC}">
      <dgm:prSet/>
      <dgm:spPr/>
      <dgm:t>
        <a:bodyPr/>
        <a:lstStyle/>
        <a:p>
          <a:endParaRPr lang="en-US" sz="1600">
            <a:latin typeface="Comic Sans MS" panose="030F0702030302020204" pitchFamily="66" charset="0"/>
          </a:endParaRPr>
        </a:p>
      </dgm:t>
    </dgm:pt>
    <dgm:pt modelId="{60835277-5FCC-4A43-9D87-4D61F57CA223}" type="sibTrans" cxnId="{021FFB69-40E7-4446-A4B7-BB95E2A8E3CC}">
      <dgm:prSet/>
      <dgm:spPr/>
      <dgm:t>
        <a:bodyPr/>
        <a:lstStyle/>
        <a:p>
          <a:endParaRPr lang="en-US" sz="1600">
            <a:latin typeface="Comic Sans MS" panose="030F0702030302020204" pitchFamily="66" charset="0"/>
          </a:endParaRPr>
        </a:p>
      </dgm:t>
    </dgm:pt>
    <dgm:pt modelId="{07C56C90-685F-46B3-9943-863540941393}">
      <dgm:prSet custT="1"/>
      <dgm:spPr/>
      <dgm:t>
        <a:bodyPr/>
        <a:lstStyle/>
        <a:p>
          <a:pPr>
            <a:lnSpc>
              <a:spcPct val="100000"/>
            </a:lnSpc>
          </a:pPr>
          <a:r>
            <a:rPr lang="en-US" sz="1600" b="1" dirty="0">
              <a:latin typeface="Comic Sans MS" panose="030F0702030302020204" pitchFamily="66" charset="0"/>
            </a:rPr>
            <a:t>Too much dependability on Risk Analysis</a:t>
          </a:r>
          <a:endParaRPr lang="en-US" sz="1600" dirty="0">
            <a:latin typeface="Comic Sans MS" panose="030F0702030302020204" pitchFamily="66" charset="0"/>
          </a:endParaRPr>
        </a:p>
      </dgm:t>
    </dgm:pt>
    <dgm:pt modelId="{01D15FAD-0370-4B49-AF64-0828F6EBAC8D}" type="parTrans" cxnId="{825FEF74-6872-4194-B93F-004127EBEEE0}">
      <dgm:prSet/>
      <dgm:spPr/>
      <dgm:t>
        <a:bodyPr/>
        <a:lstStyle/>
        <a:p>
          <a:endParaRPr lang="en-US" sz="1600">
            <a:latin typeface="Comic Sans MS" panose="030F0702030302020204" pitchFamily="66" charset="0"/>
          </a:endParaRPr>
        </a:p>
      </dgm:t>
    </dgm:pt>
    <dgm:pt modelId="{BCD8D211-8F6D-4C9C-A62F-E40B0BCB2470}" type="sibTrans" cxnId="{825FEF74-6872-4194-B93F-004127EBEEE0}">
      <dgm:prSet/>
      <dgm:spPr/>
      <dgm:t>
        <a:bodyPr/>
        <a:lstStyle/>
        <a:p>
          <a:endParaRPr lang="en-US" sz="1600">
            <a:latin typeface="Comic Sans MS" panose="030F0702030302020204" pitchFamily="66" charset="0"/>
          </a:endParaRPr>
        </a:p>
      </dgm:t>
    </dgm:pt>
    <dgm:pt modelId="{C50EC58C-9E8B-4C88-93CD-A2178CEFF6C8}">
      <dgm:prSet custT="1"/>
      <dgm:spPr/>
      <dgm:t>
        <a:bodyPr/>
        <a:lstStyle/>
        <a:p>
          <a:pPr>
            <a:lnSpc>
              <a:spcPct val="100000"/>
            </a:lnSpc>
          </a:pPr>
          <a:r>
            <a:rPr lang="en-IN" sz="1600" b="1" dirty="0">
              <a:latin typeface="Comic Sans MS" panose="030F0702030302020204" pitchFamily="66" charset="0"/>
            </a:rPr>
            <a:t>Difficulty in time management</a:t>
          </a:r>
          <a:endParaRPr lang="en-US" sz="1600" dirty="0">
            <a:latin typeface="Comic Sans MS" panose="030F0702030302020204" pitchFamily="66" charset="0"/>
          </a:endParaRPr>
        </a:p>
      </dgm:t>
    </dgm:pt>
    <dgm:pt modelId="{C722D248-3345-4E2E-BACF-26629AC11285}" type="parTrans" cxnId="{5E4B9384-9691-4F1F-8848-1575AD950216}">
      <dgm:prSet/>
      <dgm:spPr/>
      <dgm:t>
        <a:bodyPr/>
        <a:lstStyle/>
        <a:p>
          <a:endParaRPr lang="en-US" sz="1600">
            <a:latin typeface="Comic Sans MS" panose="030F0702030302020204" pitchFamily="66" charset="0"/>
          </a:endParaRPr>
        </a:p>
      </dgm:t>
    </dgm:pt>
    <dgm:pt modelId="{1770B89F-38F3-42CE-B465-06A98FD7F5F8}" type="sibTrans" cxnId="{5E4B9384-9691-4F1F-8848-1575AD950216}">
      <dgm:prSet/>
      <dgm:spPr/>
      <dgm:t>
        <a:bodyPr/>
        <a:lstStyle/>
        <a:p>
          <a:endParaRPr lang="en-US" sz="1600">
            <a:latin typeface="Comic Sans MS" panose="030F0702030302020204" pitchFamily="66" charset="0"/>
          </a:endParaRPr>
        </a:p>
      </dgm:t>
    </dgm:pt>
    <dgm:pt modelId="{D792882A-C5EC-43B2-89F5-71C0FAE2AA89}">
      <dgm:prSet custT="1"/>
      <dgm:spPr/>
      <dgm:t>
        <a:bodyPr/>
        <a:lstStyle/>
        <a:p>
          <a:pPr>
            <a:lnSpc>
              <a:spcPct val="100000"/>
            </a:lnSpc>
          </a:pPr>
          <a:r>
            <a:rPr lang="en-IN" sz="1600" b="1" dirty="0">
              <a:latin typeface="Comic Sans MS" panose="030F0702030302020204" pitchFamily="66" charset="0"/>
            </a:rPr>
            <a:t>Time-Consuming</a:t>
          </a:r>
          <a:endParaRPr lang="en-US" sz="1600" dirty="0">
            <a:latin typeface="Comic Sans MS" panose="030F0702030302020204" pitchFamily="66" charset="0"/>
          </a:endParaRPr>
        </a:p>
      </dgm:t>
    </dgm:pt>
    <dgm:pt modelId="{21FDF71A-94D6-4F2B-949C-0E18DB35E791}" type="parTrans" cxnId="{5C5B02B2-1917-47FD-8511-57F8FC4C9D4B}">
      <dgm:prSet/>
      <dgm:spPr/>
      <dgm:t>
        <a:bodyPr/>
        <a:lstStyle/>
        <a:p>
          <a:endParaRPr lang="en-US" sz="1600">
            <a:latin typeface="Comic Sans MS" panose="030F0702030302020204" pitchFamily="66" charset="0"/>
          </a:endParaRPr>
        </a:p>
      </dgm:t>
    </dgm:pt>
    <dgm:pt modelId="{B547C209-2E43-4B6C-B509-E7012AB7F4FE}" type="sibTrans" cxnId="{5C5B02B2-1917-47FD-8511-57F8FC4C9D4B}">
      <dgm:prSet/>
      <dgm:spPr/>
      <dgm:t>
        <a:bodyPr/>
        <a:lstStyle/>
        <a:p>
          <a:endParaRPr lang="en-US" sz="1600">
            <a:latin typeface="Comic Sans MS" panose="030F0702030302020204" pitchFamily="66" charset="0"/>
          </a:endParaRPr>
        </a:p>
      </dgm:t>
    </dgm:pt>
    <dgm:pt modelId="{62096123-D9DF-48B6-92DE-97A936CB2A5F}" type="pres">
      <dgm:prSet presAssocID="{C9A23DB5-EF0E-4E7B-994B-D671AB962D0F}" presName="root" presStyleCnt="0">
        <dgm:presLayoutVars>
          <dgm:dir/>
          <dgm:resizeHandles val="exact"/>
        </dgm:presLayoutVars>
      </dgm:prSet>
      <dgm:spPr/>
    </dgm:pt>
    <dgm:pt modelId="{46FFFB5C-350F-4118-A3C4-E9C9E73D64DA}" type="pres">
      <dgm:prSet presAssocID="{5833D8C9-DC48-4EF3-8113-58A4337DEE29}" presName="compNode" presStyleCnt="0"/>
      <dgm:spPr/>
    </dgm:pt>
    <dgm:pt modelId="{54411762-0FD3-42DE-A64C-4A619F8621E3}" type="pres">
      <dgm:prSet presAssocID="{5833D8C9-DC48-4EF3-8113-58A4337DEE29}" presName="bgRect" presStyleLbl="bgShp" presStyleIdx="0" presStyleCnt="5"/>
      <dgm:spPr/>
    </dgm:pt>
    <dgm:pt modelId="{540B4212-7D75-4258-A3F2-73FA743CDCF3}" type="pres">
      <dgm:prSet presAssocID="{5833D8C9-DC48-4EF3-8113-58A4337DEE2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ze"/>
        </a:ext>
      </dgm:extLst>
    </dgm:pt>
    <dgm:pt modelId="{36CE79D5-C1C1-4B65-AEE2-47C3B8D257B6}" type="pres">
      <dgm:prSet presAssocID="{5833D8C9-DC48-4EF3-8113-58A4337DEE29}" presName="spaceRect" presStyleCnt="0"/>
      <dgm:spPr/>
    </dgm:pt>
    <dgm:pt modelId="{DCE00182-B2E7-4B20-9B6D-DFD18F27391E}" type="pres">
      <dgm:prSet presAssocID="{5833D8C9-DC48-4EF3-8113-58A4337DEE29}" presName="parTx" presStyleLbl="revTx" presStyleIdx="0" presStyleCnt="5">
        <dgm:presLayoutVars>
          <dgm:chMax val="0"/>
          <dgm:chPref val="0"/>
        </dgm:presLayoutVars>
      </dgm:prSet>
      <dgm:spPr/>
    </dgm:pt>
    <dgm:pt modelId="{7FB3883C-578C-4D33-A0BF-D06593EBFE44}" type="pres">
      <dgm:prSet presAssocID="{1385604B-E735-454A-B5F2-B050E4960E87}" presName="sibTrans" presStyleCnt="0"/>
      <dgm:spPr/>
    </dgm:pt>
    <dgm:pt modelId="{0659520F-C684-43BB-BDFF-FE56068D3A57}" type="pres">
      <dgm:prSet presAssocID="{3C572C5C-85AA-40F5-AE79-863CA4FADE9D}" presName="compNode" presStyleCnt="0"/>
      <dgm:spPr/>
    </dgm:pt>
    <dgm:pt modelId="{6245C910-411E-4FC6-9125-C9E63BD504F6}" type="pres">
      <dgm:prSet presAssocID="{3C572C5C-85AA-40F5-AE79-863CA4FADE9D}" presName="bgRect" presStyleLbl="bgShp" presStyleIdx="1" presStyleCnt="5"/>
      <dgm:spPr/>
    </dgm:pt>
    <dgm:pt modelId="{EFEEA229-FEE0-463C-92D8-14B18D9A5D15}" type="pres">
      <dgm:prSet presAssocID="{3C572C5C-85AA-40F5-AE79-863CA4FADE9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ey"/>
        </a:ext>
      </dgm:extLst>
    </dgm:pt>
    <dgm:pt modelId="{1E2F24F7-1AC9-43AE-B7EA-6B59438F1021}" type="pres">
      <dgm:prSet presAssocID="{3C572C5C-85AA-40F5-AE79-863CA4FADE9D}" presName="spaceRect" presStyleCnt="0"/>
      <dgm:spPr/>
    </dgm:pt>
    <dgm:pt modelId="{22111A58-32FB-4D46-8C39-29D13345B0B5}" type="pres">
      <dgm:prSet presAssocID="{3C572C5C-85AA-40F5-AE79-863CA4FADE9D}" presName="parTx" presStyleLbl="revTx" presStyleIdx="1" presStyleCnt="5">
        <dgm:presLayoutVars>
          <dgm:chMax val="0"/>
          <dgm:chPref val="0"/>
        </dgm:presLayoutVars>
      </dgm:prSet>
      <dgm:spPr/>
    </dgm:pt>
    <dgm:pt modelId="{FCF82FA3-96C8-422E-B12A-5DBCE5221671}" type="pres">
      <dgm:prSet presAssocID="{60835277-5FCC-4A43-9D87-4D61F57CA223}" presName="sibTrans" presStyleCnt="0"/>
      <dgm:spPr/>
    </dgm:pt>
    <dgm:pt modelId="{674DAC01-595E-49F7-8F7D-A4A619F2BEFC}" type="pres">
      <dgm:prSet presAssocID="{07C56C90-685F-46B3-9943-863540941393}" presName="compNode" presStyleCnt="0"/>
      <dgm:spPr/>
    </dgm:pt>
    <dgm:pt modelId="{4311CFF2-863E-4E5C-B3D0-21C2DDD5A1B5}" type="pres">
      <dgm:prSet presAssocID="{07C56C90-685F-46B3-9943-863540941393}" presName="bgRect" presStyleLbl="bgShp" presStyleIdx="2" presStyleCnt="5"/>
      <dgm:spPr/>
    </dgm:pt>
    <dgm:pt modelId="{74C38311-9FC1-4DBC-8658-DA502CAC8951}" type="pres">
      <dgm:prSet presAssocID="{07C56C90-685F-46B3-9943-86354094139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arning"/>
        </a:ext>
      </dgm:extLst>
    </dgm:pt>
    <dgm:pt modelId="{163A033A-11B1-476D-8167-6FCEC77CF8D6}" type="pres">
      <dgm:prSet presAssocID="{07C56C90-685F-46B3-9943-863540941393}" presName="spaceRect" presStyleCnt="0"/>
      <dgm:spPr/>
    </dgm:pt>
    <dgm:pt modelId="{78100E36-B55B-46E7-8F2E-B1549D0FA5EC}" type="pres">
      <dgm:prSet presAssocID="{07C56C90-685F-46B3-9943-863540941393}" presName="parTx" presStyleLbl="revTx" presStyleIdx="2" presStyleCnt="5">
        <dgm:presLayoutVars>
          <dgm:chMax val="0"/>
          <dgm:chPref val="0"/>
        </dgm:presLayoutVars>
      </dgm:prSet>
      <dgm:spPr/>
    </dgm:pt>
    <dgm:pt modelId="{E3D77EC7-153E-4A08-95FE-345C73DEDFAE}" type="pres">
      <dgm:prSet presAssocID="{BCD8D211-8F6D-4C9C-A62F-E40B0BCB2470}" presName="sibTrans" presStyleCnt="0"/>
      <dgm:spPr/>
    </dgm:pt>
    <dgm:pt modelId="{4591802B-2994-4E67-9497-A81E20E9AEA7}" type="pres">
      <dgm:prSet presAssocID="{C50EC58C-9E8B-4C88-93CD-A2178CEFF6C8}" presName="compNode" presStyleCnt="0"/>
      <dgm:spPr/>
    </dgm:pt>
    <dgm:pt modelId="{6A6C84B7-156D-46FF-B6DB-49417B07E468}" type="pres">
      <dgm:prSet presAssocID="{C50EC58C-9E8B-4C88-93CD-A2178CEFF6C8}" presName="bgRect" presStyleLbl="bgShp" presStyleIdx="3" presStyleCnt="5"/>
      <dgm:spPr/>
    </dgm:pt>
    <dgm:pt modelId="{4D75F910-C61F-4EA3-8018-23D465B57789}" type="pres">
      <dgm:prSet presAssocID="{C50EC58C-9E8B-4C88-93CD-A2178CEFF6C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opwatch"/>
        </a:ext>
      </dgm:extLst>
    </dgm:pt>
    <dgm:pt modelId="{AC15F250-C026-4FA6-B497-77A5B2DED7F8}" type="pres">
      <dgm:prSet presAssocID="{C50EC58C-9E8B-4C88-93CD-A2178CEFF6C8}" presName="spaceRect" presStyleCnt="0"/>
      <dgm:spPr/>
    </dgm:pt>
    <dgm:pt modelId="{C82FEC04-16FE-46B8-A0BF-246309B14FE6}" type="pres">
      <dgm:prSet presAssocID="{C50EC58C-9E8B-4C88-93CD-A2178CEFF6C8}" presName="parTx" presStyleLbl="revTx" presStyleIdx="3" presStyleCnt="5">
        <dgm:presLayoutVars>
          <dgm:chMax val="0"/>
          <dgm:chPref val="0"/>
        </dgm:presLayoutVars>
      </dgm:prSet>
      <dgm:spPr/>
    </dgm:pt>
    <dgm:pt modelId="{CE8ACF9C-FAD4-44CA-905D-D72AF874CDED}" type="pres">
      <dgm:prSet presAssocID="{1770B89F-38F3-42CE-B465-06A98FD7F5F8}" presName="sibTrans" presStyleCnt="0"/>
      <dgm:spPr/>
    </dgm:pt>
    <dgm:pt modelId="{FC039C15-9905-49EB-B273-6C8DC286CA3B}" type="pres">
      <dgm:prSet presAssocID="{D792882A-C5EC-43B2-89F5-71C0FAE2AA89}" presName="compNode" presStyleCnt="0"/>
      <dgm:spPr/>
    </dgm:pt>
    <dgm:pt modelId="{FF931556-6F82-4E23-A734-9AA198BF9519}" type="pres">
      <dgm:prSet presAssocID="{D792882A-C5EC-43B2-89F5-71C0FAE2AA89}" presName="bgRect" presStyleLbl="bgShp" presStyleIdx="4" presStyleCnt="5"/>
      <dgm:spPr/>
    </dgm:pt>
    <dgm:pt modelId="{82232EC3-7D1B-4417-8220-FE64259AC223}" type="pres">
      <dgm:prSet presAssocID="{D792882A-C5EC-43B2-89F5-71C0FAE2AA8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Hourglass"/>
        </a:ext>
      </dgm:extLst>
    </dgm:pt>
    <dgm:pt modelId="{2DC4CF2E-B265-44D0-816F-812E76A5E023}" type="pres">
      <dgm:prSet presAssocID="{D792882A-C5EC-43B2-89F5-71C0FAE2AA89}" presName="spaceRect" presStyleCnt="0"/>
      <dgm:spPr/>
    </dgm:pt>
    <dgm:pt modelId="{87BDF4DF-2C4E-448B-81DB-B8C75C51FF5E}" type="pres">
      <dgm:prSet presAssocID="{D792882A-C5EC-43B2-89F5-71C0FAE2AA89}" presName="parTx" presStyleLbl="revTx" presStyleIdx="4" presStyleCnt="5">
        <dgm:presLayoutVars>
          <dgm:chMax val="0"/>
          <dgm:chPref val="0"/>
        </dgm:presLayoutVars>
      </dgm:prSet>
      <dgm:spPr/>
    </dgm:pt>
  </dgm:ptLst>
  <dgm:cxnLst>
    <dgm:cxn modelId="{730BE901-4CD7-4340-92E1-54D16BB9CE92}" type="presOf" srcId="{D792882A-C5EC-43B2-89F5-71C0FAE2AA89}" destId="{87BDF4DF-2C4E-448B-81DB-B8C75C51FF5E}" srcOrd="0" destOrd="0" presId="urn:microsoft.com/office/officeart/2018/2/layout/IconVerticalSolidList"/>
    <dgm:cxn modelId="{7442C564-6207-4594-86E4-EA77FB12105F}" type="presOf" srcId="{C9A23DB5-EF0E-4E7B-994B-D671AB962D0F}" destId="{62096123-D9DF-48B6-92DE-97A936CB2A5F}" srcOrd="0" destOrd="0" presId="urn:microsoft.com/office/officeart/2018/2/layout/IconVerticalSolidList"/>
    <dgm:cxn modelId="{021FFB69-40E7-4446-A4B7-BB95E2A8E3CC}" srcId="{C9A23DB5-EF0E-4E7B-994B-D671AB962D0F}" destId="{3C572C5C-85AA-40F5-AE79-863CA4FADE9D}" srcOrd="1" destOrd="0" parTransId="{7CD8F7CB-CCDF-4ADB-B862-2609C22416DA}" sibTransId="{60835277-5FCC-4A43-9D87-4D61F57CA223}"/>
    <dgm:cxn modelId="{C25C2B52-E00B-4709-90F6-F7E92CFB4371}" srcId="{C9A23DB5-EF0E-4E7B-994B-D671AB962D0F}" destId="{5833D8C9-DC48-4EF3-8113-58A4337DEE29}" srcOrd="0" destOrd="0" parTransId="{AD89A89D-F3C5-4B7E-8929-FB8ADBFA0152}" sibTransId="{1385604B-E735-454A-B5F2-B050E4960E87}"/>
    <dgm:cxn modelId="{825FEF74-6872-4194-B93F-004127EBEEE0}" srcId="{C9A23DB5-EF0E-4E7B-994B-D671AB962D0F}" destId="{07C56C90-685F-46B3-9943-863540941393}" srcOrd="2" destOrd="0" parTransId="{01D15FAD-0370-4B49-AF64-0828F6EBAC8D}" sibTransId="{BCD8D211-8F6D-4C9C-A62F-E40B0BCB2470}"/>
    <dgm:cxn modelId="{D6CEDA59-828E-4037-9A1E-7C3479FEC74F}" type="presOf" srcId="{C50EC58C-9E8B-4C88-93CD-A2178CEFF6C8}" destId="{C82FEC04-16FE-46B8-A0BF-246309B14FE6}" srcOrd="0" destOrd="0" presId="urn:microsoft.com/office/officeart/2018/2/layout/IconVerticalSolidList"/>
    <dgm:cxn modelId="{5E4B9384-9691-4F1F-8848-1575AD950216}" srcId="{C9A23DB5-EF0E-4E7B-994B-D671AB962D0F}" destId="{C50EC58C-9E8B-4C88-93CD-A2178CEFF6C8}" srcOrd="3" destOrd="0" parTransId="{C722D248-3345-4E2E-BACF-26629AC11285}" sibTransId="{1770B89F-38F3-42CE-B465-06A98FD7F5F8}"/>
    <dgm:cxn modelId="{3139CE9A-A26C-46BF-9F35-49E44B88BE38}" type="presOf" srcId="{07C56C90-685F-46B3-9943-863540941393}" destId="{78100E36-B55B-46E7-8F2E-B1549D0FA5EC}" srcOrd="0" destOrd="0" presId="urn:microsoft.com/office/officeart/2018/2/layout/IconVerticalSolidList"/>
    <dgm:cxn modelId="{638937A7-D84D-49A0-BFB0-EF8271210890}" type="presOf" srcId="{3C572C5C-85AA-40F5-AE79-863CA4FADE9D}" destId="{22111A58-32FB-4D46-8C39-29D13345B0B5}" srcOrd="0" destOrd="0" presId="urn:microsoft.com/office/officeart/2018/2/layout/IconVerticalSolidList"/>
    <dgm:cxn modelId="{5C5B02B2-1917-47FD-8511-57F8FC4C9D4B}" srcId="{C9A23DB5-EF0E-4E7B-994B-D671AB962D0F}" destId="{D792882A-C5EC-43B2-89F5-71C0FAE2AA89}" srcOrd="4" destOrd="0" parTransId="{21FDF71A-94D6-4F2B-949C-0E18DB35E791}" sibTransId="{B547C209-2E43-4B6C-B509-E7012AB7F4FE}"/>
    <dgm:cxn modelId="{864CB0EB-A9A3-4E26-9F33-CDB84458BB75}" type="presOf" srcId="{5833D8C9-DC48-4EF3-8113-58A4337DEE29}" destId="{DCE00182-B2E7-4B20-9B6D-DFD18F27391E}" srcOrd="0" destOrd="0" presId="urn:microsoft.com/office/officeart/2018/2/layout/IconVerticalSolidList"/>
    <dgm:cxn modelId="{4BD069E0-D6A5-4E4F-86B9-245854257DDD}" type="presParOf" srcId="{62096123-D9DF-48B6-92DE-97A936CB2A5F}" destId="{46FFFB5C-350F-4118-A3C4-E9C9E73D64DA}" srcOrd="0" destOrd="0" presId="urn:microsoft.com/office/officeart/2018/2/layout/IconVerticalSolidList"/>
    <dgm:cxn modelId="{7F062853-418C-49DA-826E-4A29EB8A7ED1}" type="presParOf" srcId="{46FFFB5C-350F-4118-A3C4-E9C9E73D64DA}" destId="{54411762-0FD3-42DE-A64C-4A619F8621E3}" srcOrd="0" destOrd="0" presId="urn:microsoft.com/office/officeart/2018/2/layout/IconVerticalSolidList"/>
    <dgm:cxn modelId="{D2B84DC1-8F12-4643-93B4-CB80BAF29DF5}" type="presParOf" srcId="{46FFFB5C-350F-4118-A3C4-E9C9E73D64DA}" destId="{540B4212-7D75-4258-A3F2-73FA743CDCF3}" srcOrd="1" destOrd="0" presId="urn:microsoft.com/office/officeart/2018/2/layout/IconVerticalSolidList"/>
    <dgm:cxn modelId="{C081E0FC-434F-4653-ADA0-C579F6511E28}" type="presParOf" srcId="{46FFFB5C-350F-4118-A3C4-E9C9E73D64DA}" destId="{36CE79D5-C1C1-4B65-AEE2-47C3B8D257B6}" srcOrd="2" destOrd="0" presId="urn:microsoft.com/office/officeart/2018/2/layout/IconVerticalSolidList"/>
    <dgm:cxn modelId="{4551EDF1-0409-4BED-9363-89CF8C9B1478}" type="presParOf" srcId="{46FFFB5C-350F-4118-A3C4-E9C9E73D64DA}" destId="{DCE00182-B2E7-4B20-9B6D-DFD18F27391E}" srcOrd="3" destOrd="0" presId="urn:microsoft.com/office/officeart/2018/2/layout/IconVerticalSolidList"/>
    <dgm:cxn modelId="{D1AD2D8F-87B1-4817-9D4B-E7F2BDC700AC}" type="presParOf" srcId="{62096123-D9DF-48B6-92DE-97A936CB2A5F}" destId="{7FB3883C-578C-4D33-A0BF-D06593EBFE44}" srcOrd="1" destOrd="0" presId="urn:microsoft.com/office/officeart/2018/2/layout/IconVerticalSolidList"/>
    <dgm:cxn modelId="{67392537-4790-4FFC-9F51-D37670377B37}" type="presParOf" srcId="{62096123-D9DF-48B6-92DE-97A936CB2A5F}" destId="{0659520F-C684-43BB-BDFF-FE56068D3A57}" srcOrd="2" destOrd="0" presId="urn:microsoft.com/office/officeart/2018/2/layout/IconVerticalSolidList"/>
    <dgm:cxn modelId="{740F5505-A0F5-4FB7-AB87-F9C4929C04DC}" type="presParOf" srcId="{0659520F-C684-43BB-BDFF-FE56068D3A57}" destId="{6245C910-411E-4FC6-9125-C9E63BD504F6}" srcOrd="0" destOrd="0" presId="urn:microsoft.com/office/officeart/2018/2/layout/IconVerticalSolidList"/>
    <dgm:cxn modelId="{D06A065B-B240-4931-98F0-EF6F2B5FA62C}" type="presParOf" srcId="{0659520F-C684-43BB-BDFF-FE56068D3A57}" destId="{EFEEA229-FEE0-463C-92D8-14B18D9A5D15}" srcOrd="1" destOrd="0" presId="urn:microsoft.com/office/officeart/2018/2/layout/IconVerticalSolidList"/>
    <dgm:cxn modelId="{15667B1F-8CCB-4CF1-9AB1-3B640A6B67AD}" type="presParOf" srcId="{0659520F-C684-43BB-BDFF-FE56068D3A57}" destId="{1E2F24F7-1AC9-43AE-B7EA-6B59438F1021}" srcOrd="2" destOrd="0" presId="urn:microsoft.com/office/officeart/2018/2/layout/IconVerticalSolidList"/>
    <dgm:cxn modelId="{56090734-904D-4B53-9B95-B6190376D232}" type="presParOf" srcId="{0659520F-C684-43BB-BDFF-FE56068D3A57}" destId="{22111A58-32FB-4D46-8C39-29D13345B0B5}" srcOrd="3" destOrd="0" presId="urn:microsoft.com/office/officeart/2018/2/layout/IconVerticalSolidList"/>
    <dgm:cxn modelId="{AF0C7C89-A3A0-4A17-923B-AB9E2F679F97}" type="presParOf" srcId="{62096123-D9DF-48B6-92DE-97A936CB2A5F}" destId="{FCF82FA3-96C8-422E-B12A-5DBCE5221671}" srcOrd="3" destOrd="0" presId="urn:microsoft.com/office/officeart/2018/2/layout/IconVerticalSolidList"/>
    <dgm:cxn modelId="{AD962E4E-004D-41C0-90DD-C6F38592B59E}" type="presParOf" srcId="{62096123-D9DF-48B6-92DE-97A936CB2A5F}" destId="{674DAC01-595E-49F7-8F7D-A4A619F2BEFC}" srcOrd="4" destOrd="0" presId="urn:microsoft.com/office/officeart/2018/2/layout/IconVerticalSolidList"/>
    <dgm:cxn modelId="{2845093F-D225-42CB-AE89-1098B805E08E}" type="presParOf" srcId="{674DAC01-595E-49F7-8F7D-A4A619F2BEFC}" destId="{4311CFF2-863E-4E5C-B3D0-21C2DDD5A1B5}" srcOrd="0" destOrd="0" presId="urn:microsoft.com/office/officeart/2018/2/layout/IconVerticalSolidList"/>
    <dgm:cxn modelId="{87F3C3C1-D776-4ADD-8479-8D5304D38344}" type="presParOf" srcId="{674DAC01-595E-49F7-8F7D-A4A619F2BEFC}" destId="{74C38311-9FC1-4DBC-8658-DA502CAC8951}" srcOrd="1" destOrd="0" presId="urn:microsoft.com/office/officeart/2018/2/layout/IconVerticalSolidList"/>
    <dgm:cxn modelId="{3AF864BE-E93F-4F32-81FA-CE5ACC18E5AC}" type="presParOf" srcId="{674DAC01-595E-49F7-8F7D-A4A619F2BEFC}" destId="{163A033A-11B1-476D-8167-6FCEC77CF8D6}" srcOrd="2" destOrd="0" presId="urn:microsoft.com/office/officeart/2018/2/layout/IconVerticalSolidList"/>
    <dgm:cxn modelId="{F5B7EE78-DC5F-48DE-BDC3-9A9DB8569F05}" type="presParOf" srcId="{674DAC01-595E-49F7-8F7D-A4A619F2BEFC}" destId="{78100E36-B55B-46E7-8F2E-B1549D0FA5EC}" srcOrd="3" destOrd="0" presId="urn:microsoft.com/office/officeart/2018/2/layout/IconVerticalSolidList"/>
    <dgm:cxn modelId="{429B6A1E-C491-46F1-8EDE-7669B768FF4D}" type="presParOf" srcId="{62096123-D9DF-48B6-92DE-97A936CB2A5F}" destId="{E3D77EC7-153E-4A08-95FE-345C73DEDFAE}" srcOrd="5" destOrd="0" presId="urn:microsoft.com/office/officeart/2018/2/layout/IconVerticalSolidList"/>
    <dgm:cxn modelId="{DFE56F93-4AE8-4065-941D-0050172E4A8C}" type="presParOf" srcId="{62096123-D9DF-48B6-92DE-97A936CB2A5F}" destId="{4591802B-2994-4E67-9497-A81E20E9AEA7}" srcOrd="6" destOrd="0" presId="urn:microsoft.com/office/officeart/2018/2/layout/IconVerticalSolidList"/>
    <dgm:cxn modelId="{BC9572A8-5F5D-4621-B9F3-2E87B3027B16}" type="presParOf" srcId="{4591802B-2994-4E67-9497-A81E20E9AEA7}" destId="{6A6C84B7-156D-46FF-B6DB-49417B07E468}" srcOrd="0" destOrd="0" presId="urn:microsoft.com/office/officeart/2018/2/layout/IconVerticalSolidList"/>
    <dgm:cxn modelId="{2078FC1F-E89C-4A45-9CBE-E169397EC2D9}" type="presParOf" srcId="{4591802B-2994-4E67-9497-A81E20E9AEA7}" destId="{4D75F910-C61F-4EA3-8018-23D465B57789}" srcOrd="1" destOrd="0" presId="urn:microsoft.com/office/officeart/2018/2/layout/IconVerticalSolidList"/>
    <dgm:cxn modelId="{90D56934-D02D-4B0B-96D4-59B8F34BC137}" type="presParOf" srcId="{4591802B-2994-4E67-9497-A81E20E9AEA7}" destId="{AC15F250-C026-4FA6-B497-77A5B2DED7F8}" srcOrd="2" destOrd="0" presId="urn:microsoft.com/office/officeart/2018/2/layout/IconVerticalSolidList"/>
    <dgm:cxn modelId="{4D735A65-FDFF-4105-ACE7-79AB438AAFDC}" type="presParOf" srcId="{4591802B-2994-4E67-9497-A81E20E9AEA7}" destId="{C82FEC04-16FE-46B8-A0BF-246309B14FE6}" srcOrd="3" destOrd="0" presId="urn:microsoft.com/office/officeart/2018/2/layout/IconVerticalSolidList"/>
    <dgm:cxn modelId="{94D0B5C6-3160-43BF-99FE-63817809D9CB}" type="presParOf" srcId="{62096123-D9DF-48B6-92DE-97A936CB2A5F}" destId="{CE8ACF9C-FAD4-44CA-905D-D72AF874CDED}" srcOrd="7" destOrd="0" presId="urn:microsoft.com/office/officeart/2018/2/layout/IconVerticalSolidList"/>
    <dgm:cxn modelId="{0E13A99B-2637-4F1F-8464-790238CDD088}" type="presParOf" srcId="{62096123-D9DF-48B6-92DE-97A936CB2A5F}" destId="{FC039C15-9905-49EB-B273-6C8DC286CA3B}" srcOrd="8" destOrd="0" presId="urn:microsoft.com/office/officeart/2018/2/layout/IconVerticalSolidList"/>
    <dgm:cxn modelId="{E47F0ED6-BEAA-40CE-B514-2D4312F26782}" type="presParOf" srcId="{FC039C15-9905-49EB-B273-6C8DC286CA3B}" destId="{FF931556-6F82-4E23-A734-9AA198BF9519}" srcOrd="0" destOrd="0" presId="urn:microsoft.com/office/officeart/2018/2/layout/IconVerticalSolidList"/>
    <dgm:cxn modelId="{21E467F4-49B4-4945-BBC4-C804D2BFBB87}" type="presParOf" srcId="{FC039C15-9905-49EB-B273-6C8DC286CA3B}" destId="{82232EC3-7D1B-4417-8220-FE64259AC223}" srcOrd="1" destOrd="0" presId="urn:microsoft.com/office/officeart/2018/2/layout/IconVerticalSolidList"/>
    <dgm:cxn modelId="{8B14533C-B83B-4C47-B43E-CECC584496C4}" type="presParOf" srcId="{FC039C15-9905-49EB-B273-6C8DC286CA3B}" destId="{2DC4CF2E-B265-44D0-816F-812E76A5E023}" srcOrd="2" destOrd="0" presId="urn:microsoft.com/office/officeart/2018/2/layout/IconVerticalSolidList"/>
    <dgm:cxn modelId="{AD6AA54D-989A-4EB1-8705-BE2BCE882E15}" type="presParOf" srcId="{FC039C15-9905-49EB-B273-6C8DC286CA3B}" destId="{87BDF4DF-2C4E-448B-81DB-B8C75C51FF5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8C66DA-AEBD-4D58-8D78-7E417105BDD3}">
      <dsp:nvSpPr>
        <dsp:cNvPr id="0" name=""/>
        <dsp:cNvSpPr/>
      </dsp:nvSpPr>
      <dsp:spPr>
        <a:xfrm>
          <a:off x="6761" y="592182"/>
          <a:ext cx="2023195" cy="60695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877" tIns="159877" rIns="159877" bIns="159877"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omic Sans MS" panose="030F0702030302020204" pitchFamily="66" charset="0"/>
            </a:rPr>
            <a:t>Identifying</a:t>
          </a:r>
        </a:p>
      </dsp:txBody>
      <dsp:txXfrm>
        <a:off x="6761" y="592182"/>
        <a:ext cx="2023195" cy="606958"/>
      </dsp:txXfrm>
    </dsp:sp>
    <dsp:sp modelId="{BD610E93-7665-4D22-8FC4-D415EAA3804D}">
      <dsp:nvSpPr>
        <dsp:cNvPr id="0" name=""/>
        <dsp:cNvSpPr/>
      </dsp:nvSpPr>
      <dsp:spPr>
        <a:xfrm>
          <a:off x="6761" y="1199141"/>
          <a:ext cx="2023195" cy="116958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847" tIns="199847" rIns="199847" bIns="199847" numCol="1" spcCol="1270" anchor="t" anchorCtr="0">
          <a:noAutofit/>
        </a:bodyPr>
        <a:lstStyle/>
        <a:p>
          <a:pPr marL="0" lvl="0" indent="0" algn="l" defTabSz="622300">
            <a:lnSpc>
              <a:spcPct val="90000"/>
            </a:lnSpc>
            <a:spcBef>
              <a:spcPct val="0"/>
            </a:spcBef>
            <a:spcAft>
              <a:spcPct val="35000"/>
            </a:spcAft>
            <a:buNone/>
          </a:pPr>
          <a:r>
            <a:rPr lang="en-US" sz="1400" kern="1200" dirty="0">
              <a:latin typeface="Comic Sans MS" panose="030F0702030302020204" pitchFamily="66" charset="0"/>
            </a:rPr>
            <a:t>Identifying Defects and Bugs</a:t>
          </a:r>
        </a:p>
      </dsp:txBody>
      <dsp:txXfrm>
        <a:off x="6761" y="1199141"/>
        <a:ext cx="2023195" cy="1169589"/>
      </dsp:txXfrm>
    </dsp:sp>
    <dsp:sp modelId="{651F3761-BC22-4B07-820D-D3E617A812A0}">
      <dsp:nvSpPr>
        <dsp:cNvPr id="0" name=""/>
        <dsp:cNvSpPr/>
      </dsp:nvSpPr>
      <dsp:spPr>
        <a:xfrm>
          <a:off x="2137852" y="592182"/>
          <a:ext cx="2023195" cy="60695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877" tIns="159877" rIns="159877" bIns="159877"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omic Sans MS" panose="030F0702030302020204" pitchFamily="66" charset="0"/>
            </a:rPr>
            <a:t>Ensuring</a:t>
          </a:r>
        </a:p>
      </dsp:txBody>
      <dsp:txXfrm>
        <a:off x="2137852" y="592182"/>
        <a:ext cx="2023195" cy="606958"/>
      </dsp:txXfrm>
    </dsp:sp>
    <dsp:sp modelId="{2035D3DB-5106-44A5-866E-37200B1A59F9}">
      <dsp:nvSpPr>
        <dsp:cNvPr id="0" name=""/>
        <dsp:cNvSpPr/>
      </dsp:nvSpPr>
      <dsp:spPr>
        <a:xfrm>
          <a:off x="2137852" y="1199141"/>
          <a:ext cx="2023195" cy="116958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847" tIns="199847" rIns="199847" bIns="199847" numCol="1" spcCol="1270" anchor="t" anchorCtr="0">
          <a:noAutofit/>
        </a:bodyPr>
        <a:lstStyle/>
        <a:p>
          <a:pPr marL="0" lvl="0" indent="0" algn="l" defTabSz="622300">
            <a:lnSpc>
              <a:spcPct val="90000"/>
            </a:lnSpc>
            <a:spcBef>
              <a:spcPct val="0"/>
            </a:spcBef>
            <a:spcAft>
              <a:spcPct val="35000"/>
            </a:spcAft>
            <a:buNone/>
          </a:pPr>
          <a:r>
            <a:rPr lang="en-US" sz="1400" kern="1200" dirty="0">
              <a:latin typeface="Comic Sans MS" panose="030F0702030302020204" pitchFamily="66" charset="0"/>
            </a:rPr>
            <a:t>Ensuring Quality</a:t>
          </a:r>
        </a:p>
      </dsp:txBody>
      <dsp:txXfrm>
        <a:off x="2137852" y="1199141"/>
        <a:ext cx="2023195" cy="1169589"/>
      </dsp:txXfrm>
    </dsp:sp>
    <dsp:sp modelId="{4B7BFAF0-9A61-446E-B445-74C1CE416D34}">
      <dsp:nvSpPr>
        <dsp:cNvPr id="0" name=""/>
        <dsp:cNvSpPr/>
      </dsp:nvSpPr>
      <dsp:spPr>
        <a:xfrm>
          <a:off x="4268942" y="592182"/>
          <a:ext cx="2023195" cy="60695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877" tIns="159877" rIns="159877" bIns="159877"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omic Sans MS" panose="030F0702030302020204" pitchFamily="66" charset="0"/>
            </a:rPr>
            <a:t>Validating</a:t>
          </a:r>
        </a:p>
      </dsp:txBody>
      <dsp:txXfrm>
        <a:off x="4268942" y="592182"/>
        <a:ext cx="2023195" cy="606958"/>
      </dsp:txXfrm>
    </dsp:sp>
    <dsp:sp modelId="{34D0C2FA-876F-440A-831A-59FADC1276A7}">
      <dsp:nvSpPr>
        <dsp:cNvPr id="0" name=""/>
        <dsp:cNvSpPr/>
      </dsp:nvSpPr>
      <dsp:spPr>
        <a:xfrm>
          <a:off x="4268942" y="1199141"/>
          <a:ext cx="2023195" cy="116958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847" tIns="199847" rIns="199847" bIns="199847" numCol="1" spcCol="1270" anchor="t" anchorCtr="0">
          <a:noAutofit/>
        </a:bodyPr>
        <a:lstStyle/>
        <a:p>
          <a:pPr marL="0" lvl="0" indent="0" algn="l" defTabSz="622300">
            <a:lnSpc>
              <a:spcPct val="90000"/>
            </a:lnSpc>
            <a:spcBef>
              <a:spcPct val="0"/>
            </a:spcBef>
            <a:spcAft>
              <a:spcPct val="35000"/>
            </a:spcAft>
            <a:buNone/>
          </a:pPr>
          <a:r>
            <a:rPr lang="en-US" sz="1400" kern="1200" dirty="0">
              <a:latin typeface="Comic Sans MS" panose="030F0702030302020204" pitchFamily="66" charset="0"/>
            </a:rPr>
            <a:t>Validating Requirements</a:t>
          </a:r>
        </a:p>
      </dsp:txBody>
      <dsp:txXfrm>
        <a:off x="4268942" y="1199141"/>
        <a:ext cx="2023195" cy="1169589"/>
      </dsp:txXfrm>
    </dsp:sp>
    <dsp:sp modelId="{9D726E72-AE91-4793-B3D7-C90487B45044}">
      <dsp:nvSpPr>
        <dsp:cNvPr id="0" name=""/>
        <dsp:cNvSpPr/>
      </dsp:nvSpPr>
      <dsp:spPr>
        <a:xfrm>
          <a:off x="6400032" y="592182"/>
          <a:ext cx="2023195" cy="60695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877" tIns="159877" rIns="159877" bIns="159877"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omic Sans MS" panose="030F0702030302020204" pitchFamily="66" charset="0"/>
            </a:rPr>
            <a:t>Improving</a:t>
          </a:r>
        </a:p>
      </dsp:txBody>
      <dsp:txXfrm>
        <a:off x="6400032" y="592182"/>
        <a:ext cx="2023195" cy="606958"/>
      </dsp:txXfrm>
    </dsp:sp>
    <dsp:sp modelId="{BDD2904F-C3FF-4A3E-A988-F71C9C8A63FE}">
      <dsp:nvSpPr>
        <dsp:cNvPr id="0" name=""/>
        <dsp:cNvSpPr/>
      </dsp:nvSpPr>
      <dsp:spPr>
        <a:xfrm>
          <a:off x="6400032" y="1199141"/>
          <a:ext cx="2023195" cy="116958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847" tIns="199847" rIns="199847" bIns="199847" numCol="1" spcCol="1270" anchor="t" anchorCtr="0">
          <a:noAutofit/>
        </a:bodyPr>
        <a:lstStyle/>
        <a:p>
          <a:pPr marL="0" lvl="0" indent="0" algn="l" defTabSz="622300">
            <a:lnSpc>
              <a:spcPct val="90000"/>
            </a:lnSpc>
            <a:spcBef>
              <a:spcPct val="0"/>
            </a:spcBef>
            <a:spcAft>
              <a:spcPct val="35000"/>
            </a:spcAft>
            <a:buNone/>
          </a:pPr>
          <a:r>
            <a:rPr lang="en-US" sz="1400" kern="1200" dirty="0">
              <a:latin typeface="Comic Sans MS" panose="030F0702030302020204" pitchFamily="66" charset="0"/>
            </a:rPr>
            <a:t>Improving Performance and User Experience</a:t>
          </a:r>
        </a:p>
      </dsp:txBody>
      <dsp:txXfrm>
        <a:off x="6400032" y="1199141"/>
        <a:ext cx="2023195" cy="1169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AA69A-5449-4DE0-815D-D93F67557FC8}">
      <dsp:nvSpPr>
        <dsp:cNvPr id="0" name=""/>
        <dsp:cNvSpPr/>
      </dsp:nvSpPr>
      <dsp:spPr>
        <a:xfrm>
          <a:off x="639687" y="376613"/>
          <a:ext cx="1715625" cy="171562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3BBEEF-5D66-4143-8FB9-4A344795F932}">
      <dsp:nvSpPr>
        <dsp:cNvPr id="0" name=""/>
        <dsp:cNvSpPr/>
      </dsp:nvSpPr>
      <dsp:spPr>
        <a:xfrm>
          <a:off x="1005312" y="742238"/>
          <a:ext cx="984375" cy="984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CB3A2E-221F-436B-9263-9604BDB776E4}">
      <dsp:nvSpPr>
        <dsp:cNvPr id="0" name=""/>
        <dsp:cNvSpPr/>
      </dsp:nvSpPr>
      <dsp:spPr>
        <a:xfrm>
          <a:off x="91250" y="2626613"/>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latin typeface="Comic Sans MS" panose="030F0702030302020204" pitchFamily="66" charset="0"/>
            </a:rPr>
            <a:t>To identify defects</a:t>
          </a:r>
        </a:p>
      </dsp:txBody>
      <dsp:txXfrm>
        <a:off x="91250" y="2626613"/>
        <a:ext cx="2812500" cy="720000"/>
      </dsp:txXfrm>
    </dsp:sp>
    <dsp:sp modelId="{8B1CBF31-6B59-4F60-8032-6DD9D57A09C1}">
      <dsp:nvSpPr>
        <dsp:cNvPr id="0" name=""/>
        <dsp:cNvSpPr/>
      </dsp:nvSpPr>
      <dsp:spPr>
        <a:xfrm>
          <a:off x="3944375" y="376613"/>
          <a:ext cx="1715625" cy="171562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19279C-6C13-46B9-804E-6D00EB3E9621}">
      <dsp:nvSpPr>
        <dsp:cNvPr id="0" name=""/>
        <dsp:cNvSpPr/>
      </dsp:nvSpPr>
      <dsp:spPr>
        <a:xfrm>
          <a:off x="4310000" y="742238"/>
          <a:ext cx="984375" cy="984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0BCE75-255D-4BE7-8786-261FC0BEBB60}">
      <dsp:nvSpPr>
        <dsp:cNvPr id="0" name=""/>
        <dsp:cNvSpPr/>
      </dsp:nvSpPr>
      <dsp:spPr>
        <a:xfrm>
          <a:off x="3395937" y="2626613"/>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latin typeface="Comic Sans MS" panose="030F0702030302020204" pitchFamily="66" charset="0"/>
            </a:rPr>
            <a:t>To reduce flaws in the component or system</a:t>
          </a:r>
        </a:p>
      </dsp:txBody>
      <dsp:txXfrm>
        <a:off x="3395937" y="2626613"/>
        <a:ext cx="2812500" cy="720000"/>
      </dsp:txXfrm>
    </dsp:sp>
    <dsp:sp modelId="{7CEB5020-8592-4DEE-8A16-B2E84243E749}">
      <dsp:nvSpPr>
        <dsp:cNvPr id="0" name=""/>
        <dsp:cNvSpPr/>
      </dsp:nvSpPr>
      <dsp:spPr>
        <a:xfrm>
          <a:off x="7249062" y="376613"/>
          <a:ext cx="1715625" cy="171562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F238D8-23A6-488B-9B29-1A782FCDED65}">
      <dsp:nvSpPr>
        <dsp:cNvPr id="0" name=""/>
        <dsp:cNvSpPr/>
      </dsp:nvSpPr>
      <dsp:spPr>
        <a:xfrm>
          <a:off x="7614687" y="742238"/>
          <a:ext cx="984375" cy="984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0D9C49-9472-4B11-9B49-347D17B391E0}">
      <dsp:nvSpPr>
        <dsp:cNvPr id="0" name=""/>
        <dsp:cNvSpPr/>
      </dsp:nvSpPr>
      <dsp:spPr>
        <a:xfrm>
          <a:off x="6700625" y="2626613"/>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latin typeface="Comic Sans MS" panose="030F0702030302020204" pitchFamily="66" charset="0"/>
            </a:rPr>
            <a:t>Increase the overall quality of the system</a:t>
          </a:r>
        </a:p>
      </dsp:txBody>
      <dsp:txXfrm>
        <a:off x="6700625" y="2626613"/>
        <a:ext cx="28125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C69639-DD3D-483D-807C-BCEB87D8D22F}">
      <dsp:nvSpPr>
        <dsp:cNvPr id="0" name=""/>
        <dsp:cNvSpPr/>
      </dsp:nvSpPr>
      <dsp:spPr>
        <a:xfrm>
          <a:off x="1027108" y="1313"/>
          <a:ext cx="2555282" cy="153316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baseline="0" dirty="0">
              <a:latin typeface="Comic Sans MS" panose="030F0702030302020204" pitchFamily="66" charset="0"/>
            </a:rPr>
            <a:t>Waterfall Model</a:t>
          </a:r>
          <a:endParaRPr lang="en-US" sz="3100" kern="1200" dirty="0">
            <a:latin typeface="Comic Sans MS" panose="030F0702030302020204" pitchFamily="66" charset="0"/>
          </a:endParaRPr>
        </a:p>
      </dsp:txBody>
      <dsp:txXfrm>
        <a:off x="1027108" y="1313"/>
        <a:ext cx="2555282" cy="1533169"/>
      </dsp:txXfrm>
    </dsp:sp>
    <dsp:sp modelId="{9A25FE97-F571-4876-8F62-7BB9A5FAEDA8}">
      <dsp:nvSpPr>
        <dsp:cNvPr id="0" name=""/>
        <dsp:cNvSpPr/>
      </dsp:nvSpPr>
      <dsp:spPr>
        <a:xfrm>
          <a:off x="3837918" y="1313"/>
          <a:ext cx="2555282" cy="153316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Comic Sans MS" panose="030F0702030302020204" pitchFamily="66" charset="0"/>
            </a:rPr>
            <a:t>Spiral Model</a:t>
          </a:r>
        </a:p>
      </dsp:txBody>
      <dsp:txXfrm>
        <a:off x="3837918" y="1313"/>
        <a:ext cx="2555282" cy="1533169"/>
      </dsp:txXfrm>
    </dsp:sp>
    <dsp:sp modelId="{5DBEF3FB-1DA9-48DF-AAFF-8877662100EB}">
      <dsp:nvSpPr>
        <dsp:cNvPr id="0" name=""/>
        <dsp:cNvSpPr/>
      </dsp:nvSpPr>
      <dsp:spPr>
        <a:xfrm>
          <a:off x="6648729" y="1313"/>
          <a:ext cx="2555282" cy="153316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baseline="0" dirty="0">
              <a:latin typeface="Comic Sans MS" panose="030F0702030302020204" pitchFamily="66" charset="0"/>
            </a:rPr>
            <a:t>V-Model</a:t>
          </a:r>
          <a:endParaRPr lang="en-US" sz="3100" kern="1200" dirty="0">
            <a:latin typeface="Comic Sans MS" panose="030F0702030302020204" pitchFamily="66" charset="0"/>
          </a:endParaRPr>
        </a:p>
      </dsp:txBody>
      <dsp:txXfrm>
        <a:off x="6648729" y="1313"/>
        <a:ext cx="2555282" cy="1533169"/>
      </dsp:txXfrm>
    </dsp:sp>
    <dsp:sp modelId="{628A515B-166E-4489-9138-3571CA5266DD}">
      <dsp:nvSpPr>
        <dsp:cNvPr id="0" name=""/>
        <dsp:cNvSpPr/>
      </dsp:nvSpPr>
      <dsp:spPr>
        <a:xfrm>
          <a:off x="1027108" y="1790011"/>
          <a:ext cx="2555282" cy="153316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Comic Sans MS" panose="030F0702030302020204" pitchFamily="66" charset="0"/>
            </a:rPr>
            <a:t>Agile Model</a:t>
          </a:r>
        </a:p>
      </dsp:txBody>
      <dsp:txXfrm>
        <a:off x="1027108" y="1790011"/>
        <a:ext cx="2555282" cy="1533169"/>
      </dsp:txXfrm>
    </dsp:sp>
    <dsp:sp modelId="{E6C89F04-F3F3-4CB2-824C-1ED2A7255594}">
      <dsp:nvSpPr>
        <dsp:cNvPr id="0" name=""/>
        <dsp:cNvSpPr/>
      </dsp:nvSpPr>
      <dsp:spPr>
        <a:xfrm>
          <a:off x="3837918" y="1790011"/>
          <a:ext cx="2555282" cy="153316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baseline="0" dirty="0">
              <a:latin typeface="Comic Sans MS" panose="030F0702030302020204" pitchFamily="66" charset="0"/>
            </a:rPr>
            <a:t>Incremental Model</a:t>
          </a:r>
          <a:endParaRPr lang="en-US" sz="3100" kern="1200" dirty="0">
            <a:latin typeface="Comic Sans MS" panose="030F0702030302020204" pitchFamily="66" charset="0"/>
          </a:endParaRPr>
        </a:p>
      </dsp:txBody>
      <dsp:txXfrm>
        <a:off x="3837918" y="1790011"/>
        <a:ext cx="2555282" cy="1533169"/>
      </dsp:txXfrm>
    </dsp:sp>
    <dsp:sp modelId="{6E27548E-5F55-49AB-87D2-31936431D635}">
      <dsp:nvSpPr>
        <dsp:cNvPr id="0" name=""/>
        <dsp:cNvSpPr/>
      </dsp:nvSpPr>
      <dsp:spPr>
        <a:xfrm>
          <a:off x="6648729" y="1790011"/>
          <a:ext cx="2555282" cy="153316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Comic Sans MS" panose="030F0702030302020204" pitchFamily="66" charset="0"/>
            </a:rPr>
            <a:t>RAD Model</a:t>
          </a:r>
        </a:p>
      </dsp:txBody>
      <dsp:txXfrm>
        <a:off x="6648729" y="1790011"/>
        <a:ext cx="2555282" cy="15331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32D628-E0B2-4E79-A863-DFDC942826F4}">
      <dsp:nvSpPr>
        <dsp:cNvPr id="0" name=""/>
        <dsp:cNvSpPr/>
      </dsp:nvSpPr>
      <dsp:spPr>
        <a:xfrm>
          <a:off x="0" y="486"/>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0BF7C2-DAD7-4571-B9FE-F76CE8900545}">
      <dsp:nvSpPr>
        <dsp:cNvPr id="0" name=""/>
        <dsp:cNvSpPr/>
      </dsp:nvSpPr>
      <dsp:spPr>
        <a:xfrm>
          <a:off x="123721" y="92511"/>
          <a:ext cx="224949" cy="2249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805099-4D18-4ECC-884E-B8DE01D9EAA3}">
      <dsp:nvSpPr>
        <dsp:cNvPr id="0" name=""/>
        <dsp:cNvSpPr/>
      </dsp:nvSpPr>
      <dsp:spPr>
        <a:xfrm>
          <a:off x="472393" y="486"/>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Risk Handling</a:t>
          </a:r>
          <a:endParaRPr lang="en-US" sz="1600" kern="1200" dirty="0">
            <a:latin typeface="Comic Sans MS" panose="030F0702030302020204" pitchFamily="66" charset="0"/>
          </a:endParaRPr>
        </a:p>
      </dsp:txBody>
      <dsp:txXfrm>
        <a:off x="472393" y="486"/>
        <a:ext cx="10043206" cy="408998"/>
      </dsp:txXfrm>
    </dsp:sp>
    <dsp:sp modelId="{906BEDD9-31C4-431A-893E-2A11AB380A84}">
      <dsp:nvSpPr>
        <dsp:cNvPr id="0" name=""/>
        <dsp:cNvSpPr/>
      </dsp:nvSpPr>
      <dsp:spPr>
        <a:xfrm>
          <a:off x="0" y="511734"/>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093C49-38C1-4A40-BEAA-3CF81F538B23}">
      <dsp:nvSpPr>
        <dsp:cNvPr id="0" name=""/>
        <dsp:cNvSpPr/>
      </dsp:nvSpPr>
      <dsp:spPr>
        <a:xfrm>
          <a:off x="123721" y="603759"/>
          <a:ext cx="224949" cy="2249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104360-83A5-401B-AAF7-2478C7AE4D82}">
      <dsp:nvSpPr>
        <dsp:cNvPr id="0" name=""/>
        <dsp:cNvSpPr/>
      </dsp:nvSpPr>
      <dsp:spPr>
        <a:xfrm>
          <a:off x="472393" y="511734"/>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Good for large, complex and high risk projects</a:t>
          </a:r>
          <a:endParaRPr lang="en-US" sz="1600" kern="1200" dirty="0">
            <a:latin typeface="Comic Sans MS" panose="030F0702030302020204" pitchFamily="66" charset="0"/>
          </a:endParaRPr>
        </a:p>
      </dsp:txBody>
      <dsp:txXfrm>
        <a:off x="472393" y="511734"/>
        <a:ext cx="10043206" cy="408998"/>
      </dsp:txXfrm>
    </dsp:sp>
    <dsp:sp modelId="{D44CB5CC-F8CF-4843-A93B-45C0BD99A1E4}">
      <dsp:nvSpPr>
        <dsp:cNvPr id="0" name=""/>
        <dsp:cNvSpPr/>
      </dsp:nvSpPr>
      <dsp:spPr>
        <a:xfrm>
          <a:off x="0" y="1022982"/>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BF7845-43ED-474A-9C97-2E01B627B41E}">
      <dsp:nvSpPr>
        <dsp:cNvPr id="0" name=""/>
        <dsp:cNvSpPr/>
      </dsp:nvSpPr>
      <dsp:spPr>
        <a:xfrm>
          <a:off x="123721" y="1115007"/>
          <a:ext cx="224949" cy="2249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ECCF48-3A10-4C3C-96DF-B012FB6DAE11}">
      <dsp:nvSpPr>
        <dsp:cNvPr id="0" name=""/>
        <dsp:cNvSpPr/>
      </dsp:nvSpPr>
      <dsp:spPr>
        <a:xfrm>
          <a:off x="472393" y="1022982"/>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Flexibility in Requirements</a:t>
          </a:r>
          <a:endParaRPr lang="en-US" sz="1600" kern="1200" dirty="0">
            <a:latin typeface="Comic Sans MS" panose="030F0702030302020204" pitchFamily="66" charset="0"/>
          </a:endParaRPr>
        </a:p>
      </dsp:txBody>
      <dsp:txXfrm>
        <a:off x="472393" y="1022982"/>
        <a:ext cx="10043206" cy="408998"/>
      </dsp:txXfrm>
    </dsp:sp>
    <dsp:sp modelId="{4A9BF1C2-E6E1-4980-9FC5-7EF23628078A}">
      <dsp:nvSpPr>
        <dsp:cNvPr id="0" name=""/>
        <dsp:cNvSpPr/>
      </dsp:nvSpPr>
      <dsp:spPr>
        <a:xfrm>
          <a:off x="0" y="1534230"/>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881430-FE63-4C4E-BAE3-2F11A95D5CCE}">
      <dsp:nvSpPr>
        <dsp:cNvPr id="0" name=""/>
        <dsp:cNvSpPr/>
      </dsp:nvSpPr>
      <dsp:spPr>
        <a:xfrm>
          <a:off x="123721" y="1626255"/>
          <a:ext cx="224949" cy="2249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9330C3-71AC-493A-B046-BE57D40E7B42}">
      <dsp:nvSpPr>
        <dsp:cNvPr id="0" name=""/>
        <dsp:cNvSpPr/>
      </dsp:nvSpPr>
      <dsp:spPr>
        <a:xfrm>
          <a:off x="472393" y="1534230"/>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Customer Satisfaction</a:t>
          </a:r>
          <a:endParaRPr lang="en-US" sz="1600" kern="1200" dirty="0">
            <a:latin typeface="Comic Sans MS" panose="030F0702030302020204" pitchFamily="66" charset="0"/>
          </a:endParaRPr>
        </a:p>
      </dsp:txBody>
      <dsp:txXfrm>
        <a:off x="472393" y="1534230"/>
        <a:ext cx="10043206" cy="408998"/>
      </dsp:txXfrm>
    </dsp:sp>
    <dsp:sp modelId="{D9B7A061-96F0-4999-98F9-8567366A26A0}">
      <dsp:nvSpPr>
        <dsp:cNvPr id="0" name=""/>
        <dsp:cNvSpPr/>
      </dsp:nvSpPr>
      <dsp:spPr>
        <a:xfrm>
          <a:off x="0" y="2045478"/>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03617A-F180-4D01-ACB1-9540FD1559A7}">
      <dsp:nvSpPr>
        <dsp:cNvPr id="0" name=""/>
        <dsp:cNvSpPr/>
      </dsp:nvSpPr>
      <dsp:spPr>
        <a:xfrm>
          <a:off x="123721" y="2137502"/>
          <a:ext cx="224949" cy="2249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2AD24D-FE4E-4EC0-876E-2C4D780AB86A}">
      <dsp:nvSpPr>
        <dsp:cNvPr id="0" name=""/>
        <dsp:cNvSpPr/>
      </dsp:nvSpPr>
      <dsp:spPr>
        <a:xfrm>
          <a:off x="472393" y="2045478"/>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Iterative and Incremental Approach</a:t>
          </a:r>
          <a:endParaRPr lang="en-US" sz="1600" kern="1200" dirty="0">
            <a:latin typeface="Comic Sans MS" panose="030F0702030302020204" pitchFamily="66" charset="0"/>
          </a:endParaRPr>
        </a:p>
      </dsp:txBody>
      <dsp:txXfrm>
        <a:off x="472393" y="2045478"/>
        <a:ext cx="10043206" cy="408998"/>
      </dsp:txXfrm>
    </dsp:sp>
    <dsp:sp modelId="{0A7E2972-0266-4A5E-B8A5-433017156698}">
      <dsp:nvSpPr>
        <dsp:cNvPr id="0" name=""/>
        <dsp:cNvSpPr/>
      </dsp:nvSpPr>
      <dsp:spPr>
        <a:xfrm>
          <a:off x="0" y="2556726"/>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FE4365-BEA4-4B52-A035-24CBFBAB743A}">
      <dsp:nvSpPr>
        <dsp:cNvPr id="0" name=""/>
        <dsp:cNvSpPr/>
      </dsp:nvSpPr>
      <dsp:spPr>
        <a:xfrm>
          <a:off x="123721" y="2648750"/>
          <a:ext cx="224949" cy="22494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6EEEAC-B54F-4A04-8794-60EF95393FE1}">
      <dsp:nvSpPr>
        <dsp:cNvPr id="0" name=""/>
        <dsp:cNvSpPr/>
      </dsp:nvSpPr>
      <dsp:spPr>
        <a:xfrm>
          <a:off x="472393" y="2556726"/>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Emphasis on Risk Management</a:t>
          </a:r>
          <a:endParaRPr lang="en-US" sz="1600" kern="1200" dirty="0">
            <a:latin typeface="Comic Sans MS" panose="030F0702030302020204" pitchFamily="66" charset="0"/>
          </a:endParaRPr>
        </a:p>
      </dsp:txBody>
      <dsp:txXfrm>
        <a:off x="472393" y="2556726"/>
        <a:ext cx="10043206" cy="408998"/>
      </dsp:txXfrm>
    </dsp:sp>
    <dsp:sp modelId="{988D9861-814E-47A7-810C-5387C7CF55FF}">
      <dsp:nvSpPr>
        <dsp:cNvPr id="0" name=""/>
        <dsp:cNvSpPr/>
      </dsp:nvSpPr>
      <dsp:spPr>
        <a:xfrm>
          <a:off x="0" y="3067973"/>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D66ABF-588B-4980-8F6C-0772A968AB6B}">
      <dsp:nvSpPr>
        <dsp:cNvPr id="0" name=""/>
        <dsp:cNvSpPr/>
      </dsp:nvSpPr>
      <dsp:spPr>
        <a:xfrm>
          <a:off x="123721" y="3159998"/>
          <a:ext cx="224949" cy="22494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FF474E-0425-4C18-A801-94B477BACFD6}">
      <dsp:nvSpPr>
        <dsp:cNvPr id="0" name=""/>
        <dsp:cNvSpPr/>
      </dsp:nvSpPr>
      <dsp:spPr>
        <a:xfrm>
          <a:off x="472393" y="3067973"/>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Improved Communication</a:t>
          </a:r>
          <a:endParaRPr lang="en-US" sz="1600" kern="1200" dirty="0">
            <a:latin typeface="Comic Sans MS" panose="030F0702030302020204" pitchFamily="66" charset="0"/>
          </a:endParaRPr>
        </a:p>
      </dsp:txBody>
      <dsp:txXfrm>
        <a:off x="472393" y="3067973"/>
        <a:ext cx="10043206" cy="408998"/>
      </dsp:txXfrm>
    </dsp:sp>
    <dsp:sp modelId="{052FDA6E-60DE-4593-8E17-48B769D02847}">
      <dsp:nvSpPr>
        <dsp:cNvPr id="0" name=""/>
        <dsp:cNvSpPr/>
      </dsp:nvSpPr>
      <dsp:spPr>
        <a:xfrm>
          <a:off x="0" y="3579221"/>
          <a:ext cx="10515600" cy="4089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2AF5AD-893D-409E-82D4-D8EBCE67D199}">
      <dsp:nvSpPr>
        <dsp:cNvPr id="0" name=""/>
        <dsp:cNvSpPr/>
      </dsp:nvSpPr>
      <dsp:spPr>
        <a:xfrm>
          <a:off x="123721" y="3671246"/>
          <a:ext cx="224949" cy="22494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6C0624-90B4-49FF-B535-18CAB76FCB6D}">
      <dsp:nvSpPr>
        <dsp:cNvPr id="0" name=""/>
        <dsp:cNvSpPr/>
      </dsp:nvSpPr>
      <dsp:spPr>
        <a:xfrm>
          <a:off x="472393" y="3579221"/>
          <a:ext cx="10043206" cy="40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286" tIns="43286" rIns="43286" bIns="43286"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Improved Quality</a:t>
          </a:r>
          <a:endParaRPr lang="en-US" sz="1600" kern="1200" dirty="0">
            <a:latin typeface="Comic Sans MS" panose="030F0702030302020204" pitchFamily="66" charset="0"/>
          </a:endParaRPr>
        </a:p>
      </dsp:txBody>
      <dsp:txXfrm>
        <a:off x="472393" y="3579221"/>
        <a:ext cx="10043206" cy="4089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411762-0FD3-42DE-A64C-4A619F8621E3}">
      <dsp:nvSpPr>
        <dsp:cNvPr id="0" name=""/>
        <dsp:cNvSpPr/>
      </dsp:nvSpPr>
      <dsp:spPr>
        <a:xfrm>
          <a:off x="0" y="3022"/>
          <a:ext cx="10528300" cy="6438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0B4212-7D75-4258-A3F2-73FA743CDCF3}">
      <dsp:nvSpPr>
        <dsp:cNvPr id="0" name=""/>
        <dsp:cNvSpPr/>
      </dsp:nvSpPr>
      <dsp:spPr>
        <a:xfrm>
          <a:off x="194755" y="147882"/>
          <a:ext cx="354100" cy="3541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E00182-B2E7-4B20-9B6D-DFD18F27391E}">
      <dsp:nvSpPr>
        <dsp:cNvPr id="0" name=""/>
        <dsp:cNvSpPr/>
      </dsp:nvSpPr>
      <dsp:spPr>
        <a:xfrm>
          <a:off x="743612" y="3022"/>
          <a:ext cx="9784687" cy="643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138" tIns="68138" rIns="68138" bIns="68138"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Complex</a:t>
          </a:r>
          <a:endParaRPr lang="en-US" sz="1600" kern="1200" dirty="0">
            <a:latin typeface="Comic Sans MS" panose="030F0702030302020204" pitchFamily="66" charset="0"/>
          </a:endParaRPr>
        </a:p>
      </dsp:txBody>
      <dsp:txXfrm>
        <a:off x="743612" y="3022"/>
        <a:ext cx="9784687" cy="643819"/>
      </dsp:txXfrm>
    </dsp:sp>
    <dsp:sp modelId="{6245C910-411E-4FC6-9125-C9E63BD504F6}">
      <dsp:nvSpPr>
        <dsp:cNvPr id="0" name=""/>
        <dsp:cNvSpPr/>
      </dsp:nvSpPr>
      <dsp:spPr>
        <a:xfrm>
          <a:off x="0" y="807797"/>
          <a:ext cx="10528300" cy="6438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EEA229-FEE0-463C-92D8-14B18D9A5D15}">
      <dsp:nvSpPr>
        <dsp:cNvPr id="0" name=""/>
        <dsp:cNvSpPr/>
      </dsp:nvSpPr>
      <dsp:spPr>
        <a:xfrm>
          <a:off x="194755" y="952657"/>
          <a:ext cx="354100" cy="3541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111A58-32FB-4D46-8C39-29D13345B0B5}">
      <dsp:nvSpPr>
        <dsp:cNvPr id="0" name=""/>
        <dsp:cNvSpPr/>
      </dsp:nvSpPr>
      <dsp:spPr>
        <a:xfrm>
          <a:off x="743612" y="807797"/>
          <a:ext cx="9784687" cy="643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138" tIns="68138" rIns="68138" bIns="68138"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Expensive</a:t>
          </a:r>
          <a:endParaRPr lang="en-US" sz="1600" kern="1200" dirty="0">
            <a:latin typeface="Comic Sans MS" panose="030F0702030302020204" pitchFamily="66" charset="0"/>
          </a:endParaRPr>
        </a:p>
      </dsp:txBody>
      <dsp:txXfrm>
        <a:off x="743612" y="807797"/>
        <a:ext cx="9784687" cy="643819"/>
      </dsp:txXfrm>
    </dsp:sp>
    <dsp:sp modelId="{4311CFF2-863E-4E5C-B3D0-21C2DDD5A1B5}">
      <dsp:nvSpPr>
        <dsp:cNvPr id="0" name=""/>
        <dsp:cNvSpPr/>
      </dsp:nvSpPr>
      <dsp:spPr>
        <a:xfrm>
          <a:off x="0" y="1612572"/>
          <a:ext cx="10528300" cy="6438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C38311-9FC1-4DBC-8658-DA502CAC8951}">
      <dsp:nvSpPr>
        <dsp:cNvPr id="0" name=""/>
        <dsp:cNvSpPr/>
      </dsp:nvSpPr>
      <dsp:spPr>
        <a:xfrm>
          <a:off x="194755" y="1757432"/>
          <a:ext cx="354100" cy="3541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100E36-B55B-46E7-8F2E-B1549D0FA5EC}">
      <dsp:nvSpPr>
        <dsp:cNvPr id="0" name=""/>
        <dsp:cNvSpPr/>
      </dsp:nvSpPr>
      <dsp:spPr>
        <a:xfrm>
          <a:off x="743612" y="1612572"/>
          <a:ext cx="9784687" cy="643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138" tIns="68138" rIns="68138" bIns="68138"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Comic Sans MS" panose="030F0702030302020204" pitchFamily="66" charset="0"/>
            </a:rPr>
            <a:t>Too much dependability on Risk Analysis</a:t>
          </a:r>
          <a:endParaRPr lang="en-US" sz="1600" kern="1200" dirty="0">
            <a:latin typeface="Comic Sans MS" panose="030F0702030302020204" pitchFamily="66" charset="0"/>
          </a:endParaRPr>
        </a:p>
      </dsp:txBody>
      <dsp:txXfrm>
        <a:off x="743612" y="1612572"/>
        <a:ext cx="9784687" cy="643819"/>
      </dsp:txXfrm>
    </dsp:sp>
    <dsp:sp modelId="{6A6C84B7-156D-46FF-B6DB-49417B07E468}">
      <dsp:nvSpPr>
        <dsp:cNvPr id="0" name=""/>
        <dsp:cNvSpPr/>
      </dsp:nvSpPr>
      <dsp:spPr>
        <a:xfrm>
          <a:off x="0" y="2417347"/>
          <a:ext cx="10528300" cy="6438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75F910-C61F-4EA3-8018-23D465B57789}">
      <dsp:nvSpPr>
        <dsp:cNvPr id="0" name=""/>
        <dsp:cNvSpPr/>
      </dsp:nvSpPr>
      <dsp:spPr>
        <a:xfrm>
          <a:off x="194755" y="2562206"/>
          <a:ext cx="354100" cy="3541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2FEC04-16FE-46B8-A0BF-246309B14FE6}">
      <dsp:nvSpPr>
        <dsp:cNvPr id="0" name=""/>
        <dsp:cNvSpPr/>
      </dsp:nvSpPr>
      <dsp:spPr>
        <a:xfrm>
          <a:off x="743612" y="2417347"/>
          <a:ext cx="9784687" cy="643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138" tIns="68138" rIns="68138" bIns="68138"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Difficulty in time management</a:t>
          </a:r>
          <a:endParaRPr lang="en-US" sz="1600" kern="1200" dirty="0">
            <a:latin typeface="Comic Sans MS" panose="030F0702030302020204" pitchFamily="66" charset="0"/>
          </a:endParaRPr>
        </a:p>
      </dsp:txBody>
      <dsp:txXfrm>
        <a:off x="743612" y="2417347"/>
        <a:ext cx="9784687" cy="643819"/>
      </dsp:txXfrm>
    </dsp:sp>
    <dsp:sp modelId="{FF931556-6F82-4E23-A734-9AA198BF9519}">
      <dsp:nvSpPr>
        <dsp:cNvPr id="0" name=""/>
        <dsp:cNvSpPr/>
      </dsp:nvSpPr>
      <dsp:spPr>
        <a:xfrm>
          <a:off x="0" y="3222122"/>
          <a:ext cx="10528300" cy="6438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232EC3-7D1B-4417-8220-FE64259AC223}">
      <dsp:nvSpPr>
        <dsp:cNvPr id="0" name=""/>
        <dsp:cNvSpPr/>
      </dsp:nvSpPr>
      <dsp:spPr>
        <a:xfrm>
          <a:off x="194755" y="3366981"/>
          <a:ext cx="354100" cy="3541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BDF4DF-2C4E-448B-81DB-B8C75C51FF5E}">
      <dsp:nvSpPr>
        <dsp:cNvPr id="0" name=""/>
        <dsp:cNvSpPr/>
      </dsp:nvSpPr>
      <dsp:spPr>
        <a:xfrm>
          <a:off x="743612" y="3222122"/>
          <a:ext cx="9784687" cy="643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138" tIns="68138" rIns="68138" bIns="68138"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omic Sans MS" panose="030F0702030302020204" pitchFamily="66" charset="0"/>
            </a:rPr>
            <a:t>Time-Consuming</a:t>
          </a:r>
          <a:endParaRPr lang="en-US" sz="1600" kern="1200" dirty="0">
            <a:latin typeface="Comic Sans MS" panose="030F0702030302020204" pitchFamily="66" charset="0"/>
          </a:endParaRPr>
        </a:p>
      </dsp:txBody>
      <dsp:txXfrm>
        <a:off x="743612" y="3222122"/>
        <a:ext cx="9784687" cy="643819"/>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1/11/2026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1/11/2026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1/11/2026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1/11/2026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1/11/2026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1/11/2026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1/11/2026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1/11/2026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1/11/2026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1/11/2026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1/11/2026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1/11/2026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1/11/2026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1/11/2026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1/11/2026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1/11/2026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1/11/2026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1/11/2026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1/11/2026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1/11/2026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1/11/2026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1/11/2026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1/11/2026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1/11/2026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1/11/2026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1/11/2026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1/11/2026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1/11/2026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1/11/2026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1/11/2026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1/11/2026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1/11/2026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hyperlink" Target="https://www.google.com/search?safe=active&amp;sca_esv=ab8db249d156b33c&amp;rlz=1C1GCTT_enIN1172&amp;biw=1280&amp;bih=585&amp;sxsrf=AE3TifMse3mXLPgo-nKpjxsdXys7-KLzaQ%3A1754466149745&amp;q=waterfall+model&amp;sa=X&amp;ved=2ahUKEwiE4YDd1_WOAxVd4zgGHVTcJ60QxccNegQIJhAB&amp;mstk=AUtExfCtS-M5GESFvy8SKcPI-yelXhKUswPsN8Z5Olb3cck-cqb8ZAdrgJ-N-bPXQ1g9qDdLQirX7zC5M8sj6DhxL2ZhYdwfOQQonm62ez-T-k1FBDgVpCT6Aus1va4YJiUE2W2PXuaLK9_AnhfI2w3lvjCcB_BTAJDJiwH-76f7tWmcGvZg-U90QyxG8C51NaEs8OfFuIkJDqt5YSXBNH9IrEyPC_fksMrJDf0-8c7c3YGwkGgLf_8Rg-x4K0n2jhGhcdzyEzxuEoCLBbgT3vuoHKqO8ROetybE4h92jLNQisRnJg&amp;csui=3" TargetMode="Externa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hyperlink" Target="https://www.geeksforgeeks.org/software-engineering/software-engineering-software-product/" TargetMode="Externa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2930402"/>
            <a:ext cx="4846322" cy="997196"/>
          </a:xfrm>
        </p:spPr>
        <p:txBody>
          <a:bodyPr/>
          <a:lstStyle/>
          <a:p>
            <a:r>
              <a:rPr lang="en-US" dirty="0"/>
              <a:t>Software Testing- Basics &amp; Concepts</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052B-5F2F-8CDD-B1C9-3A97C5A18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D6D74-7BD0-856F-27C4-B513DEAE2BD4}"/>
              </a:ext>
            </a:extLst>
          </p:cNvPr>
          <p:cNvSpPr>
            <a:spLocks noGrp="1"/>
          </p:cNvSpPr>
          <p:nvPr>
            <p:ph type="title"/>
          </p:nvPr>
        </p:nvSpPr>
        <p:spPr>
          <a:xfrm>
            <a:off x="457200" y="436880"/>
            <a:ext cx="11277600" cy="415498"/>
          </a:xfrm>
        </p:spPr>
        <p:txBody>
          <a:bodyPr/>
          <a:lstStyle/>
          <a:p>
            <a:r>
              <a:rPr lang="en-IN" sz="3000" dirty="0"/>
              <a:t>What is Software?</a:t>
            </a:r>
          </a:p>
        </p:txBody>
      </p:sp>
      <p:sp>
        <p:nvSpPr>
          <p:cNvPr id="4" name="Footer Placeholder 3">
            <a:extLst>
              <a:ext uri="{FF2B5EF4-FFF2-40B4-BE49-F238E27FC236}">
                <a16:creationId xmlns:a16="http://schemas.microsoft.com/office/drawing/2014/main" id="{8B11279E-83A9-2569-602A-B329D24749E6}"/>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506B9C2-A168-0C83-5BF3-3D3C25B1A9D8}"/>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3" name="Text Placeholder 2">
            <a:extLst>
              <a:ext uri="{FF2B5EF4-FFF2-40B4-BE49-F238E27FC236}">
                <a16:creationId xmlns:a16="http://schemas.microsoft.com/office/drawing/2014/main" id="{C302CF45-B431-CC0C-E12B-201343F1008A}"/>
              </a:ext>
            </a:extLst>
          </p:cNvPr>
          <p:cNvSpPr txBox="1">
            <a:spLocks/>
          </p:cNvSpPr>
          <p:nvPr/>
        </p:nvSpPr>
        <p:spPr>
          <a:xfrm>
            <a:off x="1412240" y="1627187"/>
            <a:ext cx="9591040" cy="2172653"/>
          </a:xfrm>
          <a:prstGeom prst="rect">
            <a:avLst/>
          </a:prstGeom>
          <a:solidFill>
            <a:srgbClr val="F6F6F5"/>
          </a:solidFill>
        </p:spPr>
        <p:txBody>
          <a:bodyPr vert="horz" lIns="91440" tIns="45720" rIns="91440" bIns="4572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2500" dirty="0">
                <a:latin typeface="Comic Sans MS" panose="030F0702030302020204" pitchFamily="66" charset="0"/>
              </a:rPr>
              <a:t>Software is a set of instructions, data, or programs used to operate computers and other electronic devices, enabling them to perform specific tasks</a:t>
            </a:r>
          </a:p>
        </p:txBody>
      </p:sp>
    </p:spTree>
    <p:extLst>
      <p:ext uri="{BB962C8B-B14F-4D97-AF65-F5344CB8AC3E}">
        <p14:creationId xmlns:p14="http://schemas.microsoft.com/office/powerpoint/2010/main" val="3505450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EE64F-749D-5826-22D5-97825477E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4C654-670C-7CD0-F617-49A4CE8D9A90}"/>
              </a:ext>
            </a:extLst>
          </p:cNvPr>
          <p:cNvSpPr>
            <a:spLocks noGrp="1"/>
          </p:cNvSpPr>
          <p:nvPr>
            <p:ph type="title"/>
          </p:nvPr>
        </p:nvSpPr>
        <p:spPr>
          <a:xfrm>
            <a:off x="457200" y="436880"/>
            <a:ext cx="11277600" cy="415498"/>
          </a:xfrm>
        </p:spPr>
        <p:txBody>
          <a:bodyPr/>
          <a:lstStyle/>
          <a:p>
            <a:r>
              <a:rPr lang="en-IN" sz="3000" dirty="0"/>
              <a:t>Types of Software</a:t>
            </a:r>
          </a:p>
        </p:txBody>
      </p:sp>
      <p:sp>
        <p:nvSpPr>
          <p:cNvPr id="4" name="Footer Placeholder 3">
            <a:extLst>
              <a:ext uri="{FF2B5EF4-FFF2-40B4-BE49-F238E27FC236}">
                <a16:creationId xmlns:a16="http://schemas.microsoft.com/office/drawing/2014/main" id="{AC07DD17-90F2-DACE-170F-2EAB70E7AA9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ED1AE10-20DA-F58A-6554-5965FD5D95E7}"/>
              </a:ext>
            </a:extLst>
          </p:cNvPr>
          <p:cNvSpPr>
            <a:spLocks noGrp="1"/>
          </p:cNvSpPr>
          <p:nvPr>
            <p:ph type="sldNum" sz="quarter" idx="12"/>
          </p:nvPr>
        </p:nvSpPr>
        <p:spPr/>
        <p:txBody>
          <a:bodyPr/>
          <a:lstStyle/>
          <a:p>
            <a:fld id="{38826FC0-333C-E549-9FA3-0EE43DF298A3}" type="slidenum">
              <a:rPr lang="en-US" smtClean="0"/>
              <a:pPr/>
              <a:t>3</a:t>
            </a:fld>
            <a:endParaRPr lang="en-US" dirty="0"/>
          </a:p>
        </p:txBody>
      </p:sp>
      <p:pic>
        <p:nvPicPr>
          <p:cNvPr id="3" name="Picture 2">
            <a:extLst>
              <a:ext uri="{FF2B5EF4-FFF2-40B4-BE49-F238E27FC236}">
                <a16:creationId xmlns:a16="http://schemas.microsoft.com/office/drawing/2014/main" id="{B15CB067-3264-6F7F-D835-A42D5EC6316D}"/>
              </a:ext>
            </a:extLst>
          </p:cNvPr>
          <p:cNvPicPr>
            <a:picLocks noChangeAspect="1"/>
          </p:cNvPicPr>
          <p:nvPr/>
        </p:nvPicPr>
        <p:blipFill>
          <a:blip r:embed="rId2"/>
          <a:stretch>
            <a:fillRect/>
          </a:stretch>
        </p:blipFill>
        <p:spPr>
          <a:xfrm>
            <a:off x="589280" y="1080978"/>
            <a:ext cx="10982234" cy="5015022"/>
          </a:xfrm>
          <a:prstGeom prst="rect">
            <a:avLst/>
          </a:prstGeom>
        </p:spPr>
      </p:pic>
    </p:spTree>
    <p:extLst>
      <p:ext uri="{BB962C8B-B14F-4D97-AF65-F5344CB8AC3E}">
        <p14:creationId xmlns:p14="http://schemas.microsoft.com/office/powerpoint/2010/main" val="2530600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3B417-489C-EAB6-1039-DF58CF075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27730-2F62-14CA-D31B-573DB6879D59}"/>
              </a:ext>
            </a:extLst>
          </p:cNvPr>
          <p:cNvSpPr>
            <a:spLocks noGrp="1"/>
          </p:cNvSpPr>
          <p:nvPr>
            <p:ph type="title"/>
          </p:nvPr>
        </p:nvSpPr>
        <p:spPr>
          <a:xfrm>
            <a:off x="457200" y="436880"/>
            <a:ext cx="11277600" cy="415498"/>
          </a:xfrm>
        </p:spPr>
        <p:txBody>
          <a:bodyPr/>
          <a:lstStyle/>
          <a:p>
            <a:r>
              <a:rPr lang="en-IN" sz="3000" dirty="0"/>
              <a:t>What is Software Testing?</a:t>
            </a:r>
          </a:p>
        </p:txBody>
      </p:sp>
      <p:sp>
        <p:nvSpPr>
          <p:cNvPr id="4" name="Footer Placeholder 3">
            <a:extLst>
              <a:ext uri="{FF2B5EF4-FFF2-40B4-BE49-F238E27FC236}">
                <a16:creationId xmlns:a16="http://schemas.microsoft.com/office/drawing/2014/main" id="{F4C4DCE7-6326-E402-9E14-EBA26A20E9B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D5A8E54-24DC-8C5E-349D-6B1BBC170276}"/>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6" name="TextBox 5">
            <a:extLst>
              <a:ext uri="{FF2B5EF4-FFF2-40B4-BE49-F238E27FC236}">
                <a16:creationId xmlns:a16="http://schemas.microsoft.com/office/drawing/2014/main" id="{D72B9715-FE75-4049-B65A-7C1D06D2F3C4}"/>
              </a:ext>
            </a:extLst>
          </p:cNvPr>
          <p:cNvSpPr txBox="1"/>
          <p:nvPr/>
        </p:nvSpPr>
        <p:spPr>
          <a:xfrm>
            <a:off x="767080" y="1304836"/>
            <a:ext cx="10657840" cy="1759777"/>
          </a:xfrm>
          <a:prstGeom prst="rect">
            <a:avLst/>
          </a:prstGeom>
          <a:noFill/>
        </p:spPr>
        <p:txBody>
          <a:bodyPr wrap="square">
            <a:spAutoFit/>
          </a:bodyPr>
          <a:lstStyle/>
          <a:p>
            <a:pPr marL="0" lvl="0" indent="0" defTabSz="488950">
              <a:lnSpc>
                <a:spcPct val="150000"/>
              </a:lnSpc>
              <a:spcBef>
                <a:spcPct val="0"/>
              </a:spcBef>
              <a:spcAft>
                <a:spcPct val="35000"/>
              </a:spcAft>
              <a:buNone/>
            </a:pPr>
            <a:r>
              <a:rPr lang="en-US" sz="2500" kern="1200" dirty="0">
                <a:latin typeface="Comic Sans MS" panose="030F0702030302020204" pitchFamily="66" charset="0"/>
              </a:rPr>
              <a:t>Software testing is a systematic process of evaluating and verifying a software application or system to ensure it meets its specified requirements and functions as intended.</a:t>
            </a:r>
          </a:p>
        </p:txBody>
      </p:sp>
      <p:graphicFrame>
        <p:nvGraphicFramePr>
          <p:cNvPr id="7" name="Text Placeholder 2">
            <a:extLst>
              <a:ext uri="{FF2B5EF4-FFF2-40B4-BE49-F238E27FC236}">
                <a16:creationId xmlns:a16="http://schemas.microsoft.com/office/drawing/2014/main" id="{C8B00C60-00B3-445D-FAF2-A667B2901694}"/>
              </a:ext>
            </a:extLst>
          </p:cNvPr>
          <p:cNvGraphicFramePr/>
          <p:nvPr>
            <p:extLst>
              <p:ext uri="{D42A27DB-BD31-4B8C-83A1-F6EECF244321}">
                <p14:modId xmlns:p14="http://schemas.microsoft.com/office/powerpoint/2010/main" val="1107290859"/>
              </p:ext>
            </p:extLst>
          </p:nvPr>
        </p:nvGraphicFramePr>
        <p:xfrm>
          <a:off x="2172696" y="3252249"/>
          <a:ext cx="8429990" cy="2960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1CCF18B4-6069-8AA3-C9E5-3909AD3DC620}"/>
              </a:ext>
            </a:extLst>
          </p:cNvPr>
          <p:cNvSpPr txBox="1"/>
          <p:nvPr/>
        </p:nvSpPr>
        <p:spPr>
          <a:xfrm>
            <a:off x="767080" y="3244334"/>
            <a:ext cx="6101442" cy="369332"/>
          </a:xfrm>
          <a:prstGeom prst="rect">
            <a:avLst/>
          </a:prstGeom>
          <a:noFill/>
        </p:spPr>
        <p:txBody>
          <a:bodyPr wrap="square">
            <a:spAutoFit/>
          </a:bodyPr>
          <a:lstStyle/>
          <a:p>
            <a:pPr lvl="0">
              <a:lnSpc>
                <a:spcPct val="100000"/>
              </a:lnSpc>
            </a:pPr>
            <a:r>
              <a:rPr lang="en-US" dirty="0">
                <a:latin typeface="Comic Sans MS" panose="030F0702030302020204" pitchFamily="66" charset="0"/>
              </a:rPr>
              <a:t>The primary goals of software testing include: </a:t>
            </a:r>
          </a:p>
        </p:txBody>
      </p:sp>
    </p:spTree>
    <p:extLst>
      <p:ext uri="{BB962C8B-B14F-4D97-AF65-F5344CB8AC3E}">
        <p14:creationId xmlns:p14="http://schemas.microsoft.com/office/powerpoint/2010/main" val="3598097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4DF86-AE01-A6D6-5E93-7BE15EFD0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78307-DF8E-DAF6-2AD8-2FE450260EBB}"/>
              </a:ext>
            </a:extLst>
          </p:cNvPr>
          <p:cNvSpPr>
            <a:spLocks noGrp="1"/>
          </p:cNvSpPr>
          <p:nvPr>
            <p:ph type="title"/>
          </p:nvPr>
        </p:nvSpPr>
        <p:spPr>
          <a:xfrm>
            <a:off x="457200" y="436880"/>
            <a:ext cx="11277600" cy="415498"/>
          </a:xfrm>
        </p:spPr>
        <p:txBody>
          <a:bodyPr/>
          <a:lstStyle/>
          <a:p>
            <a:r>
              <a:rPr lang="en-IN" sz="3000" dirty="0"/>
              <a:t>What is Software Testing?</a:t>
            </a:r>
          </a:p>
        </p:txBody>
      </p:sp>
      <p:sp>
        <p:nvSpPr>
          <p:cNvPr id="4" name="Footer Placeholder 3">
            <a:extLst>
              <a:ext uri="{FF2B5EF4-FFF2-40B4-BE49-F238E27FC236}">
                <a16:creationId xmlns:a16="http://schemas.microsoft.com/office/drawing/2014/main" id="{AC7ABF55-CA72-C7E0-9A20-9E0F908586D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5535C81-1FE1-60FE-6DBD-DFD93C47F9F1}"/>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7" name="TextBox 6">
            <a:extLst>
              <a:ext uri="{FF2B5EF4-FFF2-40B4-BE49-F238E27FC236}">
                <a16:creationId xmlns:a16="http://schemas.microsoft.com/office/drawing/2014/main" id="{BA329C3A-26FD-D2F3-3424-2F35E471E216}"/>
              </a:ext>
            </a:extLst>
          </p:cNvPr>
          <p:cNvSpPr txBox="1"/>
          <p:nvPr/>
        </p:nvSpPr>
        <p:spPr>
          <a:xfrm>
            <a:off x="1005840" y="1515174"/>
            <a:ext cx="9865360" cy="2913939"/>
          </a:xfrm>
          <a:prstGeom prst="rect">
            <a:avLst/>
          </a:prstGeom>
          <a:solidFill>
            <a:srgbClr val="F6F6F5"/>
          </a:solidFill>
        </p:spPr>
        <p:txBody>
          <a:bodyPr wrap="square">
            <a:spAutoFit/>
          </a:bodyPr>
          <a:lstStyle/>
          <a:p>
            <a:pPr algn="ctr">
              <a:lnSpc>
                <a:spcPct val="150000"/>
              </a:lnSpc>
            </a:pPr>
            <a:r>
              <a:rPr lang="en-US" sz="2500" b="1" dirty="0">
                <a:latin typeface="Comic Sans MS" panose="030F0702030302020204" pitchFamily="66" charset="0"/>
              </a:rPr>
              <a:t>Software Testing</a:t>
            </a:r>
            <a:r>
              <a:rPr lang="en-US" sz="2500" dirty="0">
                <a:latin typeface="Comic Sans MS" panose="030F0702030302020204" pitchFamily="66" charset="0"/>
              </a:rPr>
              <a:t> is a process of verifying and validating whether the </a:t>
            </a:r>
            <a:r>
              <a:rPr lang="en-US" sz="2500" b="1" dirty="0">
                <a:latin typeface="Comic Sans MS" panose="030F0702030302020204" pitchFamily="66" charset="0"/>
              </a:rPr>
              <a:t>Software Product </a:t>
            </a:r>
            <a:r>
              <a:rPr lang="en-US" sz="2500" dirty="0">
                <a:latin typeface="Comic Sans MS" panose="030F0702030302020204" pitchFamily="66" charset="0"/>
              </a:rPr>
              <a:t>or </a:t>
            </a:r>
            <a:r>
              <a:rPr lang="en-US" sz="2500" b="1" dirty="0">
                <a:latin typeface="Comic Sans MS" panose="030F0702030302020204" pitchFamily="66" charset="0"/>
              </a:rPr>
              <a:t>Application </a:t>
            </a:r>
            <a:r>
              <a:rPr lang="en-US" sz="2500" dirty="0">
                <a:latin typeface="Comic Sans MS" panose="030F0702030302020204" pitchFamily="66" charset="0"/>
              </a:rPr>
              <a:t>is working as expected or not. The complete testing includes identifying errors and bugs that cause future problems for the performance of an application.</a:t>
            </a:r>
            <a:endParaRPr lang="en-IN" sz="2500" dirty="0">
              <a:latin typeface="Comic Sans MS" panose="030F0702030302020204" pitchFamily="66" charset="0"/>
            </a:endParaRPr>
          </a:p>
        </p:txBody>
      </p:sp>
    </p:spTree>
    <p:extLst>
      <p:ext uri="{BB962C8B-B14F-4D97-AF65-F5344CB8AC3E}">
        <p14:creationId xmlns:p14="http://schemas.microsoft.com/office/powerpoint/2010/main" val="108370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FD45-4EC7-F2D3-0BFF-698725824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535D6-8C0C-F8E1-2DB8-DEFD86FED380}"/>
              </a:ext>
            </a:extLst>
          </p:cNvPr>
          <p:cNvSpPr>
            <a:spLocks noGrp="1"/>
          </p:cNvSpPr>
          <p:nvPr>
            <p:ph type="title"/>
          </p:nvPr>
        </p:nvSpPr>
        <p:spPr>
          <a:xfrm>
            <a:off x="457200" y="436880"/>
            <a:ext cx="11277600" cy="415498"/>
          </a:xfrm>
        </p:spPr>
        <p:txBody>
          <a:bodyPr/>
          <a:lstStyle/>
          <a:p>
            <a:r>
              <a:rPr lang="en-IN" sz="3000" dirty="0"/>
              <a:t>Software Quality</a:t>
            </a:r>
          </a:p>
        </p:txBody>
      </p:sp>
      <p:sp>
        <p:nvSpPr>
          <p:cNvPr id="4" name="Footer Placeholder 3">
            <a:extLst>
              <a:ext uri="{FF2B5EF4-FFF2-40B4-BE49-F238E27FC236}">
                <a16:creationId xmlns:a16="http://schemas.microsoft.com/office/drawing/2014/main" id="{D99DECD3-F48C-48CB-C07B-07102A5F6D1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AC3D2F3D-1D89-6C53-A6B6-7556042EF5C7}"/>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3" name="Text Placeholder 2">
            <a:extLst>
              <a:ext uri="{FF2B5EF4-FFF2-40B4-BE49-F238E27FC236}">
                <a16:creationId xmlns:a16="http://schemas.microsoft.com/office/drawing/2014/main" id="{9CB1E319-9AA7-B16C-C6AE-0A41294E5BCD}"/>
              </a:ext>
            </a:extLst>
          </p:cNvPr>
          <p:cNvSpPr txBox="1">
            <a:spLocks/>
          </p:cNvSpPr>
          <p:nvPr/>
        </p:nvSpPr>
        <p:spPr>
          <a:xfrm>
            <a:off x="457200" y="1152918"/>
            <a:ext cx="11054080" cy="687058"/>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sz="1800" cap="all" dirty="0">
                <a:solidFill>
                  <a:srgbClr val="000000"/>
                </a:solidFill>
                <a:latin typeface="Comic Sans MS" panose="030F0702030302020204" pitchFamily="66" charset="0"/>
              </a:rPr>
              <a:t>Software quality shows how good and reliable a product is. </a:t>
            </a:r>
          </a:p>
        </p:txBody>
      </p:sp>
      <p:pic>
        <p:nvPicPr>
          <p:cNvPr id="6" name="Picture 5">
            <a:extLst>
              <a:ext uri="{FF2B5EF4-FFF2-40B4-BE49-F238E27FC236}">
                <a16:creationId xmlns:a16="http://schemas.microsoft.com/office/drawing/2014/main" id="{161ED786-99D5-BE63-A088-E4377EC92C1C}"/>
              </a:ext>
            </a:extLst>
          </p:cNvPr>
          <p:cNvPicPr>
            <a:picLocks noChangeAspect="1"/>
          </p:cNvPicPr>
          <p:nvPr/>
        </p:nvPicPr>
        <p:blipFill>
          <a:blip r:embed="rId2"/>
          <a:stretch>
            <a:fillRect/>
          </a:stretch>
        </p:blipFill>
        <p:spPr>
          <a:xfrm>
            <a:off x="2479033" y="1645921"/>
            <a:ext cx="6730282" cy="4338320"/>
          </a:xfrm>
          <a:prstGeom prst="rect">
            <a:avLst/>
          </a:prstGeom>
        </p:spPr>
      </p:pic>
    </p:spTree>
    <p:extLst>
      <p:ext uri="{BB962C8B-B14F-4D97-AF65-F5344CB8AC3E}">
        <p14:creationId xmlns:p14="http://schemas.microsoft.com/office/powerpoint/2010/main" val="1794764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E06A8-211C-38BB-F869-FA6CEFAF5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03668-E4C7-9676-A5BA-04540CB2D9E8}"/>
              </a:ext>
            </a:extLst>
          </p:cNvPr>
          <p:cNvSpPr>
            <a:spLocks noGrp="1"/>
          </p:cNvSpPr>
          <p:nvPr>
            <p:ph type="title"/>
          </p:nvPr>
        </p:nvSpPr>
        <p:spPr>
          <a:xfrm>
            <a:off x="457200" y="436880"/>
            <a:ext cx="11277600" cy="415498"/>
          </a:xfrm>
        </p:spPr>
        <p:txBody>
          <a:bodyPr/>
          <a:lstStyle/>
          <a:p>
            <a:r>
              <a:rPr lang="en-IN" sz="3000" dirty="0"/>
              <a:t>Project Vs Product</a:t>
            </a:r>
          </a:p>
        </p:txBody>
      </p:sp>
      <p:sp>
        <p:nvSpPr>
          <p:cNvPr id="4" name="Footer Placeholder 3">
            <a:extLst>
              <a:ext uri="{FF2B5EF4-FFF2-40B4-BE49-F238E27FC236}">
                <a16:creationId xmlns:a16="http://schemas.microsoft.com/office/drawing/2014/main" id="{9F31172B-A085-9094-14D4-EFCBC049D63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4D006D3-3709-F274-52B7-36532E925A63}"/>
              </a:ext>
            </a:extLst>
          </p:cNvPr>
          <p:cNvSpPr>
            <a:spLocks noGrp="1"/>
          </p:cNvSpPr>
          <p:nvPr>
            <p:ph type="sldNum" sz="quarter" idx="12"/>
          </p:nvPr>
        </p:nvSpPr>
        <p:spPr/>
        <p:txBody>
          <a:bodyPr/>
          <a:lstStyle/>
          <a:p>
            <a:fld id="{38826FC0-333C-E549-9FA3-0EE43DF298A3}" type="slidenum">
              <a:rPr lang="en-US" smtClean="0"/>
              <a:pPr/>
              <a:t>7</a:t>
            </a:fld>
            <a:endParaRPr lang="en-US" dirty="0"/>
          </a:p>
        </p:txBody>
      </p:sp>
      <p:pic>
        <p:nvPicPr>
          <p:cNvPr id="3" name="Picture 2">
            <a:extLst>
              <a:ext uri="{FF2B5EF4-FFF2-40B4-BE49-F238E27FC236}">
                <a16:creationId xmlns:a16="http://schemas.microsoft.com/office/drawing/2014/main" id="{B1D441D0-C72A-F84E-95E0-8A7D9830E4EC}"/>
              </a:ext>
            </a:extLst>
          </p:cNvPr>
          <p:cNvPicPr>
            <a:picLocks noChangeAspect="1"/>
          </p:cNvPicPr>
          <p:nvPr/>
        </p:nvPicPr>
        <p:blipFill>
          <a:blip r:embed="rId2"/>
          <a:stretch>
            <a:fillRect/>
          </a:stretch>
        </p:blipFill>
        <p:spPr>
          <a:xfrm>
            <a:off x="573047" y="1329136"/>
            <a:ext cx="10649497" cy="4426177"/>
          </a:xfrm>
          <a:prstGeom prst="rect">
            <a:avLst/>
          </a:prstGeom>
        </p:spPr>
      </p:pic>
    </p:spTree>
    <p:extLst>
      <p:ext uri="{BB962C8B-B14F-4D97-AF65-F5344CB8AC3E}">
        <p14:creationId xmlns:p14="http://schemas.microsoft.com/office/powerpoint/2010/main" val="1811644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1BB87-F112-8A68-4697-C072B64C2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2886B-F8BA-78E1-5D61-8EC42482DC41}"/>
              </a:ext>
            </a:extLst>
          </p:cNvPr>
          <p:cNvSpPr>
            <a:spLocks noGrp="1"/>
          </p:cNvSpPr>
          <p:nvPr>
            <p:ph type="title"/>
          </p:nvPr>
        </p:nvSpPr>
        <p:spPr>
          <a:xfrm>
            <a:off x="457200" y="436880"/>
            <a:ext cx="11277600" cy="415498"/>
          </a:xfrm>
        </p:spPr>
        <p:txBody>
          <a:bodyPr/>
          <a:lstStyle/>
          <a:p>
            <a:r>
              <a:rPr lang="en-IN" sz="3000" dirty="0"/>
              <a:t>Why do we need Testing?</a:t>
            </a:r>
          </a:p>
        </p:txBody>
      </p:sp>
      <p:sp>
        <p:nvSpPr>
          <p:cNvPr id="4" name="Footer Placeholder 3">
            <a:extLst>
              <a:ext uri="{FF2B5EF4-FFF2-40B4-BE49-F238E27FC236}">
                <a16:creationId xmlns:a16="http://schemas.microsoft.com/office/drawing/2014/main" id="{55BE945D-2B8C-7559-2FF5-FE061B654C1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A8E8D2E-A443-9EA1-1CF9-0B0C4953E14B}"/>
              </a:ext>
            </a:extLst>
          </p:cNvPr>
          <p:cNvSpPr>
            <a:spLocks noGrp="1"/>
          </p:cNvSpPr>
          <p:nvPr>
            <p:ph type="sldNum" sz="quarter" idx="12"/>
          </p:nvPr>
        </p:nvSpPr>
        <p:spPr/>
        <p:txBody>
          <a:bodyPr/>
          <a:lstStyle/>
          <a:p>
            <a:fld id="{38826FC0-333C-E549-9FA3-0EE43DF298A3}" type="slidenum">
              <a:rPr lang="en-US" smtClean="0"/>
              <a:pPr/>
              <a:t>8</a:t>
            </a:fld>
            <a:endParaRPr lang="en-US" dirty="0"/>
          </a:p>
        </p:txBody>
      </p:sp>
      <p:graphicFrame>
        <p:nvGraphicFramePr>
          <p:cNvPr id="3" name="Text Placeholder 2">
            <a:extLst>
              <a:ext uri="{FF2B5EF4-FFF2-40B4-BE49-F238E27FC236}">
                <a16:creationId xmlns:a16="http://schemas.microsoft.com/office/drawing/2014/main" id="{4CFCAD5E-F3E7-E7A1-FA40-C8FED1846C31}"/>
              </a:ext>
            </a:extLst>
          </p:cNvPr>
          <p:cNvGraphicFramePr/>
          <p:nvPr>
            <p:extLst>
              <p:ext uri="{D42A27DB-BD31-4B8C-83A1-F6EECF244321}">
                <p14:modId xmlns:p14="http://schemas.microsoft.com/office/powerpoint/2010/main" val="128485135"/>
              </p:ext>
            </p:extLst>
          </p:nvPr>
        </p:nvGraphicFramePr>
        <p:xfrm>
          <a:off x="640080" y="1567386"/>
          <a:ext cx="9604375" cy="3723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1243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99F0D-9256-5F30-D2E6-00F560295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71858-8679-658D-4F97-7BC8B755882F}"/>
              </a:ext>
            </a:extLst>
          </p:cNvPr>
          <p:cNvSpPr>
            <a:spLocks noGrp="1"/>
          </p:cNvSpPr>
          <p:nvPr>
            <p:ph type="title"/>
          </p:nvPr>
        </p:nvSpPr>
        <p:spPr>
          <a:xfrm>
            <a:off x="457200" y="436880"/>
            <a:ext cx="11277600" cy="415498"/>
          </a:xfrm>
        </p:spPr>
        <p:txBody>
          <a:bodyPr/>
          <a:lstStyle/>
          <a:p>
            <a:r>
              <a:rPr lang="en-IN" sz="3000" dirty="0"/>
              <a:t>Error, Bug, Failure</a:t>
            </a:r>
          </a:p>
        </p:txBody>
      </p:sp>
      <p:sp>
        <p:nvSpPr>
          <p:cNvPr id="4" name="Footer Placeholder 3">
            <a:extLst>
              <a:ext uri="{FF2B5EF4-FFF2-40B4-BE49-F238E27FC236}">
                <a16:creationId xmlns:a16="http://schemas.microsoft.com/office/drawing/2014/main" id="{67D402A7-EA9B-87CB-64A2-05B8C38614E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1D5CC5A-FE36-F289-60C6-9F4A785B2458}"/>
              </a:ext>
            </a:extLst>
          </p:cNvPr>
          <p:cNvSpPr>
            <a:spLocks noGrp="1"/>
          </p:cNvSpPr>
          <p:nvPr>
            <p:ph type="sldNum" sz="quarter" idx="12"/>
          </p:nvPr>
        </p:nvSpPr>
        <p:spPr/>
        <p:txBody>
          <a:bodyPr/>
          <a:lstStyle/>
          <a:p>
            <a:fld id="{38826FC0-333C-E549-9FA3-0EE43DF298A3}" type="slidenum">
              <a:rPr lang="en-US" smtClean="0"/>
              <a:pPr/>
              <a:t>9</a:t>
            </a:fld>
            <a:endParaRPr lang="en-US" dirty="0"/>
          </a:p>
        </p:txBody>
      </p:sp>
      <p:pic>
        <p:nvPicPr>
          <p:cNvPr id="3" name="Picture 2">
            <a:extLst>
              <a:ext uri="{FF2B5EF4-FFF2-40B4-BE49-F238E27FC236}">
                <a16:creationId xmlns:a16="http://schemas.microsoft.com/office/drawing/2014/main" id="{B4FB7311-E873-CD3D-36D7-BEE1DC675FAF}"/>
              </a:ext>
            </a:extLst>
          </p:cNvPr>
          <p:cNvPicPr>
            <a:picLocks noChangeAspect="1"/>
          </p:cNvPicPr>
          <p:nvPr/>
        </p:nvPicPr>
        <p:blipFill>
          <a:blip r:embed="rId2"/>
          <a:stretch>
            <a:fillRect/>
          </a:stretch>
        </p:blipFill>
        <p:spPr>
          <a:xfrm>
            <a:off x="640080" y="1342854"/>
            <a:ext cx="10746377" cy="4567468"/>
          </a:xfrm>
          <a:prstGeom prst="rect">
            <a:avLst/>
          </a:prstGeom>
        </p:spPr>
      </p:pic>
    </p:spTree>
    <p:extLst>
      <p:ext uri="{BB962C8B-B14F-4D97-AF65-F5344CB8AC3E}">
        <p14:creationId xmlns:p14="http://schemas.microsoft.com/office/powerpoint/2010/main" val="1224667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55C76-32C7-CBC0-9926-668CDA894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9B222-3E97-D023-9B48-69E5FEE22285}"/>
              </a:ext>
            </a:extLst>
          </p:cNvPr>
          <p:cNvSpPr>
            <a:spLocks noGrp="1"/>
          </p:cNvSpPr>
          <p:nvPr>
            <p:ph type="ctrTitle"/>
          </p:nvPr>
        </p:nvSpPr>
        <p:spPr>
          <a:xfrm>
            <a:off x="2611120" y="2628971"/>
            <a:ext cx="6969760" cy="443198"/>
          </a:xfrm>
        </p:spPr>
        <p:txBody>
          <a:bodyPr/>
          <a:lstStyle/>
          <a:p>
            <a:r>
              <a:rPr lang="en-IN" sz="3600" dirty="0"/>
              <a:t>Software Testing CONCEPTS</a:t>
            </a:r>
          </a:p>
        </p:txBody>
      </p:sp>
      <p:sp>
        <p:nvSpPr>
          <p:cNvPr id="4" name="Footer Placeholder 3">
            <a:extLst>
              <a:ext uri="{FF2B5EF4-FFF2-40B4-BE49-F238E27FC236}">
                <a16:creationId xmlns:a16="http://schemas.microsoft.com/office/drawing/2014/main" id="{EA131938-6735-E7DA-E222-FD107A06A131}"/>
              </a:ext>
            </a:extLst>
          </p:cNvPr>
          <p:cNvSpPr>
            <a:spLocks noGrp="1"/>
          </p:cNvSpPr>
          <p:nvPr>
            <p:ph type="ftr" sz="quarter" idx="15"/>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B2A2CB3D-2D1A-AC9C-80A3-280DE36BAFA8}"/>
              </a:ext>
            </a:extLst>
          </p:cNvPr>
          <p:cNvSpPr>
            <a:spLocks noGrp="1"/>
          </p:cNvSpPr>
          <p:nvPr>
            <p:ph type="sldNum" sz="quarter" idx="16"/>
          </p:nvPr>
        </p:nvSpPr>
        <p:spPr/>
        <p:txBody>
          <a:bodyPr/>
          <a:lstStyle/>
          <a:p>
            <a:fld id="{38826FC0-333C-E549-9FA3-0EE43DF298A3}" type="slidenum">
              <a:rPr lang="en-US" smtClean="0"/>
              <a:pPr/>
              <a:t>10</a:t>
            </a:fld>
            <a:endParaRPr lang="en-US" dirty="0"/>
          </a:p>
        </p:txBody>
      </p:sp>
    </p:spTree>
    <p:extLst>
      <p:ext uri="{BB962C8B-B14F-4D97-AF65-F5344CB8AC3E}">
        <p14:creationId xmlns:p14="http://schemas.microsoft.com/office/powerpoint/2010/main" val="1273304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F8657-751B-AC4C-8ED3-0A80809E6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73CCC-6D09-9F21-90A9-CC9DFFB94833}"/>
              </a:ext>
            </a:extLst>
          </p:cNvPr>
          <p:cNvSpPr>
            <a:spLocks noGrp="1"/>
          </p:cNvSpPr>
          <p:nvPr>
            <p:ph type="title"/>
          </p:nvPr>
        </p:nvSpPr>
        <p:spPr>
          <a:xfrm>
            <a:off x="457200" y="436880"/>
            <a:ext cx="11277600" cy="415498"/>
          </a:xfrm>
        </p:spPr>
        <p:txBody>
          <a:bodyPr/>
          <a:lstStyle/>
          <a:p>
            <a:r>
              <a:rPr lang="en-IN" sz="3000" dirty="0"/>
              <a:t>SDLC</a:t>
            </a:r>
          </a:p>
        </p:txBody>
      </p:sp>
      <p:sp>
        <p:nvSpPr>
          <p:cNvPr id="4" name="Footer Placeholder 3">
            <a:extLst>
              <a:ext uri="{FF2B5EF4-FFF2-40B4-BE49-F238E27FC236}">
                <a16:creationId xmlns:a16="http://schemas.microsoft.com/office/drawing/2014/main" id="{4DB2BE7C-3BC0-88CD-1EC2-E30496EB89A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89804F5-3D2C-0133-9952-C8DC638CCE8E}"/>
              </a:ext>
            </a:extLst>
          </p:cNvPr>
          <p:cNvSpPr>
            <a:spLocks noGrp="1"/>
          </p:cNvSpPr>
          <p:nvPr>
            <p:ph type="sldNum" sz="quarter" idx="12"/>
          </p:nvPr>
        </p:nvSpPr>
        <p:spPr/>
        <p:txBody>
          <a:bodyPr/>
          <a:lstStyle/>
          <a:p>
            <a:fld id="{38826FC0-333C-E549-9FA3-0EE43DF298A3}" type="slidenum">
              <a:rPr lang="en-US" smtClean="0"/>
              <a:pPr/>
              <a:t>11</a:t>
            </a:fld>
            <a:endParaRPr lang="en-US" dirty="0"/>
          </a:p>
        </p:txBody>
      </p:sp>
      <p:sp>
        <p:nvSpPr>
          <p:cNvPr id="3" name="Text Placeholder 3">
            <a:extLst>
              <a:ext uri="{FF2B5EF4-FFF2-40B4-BE49-F238E27FC236}">
                <a16:creationId xmlns:a16="http://schemas.microsoft.com/office/drawing/2014/main" id="{66B56D7F-3022-647A-8762-35C6BE499C11}"/>
              </a:ext>
            </a:extLst>
          </p:cNvPr>
          <p:cNvSpPr txBox="1">
            <a:spLocks/>
          </p:cNvSpPr>
          <p:nvPr/>
        </p:nvSpPr>
        <p:spPr>
          <a:xfrm>
            <a:off x="8384270" y="1504405"/>
            <a:ext cx="3350530" cy="5230949"/>
          </a:xfrm>
          <a:prstGeom prst="rect">
            <a:avLst/>
          </a:prstGeom>
        </p:spPr>
        <p:txBody>
          <a:bodyPr vert="horz" lIns="91440" tIns="91440" rIns="91440" bIns="9144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sz="1500" cap="all" dirty="0">
                <a:latin typeface="Comic Sans MS" panose="030F0702030302020204" pitchFamily="66" charset="0"/>
              </a:rPr>
              <a:t>Software Development Life Cycle (SDLC) is a structured process that is used to design, develop, and test high-quality software.</a:t>
            </a:r>
          </a:p>
          <a:p>
            <a:endParaRPr lang="en-US" sz="1500" cap="all" dirty="0">
              <a:latin typeface="Comic Sans MS" panose="030F0702030302020204" pitchFamily="66" charset="0"/>
            </a:endParaRPr>
          </a:p>
          <a:p>
            <a:r>
              <a:rPr lang="en-US" sz="1500" cap="all" dirty="0">
                <a:latin typeface="Comic Sans MS" panose="030F0702030302020204" pitchFamily="66" charset="0"/>
              </a:rPr>
              <a:t>The goal of the SDLC life cycle model is to deliver high-quality, maintainable software that meets the user's requirements.</a:t>
            </a:r>
          </a:p>
        </p:txBody>
      </p:sp>
      <p:pic>
        <p:nvPicPr>
          <p:cNvPr id="7" name="Picture 8" descr="Software Testing Life Cycle – A Complete Guide For 2022 - Goodcore">
            <a:extLst>
              <a:ext uri="{FF2B5EF4-FFF2-40B4-BE49-F238E27FC236}">
                <a16:creationId xmlns:a16="http://schemas.microsoft.com/office/drawing/2014/main" id="{56C9F0E5-CC9C-EAA5-034C-B5F4E3AB7A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689"/>
          <a:stretch/>
        </p:blipFill>
        <p:spPr bwMode="auto">
          <a:xfrm>
            <a:off x="822959" y="1112474"/>
            <a:ext cx="7447281" cy="463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901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77E2-D9F7-3D17-166E-1E6B7FE88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1F5C7-4045-F842-1980-21F731B00D1C}"/>
              </a:ext>
            </a:extLst>
          </p:cNvPr>
          <p:cNvSpPr>
            <a:spLocks noGrp="1"/>
          </p:cNvSpPr>
          <p:nvPr>
            <p:ph type="title"/>
          </p:nvPr>
        </p:nvSpPr>
        <p:spPr>
          <a:xfrm>
            <a:off x="457200" y="436880"/>
            <a:ext cx="11277600" cy="415498"/>
          </a:xfrm>
        </p:spPr>
        <p:txBody>
          <a:bodyPr/>
          <a:lstStyle/>
          <a:p>
            <a:r>
              <a:rPr lang="en-IN" sz="3000" dirty="0"/>
              <a:t>Stages of SDLC</a:t>
            </a:r>
          </a:p>
        </p:txBody>
      </p:sp>
      <p:sp>
        <p:nvSpPr>
          <p:cNvPr id="4" name="Footer Placeholder 3">
            <a:extLst>
              <a:ext uri="{FF2B5EF4-FFF2-40B4-BE49-F238E27FC236}">
                <a16:creationId xmlns:a16="http://schemas.microsoft.com/office/drawing/2014/main" id="{4E816DDB-0040-9251-48F1-42340667D85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05A4CB4A-12D1-E5F2-E98C-ACFE29D4FA86}"/>
              </a:ext>
            </a:extLst>
          </p:cNvPr>
          <p:cNvSpPr>
            <a:spLocks noGrp="1"/>
          </p:cNvSpPr>
          <p:nvPr>
            <p:ph type="sldNum" sz="quarter" idx="12"/>
          </p:nvPr>
        </p:nvSpPr>
        <p:spPr/>
        <p:txBody>
          <a:bodyPr/>
          <a:lstStyle/>
          <a:p>
            <a:fld id="{38826FC0-333C-E549-9FA3-0EE43DF298A3}" type="slidenum">
              <a:rPr lang="en-US" smtClean="0"/>
              <a:pPr/>
              <a:t>12</a:t>
            </a:fld>
            <a:endParaRPr lang="en-US" dirty="0"/>
          </a:p>
        </p:txBody>
      </p:sp>
      <p:pic>
        <p:nvPicPr>
          <p:cNvPr id="3" name="Picture 2">
            <a:extLst>
              <a:ext uri="{FF2B5EF4-FFF2-40B4-BE49-F238E27FC236}">
                <a16:creationId xmlns:a16="http://schemas.microsoft.com/office/drawing/2014/main" id="{0C79066B-4FE5-E040-907B-FB7867B555AD}"/>
              </a:ext>
            </a:extLst>
          </p:cNvPr>
          <p:cNvPicPr>
            <a:picLocks noChangeAspect="1"/>
          </p:cNvPicPr>
          <p:nvPr/>
        </p:nvPicPr>
        <p:blipFill>
          <a:blip r:embed="rId2"/>
          <a:stretch>
            <a:fillRect/>
          </a:stretch>
        </p:blipFill>
        <p:spPr>
          <a:xfrm>
            <a:off x="1005840" y="1344812"/>
            <a:ext cx="9520646" cy="4206902"/>
          </a:xfrm>
          <a:prstGeom prst="rect">
            <a:avLst/>
          </a:prstGeom>
        </p:spPr>
      </p:pic>
    </p:spTree>
    <p:extLst>
      <p:ext uri="{BB962C8B-B14F-4D97-AF65-F5344CB8AC3E}">
        <p14:creationId xmlns:p14="http://schemas.microsoft.com/office/powerpoint/2010/main" val="1328100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BD56C-D0A1-02C6-EBA0-0DDC1D434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3E7383-780A-96DF-31F8-08DFE1F80457}"/>
              </a:ext>
            </a:extLst>
          </p:cNvPr>
          <p:cNvSpPr>
            <a:spLocks noGrp="1"/>
          </p:cNvSpPr>
          <p:nvPr>
            <p:ph type="title"/>
          </p:nvPr>
        </p:nvSpPr>
        <p:spPr>
          <a:xfrm>
            <a:off x="457200" y="436880"/>
            <a:ext cx="11277600" cy="415498"/>
          </a:xfrm>
        </p:spPr>
        <p:txBody>
          <a:bodyPr/>
          <a:lstStyle/>
          <a:p>
            <a:r>
              <a:rPr lang="en-US" sz="3000" dirty="0"/>
              <a:t>Software Development Life Cycle Models</a:t>
            </a:r>
            <a:endParaRPr lang="en-IN" sz="3000" dirty="0"/>
          </a:p>
        </p:txBody>
      </p:sp>
      <p:sp>
        <p:nvSpPr>
          <p:cNvPr id="4" name="Footer Placeholder 3">
            <a:extLst>
              <a:ext uri="{FF2B5EF4-FFF2-40B4-BE49-F238E27FC236}">
                <a16:creationId xmlns:a16="http://schemas.microsoft.com/office/drawing/2014/main" id="{7B8C3979-5E63-C1BF-CE61-E809A495817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9678517-6C75-8314-FB31-6EE7B462C79F}"/>
              </a:ext>
            </a:extLst>
          </p:cNvPr>
          <p:cNvSpPr>
            <a:spLocks noGrp="1"/>
          </p:cNvSpPr>
          <p:nvPr>
            <p:ph type="sldNum" sz="quarter" idx="12"/>
          </p:nvPr>
        </p:nvSpPr>
        <p:spPr/>
        <p:txBody>
          <a:bodyPr/>
          <a:lstStyle/>
          <a:p>
            <a:fld id="{38826FC0-333C-E549-9FA3-0EE43DF298A3}" type="slidenum">
              <a:rPr lang="en-US" smtClean="0"/>
              <a:pPr/>
              <a:t>13</a:t>
            </a:fld>
            <a:endParaRPr lang="en-US" dirty="0"/>
          </a:p>
        </p:txBody>
      </p:sp>
      <p:graphicFrame>
        <p:nvGraphicFramePr>
          <p:cNvPr id="6" name="Rectangle 1">
            <a:extLst>
              <a:ext uri="{FF2B5EF4-FFF2-40B4-BE49-F238E27FC236}">
                <a16:creationId xmlns:a16="http://schemas.microsoft.com/office/drawing/2014/main" id="{3271ACDC-235F-9F35-52AA-7034FA81DBF0}"/>
              </a:ext>
            </a:extLst>
          </p:cNvPr>
          <p:cNvGraphicFramePr/>
          <p:nvPr>
            <p:extLst>
              <p:ext uri="{D42A27DB-BD31-4B8C-83A1-F6EECF244321}">
                <p14:modId xmlns:p14="http://schemas.microsoft.com/office/powerpoint/2010/main" val="758806485"/>
              </p:ext>
            </p:extLst>
          </p:nvPr>
        </p:nvGraphicFramePr>
        <p:xfrm>
          <a:off x="1097281" y="1842595"/>
          <a:ext cx="10231120" cy="3324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744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16882-F823-1E00-DCBD-B0533987F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09E5D-A8AC-DE11-8232-74DECDD1D0AD}"/>
              </a:ext>
            </a:extLst>
          </p:cNvPr>
          <p:cNvSpPr>
            <a:spLocks noGrp="1"/>
          </p:cNvSpPr>
          <p:nvPr>
            <p:ph type="title"/>
          </p:nvPr>
        </p:nvSpPr>
        <p:spPr>
          <a:xfrm>
            <a:off x="457200" y="436880"/>
            <a:ext cx="11277600" cy="415498"/>
          </a:xfrm>
        </p:spPr>
        <p:txBody>
          <a:bodyPr/>
          <a:lstStyle/>
          <a:p>
            <a:r>
              <a:rPr lang="en-US" sz="3000" dirty="0"/>
              <a:t>Waterfall Model</a:t>
            </a:r>
            <a:endParaRPr lang="en-IN" sz="3000" dirty="0"/>
          </a:p>
        </p:txBody>
      </p:sp>
      <p:sp>
        <p:nvSpPr>
          <p:cNvPr id="4" name="Footer Placeholder 3">
            <a:extLst>
              <a:ext uri="{FF2B5EF4-FFF2-40B4-BE49-F238E27FC236}">
                <a16:creationId xmlns:a16="http://schemas.microsoft.com/office/drawing/2014/main" id="{1543459C-4E5C-31B5-21C1-ECCB86C3D73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959CF0B-0FE7-3898-430B-1D57262DEC43}"/>
              </a:ext>
            </a:extLst>
          </p:cNvPr>
          <p:cNvSpPr>
            <a:spLocks noGrp="1"/>
          </p:cNvSpPr>
          <p:nvPr>
            <p:ph type="sldNum" sz="quarter" idx="12"/>
          </p:nvPr>
        </p:nvSpPr>
        <p:spPr/>
        <p:txBody>
          <a:bodyPr/>
          <a:lstStyle/>
          <a:p>
            <a:fld id="{38826FC0-333C-E549-9FA3-0EE43DF298A3}" type="slidenum">
              <a:rPr lang="en-US" smtClean="0"/>
              <a:pPr/>
              <a:t>14</a:t>
            </a:fld>
            <a:endParaRPr lang="en-US" dirty="0"/>
          </a:p>
        </p:txBody>
      </p:sp>
      <p:pic>
        <p:nvPicPr>
          <p:cNvPr id="2054" name="Picture 6" descr="waterfall model of software engineering - Computer and Internet">
            <a:extLst>
              <a:ext uri="{FF2B5EF4-FFF2-40B4-BE49-F238E27FC236}">
                <a16:creationId xmlns:a16="http://schemas.microsoft.com/office/drawing/2014/main" id="{969FB2E5-89D2-DEAC-D332-902CB4945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1" y="1310108"/>
            <a:ext cx="5567680" cy="463296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6">
            <a:extLst>
              <a:ext uri="{FF2B5EF4-FFF2-40B4-BE49-F238E27FC236}">
                <a16:creationId xmlns:a16="http://schemas.microsoft.com/office/drawing/2014/main" id="{D51CA77F-44CC-B818-ED5A-7975B4C01A4F}"/>
              </a:ext>
            </a:extLst>
          </p:cNvPr>
          <p:cNvSpPr txBox="1">
            <a:spLocks/>
          </p:cNvSpPr>
          <p:nvPr/>
        </p:nvSpPr>
        <p:spPr>
          <a:xfrm>
            <a:off x="6746240" y="1493748"/>
            <a:ext cx="4917440" cy="4265681"/>
          </a:xfrm>
          <a:prstGeom prst="rect">
            <a:avLst/>
          </a:prstGeom>
          <a:solidFill>
            <a:srgbClr val="F6F6F5"/>
          </a:solidFill>
        </p:spPr>
        <p:txBody>
          <a:bodyPr vert="horz" lIns="91440" tIns="45720" rIns="91440" bIns="45720" rtlCol="0" anchor="t">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IN" sz="2400" b="1" dirty="0">
                <a:latin typeface="Comic Sans MS" panose="030F0702030302020204" pitchFamily="66" charset="0"/>
              </a:rPr>
              <a:t>Features of Waterfall Model</a:t>
            </a:r>
          </a:p>
          <a:p>
            <a:pPr marL="342900" indent="-342900">
              <a:lnSpc>
                <a:spcPct val="150000"/>
              </a:lnSpc>
            </a:pPr>
            <a:r>
              <a:rPr lang="en-IN" sz="2000" b="1" dirty="0">
                <a:latin typeface="Comic Sans MS" panose="030F0702030302020204" pitchFamily="66" charset="0"/>
              </a:rPr>
              <a:t>Linear &amp; Sequential Approach</a:t>
            </a:r>
          </a:p>
          <a:p>
            <a:pPr marL="342900" indent="-342900">
              <a:lnSpc>
                <a:spcPct val="150000"/>
              </a:lnSpc>
            </a:pPr>
            <a:r>
              <a:rPr lang="en-IN" sz="2000" b="1" dirty="0">
                <a:latin typeface="Comic Sans MS" panose="030F0702030302020204" pitchFamily="66" charset="0"/>
              </a:rPr>
              <a:t>Document-Driven</a:t>
            </a:r>
          </a:p>
          <a:p>
            <a:pPr marL="342900" indent="-342900">
              <a:lnSpc>
                <a:spcPct val="150000"/>
              </a:lnSpc>
            </a:pPr>
            <a:r>
              <a:rPr lang="en-IN" sz="2000" b="1" dirty="0">
                <a:latin typeface="Comic Sans MS" panose="030F0702030302020204" pitchFamily="66" charset="0"/>
              </a:rPr>
              <a:t>Rigorous Planning</a:t>
            </a:r>
          </a:p>
          <a:p>
            <a:pPr marL="342900" indent="-342900">
              <a:lnSpc>
                <a:spcPct val="150000"/>
              </a:lnSpc>
            </a:pPr>
            <a:r>
              <a:rPr lang="en-US" sz="2000" b="1" dirty="0">
                <a:latin typeface="Comic Sans MS" panose="030F0702030302020204" pitchFamily="66" charset="0"/>
              </a:rPr>
              <a:t>Best suited for small, well‑defined, and stable projects where requirements do not change frequently.</a:t>
            </a:r>
            <a:endParaRPr lang="en-IN" sz="2000" b="1" dirty="0">
              <a:latin typeface="Comic Sans MS" panose="030F0702030302020204" pitchFamily="66" charset="0"/>
            </a:endParaRPr>
          </a:p>
          <a:p>
            <a:pPr marL="342900" indent="-342900">
              <a:lnSpc>
                <a:spcPct val="150000"/>
              </a:lnSpc>
            </a:pPr>
            <a:endParaRPr lang="en-IN" sz="2000" b="1" dirty="0">
              <a:solidFill>
                <a:schemeClr val="bg1"/>
              </a:solidFill>
              <a:latin typeface="Comic Sans MS" panose="030F0702030302020204" pitchFamily="66" charset="0"/>
            </a:endParaRPr>
          </a:p>
        </p:txBody>
      </p:sp>
    </p:spTree>
    <p:extLst>
      <p:ext uri="{BB962C8B-B14F-4D97-AF65-F5344CB8AC3E}">
        <p14:creationId xmlns:p14="http://schemas.microsoft.com/office/powerpoint/2010/main" val="1233895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5FD4-41BD-41DD-A1D8-CA5596E56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4F067-775E-A5BD-ECC9-661994BBE4D4}"/>
              </a:ext>
            </a:extLst>
          </p:cNvPr>
          <p:cNvSpPr>
            <a:spLocks noGrp="1"/>
          </p:cNvSpPr>
          <p:nvPr>
            <p:ph type="title"/>
          </p:nvPr>
        </p:nvSpPr>
        <p:spPr>
          <a:xfrm>
            <a:off x="457200" y="436880"/>
            <a:ext cx="11277600" cy="415498"/>
          </a:xfrm>
        </p:spPr>
        <p:txBody>
          <a:bodyPr/>
          <a:lstStyle/>
          <a:p>
            <a:r>
              <a:rPr lang="en-US" sz="3000" dirty="0"/>
              <a:t>Waterfall Model</a:t>
            </a:r>
            <a:endParaRPr lang="en-IN" sz="3000" dirty="0"/>
          </a:p>
        </p:txBody>
      </p:sp>
      <p:sp>
        <p:nvSpPr>
          <p:cNvPr id="4" name="Footer Placeholder 3">
            <a:extLst>
              <a:ext uri="{FF2B5EF4-FFF2-40B4-BE49-F238E27FC236}">
                <a16:creationId xmlns:a16="http://schemas.microsoft.com/office/drawing/2014/main" id="{783394F7-9FC9-FB1D-404E-81FAC76626F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574E3E6-E112-16DF-180F-2D83E5010099}"/>
              </a:ext>
            </a:extLst>
          </p:cNvPr>
          <p:cNvSpPr>
            <a:spLocks noGrp="1"/>
          </p:cNvSpPr>
          <p:nvPr>
            <p:ph type="sldNum" sz="quarter" idx="12"/>
          </p:nvPr>
        </p:nvSpPr>
        <p:spPr/>
        <p:txBody>
          <a:bodyPr/>
          <a:lstStyle/>
          <a:p>
            <a:fld id="{38826FC0-333C-E549-9FA3-0EE43DF298A3}" type="slidenum">
              <a:rPr lang="en-US" smtClean="0"/>
              <a:pPr/>
              <a:t>15</a:t>
            </a:fld>
            <a:endParaRPr lang="en-US" dirty="0"/>
          </a:p>
        </p:txBody>
      </p:sp>
      <p:sp>
        <p:nvSpPr>
          <p:cNvPr id="8" name="TextBox 7">
            <a:extLst>
              <a:ext uri="{FF2B5EF4-FFF2-40B4-BE49-F238E27FC236}">
                <a16:creationId xmlns:a16="http://schemas.microsoft.com/office/drawing/2014/main" id="{3B10C65D-CAB4-16DB-3298-A388133633AD}"/>
              </a:ext>
            </a:extLst>
          </p:cNvPr>
          <p:cNvSpPr txBox="1"/>
          <p:nvPr/>
        </p:nvSpPr>
        <p:spPr>
          <a:xfrm>
            <a:off x="1381760" y="1318168"/>
            <a:ext cx="9022080" cy="4616841"/>
          </a:xfrm>
          <a:prstGeom prst="rect">
            <a:avLst/>
          </a:prstGeom>
          <a:noFill/>
        </p:spPr>
        <p:txBody>
          <a:bodyPr wrap="square">
            <a:spAutoFit/>
          </a:bodyPr>
          <a:lstStyle/>
          <a:p>
            <a:pPr>
              <a:lnSpc>
                <a:spcPct val="150000"/>
              </a:lnSpc>
              <a:buNone/>
            </a:pPr>
            <a:r>
              <a:rPr lang="en-US" b="1" dirty="0">
                <a:latin typeface="Comic Sans MS" panose="030F0702030302020204" pitchFamily="66" charset="0"/>
              </a:rPr>
              <a:t>✅ Advantages</a:t>
            </a:r>
          </a:p>
          <a:p>
            <a:pPr marL="285750" indent="-285750">
              <a:lnSpc>
                <a:spcPct val="150000"/>
              </a:lnSpc>
              <a:buFont typeface="Arial" panose="020B0604020202020204" pitchFamily="34" charset="0"/>
              <a:buChar char="•"/>
            </a:pPr>
            <a:r>
              <a:rPr lang="en-US" dirty="0">
                <a:latin typeface="Comic Sans MS" panose="030F0702030302020204" pitchFamily="66" charset="0"/>
              </a:rPr>
              <a:t>Simple and easy to understand</a:t>
            </a:r>
          </a:p>
          <a:p>
            <a:pPr marL="285750" indent="-285750">
              <a:lnSpc>
                <a:spcPct val="150000"/>
              </a:lnSpc>
              <a:buFont typeface="Arial" panose="020B0604020202020204" pitchFamily="34" charset="0"/>
              <a:buChar char="•"/>
            </a:pPr>
            <a:r>
              <a:rPr lang="en-US" dirty="0">
                <a:latin typeface="Comic Sans MS" panose="030F0702030302020204" pitchFamily="66" charset="0"/>
              </a:rPr>
              <a:t>Clear structure and documentation</a:t>
            </a:r>
          </a:p>
          <a:p>
            <a:pPr marL="285750" indent="-285750">
              <a:lnSpc>
                <a:spcPct val="150000"/>
              </a:lnSpc>
              <a:buFont typeface="Arial" panose="020B0604020202020204" pitchFamily="34" charset="0"/>
              <a:buChar char="•"/>
            </a:pPr>
            <a:r>
              <a:rPr lang="en-US" dirty="0">
                <a:latin typeface="Comic Sans MS" panose="030F0702030302020204" pitchFamily="66" charset="0"/>
              </a:rPr>
              <a:t>Works well for small projects with fixed requirements</a:t>
            </a:r>
          </a:p>
          <a:p>
            <a:pPr marL="285750" indent="-285750">
              <a:lnSpc>
                <a:spcPct val="150000"/>
              </a:lnSpc>
              <a:buFont typeface="Arial" panose="020B0604020202020204" pitchFamily="34" charset="0"/>
              <a:buChar char="•"/>
            </a:pPr>
            <a:r>
              <a:rPr lang="en-US" dirty="0">
                <a:latin typeface="Comic Sans MS" panose="030F0702030302020204" pitchFamily="66" charset="0"/>
              </a:rPr>
              <a:t>Easy to manage due to its sequential nature</a:t>
            </a:r>
          </a:p>
          <a:p>
            <a:pPr>
              <a:lnSpc>
                <a:spcPct val="150000"/>
              </a:lnSpc>
              <a:buFont typeface="Arial" panose="020B0604020202020204" pitchFamily="34" charset="0"/>
              <a:buChar char="•"/>
            </a:pPr>
            <a:endParaRPr lang="en-US" dirty="0">
              <a:latin typeface="Comic Sans MS" panose="030F0702030302020204" pitchFamily="66" charset="0"/>
            </a:endParaRPr>
          </a:p>
          <a:p>
            <a:pPr>
              <a:lnSpc>
                <a:spcPct val="150000"/>
              </a:lnSpc>
              <a:buNone/>
            </a:pPr>
            <a:r>
              <a:rPr lang="en-US" b="1" dirty="0">
                <a:latin typeface="Comic Sans MS" panose="030F0702030302020204" pitchFamily="66" charset="0"/>
              </a:rPr>
              <a:t>❌ Disadvantages</a:t>
            </a:r>
          </a:p>
          <a:p>
            <a:pPr marL="285750" indent="-285750">
              <a:lnSpc>
                <a:spcPct val="150000"/>
              </a:lnSpc>
              <a:buFont typeface="Arial" panose="020B0604020202020204" pitchFamily="34" charset="0"/>
              <a:buChar char="•"/>
            </a:pPr>
            <a:r>
              <a:rPr lang="en-US" dirty="0">
                <a:latin typeface="Comic Sans MS" panose="030F0702030302020204" pitchFamily="66" charset="0"/>
              </a:rPr>
              <a:t>Not flexible; changes are difficult once a phase is completed</a:t>
            </a:r>
          </a:p>
          <a:p>
            <a:pPr marL="285750" indent="-285750">
              <a:lnSpc>
                <a:spcPct val="150000"/>
              </a:lnSpc>
              <a:buFont typeface="Arial" panose="020B0604020202020204" pitchFamily="34" charset="0"/>
              <a:buChar char="•"/>
            </a:pPr>
            <a:r>
              <a:rPr lang="en-US" dirty="0">
                <a:latin typeface="Comic Sans MS" panose="030F0702030302020204" pitchFamily="66" charset="0"/>
              </a:rPr>
              <a:t>Testing happens late, increasing risk</a:t>
            </a:r>
          </a:p>
          <a:p>
            <a:pPr marL="285750" indent="-285750">
              <a:lnSpc>
                <a:spcPct val="150000"/>
              </a:lnSpc>
              <a:buFont typeface="Arial" panose="020B0604020202020204" pitchFamily="34" charset="0"/>
              <a:buChar char="•"/>
            </a:pPr>
            <a:r>
              <a:rPr lang="en-US" dirty="0">
                <a:latin typeface="Comic Sans MS" panose="030F0702030302020204" pitchFamily="66" charset="0"/>
              </a:rPr>
              <a:t>Not suitable for complex or evolving projects</a:t>
            </a:r>
          </a:p>
          <a:p>
            <a:pPr marL="285750" indent="-285750">
              <a:lnSpc>
                <a:spcPct val="150000"/>
              </a:lnSpc>
              <a:buFont typeface="Arial" panose="020B0604020202020204" pitchFamily="34" charset="0"/>
              <a:buChar char="•"/>
            </a:pPr>
            <a:r>
              <a:rPr lang="en-US" dirty="0">
                <a:latin typeface="Comic Sans MS" panose="030F0702030302020204" pitchFamily="66" charset="0"/>
              </a:rPr>
              <a:t>Customer involvement is minimal after the requirements phase</a:t>
            </a:r>
          </a:p>
        </p:txBody>
      </p:sp>
    </p:spTree>
    <p:extLst>
      <p:ext uri="{BB962C8B-B14F-4D97-AF65-F5344CB8AC3E}">
        <p14:creationId xmlns:p14="http://schemas.microsoft.com/office/powerpoint/2010/main" val="409592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BD65-0E09-32E3-5FCB-54F9288BC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9BD5F-A58E-24EB-64F1-9236969B58F1}"/>
              </a:ext>
            </a:extLst>
          </p:cNvPr>
          <p:cNvSpPr>
            <a:spLocks noGrp="1"/>
          </p:cNvSpPr>
          <p:nvPr>
            <p:ph type="title"/>
          </p:nvPr>
        </p:nvSpPr>
        <p:spPr>
          <a:xfrm>
            <a:off x="457200" y="436880"/>
            <a:ext cx="11277600" cy="415498"/>
          </a:xfrm>
        </p:spPr>
        <p:txBody>
          <a:bodyPr/>
          <a:lstStyle/>
          <a:p>
            <a:r>
              <a:rPr lang="en-US" sz="3000" dirty="0"/>
              <a:t>Spiral Model</a:t>
            </a:r>
            <a:endParaRPr lang="en-IN" sz="3000" dirty="0"/>
          </a:p>
        </p:txBody>
      </p:sp>
      <p:sp>
        <p:nvSpPr>
          <p:cNvPr id="4" name="Footer Placeholder 3">
            <a:extLst>
              <a:ext uri="{FF2B5EF4-FFF2-40B4-BE49-F238E27FC236}">
                <a16:creationId xmlns:a16="http://schemas.microsoft.com/office/drawing/2014/main" id="{D87C134F-2461-16B9-88E3-270DC55D2C3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B6BB08D-527F-B419-62D1-02466FF79AEB}"/>
              </a:ext>
            </a:extLst>
          </p:cNvPr>
          <p:cNvSpPr>
            <a:spLocks noGrp="1"/>
          </p:cNvSpPr>
          <p:nvPr>
            <p:ph type="sldNum" sz="quarter" idx="12"/>
          </p:nvPr>
        </p:nvSpPr>
        <p:spPr/>
        <p:txBody>
          <a:bodyPr/>
          <a:lstStyle/>
          <a:p>
            <a:fld id="{38826FC0-333C-E549-9FA3-0EE43DF298A3}" type="slidenum">
              <a:rPr lang="en-US" smtClean="0"/>
              <a:pPr/>
              <a:t>16</a:t>
            </a:fld>
            <a:endParaRPr lang="en-US" dirty="0"/>
          </a:p>
        </p:txBody>
      </p:sp>
      <p:sp>
        <p:nvSpPr>
          <p:cNvPr id="3" name="Text Placeholder 2">
            <a:extLst>
              <a:ext uri="{FF2B5EF4-FFF2-40B4-BE49-F238E27FC236}">
                <a16:creationId xmlns:a16="http://schemas.microsoft.com/office/drawing/2014/main" id="{BBFC2CC1-4193-31CE-EA8D-370D9ADD5F3C}"/>
              </a:ext>
            </a:extLst>
          </p:cNvPr>
          <p:cNvSpPr txBox="1">
            <a:spLocks/>
          </p:cNvSpPr>
          <p:nvPr/>
        </p:nvSpPr>
        <p:spPr>
          <a:xfrm>
            <a:off x="909320" y="1461860"/>
            <a:ext cx="10515600" cy="3934279"/>
          </a:xfrm>
          <a:prstGeom prst="rect">
            <a:avLst/>
          </a:prstGeom>
          <a:solidFill>
            <a:srgbClr val="F6F6F5"/>
          </a:solidFill>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2000" dirty="0">
                <a:latin typeface="Comic Sans MS" panose="030F0702030302020204" pitchFamily="66" charset="0"/>
              </a:rPr>
              <a:t>Spiral model that provides a systematic and iterative approach to software development.</a:t>
            </a:r>
          </a:p>
          <a:p>
            <a:pPr>
              <a:lnSpc>
                <a:spcPct val="150000"/>
              </a:lnSpc>
            </a:pPr>
            <a:r>
              <a:rPr lang="en-US" sz="2000" dirty="0">
                <a:latin typeface="Comic Sans MS" panose="030F0702030302020204" pitchFamily="66" charset="0"/>
              </a:rPr>
              <a:t>The Spiral Model is a combination of the waterfall model and the iterative model. It provides support for </a:t>
            </a:r>
            <a:r>
              <a:rPr lang="en-US" sz="2000" b="1" dirty="0">
                <a:latin typeface="Comic Sans MS" panose="030F0702030302020204" pitchFamily="66" charset="0"/>
              </a:rPr>
              <a:t>Risk Handling</a:t>
            </a:r>
            <a:r>
              <a:rPr lang="en-US" sz="2000" dirty="0">
                <a:latin typeface="Comic Sans MS" panose="030F0702030302020204" pitchFamily="66" charset="0"/>
              </a:rPr>
              <a:t>.</a:t>
            </a:r>
          </a:p>
          <a:p>
            <a:pPr>
              <a:lnSpc>
                <a:spcPct val="150000"/>
              </a:lnSpc>
            </a:pPr>
            <a:r>
              <a:rPr lang="en-US" sz="2000" dirty="0">
                <a:latin typeface="Comic Sans MS" panose="030F0702030302020204" pitchFamily="66" charset="0"/>
              </a:rPr>
              <a:t>The Spiral Model was first proposed by </a:t>
            </a:r>
            <a:r>
              <a:rPr lang="en-US" sz="2000" b="1" dirty="0">
                <a:latin typeface="Comic Sans MS" panose="030F0702030302020204" pitchFamily="66" charset="0"/>
              </a:rPr>
              <a:t>Barry Boehm.</a:t>
            </a:r>
          </a:p>
          <a:p>
            <a:pPr>
              <a:lnSpc>
                <a:spcPct val="150000"/>
              </a:lnSpc>
            </a:pPr>
            <a:r>
              <a:rPr lang="en-US" sz="2000" dirty="0">
                <a:latin typeface="Comic Sans MS" panose="030F0702030302020204" pitchFamily="66" charset="0"/>
              </a:rPr>
              <a:t>In its diagrammatic representation, looks like a spiral with many loops. The exact number of loops of the spiral is unknown and can vary from project to project. Each loop of the spiral is called a </a:t>
            </a:r>
            <a:r>
              <a:rPr lang="en-US" sz="2000" b="1" dirty="0">
                <a:latin typeface="Comic Sans MS" panose="030F0702030302020204" pitchFamily="66" charset="0"/>
              </a:rPr>
              <a:t>phase </a:t>
            </a:r>
            <a:r>
              <a:rPr lang="en-US" sz="2000" dirty="0">
                <a:latin typeface="Comic Sans MS" panose="030F0702030302020204" pitchFamily="66" charset="0"/>
              </a:rPr>
              <a:t>of the software development process</a:t>
            </a:r>
            <a:endParaRPr lang="en-IN" sz="2000" dirty="0">
              <a:latin typeface="Comic Sans MS" panose="030F0702030302020204" pitchFamily="66" charset="0"/>
            </a:endParaRPr>
          </a:p>
        </p:txBody>
      </p:sp>
    </p:spTree>
    <p:extLst>
      <p:ext uri="{BB962C8B-B14F-4D97-AF65-F5344CB8AC3E}">
        <p14:creationId xmlns:p14="http://schemas.microsoft.com/office/powerpoint/2010/main" val="1349883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9F351-45ED-2A05-15CA-E1943C11D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CF157-8647-1BE7-9F7C-F1E320416750}"/>
              </a:ext>
            </a:extLst>
          </p:cNvPr>
          <p:cNvSpPr>
            <a:spLocks noGrp="1"/>
          </p:cNvSpPr>
          <p:nvPr>
            <p:ph type="title"/>
          </p:nvPr>
        </p:nvSpPr>
        <p:spPr>
          <a:xfrm>
            <a:off x="457200" y="436880"/>
            <a:ext cx="11277600" cy="415498"/>
          </a:xfrm>
        </p:spPr>
        <p:txBody>
          <a:bodyPr/>
          <a:lstStyle/>
          <a:p>
            <a:r>
              <a:rPr lang="en-US" sz="3000" dirty="0"/>
              <a:t>Spiral Model</a:t>
            </a:r>
            <a:endParaRPr lang="en-IN" sz="3000" dirty="0"/>
          </a:p>
        </p:txBody>
      </p:sp>
      <p:sp>
        <p:nvSpPr>
          <p:cNvPr id="4" name="Footer Placeholder 3">
            <a:extLst>
              <a:ext uri="{FF2B5EF4-FFF2-40B4-BE49-F238E27FC236}">
                <a16:creationId xmlns:a16="http://schemas.microsoft.com/office/drawing/2014/main" id="{F47ABED2-24D0-4ABC-7486-D6D32660E1B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5E9F99A-7319-DED4-2E63-261D4D1A162B}"/>
              </a:ext>
            </a:extLst>
          </p:cNvPr>
          <p:cNvSpPr>
            <a:spLocks noGrp="1"/>
          </p:cNvSpPr>
          <p:nvPr>
            <p:ph type="sldNum" sz="quarter" idx="12"/>
          </p:nvPr>
        </p:nvSpPr>
        <p:spPr/>
        <p:txBody>
          <a:bodyPr/>
          <a:lstStyle/>
          <a:p>
            <a:fld id="{38826FC0-333C-E549-9FA3-0EE43DF298A3}" type="slidenum">
              <a:rPr lang="en-US" smtClean="0"/>
              <a:pPr/>
              <a:t>17</a:t>
            </a:fld>
            <a:endParaRPr lang="en-US" dirty="0"/>
          </a:p>
        </p:txBody>
      </p:sp>
      <p:pic>
        <p:nvPicPr>
          <p:cNvPr id="3" name="Picture 2">
            <a:extLst>
              <a:ext uri="{FF2B5EF4-FFF2-40B4-BE49-F238E27FC236}">
                <a16:creationId xmlns:a16="http://schemas.microsoft.com/office/drawing/2014/main" id="{E2F12964-9C30-B610-00CB-DE9E18481611}"/>
              </a:ext>
            </a:extLst>
          </p:cNvPr>
          <p:cNvPicPr>
            <a:picLocks noChangeAspect="1"/>
          </p:cNvPicPr>
          <p:nvPr/>
        </p:nvPicPr>
        <p:blipFill>
          <a:blip r:embed="rId2"/>
          <a:stretch>
            <a:fillRect/>
          </a:stretch>
        </p:blipFill>
        <p:spPr>
          <a:xfrm>
            <a:off x="2121850" y="1244946"/>
            <a:ext cx="6544629" cy="4668174"/>
          </a:xfrm>
          <a:prstGeom prst="rect">
            <a:avLst/>
          </a:prstGeom>
        </p:spPr>
      </p:pic>
    </p:spTree>
    <p:extLst>
      <p:ext uri="{BB962C8B-B14F-4D97-AF65-F5344CB8AC3E}">
        <p14:creationId xmlns:p14="http://schemas.microsoft.com/office/powerpoint/2010/main" val="2078160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13F06-1703-BEB1-0A8A-F14CBDDA3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4DE28-ABBA-4DCE-6553-71B39865D199}"/>
              </a:ext>
            </a:extLst>
          </p:cNvPr>
          <p:cNvSpPr>
            <a:spLocks noGrp="1"/>
          </p:cNvSpPr>
          <p:nvPr>
            <p:ph type="title"/>
          </p:nvPr>
        </p:nvSpPr>
        <p:spPr>
          <a:xfrm>
            <a:off x="457200" y="436880"/>
            <a:ext cx="11277600" cy="415498"/>
          </a:xfrm>
        </p:spPr>
        <p:txBody>
          <a:bodyPr/>
          <a:lstStyle/>
          <a:p>
            <a:r>
              <a:rPr lang="en-US" sz="3000" dirty="0"/>
              <a:t>Spiral Model</a:t>
            </a:r>
            <a:endParaRPr lang="en-IN" sz="3000" dirty="0"/>
          </a:p>
        </p:txBody>
      </p:sp>
      <p:sp>
        <p:nvSpPr>
          <p:cNvPr id="4" name="Footer Placeholder 3">
            <a:extLst>
              <a:ext uri="{FF2B5EF4-FFF2-40B4-BE49-F238E27FC236}">
                <a16:creationId xmlns:a16="http://schemas.microsoft.com/office/drawing/2014/main" id="{A1024DD2-C20D-50C1-A7C8-3F67FC4EF4A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B0DC632-5FE3-FF96-3F1A-52BAC7700AA5}"/>
              </a:ext>
            </a:extLst>
          </p:cNvPr>
          <p:cNvSpPr>
            <a:spLocks noGrp="1"/>
          </p:cNvSpPr>
          <p:nvPr>
            <p:ph type="sldNum" sz="quarter" idx="12"/>
          </p:nvPr>
        </p:nvSpPr>
        <p:spPr/>
        <p:txBody>
          <a:bodyPr/>
          <a:lstStyle/>
          <a:p>
            <a:fld id="{38826FC0-333C-E549-9FA3-0EE43DF298A3}" type="slidenum">
              <a:rPr lang="en-US" smtClean="0"/>
              <a:pPr/>
              <a:t>18</a:t>
            </a:fld>
            <a:endParaRPr lang="en-US" dirty="0"/>
          </a:p>
        </p:txBody>
      </p:sp>
      <p:graphicFrame>
        <p:nvGraphicFramePr>
          <p:cNvPr id="3" name="Text Placeholder 2">
            <a:extLst>
              <a:ext uri="{FF2B5EF4-FFF2-40B4-BE49-F238E27FC236}">
                <a16:creationId xmlns:a16="http://schemas.microsoft.com/office/drawing/2014/main" id="{DC22002A-BC61-1FFB-5D84-14EFF153B210}"/>
              </a:ext>
            </a:extLst>
          </p:cNvPr>
          <p:cNvGraphicFramePr/>
          <p:nvPr>
            <p:extLst>
              <p:ext uri="{D42A27DB-BD31-4B8C-83A1-F6EECF244321}">
                <p14:modId xmlns:p14="http://schemas.microsoft.com/office/powerpoint/2010/main" val="1318511767"/>
              </p:ext>
            </p:extLst>
          </p:nvPr>
        </p:nvGraphicFramePr>
        <p:xfrm>
          <a:off x="838200" y="1632235"/>
          <a:ext cx="10515600" cy="39887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0AF462FC-F8C1-EF2F-4943-6F6BE1AC3784}"/>
              </a:ext>
            </a:extLst>
          </p:cNvPr>
          <p:cNvSpPr txBox="1"/>
          <p:nvPr/>
        </p:nvSpPr>
        <p:spPr>
          <a:xfrm>
            <a:off x="1137920" y="1107440"/>
            <a:ext cx="724408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Advantages of the Spiral Model</a:t>
            </a:r>
          </a:p>
        </p:txBody>
      </p:sp>
    </p:spTree>
    <p:extLst>
      <p:ext uri="{BB962C8B-B14F-4D97-AF65-F5344CB8AC3E}">
        <p14:creationId xmlns:p14="http://schemas.microsoft.com/office/powerpoint/2010/main" val="2996616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AE139-F4B0-834B-DF24-A7FC0511D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6879A-88D4-A6C0-997B-DC41120DE995}"/>
              </a:ext>
            </a:extLst>
          </p:cNvPr>
          <p:cNvSpPr>
            <a:spLocks noGrp="1"/>
          </p:cNvSpPr>
          <p:nvPr>
            <p:ph type="title"/>
          </p:nvPr>
        </p:nvSpPr>
        <p:spPr>
          <a:xfrm>
            <a:off x="457200" y="436880"/>
            <a:ext cx="11277600" cy="415498"/>
          </a:xfrm>
        </p:spPr>
        <p:txBody>
          <a:bodyPr/>
          <a:lstStyle/>
          <a:p>
            <a:r>
              <a:rPr lang="en-US" sz="3000" dirty="0"/>
              <a:t>Spiral Model</a:t>
            </a:r>
            <a:endParaRPr lang="en-IN" sz="3000" dirty="0"/>
          </a:p>
        </p:txBody>
      </p:sp>
      <p:sp>
        <p:nvSpPr>
          <p:cNvPr id="4" name="Footer Placeholder 3">
            <a:extLst>
              <a:ext uri="{FF2B5EF4-FFF2-40B4-BE49-F238E27FC236}">
                <a16:creationId xmlns:a16="http://schemas.microsoft.com/office/drawing/2014/main" id="{A89E699B-9B5D-793D-D0C9-635BA830383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A10A17B-CC6D-4603-50E6-0A20957E1AEB}"/>
              </a:ext>
            </a:extLst>
          </p:cNvPr>
          <p:cNvSpPr>
            <a:spLocks noGrp="1"/>
          </p:cNvSpPr>
          <p:nvPr>
            <p:ph type="sldNum" sz="quarter" idx="12"/>
          </p:nvPr>
        </p:nvSpPr>
        <p:spPr/>
        <p:txBody>
          <a:bodyPr/>
          <a:lstStyle/>
          <a:p>
            <a:fld id="{38826FC0-333C-E549-9FA3-0EE43DF298A3}" type="slidenum">
              <a:rPr lang="en-US" smtClean="0"/>
              <a:pPr/>
              <a:t>19</a:t>
            </a:fld>
            <a:endParaRPr lang="en-US" dirty="0"/>
          </a:p>
        </p:txBody>
      </p:sp>
      <p:sp>
        <p:nvSpPr>
          <p:cNvPr id="6" name="TextBox 5">
            <a:extLst>
              <a:ext uri="{FF2B5EF4-FFF2-40B4-BE49-F238E27FC236}">
                <a16:creationId xmlns:a16="http://schemas.microsoft.com/office/drawing/2014/main" id="{430097B0-6FD3-0F15-9F67-843B7493F65F}"/>
              </a:ext>
            </a:extLst>
          </p:cNvPr>
          <p:cNvSpPr txBox="1"/>
          <p:nvPr/>
        </p:nvSpPr>
        <p:spPr>
          <a:xfrm>
            <a:off x="1137920" y="1107440"/>
            <a:ext cx="724408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Disadvantages of the Spiral Model</a:t>
            </a:r>
          </a:p>
        </p:txBody>
      </p:sp>
      <p:graphicFrame>
        <p:nvGraphicFramePr>
          <p:cNvPr id="7" name="Text Placeholder 2">
            <a:extLst>
              <a:ext uri="{FF2B5EF4-FFF2-40B4-BE49-F238E27FC236}">
                <a16:creationId xmlns:a16="http://schemas.microsoft.com/office/drawing/2014/main" id="{D1D279BE-3D57-E0EC-9613-97B50CC9F5B0}"/>
              </a:ext>
            </a:extLst>
          </p:cNvPr>
          <p:cNvGraphicFramePr/>
          <p:nvPr>
            <p:extLst>
              <p:ext uri="{D42A27DB-BD31-4B8C-83A1-F6EECF244321}">
                <p14:modId xmlns:p14="http://schemas.microsoft.com/office/powerpoint/2010/main" val="2580347598"/>
              </p:ext>
            </p:extLst>
          </p:nvPr>
        </p:nvGraphicFramePr>
        <p:xfrm>
          <a:off x="1005840" y="1692106"/>
          <a:ext cx="10528300" cy="38689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0909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6802E-F8F9-905F-9CA1-BF471D4C7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E5D30-CB4A-B55D-F891-6080545E7800}"/>
              </a:ext>
            </a:extLst>
          </p:cNvPr>
          <p:cNvSpPr>
            <a:spLocks noGrp="1"/>
          </p:cNvSpPr>
          <p:nvPr>
            <p:ph type="title"/>
          </p:nvPr>
        </p:nvSpPr>
        <p:spPr>
          <a:xfrm>
            <a:off x="457200" y="436880"/>
            <a:ext cx="11277600" cy="415498"/>
          </a:xfrm>
        </p:spPr>
        <p:txBody>
          <a:bodyPr/>
          <a:lstStyle/>
          <a:p>
            <a:r>
              <a:rPr lang="en-US" sz="3000" dirty="0"/>
              <a:t>V- Model</a:t>
            </a:r>
            <a:endParaRPr lang="en-IN" sz="3000" dirty="0"/>
          </a:p>
        </p:txBody>
      </p:sp>
      <p:sp>
        <p:nvSpPr>
          <p:cNvPr id="4" name="Footer Placeholder 3">
            <a:extLst>
              <a:ext uri="{FF2B5EF4-FFF2-40B4-BE49-F238E27FC236}">
                <a16:creationId xmlns:a16="http://schemas.microsoft.com/office/drawing/2014/main" id="{A82CA222-CD41-6B28-4B58-ADD023A839D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D4D28B2-DF55-2634-D130-6526CA354865}"/>
              </a:ext>
            </a:extLst>
          </p:cNvPr>
          <p:cNvSpPr>
            <a:spLocks noGrp="1"/>
          </p:cNvSpPr>
          <p:nvPr>
            <p:ph type="sldNum" sz="quarter" idx="12"/>
          </p:nvPr>
        </p:nvSpPr>
        <p:spPr/>
        <p:txBody>
          <a:bodyPr/>
          <a:lstStyle/>
          <a:p>
            <a:fld id="{38826FC0-333C-E549-9FA3-0EE43DF298A3}" type="slidenum">
              <a:rPr lang="en-US" smtClean="0"/>
              <a:pPr/>
              <a:t>20</a:t>
            </a:fld>
            <a:endParaRPr lang="en-US" dirty="0"/>
          </a:p>
        </p:txBody>
      </p:sp>
      <p:sp>
        <p:nvSpPr>
          <p:cNvPr id="3" name="Text Placeholder 2">
            <a:extLst>
              <a:ext uri="{FF2B5EF4-FFF2-40B4-BE49-F238E27FC236}">
                <a16:creationId xmlns:a16="http://schemas.microsoft.com/office/drawing/2014/main" id="{4015DE61-28FE-C8EC-9DEE-8CA801A30CE0}"/>
              </a:ext>
            </a:extLst>
          </p:cNvPr>
          <p:cNvSpPr txBox="1">
            <a:spLocks/>
          </p:cNvSpPr>
          <p:nvPr/>
        </p:nvSpPr>
        <p:spPr>
          <a:xfrm>
            <a:off x="822960" y="1360715"/>
            <a:ext cx="10558405" cy="3079206"/>
          </a:xfrm>
          <a:prstGeom prst="rect">
            <a:avLst/>
          </a:prstGeom>
        </p:spPr>
        <p:txBody>
          <a:bodyPr vert="horz" lIns="91440" tIns="45720" rIns="91440" bIns="45720" rtlCol="0" anchor="t">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2000" dirty="0">
                <a:latin typeface="Comic Sans MS" panose="030F0702030302020204" pitchFamily="66" charset="0"/>
              </a:rPr>
              <a:t>The V-model in software testing is a SDLC (Software Development Life Cycle) model that emphasizes verification and validation throughout the development process. </a:t>
            </a:r>
          </a:p>
          <a:p>
            <a:pPr>
              <a:lnSpc>
                <a:spcPct val="150000"/>
              </a:lnSpc>
            </a:pPr>
            <a:r>
              <a:rPr lang="en-US" sz="2000" dirty="0">
                <a:latin typeface="Comic Sans MS" panose="030F0702030302020204" pitchFamily="66" charset="0"/>
              </a:rPr>
              <a:t>It's an extension of the </a:t>
            </a:r>
            <a:r>
              <a:rPr lang="en-US" sz="2000" dirty="0">
                <a:latin typeface="Comic Sans MS" panose="030F0702030302020204" pitchFamily="66" charset="0"/>
                <a:hlinkClick r:id="rId2">
                  <a:extLst>
                    <a:ext uri="{A12FA001-AC4F-418D-AE19-62706E023703}">
                      <ahyp:hlinkClr xmlns:ahyp="http://schemas.microsoft.com/office/drawing/2018/hyperlinkcolor" val="tx"/>
                    </a:ext>
                  </a:extLst>
                </a:hlinkClick>
              </a:rPr>
              <a:t>waterfall model</a:t>
            </a:r>
            <a:r>
              <a:rPr lang="en-US" sz="2000" dirty="0">
                <a:latin typeface="Comic Sans MS" panose="030F0702030302020204" pitchFamily="66" charset="0"/>
              </a:rPr>
              <a:t>, where each phase of development has a corresponding testing phase. </a:t>
            </a:r>
          </a:p>
          <a:p>
            <a:pPr>
              <a:lnSpc>
                <a:spcPct val="150000"/>
              </a:lnSpc>
            </a:pPr>
            <a:r>
              <a:rPr lang="en-US" sz="2000" dirty="0">
                <a:latin typeface="Comic Sans MS" panose="030F0702030302020204" pitchFamily="66" charset="0"/>
              </a:rPr>
              <a:t>This model aims to identify defects early and reduce the risk of costly fixes later in the project. </a:t>
            </a:r>
          </a:p>
        </p:txBody>
      </p:sp>
    </p:spTree>
    <p:extLst>
      <p:ext uri="{BB962C8B-B14F-4D97-AF65-F5344CB8AC3E}">
        <p14:creationId xmlns:p14="http://schemas.microsoft.com/office/powerpoint/2010/main" val="3257186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B0DB-5B2C-E26D-6FDF-75A6F5D25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AD515-CAAB-F597-FFAD-0D501A887447}"/>
              </a:ext>
            </a:extLst>
          </p:cNvPr>
          <p:cNvSpPr>
            <a:spLocks noGrp="1"/>
          </p:cNvSpPr>
          <p:nvPr>
            <p:ph type="title"/>
          </p:nvPr>
        </p:nvSpPr>
        <p:spPr>
          <a:xfrm>
            <a:off x="457200" y="436880"/>
            <a:ext cx="11277600" cy="415498"/>
          </a:xfrm>
        </p:spPr>
        <p:txBody>
          <a:bodyPr/>
          <a:lstStyle/>
          <a:p>
            <a:r>
              <a:rPr lang="en-US" sz="3000" dirty="0"/>
              <a:t>V- Model</a:t>
            </a:r>
            <a:endParaRPr lang="en-IN" sz="3000" dirty="0"/>
          </a:p>
        </p:txBody>
      </p:sp>
      <p:sp>
        <p:nvSpPr>
          <p:cNvPr id="4" name="Footer Placeholder 3">
            <a:extLst>
              <a:ext uri="{FF2B5EF4-FFF2-40B4-BE49-F238E27FC236}">
                <a16:creationId xmlns:a16="http://schemas.microsoft.com/office/drawing/2014/main" id="{39CAEED3-F2BE-0696-86E4-724A69CA5B1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5D66498-BF29-BA56-8291-DCB8600FFDAD}"/>
              </a:ext>
            </a:extLst>
          </p:cNvPr>
          <p:cNvSpPr>
            <a:spLocks noGrp="1"/>
          </p:cNvSpPr>
          <p:nvPr>
            <p:ph type="sldNum" sz="quarter" idx="12"/>
          </p:nvPr>
        </p:nvSpPr>
        <p:spPr/>
        <p:txBody>
          <a:bodyPr/>
          <a:lstStyle/>
          <a:p>
            <a:fld id="{38826FC0-333C-E549-9FA3-0EE43DF298A3}" type="slidenum">
              <a:rPr lang="en-US" smtClean="0"/>
              <a:pPr/>
              <a:t>21</a:t>
            </a:fld>
            <a:endParaRPr lang="en-US" dirty="0"/>
          </a:p>
        </p:txBody>
      </p:sp>
      <p:pic>
        <p:nvPicPr>
          <p:cNvPr id="6" name="Picture 5">
            <a:extLst>
              <a:ext uri="{FF2B5EF4-FFF2-40B4-BE49-F238E27FC236}">
                <a16:creationId xmlns:a16="http://schemas.microsoft.com/office/drawing/2014/main" id="{2FDEBE48-4C34-BD0B-AC34-A6A012663EC8}"/>
              </a:ext>
            </a:extLst>
          </p:cNvPr>
          <p:cNvPicPr>
            <a:picLocks noChangeAspect="1"/>
          </p:cNvPicPr>
          <p:nvPr/>
        </p:nvPicPr>
        <p:blipFill>
          <a:blip r:embed="rId2"/>
          <a:stretch>
            <a:fillRect/>
          </a:stretch>
        </p:blipFill>
        <p:spPr>
          <a:xfrm>
            <a:off x="2734941" y="1425691"/>
            <a:ext cx="5712373" cy="5076709"/>
          </a:xfrm>
          <a:prstGeom prst="rect">
            <a:avLst/>
          </a:prstGeom>
        </p:spPr>
      </p:pic>
      <p:sp>
        <p:nvSpPr>
          <p:cNvPr id="7" name="TextBox 6">
            <a:extLst>
              <a:ext uri="{FF2B5EF4-FFF2-40B4-BE49-F238E27FC236}">
                <a16:creationId xmlns:a16="http://schemas.microsoft.com/office/drawing/2014/main" id="{3106AB88-D021-EF42-E097-BA00C4B2BD26}"/>
              </a:ext>
            </a:extLst>
          </p:cNvPr>
          <p:cNvSpPr txBox="1"/>
          <p:nvPr/>
        </p:nvSpPr>
        <p:spPr>
          <a:xfrm>
            <a:off x="4511040" y="723537"/>
            <a:ext cx="316992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Phases of V-Model</a:t>
            </a:r>
          </a:p>
        </p:txBody>
      </p:sp>
    </p:spTree>
    <p:extLst>
      <p:ext uri="{BB962C8B-B14F-4D97-AF65-F5344CB8AC3E}">
        <p14:creationId xmlns:p14="http://schemas.microsoft.com/office/powerpoint/2010/main" val="902285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E4103-407B-03A9-EDE2-5DC2A482D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8B1D1-9DE0-4DD9-9D05-2FD540DAF430}"/>
              </a:ext>
            </a:extLst>
          </p:cNvPr>
          <p:cNvSpPr>
            <a:spLocks noGrp="1"/>
          </p:cNvSpPr>
          <p:nvPr>
            <p:ph type="title"/>
          </p:nvPr>
        </p:nvSpPr>
        <p:spPr>
          <a:xfrm>
            <a:off x="457200" y="436880"/>
            <a:ext cx="11277600" cy="415498"/>
          </a:xfrm>
        </p:spPr>
        <p:txBody>
          <a:bodyPr/>
          <a:lstStyle/>
          <a:p>
            <a:r>
              <a:rPr lang="en-US" sz="3000" dirty="0"/>
              <a:t>V- Model</a:t>
            </a:r>
            <a:endParaRPr lang="en-IN" sz="3000" dirty="0"/>
          </a:p>
        </p:txBody>
      </p:sp>
      <p:sp>
        <p:nvSpPr>
          <p:cNvPr id="4" name="Footer Placeholder 3">
            <a:extLst>
              <a:ext uri="{FF2B5EF4-FFF2-40B4-BE49-F238E27FC236}">
                <a16:creationId xmlns:a16="http://schemas.microsoft.com/office/drawing/2014/main" id="{4B7D9880-F011-5F1A-5F65-5228257AE09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B43D721-A1ED-9AC3-5C82-AF3C342C9B5F}"/>
              </a:ext>
            </a:extLst>
          </p:cNvPr>
          <p:cNvSpPr>
            <a:spLocks noGrp="1"/>
          </p:cNvSpPr>
          <p:nvPr>
            <p:ph type="sldNum" sz="quarter" idx="12"/>
          </p:nvPr>
        </p:nvSpPr>
        <p:spPr/>
        <p:txBody>
          <a:bodyPr/>
          <a:lstStyle/>
          <a:p>
            <a:fld id="{38826FC0-333C-E549-9FA3-0EE43DF298A3}" type="slidenum">
              <a:rPr lang="en-US" smtClean="0"/>
              <a:pPr/>
              <a:t>22</a:t>
            </a:fld>
            <a:endParaRPr lang="en-US" dirty="0"/>
          </a:p>
        </p:txBody>
      </p:sp>
      <p:pic>
        <p:nvPicPr>
          <p:cNvPr id="3" name="Picture 2">
            <a:extLst>
              <a:ext uri="{FF2B5EF4-FFF2-40B4-BE49-F238E27FC236}">
                <a16:creationId xmlns:a16="http://schemas.microsoft.com/office/drawing/2014/main" id="{F3B7A32C-965F-0B3D-EDCE-6D729BEE9E0A}"/>
              </a:ext>
            </a:extLst>
          </p:cNvPr>
          <p:cNvPicPr>
            <a:picLocks noChangeAspect="1"/>
          </p:cNvPicPr>
          <p:nvPr/>
        </p:nvPicPr>
        <p:blipFill>
          <a:blip r:embed="rId2"/>
          <a:stretch>
            <a:fillRect/>
          </a:stretch>
        </p:blipFill>
        <p:spPr>
          <a:xfrm>
            <a:off x="1513839" y="1036320"/>
            <a:ext cx="9337041" cy="5324074"/>
          </a:xfrm>
          <a:prstGeom prst="rect">
            <a:avLst/>
          </a:prstGeom>
        </p:spPr>
      </p:pic>
    </p:spTree>
    <p:extLst>
      <p:ext uri="{BB962C8B-B14F-4D97-AF65-F5344CB8AC3E}">
        <p14:creationId xmlns:p14="http://schemas.microsoft.com/office/powerpoint/2010/main" val="972785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49B8-D8C0-81F3-F30F-52BD345CA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E45DE-E7C6-1FC8-85E4-718B169C6B09}"/>
              </a:ext>
            </a:extLst>
          </p:cNvPr>
          <p:cNvSpPr>
            <a:spLocks noGrp="1"/>
          </p:cNvSpPr>
          <p:nvPr>
            <p:ph type="title"/>
          </p:nvPr>
        </p:nvSpPr>
        <p:spPr>
          <a:xfrm>
            <a:off x="457200" y="436880"/>
            <a:ext cx="11277600" cy="415498"/>
          </a:xfrm>
        </p:spPr>
        <p:txBody>
          <a:bodyPr/>
          <a:lstStyle/>
          <a:p>
            <a:r>
              <a:rPr lang="en-US" sz="3000" dirty="0"/>
              <a:t>Verification, Validation</a:t>
            </a:r>
            <a:endParaRPr lang="en-IN" sz="3000" dirty="0"/>
          </a:p>
        </p:txBody>
      </p:sp>
      <p:sp>
        <p:nvSpPr>
          <p:cNvPr id="4" name="Footer Placeholder 3">
            <a:extLst>
              <a:ext uri="{FF2B5EF4-FFF2-40B4-BE49-F238E27FC236}">
                <a16:creationId xmlns:a16="http://schemas.microsoft.com/office/drawing/2014/main" id="{4059B04C-9DF0-68B1-F48F-F1EFDBE98EB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65A228C-DB2C-D748-DFBE-2B16BEADD7CE}"/>
              </a:ext>
            </a:extLst>
          </p:cNvPr>
          <p:cNvSpPr>
            <a:spLocks noGrp="1"/>
          </p:cNvSpPr>
          <p:nvPr>
            <p:ph type="sldNum" sz="quarter" idx="12"/>
          </p:nvPr>
        </p:nvSpPr>
        <p:spPr/>
        <p:txBody>
          <a:bodyPr/>
          <a:lstStyle/>
          <a:p>
            <a:fld id="{38826FC0-333C-E549-9FA3-0EE43DF298A3}" type="slidenum">
              <a:rPr lang="en-US" smtClean="0"/>
              <a:pPr/>
              <a:t>23</a:t>
            </a:fld>
            <a:endParaRPr lang="en-US" dirty="0"/>
          </a:p>
        </p:txBody>
      </p:sp>
      <p:sp>
        <p:nvSpPr>
          <p:cNvPr id="8" name="TextBox 7">
            <a:extLst>
              <a:ext uri="{FF2B5EF4-FFF2-40B4-BE49-F238E27FC236}">
                <a16:creationId xmlns:a16="http://schemas.microsoft.com/office/drawing/2014/main" id="{8EE0E676-4F1E-7C91-5728-7E3F1D5C8727}"/>
              </a:ext>
            </a:extLst>
          </p:cNvPr>
          <p:cNvSpPr txBox="1"/>
          <p:nvPr/>
        </p:nvSpPr>
        <p:spPr>
          <a:xfrm>
            <a:off x="904240" y="1295738"/>
            <a:ext cx="10576560" cy="1887953"/>
          </a:xfrm>
          <a:prstGeom prst="rect">
            <a:avLst/>
          </a:prstGeom>
          <a:solidFill>
            <a:srgbClr val="F6F6F5"/>
          </a:solidFill>
        </p:spPr>
        <p:txBody>
          <a:bodyPr wrap="square">
            <a:spAutoFit/>
          </a:bodyPr>
          <a:lstStyle/>
          <a:p>
            <a:pPr>
              <a:lnSpc>
                <a:spcPct val="150000"/>
              </a:lnSpc>
            </a:pPr>
            <a:r>
              <a:rPr lang="en-US" sz="2000" b="1" dirty="0">
                <a:latin typeface="Comic Sans MS" panose="030F0702030302020204" pitchFamily="66" charset="0"/>
              </a:rPr>
              <a:t>Verification</a:t>
            </a:r>
            <a:r>
              <a:rPr lang="en-US" sz="2000" dirty="0">
                <a:latin typeface="Comic Sans MS" panose="030F0702030302020204" pitchFamily="66" charset="0"/>
              </a:rPr>
              <a:t> is the process of checking that software achieves its goal without any bugs. It is the process to ensure whether the product that is developed is right or not. It verifies whether the developed product fulfills the requirements that we have. Verification is static testing. Verification means </a:t>
            </a:r>
            <a:r>
              <a:rPr lang="en-US" sz="2000" b="1" dirty="0">
                <a:highlight>
                  <a:srgbClr val="FFFF00"/>
                </a:highlight>
                <a:latin typeface="Comic Sans MS" panose="030F0702030302020204" pitchFamily="66" charset="0"/>
              </a:rPr>
              <a:t>Are we building the product right?</a:t>
            </a:r>
            <a:r>
              <a:rPr lang="en-US" sz="2000" dirty="0">
                <a:highlight>
                  <a:srgbClr val="FFFF00"/>
                </a:highlight>
                <a:latin typeface="Comic Sans MS" panose="030F0702030302020204" pitchFamily="66" charset="0"/>
              </a:rPr>
              <a:t> </a:t>
            </a:r>
            <a:endParaRPr lang="en-IN" sz="2000" dirty="0">
              <a:highlight>
                <a:srgbClr val="FFFF00"/>
              </a:highlight>
              <a:latin typeface="Comic Sans MS" panose="030F0702030302020204" pitchFamily="66" charset="0"/>
            </a:endParaRPr>
          </a:p>
        </p:txBody>
      </p:sp>
      <p:sp>
        <p:nvSpPr>
          <p:cNvPr id="11" name="Text Placeholder 2">
            <a:extLst>
              <a:ext uri="{FF2B5EF4-FFF2-40B4-BE49-F238E27FC236}">
                <a16:creationId xmlns:a16="http://schemas.microsoft.com/office/drawing/2014/main" id="{FAAFD898-52FA-694A-8AB4-000575C0E1BD}"/>
              </a:ext>
            </a:extLst>
          </p:cNvPr>
          <p:cNvSpPr txBox="1">
            <a:spLocks/>
          </p:cNvSpPr>
          <p:nvPr/>
        </p:nvSpPr>
        <p:spPr>
          <a:xfrm>
            <a:off x="904240" y="3674310"/>
            <a:ext cx="10630807" cy="2452170"/>
          </a:xfrm>
          <a:prstGeom prst="rect">
            <a:avLst/>
          </a:prstGeom>
          <a:solidFill>
            <a:srgbClr val="F6F6F5"/>
          </a:solidFill>
        </p:spPr>
        <p:txBody>
          <a:bodyPr vert="horz"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2000" b="1" dirty="0">
                <a:latin typeface="Comic Sans MS" panose="030F0702030302020204" pitchFamily="66" charset="0"/>
              </a:rPr>
              <a:t>Validation</a:t>
            </a:r>
            <a:r>
              <a:rPr lang="en-US" sz="2000" dirty="0">
                <a:latin typeface="Comic Sans MS" panose="030F0702030302020204" pitchFamily="66" charset="0"/>
              </a:rPr>
              <a:t> is the process of checking whether the </a:t>
            </a:r>
            <a:r>
              <a:rPr lang="en-US" sz="2000" b="1" u="sng" dirty="0">
                <a:latin typeface="Comic Sans MS" panose="030F0702030302020204" pitchFamily="66" charset="0"/>
                <a:hlinkClick r:id="rId2"/>
              </a:rPr>
              <a:t>Software Product</a:t>
            </a:r>
            <a:r>
              <a:rPr lang="en-US" sz="2000" dirty="0">
                <a:latin typeface="Comic Sans MS" panose="030F0702030302020204" pitchFamily="66" charset="0"/>
              </a:rPr>
              <a:t> is up to the mark or in other words product has high-level requirements. It is the process of checking the validation of the product i.e. it checks what we are developing is the right product. It is validation of the actual and expected products. Validation is dynamic testing. Validation means </a:t>
            </a:r>
            <a:r>
              <a:rPr lang="en-US" sz="2000" b="1" dirty="0">
                <a:highlight>
                  <a:srgbClr val="FFFF00"/>
                </a:highlight>
                <a:latin typeface="Comic Sans MS" panose="030F0702030302020204" pitchFamily="66" charset="0"/>
              </a:rPr>
              <a:t>Are we building the right product?</a:t>
            </a:r>
            <a:r>
              <a:rPr lang="en-US" sz="2000" dirty="0">
                <a:highlight>
                  <a:srgbClr val="FFFF00"/>
                </a:highlight>
                <a:latin typeface="Comic Sans MS" panose="030F0702030302020204" pitchFamily="66" charset="0"/>
              </a:rPr>
              <a:t> </a:t>
            </a:r>
            <a:endParaRPr lang="en-IN" sz="2000" dirty="0">
              <a:highlight>
                <a:srgbClr val="FFFF00"/>
              </a:highlight>
              <a:latin typeface="Comic Sans MS" panose="030F0702030302020204" pitchFamily="66" charset="0"/>
            </a:endParaRPr>
          </a:p>
        </p:txBody>
      </p:sp>
    </p:spTree>
    <p:extLst>
      <p:ext uri="{BB962C8B-B14F-4D97-AF65-F5344CB8AC3E}">
        <p14:creationId xmlns:p14="http://schemas.microsoft.com/office/powerpoint/2010/main" val="2991309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741D-08E2-5A81-974B-AF378F934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FD1F8-7F3B-3767-D235-B50B6E6ED1A1}"/>
              </a:ext>
            </a:extLst>
          </p:cNvPr>
          <p:cNvSpPr>
            <a:spLocks noGrp="1"/>
          </p:cNvSpPr>
          <p:nvPr>
            <p:ph type="title"/>
          </p:nvPr>
        </p:nvSpPr>
        <p:spPr>
          <a:xfrm>
            <a:off x="457200" y="436880"/>
            <a:ext cx="11277600" cy="415498"/>
          </a:xfrm>
        </p:spPr>
        <p:txBody>
          <a:bodyPr/>
          <a:lstStyle/>
          <a:p>
            <a:r>
              <a:rPr lang="en-US" sz="3000" dirty="0"/>
              <a:t>Verification, Validation</a:t>
            </a:r>
            <a:endParaRPr lang="en-IN" sz="3000" dirty="0"/>
          </a:p>
        </p:txBody>
      </p:sp>
      <p:sp>
        <p:nvSpPr>
          <p:cNvPr id="4" name="Footer Placeholder 3">
            <a:extLst>
              <a:ext uri="{FF2B5EF4-FFF2-40B4-BE49-F238E27FC236}">
                <a16:creationId xmlns:a16="http://schemas.microsoft.com/office/drawing/2014/main" id="{E6512AA2-2FEF-FEC3-B77B-7965801962E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CF74AAD-84FC-EE18-9174-E41AF3A13340}"/>
              </a:ext>
            </a:extLst>
          </p:cNvPr>
          <p:cNvSpPr>
            <a:spLocks noGrp="1"/>
          </p:cNvSpPr>
          <p:nvPr>
            <p:ph type="sldNum" sz="quarter" idx="12"/>
          </p:nvPr>
        </p:nvSpPr>
        <p:spPr/>
        <p:txBody>
          <a:bodyPr/>
          <a:lstStyle/>
          <a:p>
            <a:fld id="{38826FC0-333C-E549-9FA3-0EE43DF298A3}" type="slidenum">
              <a:rPr lang="en-US" smtClean="0"/>
              <a:pPr/>
              <a:t>24</a:t>
            </a:fld>
            <a:endParaRPr lang="en-US" dirty="0"/>
          </a:p>
        </p:txBody>
      </p:sp>
      <p:pic>
        <p:nvPicPr>
          <p:cNvPr id="3" name="Picture 2">
            <a:extLst>
              <a:ext uri="{FF2B5EF4-FFF2-40B4-BE49-F238E27FC236}">
                <a16:creationId xmlns:a16="http://schemas.microsoft.com/office/drawing/2014/main" id="{22746963-B7CD-5B1F-77CA-E8698D184907}"/>
              </a:ext>
            </a:extLst>
          </p:cNvPr>
          <p:cNvPicPr>
            <a:picLocks noChangeAspect="1"/>
          </p:cNvPicPr>
          <p:nvPr/>
        </p:nvPicPr>
        <p:blipFill>
          <a:blip r:embed="rId2"/>
          <a:stretch>
            <a:fillRect/>
          </a:stretch>
        </p:blipFill>
        <p:spPr>
          <a:xfrm>
            <a:off x="1331886" y="1347992"/>
            <a:ext cx="9362467" cy="4387472"/>
          </a:xfrm>
          <a:prstGeom prst="rect">
            <a:avLst/>
          </a:prstGeom>
        </p:spPr>
      </p:pic>
    </p:spTree>
    <p:extLst>
      <p:ext uri="{BB962C8B-B14F-4D97-AF65-F5344CB8AC3E}">
        <p14:creationId xmlns:p14="http://schemas.microsoft.com/office/powerpoint/2010/main" val="283812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538B-2B5E-CA71-9984-1DC4FA4254E6}"/>
              </a:ext>
            </a:extLst>
          </p:cNvPr>
          <p:cNvSpPr>
            <a:spLocks noGrp="1"/>
          </p:cNvSpPr>
          <p:nvPr>
            <p:ph type="title"/>
          </p:nvPr>
        </p:nvSpPr>
        <p:spPr/>
        <p:txBody>
          <a:bodyPr/>
          <a:lstStyle/>
          <a:p>
            <a:r>
              <a:rPr lang="en-IN" dirty="0"/>
              <a:t>Comparison of Waterfall, V-Model &amp; Spiral Model</a:t>
            </a:r>
          </a:p>
        </p:txBody>
      </p:sp>
      <p:sp>
        <p:nvSpPr>
          <p:cNvPr id="4" name="Footer Placeholder 3">
            <a:extLst>
              <a:ext uri="{FF2B5EF4-FFF2-40B4-BE49-F238E27FC236}">
                <a16:creationId xmlns:a16="http://schemas.microsoft.com/office/drawing/2014/main" id="{5C7AB917-F786-9B79-5435-8F3988AA0E9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5835540-A471-D89E-227B-BDA70DE61368}"/>
              </a:ext>
            </a:extLst>
          </p:cNvPr>
          <p:cNvSpPr>
            <a:spLocks noGrp="1"/>
          </p:cNvSpPr>
          <p:nvPr>
            <p:ph type="sldNum" sz="quarter" idx="12"/>
          </p:nvPr>
        </p:nvSpPr>
        <p:spPr/>
        <p:txBody>
          <a:bodyPr/>
          <a:lstStyle/>
          <a:p>
            <a:fld id="{38826FC0-333C-E549-9FA3-0EE43DF298A3}" type="slidenum">
              <a:rPr lang="en-US" smtClean="0"/>
              <a:pPr/>
              <a:t>25</a:t>
            </a:fld>
            <a:endParaRPr lang="en-US" dirty="0"/>
          </a:p>
        </p:txBody>
      </p:sp>
      <p:graphicFrame>
        <p:nvGraphicFramePr>
          <p:cNvPr id="6" name="Table 5">
            <a:extLst>
              <a:ext uri="{FF2B5EF4-FFF2-40B4-BE49-F238E27FC236}">
                <a16:creationId xmlns:a16="http://schemas.microsoft.com/office/drawing/2014/main" id="{3A4AB915-1E56-A7D8-DA03-EEAD5C45EA28}"/>
              </a:ext>
            </a:extLst>
          </p:cNvPr>
          <p:cNvGraphicFramePr>
            <a:graphicFrameLocks noGrp="1"/>
          </p:cNvGraphicFramePr>
          <p:nvPr>
            <p:extLst>
              <p:ext uri="{D42A27DB-BD31-4B8C-83A1-F6EECF244321}">
                <p14:modId xmlns:p14="http://schemas.microsoft.com/office/powerpoint/2010/main" val="467200049"/>
              </p:ext>
            </p:extLst>
          </p:nvPr>
        </p:nvGraphicFramePr>
        <p:xfrm>
          <a:off x="629920" y="1204358"/>
          <a:ext cx="10745652" cy="5088794"/>
        </p:xfrm>
        <a:graphic>
          <a:graphicData uri="http://schemas.openxmlformats.org/drawingml/2006/table">
            <a:tbl>
              <a:tblPr firstRow="1" firstCol="1">
                <a:tableStyleId>{00A15C55-8517-42AA-B614-E9B94910E393}</a:tableStyleId>
              </a:tblPr>
              <a:tblGrid>
                <a:gridCol w="2686413">
                  <a:extLst>
                    <a:ext uri="{9D8B030D-6E8A-4147-A177-3AD203B41FA5}">
                      <a16:colId xmlns:a16="http://schemas.microsoft.com/office/drawing/2014/main" val="2616406640"/>
                    </a:ext>
                  </a:extLst>
                </a:gridCol>
                <a:gridCol w="2686413">
                  <a:extLst>
                    <a:ext uri="{9D8B030D-6E8A-4147-A177-3AD203B41FA5}">
                      <a16:colId xmlns:a16="http://schemas.microsoft.com/office/drawing/2014/main" val="2314883150"/>
                    </a:ext>
                  </a:extLst>
                </a:gridCol>
                <a:gridCol w="2686413">
                  <a:extLst>
                    <a:ext uri="{9D8B030D-6E8A-4147-A177-3AD203B41FA5}">
                      <a16:colId xmlns:a16="http://schemas.microsoft.com/office/drawing/2014/main" val="3196393312"/>
                    </a:ext>
                  </a:extLst>
                </a:gridCol>
                <a:gridCol w="2686413">
                  <a:extLst>
                    <a:ext uri="{9D8B030D-6E8A-4147-A177-3AD203B41FA5}">
                      <a16:colId xmlns:a16="http://schemas.microsoft.com/office/drawing/2014/main" val="2628102822"/>
                    </a:ext>
                  </a:extLst>
                </a:gridCol>
              </a:tblGrid>
              <a:tr h="302179">
                <a:tc>
                  <a:txBody>
                    <a:bodyPr/>
                    <a:lstStyle/>
                    <a:p>
                      <a:pPr>
                        <a:buNone/>
                      </a:pPr>
                      <a:r>
                        <a:rPr lang="en-IN" sz="1500" b="1" dirty="0">
                          <a:latin typeface="Comic Sans MS" panose="030F0702030302020204" pitchFamily="66" charset="0"/>
                        </a:rPr>
                        <a:t>Aspect</a:t>
                      </a:r>
                      <a:endParaRPr lang="en-IN" sz="1500" dirty="0">
                        <a:latin typeface="Comic Sans MS" panose="030F0702030302020204" pitchFamily="66" charset="0"/>
                      </a:endParaRPr>
                    </a:p>
                  </a:txBody>
                  <a:tcPr anchor="ctr"/>
                </a:tc>
                <a:tc>
                  <a:txBody>
                    <a:bodyPr/>
                    <a:lstStyle/>
                    <a:p>
                      <a:pPr>
                        <a:buNone/>
                      </a:pPr>
                      <a:r>
                        <a:rPr lang="en-IN" sz="1500" b="1">
                          <a:latin typeface="Comic Sans MS" panose="030F0702030302020204" pitchFamily="66" charset="0"/>
                        </a:rPr>
                        <a:t>Waterfall Model</a:t>
                      </a:r>
                      <a:endParaRPr lang="en-IN" sz="1500">
                        <a:latin typeface="Comic Sans MS" panose="030F0702030302020204" pitchFamily="66" charset="0"/>
                      </a:endParaRPr>
                    </a:p>
                  </a:txBody>
                  <a:tcPr anchor="ctr"/>
                </a:tc>
                <a:tc>
                  <a:txBody>
                    <a:bodyPr/>
                    <a:lstStyle/>
                    <a:p>
                      <a:pPr>
                        <a:buNone/>
                      </a:pPr>
                      <a:r>
                        <a:rPr lang="en-IN" sz="1500" b="1">
                          <a:latin typeface="Comic Sans MS" panose="030F0702030302020204" pitchFamily="66" charset="0"/>
                        </a:rPr>
                        <a:t>V‑Model</a:t>
                      </a:r>
                      <a:endParaRPr lang="en-IN" sz="1500">
                        <a:latin typeface="Comic Sans MS" panose="030F0702030302020204" pitchFamily="66" charset="0"/>
                      </a:endParaRPr>
                    </a:p>
                  </a:txBody>
                  <a:tcPr anchor="ctr"/>
                </a:tc>
                <a:tc>
                  <a:txBody>
                    <a:bodyPr/>
                    <a:lstStyle/>
                    <a:p>
                      <a:pPr>
                        <a:buNone/>
                      </a:pPr>
                      <a:r>
                        <a:rPr lang="en-IN" sz="1500" b="1">
                          <a:latin typeface="Comic Sans MS" panose="030F0702030302020204" pitchFamily="66" charset="0"/>
                        </a:rPr>
                        <a:t>Spiral Model</a:t>
                      </a:r>
                      <a:endParaRPr lang="en-IN" sz="1500">
                        <a:latin typeface="Comic Sans MS" panose="030F0702030302020204" pitchFamily="66" charset="0"/>
                      </a:endParaRPr>
                    </a:p>
                  </a:txBody>
                  <a:tcPr anchor="ctr"/>
                </a:tc>
                <a:extLst>
                  <a:ext uri="{0D108BD9-81ED-4DB2-BD59-A6C34878D82A}">
                    <a16:rowId xmlns:a16="http://schemas.microsoft.com/office/drawing/2014/main" val="3146901037"/>
                  </a:ext>
                </a:extLst>
              </a:tr>
              <a:tr h="486997">
                <a:tc>
                  <a:txBody>
                    <a:bodyPr/>
                    <a:lstStyle/>
                    <a:p>
                      <a:pPr>
                        <a:buNone/>
                      </a:pPr>
                      <a:r>
                        <a:rPr lang="en-IN" sz="1500" b="1">
                          <a:latin typeface="Comic Sans MS" panose="030F0702030302020204" pitchFamily="66" charset="0"/>
                        </a:rPr>
                        <a:t>Process Type</a:t>
                      </a:r>
                      <a:endParaRPr lang="en-IN" sz="1500">
                        <a:latin typeface="Comic Sans MS" panose="030F0702030302020204" pitchFamily="66" charset="0"/>
                      </a:endParaRPr>
                    </a:p>
                  </a:txBody>
                  <a:tcPr anchor="ctr"/>
                </a:tc>
                <a:tc>
                  <a:txBody>
                    <a:bodyPr/>
                    <a:lstStyle/>
                    <a:p>
                      <a:pPr>
                        <a:buNone/>
                      </a:pPr>
                      <a:r>
                        <a:rPr lang="en-IN" sz="1500" dirty="0">
                          <a:latin typeface="Comic Sans MS" panose="030F0702030302020204" pitchFamily="66" charset="0"/>
                        </a:rPr>
                        <a:t>Linear &amp; sequential</a:t>
                      </a:r>
                    </a:p>
                  </a:txBody>
                  <a:tcPr anchor="ctr"/>
                </a:tc>
                <a:tc>
                  <a:txBody>
                    <a:bodyPr/>
                    <a:lstStyle/>
                    <a:p>
                      <a:pPr>
                        <a:buNone/>
                      </a:pPr>
                      <a:r>
                        <a:rPr lang="en-IN" sz="1500">
                          <a:latin typeface="Comic Sans MS" panose="030F0702030302020204" pitchFamily="66" charset="0"/>
                        </a:rPr>
                        <a:t>Linear with parallel testing</a:t>
                      </a:r>
                    </a:p>
                  </a:txBody>
                  <a:tcPr anchor="ctr"/>
                </a:tc>
                <a:tc>
                  <a:txBody>
                    <a:bodyPr/>
                    <a:lstStyle/>
                    <a:p>
                      <a:pPr>
                        <a:buNone/>
                      </a:pPr>
                      <a:r>
                        <a:rPr lang="en-IN" sz="1500">
                          <a:latin typeface="Comic Sans MS" panose="030F0702030302020204" pitchFamily="66" charset="0"/>
                        </a:rPr>
                        <a:t>Iterative &amp; risk‑driven</a:t>
                      </a:r>
                    </a:p>
                  </a:txBody>
                  <a:tcPr anchor="ctr"/>
                </a:tc>
                <a:extLst>
                  <a:ext uri="{0D108BD9-81ED-4DB2-BD59-A6C34878D82A}">
                    <a16:rowId xmlns:a16="http://schemas.microsoft.com/office/drawing/2014/main" val="2824602911"/>
                  </a:ext>
                </a:extLst>
              </a:tr>
              <a:tr h="486997">
                <a:tc>
                  <a:txBody>
                    <a:bodyPr/>
                    <a:lstStyle/>
                    <a:p>
                      <a:pPr>
                        <a:buNone/>
                      </a:pPr>
                      <a:r>
                        <a:rPr lang="en-IN" sz="1500" b="1">
                          <a:latin typeface="Comic Sans MS" panose="030F0702030302020204" pitchFamily="66" charset="0"/>
                        </a:rPr>
                        <a:t>Focus</a:t>
                      </a:r>
                      <a:endParaRPr lang="en-IN" sz="1500">
                        <a:latin typeface="Comic Sans MS" panose="030F0702030302020204" pitchFamily="66" charset="0"/>
                      </a:endParaRPr>
                    </a:p>
                  </a:txBody>
                  <a:tcPr anchor="ctr"/>
                </a:tc>
                <a:tc>
                  <a:txBody>
                    <a:bodyPr/>
                    <a:lstStyle/>
                    <a:p>
                      <a:pPr>
                        <a:buNone/>
                      </a:pPr>
                      <a:r>
                        <a:rPr lang="en-IN" sz="1500" dirty="0">
                          <a:latin typeface="Comic Sans MS" panose="030F0702030302020204" pitchFamily="66" charset="0"/>
                        </a:rPr>
                        <a:t>Completing each phase once</a:t>
                      </a:r>
                    </a:p>
                  </a:txBody>
                  <a:tcPr anchor="ctr"/>
                </a:tc>
                <a:tc>
                  <a:txBody>
                    <a:bodyPr/>
                    <a:lstStyle/>
                    <a:p>
                      <a:pPr>
                        <a:buNone/>
                      </a:pPr>
                      <a:r>
                        <a:rPr lang="en-IN" sz="1500">
                          <a:latin typeface="Comic Sans MS" panose="030F0702030302020204" pitchFamily="66" charset="0"/>
                        </a:rPr>
                        <a:t>Verification + Validation</a:t>
                      </a:r>
                    </a:p>
                  </a:txBody>
                  <a:tcPr anchor="ctr"/>
                </a:tc>
                <a:tc>
                  <a:txBody>
                    <a:bodyPr/>
                    <a:lstStyle/>
                    <a:p>
                      <a:pPr>
                        <a:buNone/>
                      </a:pPr>
                      <a:r>
                        <a:rPr lang="en-IN" sz="1500">
                          <a:latin typeface="Comic Sans MS" panose="030F0702030302020204" pitchFamily="66" charset="0"/>
                        </a:rPr>
                        <a:t>Risk analysis &amp; prototyping</a:t>
                      </a:r>
                    </a:p>
                  </a:txBody>
                  <a:tcPr anchor="ctr"/>
                </a:tc>
                <a:extLst>
                  <a:ext uri="{0D108BD9-81ED-4DB2-BD59-A6C34878D82A}">
                    <a16:rowId xmlns:a16="http://schemas.microsoft.com/office/drawing/2014/main" val="147879636"/>
                  </a:ext>
                </a:extLst>
              </a:tr>
              <a:tr h="284082">
                <a:tc>
                  <a:txBody>
                    <a:bodyPr/>
                    <a:lstStyle/>
                    <a:p>
                      <a:pPr>
                        <a:buNone/>
                      </a:pPr>
                      <a:r>
                        <a:rPr lang="en-IN" sz="1500" b="1">
                          <a:latin typeface="Comic Sans MS" panose="030F0702030302020204" pitchFamily="66" charset="0"/>
                        </a:rPr>
                        <a:t>Flexibility</a:t>
                      </a:r>
                      <a:endParaRPr lang="en-IN" sz="150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Very low</a:t>
                      </a:r>
                    </a:p>
                  </a:txBody>
                  <a:tcPr anchor="ctr"/>
                </a:tc>
                <a:tc>
                  <a:txBody>
                    <a:bodyPr/>
                    <a:lstStyle/>
                    <a:p>
                      <a:pPr>
                        <a:buNone/>
                      </a:pPr>
                      <a:r>
                        <a:rPr lang="en-IN" sz="1500">
                          <a:latin typeface="Comic Sans MS" panose="030F0702030302020204" pitchFamily="66" charset="0"/>
                        </a:rPr>
                        <a:t>Low</a:t>
                      </a:r>
                    </a:p>
                  </a:txBody>
                  <a:tcPr anchor="ctr"/>
                </a:tc>
                <a:tc>
                  <a:txBody>
                    <a:bodyPr/>
                    <a:lstStyle/>
                    <a:p>
                      <a:pPr>
                        <a:buNone/>
                      </a:pPr>
                      <a:r>
                        <a:rPr lang="en-IN" sz="1500">
                          <a:latin typeface="Comic Sans MS" panose="030F0702030302020204" pitchFamily="66" charset="0"/>
                        </a:rPr>
                        <a:t>Very high</a:t>
                      </a:r>
                    </a:p>
                  </a:txBody>
                  <a:tcPr anchor="ctr"/>
                </a:tc>
                <a:extLst>
                  <a:ext uri="{0D108BD9-81ED-4DB2-BD59-A6C34878D82A}">
                    <a16:rowId xmlns:a16="http://schemas.microsoft.com/office/drawing/2014/main" val="677662888"/>
                  </a:ext>
                </a:extLst>
              </a:tr>
              <a:tr h="284082">
                <a:tc>
                  <a:txBody>
                    <a:bodyPr/>
                    <a:lstStyle/>
                    <a:p>
                      <a:pPr>
                        <a:buNone/>
                      </a:pPr>
                      <a:r>
                        <a:rPr lang="en-IN" sz="1500" b="1">
                          <a:latin typeface="Comic Sans MS" panose="030F0702030302020204" pitchFamily="66" charset="0"/>
                        </a:rPr>
                        <a:t>Customer Involvement</a:t>
                      </a:r>
                      <a:endParaRPr lang="en-IN" sz="1500">
                        <a:latin typeface="Comic Sans MS" panose="030F0702030302020204" pitchFamily="66" charset="0"/>
                      </a:endParaRPr>
                    </a:p>
                  </a:txBody>
                  <a:tcPr anchor="ctr"/>
                </a:tc>
                <a:tc>
                  <a:txBody>
                    <a:bodyPr/>
                    <a:lstStyle/>
                    <a:p>
                      <a:pPr>
                        <a:buNone/>
                      </a:pPr>
                      <a:r>
                        <a:rPr lang="en-IN" sz="1500" dirty="0">
                          <a:latin typeface="Comic Sans MS" panose="030F0702030302020204" pitchFamily="66" charset="0"/>
                        </a:rPr>
                        <a:t>Low (end only)</a:t>
                      </a:r>
                    </a:p>
                  </a:txBody>
                  <a:tcPr anchor="ctr"/>
                </a:tc>
                <a:tc>
                  <a:txBody>
                    <a:bodyPr/>
                    <a:lstStyle/>
                    <a:p>
                      <a:pPr>
                        <a:buNone/>
                      </a:pPr>
                      <a:r>
                        <a:rPr lang="en-IN" sz="1500">
                          <a:latin typeface="Comic Sans MS" panose="030F0702030302020204" pitchFamily="66" charset="0"/>
                        </a:rPr>
                        <a:t>Low to medium</a:t>
                      </a:r>
                    </a:p>
                  </a:txBody>
                  <a:tcPr anchor="ctr"/>
                </a:tc>
                <a:tc>
                  <a:txBody>
                    <a:bodyPr/>
                    <a:lstStyle/>
                    <a:p>
                      <a:pPr>
                        <a:buNone/>
                      </a:pPr>
                      <a:r>
                        <a:rPr lang="en-IN" sz="1500">
                          <a:latin typeface="Comic Sans MS" panose="030F0702030302020204" pitchFamily="66" charset="0"/>
                        </a:rPr>
                        <a:t>High (each iteration)</a:t>
                      </a:r>
                    </a:p>
                  </a:txBody>
                  <a:tcPr anchor="ctr"/>
                </a:tc>
                <a:extLst>
                  <a:ext uri="{0D108BD9-81ED-4DB2-BD59-A6C34878D82A}">
                    <a16:rowId xmlns:a16="http://schemas.microsoft.com/office/drawing/2014/main" val="4264819567"/>
                  </a:ext>
                </a:extLst>
              </a:tr>
              <a:tr h="284082">
                <a:tc>
                  <a:txBody>
                    <a:bodyPr/>
                    <a:lstStyle/>
                    <a:p>
                      <a:pPr>
                        <a:buNone/>
                      </a:pPr>
                      <a:r>
                        <a:rPr lang="en-IN" sz="1500" b="1">
                          <a:latin typeface="Comic Sans MS" panose="030F0702030302020204" pitchFamily="66" charset="0"/>
                        </a:rPr>
                        <a:t>Risk Handling</a:t>
                      </a:r>
                      <a:endParaRPr lang="en-IN" sz="150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Weak</a:t>
                      </a:r>
                    </a:p>
                  </a:txBody>
                  <a:tcPr anchor="ctr"/>
                </a:tc>
                <a:tc>
                  <a:txBody>
                    <a:bodyPr/>
                    <a:lstStyle/>
                    <a:p>
                      <a:pPr>
                        <a:buNone/>
                      </a:pPr>
                      <a:r>
                        <a:rPr lang="en-IN" sz="1500" dirty="0">
                          <a:latin typeface="Comic Sans MS" panose="030F0702030302020204" pitchFamily="66" charset="0"/>
                        </a:rPr>
                        <a:t>Moderate</a:t>
                      </a:r>
                    </a:p>
                  </a:txBody>
                  <a:tcPr anchor="ctr"/>
                </a:tc>
                <a:tc>
                  <a:txBody>
                    <a:bodyPr/>
                    <a:lstStyle/>
                    <a:p>
                      <a:pPr>
                        <a:buNone/>
                      </a:pPr>
                      <a:r>
                        <a:rPr lang="en-IN" sz="1500">
                          <a:latin typeface="Comic Sans MS" panose="030F0702030302020204" pitchFamily="66" charset="0"/>
                        </a:rPr>
                        <a:t>Strong (core feature)</a:t>
                      </a:r>
                    </a:p>
                  </a:txBody>
                  <a:tcPr anchor="ctr"/>
                </a:tc>
                <a:extLst>
                  <a:ext uri="{0D108BD9-81ED-4DB2-BD59-A6C34878D82A}">
                    <a16:rowId xmlns:a16="http://schemas.microsoft.com/office/drawing/2014/main" val="3344316043"/>
                  </a:ext>
                </a:extLst>
              </a:tr>
              <a:tr h="486997">
                <a:tc>
                  <a:txBody>
                    <a:bodyPr/>
                    <a:lstStyle/>
                    <a:p>
                      <a:pPr>
                        <a:buNone/>
                      </a:pPr>
                      <a:r>
                        <a:rPr lang="en-IN" sz="1500" b="1" dirty="0">
                          <a:latin typeface="Comic Sans MS" panose="030F0702030302020204" pitchFamily="66" charset="0"/>
                        </a:rPr>
                        <a:t>Testing Approach</a:t>
                      </a:r>
                      <a:endParaRPr lang="en-IN" sz="1500" dirty="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Testing after development</a:t>
                      </a:r>
                    </a:p>
                  </a:txBody>
                  <a:tcPr anchor="ctr"/>
                </a:tc>
                <a:tc>
                  <a:txBody>
                    <a:bodyPr/>
                    <a:lstStyle/>
                    <a:p>
                      <a:pPr>
                        <a:buNone/>
                      </a:pPr>
                      <a:r>
                        <a:rPr lang="en-US" sz="1500" dirty="0">
                          <a:latin typeface="Comic Sans MS" panose="030F0702030302020204" pitchFamily="66" charset="0"/>
                        </a:rPr>
                        <a:t>Testing planned for each phase</a:t>
                      </a:r>
                    </a:p>
                  </a:txBody>
                  <a:tcPr anchor="ctr"/>
                </a:tc>
                <a:tc>
                  <a:txBody>
                    <a:bodyPr/>
                    <a:lstStyle/>
                    <a:p>
                      <a:pPr>
                        <a:buNone/>
                      </a:pPr>
                      <a:r>
                        <a:rPr lang="en-IN" sz="1500">
                          <a:latin typeface="Comic Sans MS" panose="030F0702030302020204" pitchFamily="66" charset="0"/>
                        </a:rPr>
                        <a:t>Testing in every iteration</a:t>
                      </a:r>
                    </a:p>
                  </a:txBody>
                  <a:tcPr anchor="ctr"/>
                </a:tc>
                <a:extLst>
                  <a:ext uri="{0D108BD9-81ED-4DB2-BD59-A6C34878D82A}">
                    <a16:rowId xmlns:a16="http://schemas.microsoft.com/office/drawing/2014/main" val="3629303028"/>
                  </a:ext>
                </a:extLst>
              </a:tr>
              <a:tr h="486997">
                <a:tc>
                  <a:txBody>
                    <a:bodyPr/>
                    <a:lstStyle/>
                    <a:p>
                      <a:pPr>
                        <a:buNone/>
                      </a:pPr>
                      <a:r>
                        <a:rPr lang="en-IN" sz="1500" b="1">
                          <a:latin typeface="Comic Sans MS" panose="030F0702030302020204" pitchFamily="66" charset="0"/>
                        </a:rPr>
                        <a:t>Cost &amp; Time</a:t>
                      </a:r>
                      <a:endParaRPr lang="en-IN" sz="150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Low for small projects</a:t>
                      </a:r>
                    </a:p>
                  </a:txBody>
                  <a:tcPr anchor="ctr"/>
                </a:tc>
                <a:tc>
                  <a:txBody>
                    <a:bodyPr/>
                    <a:lstStyle/>
                    <a:p>
                      <a:pPr>
                        <a:buNone/>
                      </a:pPr>
                      <a:r>
                        <a:rPr lang="en-IN" sz="1500" dirty="0">
                          <a:latin typeface="Comic Sans MS" panose="030F0702030302020204" pitchFamily="66" charset="0"/>
                        </a:rPr>
                        <a:t>Moderate</a:t>
                      </a:r>
                    </a:p>
                  </a:txBody>
                  <a:tcPr anchor="ctr"/>
                </a:tc>
                <a:tc>
                  <a:txBody>
                    <a:bodyPr/>
                    <a:lstStyle/>
                    <a:p>
                      <a:pPr>
                        <a:buNone/>
                      </a:pPr>
                      <a:r>
                        <a:rPr lang="en-US" sz="1500">
                          <a:latin typeface="Comic Sans MS" panose="030F0702030302020204" pitchFamily="66" charset="0"/>
                        </a:rPr>
                        <a:t>High (due to repeated cycles)</a:t>
                      </a:r>
                    </a:p>
                  </a:txBody>
                  <a:tcPr anchor="ctr"/>
                </a:tc>
                <a:extLst>
                  <a:ext uri="{0D108BD9-81ED-4DB2-BD59-A6C34878D82A}">
                    <a16:rowId xmlns:a16="http://schemas.microsoft.com/office/drawing/2014/main" val="2678194613"/>
                  </a:ext>
                </a:extLst>
              </a:tr>
              <a:tr h="486997">
                <a:tc>
                  <a:txBody>
                    <a:bodyPr/>
                    <a:lstStyle/>
                    <a:p>
                      <a:pPr>
                        <a:buNone/>
                      </a:pPr>
                      <a:r>
                        <a:rPr lang="en-IN" sz="1500" b="1">
                          <a:latin typeface="Comic Sans MS" panose="030F0702030302020204" pitchFamily="66" charset="0"/>
                        </a:rPr>
                        <a:t>Best For</a:t>
                      </a:r>
                      <a:endParaRPr lang="en-IN" sz="150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Small, simple, stable projects</a:t>
                      </a:r>
                    </a:p>
                  </a:txBody>
                  <a:tcPr anchor="ctr"/>
                </a:tc>
                <a:tc>
                  <a:txBody>
                    <a:bodyPr/>
                    <a:lstStyle/>
                    <a:p>
                      <a:pPr>
                        <a:buNone/>
                      </a:pPr>
                      <a:r>
                        <a:rPr lang="en-US" sz="1500" dirty="0">
                          <a:latin typeface="Comic Sans MS" panose="030F0702030302020204" pitchFamily="66" charset="0"/>
                        </a:rPr>
                        <a:t>Medium projects with clear requirements</a:t>
                      </a:r>
                    </a:p>
                  </a:txBody>
                  <a:tcPr anchor="ctr"/>
                </a:tc>
                <a:tc>
                  <a:txBody>
                    <a:bodyPr/>
                    <a:lstStyle/>
                    <a:p>
                      <a:pPr>
                        <a:buNone/>
                      </a:pPr>
                      <a:r>
                        <a:rPr lang="en-US" sz="1500" dirty="0">
                          <a:latin typeface="Comic Sans MS" panose="030F0702030302020204" pitchFamily="66" charset="0"/>
                        </a:rPr>
                        <a:t>Large, complex, high‑risk projects</a:t>
                      </a:r>
                    </a:p>
                  </a:txBody>
                  <a:tcPr anchor="ctr"/>
                </a:tc>
                <a:extLst>
                  <a:ext uri="{0D108BD9-81ED-4DB2-BD59-A6C34878D82A}">
                    <a16:rowId xmlns:a16="http://schemas.microsoft.com/office/drawing/2014/main" val="611179082"/>
                  </a:ext>
                </a:extLst>
              </a:tr>
              <a:tr h="284082">
                <a:tc>
                  <a:txBody>
                    <a:bodyPr/>
                    <a:lstStyle/>
                    <a:p>
                      <a:pPr>
                        <a:buNone/>
                      </a:pPr>
                      <a:r>
                        <a:rPr lang="en-IN" sz="1500" b="1">
                          <a:latin typeface="Comic Sans MS" panose="030F0702030302020204" pitchFamily="66" charset="0"/>
                        </a:rPr>
                        <a:t>Documentation</a:t>
                      </a:r>
                      <a:endParaRPr lang="en-IN" sz="150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Heavy</a:t>
                      </a:r>
                    </a:p>
                  </a:txBody>
                  <a:tcPr anchor="ctr"/>
                </a:tc>
                <a:tc>
                  <a:txBody>
                    <a:bodyPr/>
                    <a:lstStyle/>
                    <a:p>
                      <a:pPr>
                        <a:buNone/>
                      </a:pPr>
                      <a:r>
                        <a:rPr lang="en-IN" sz="1500">
                          <a:latin typeface="Comic Sans MS" panose="030F0702030302020204" pitchFamily="66" charset="0"/>
                        </a:rPr>
                        <a:t>Heavy</a:t>
                      </a:r>
                    </a:p>
                  </a:txBody>
                  <a:tcPr anchor="ctr"/>
                </a:tc>
                <a:tc>
                  <a:txBody>
                    <a:bodyPr/>
                    <a:lstStyle/>
                    <a:p>
                      <a:pPr>
                        <a:buNone/>
                      </a:pPr>
                      <a:r>
                        <a:rPr lang="en-IN" sz="1500" dirty="0">
                          <a:latin typeface="Comic Sans MS" panose="030F0702030302020204" pitchFamily="66" charset="0"/>
                        </a:rPr>
                        <a:t>Moderate to heavy</a:t>
                      </a:r>
                    </a:p>
                  </a:txBody>
                  <a:tcPr anchor="ctr"/>
                </a:tc>
                <a:extLst>
                  <a:ext uri="{0D108BD9-81ED-4DB2-BD59-A6C34878D82A}">
                    <a16:rowId xmlns:a16="http://schemas.microsoft.com/office/drawing/2014/main" val="3661268669"/>
                  </a:ext>
                </a:extLst>
              </a:tr>
              <a:tr h="486997">
                <a:tc>
                  <a:txBody>
                    <a:bodyPr/>
                    <a:lstStyle/>
                    <a:p>
                      <a:pPr>
                        <a:buNone/>
                      </a:pPr>
                      <a:r>
                        <a:rPr lang="en-IN" sz="1500" b="1">
                          <a:latin typeface="Comic Sans MS" panose="030F0702030302020204" pitchFamily="66" charset="0"/>
                        </a:rPr>
                        <a:t>Output</a:t>
                      </a:r>
                      <a:endParaRPr lang="en-IN" sz="150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Single final product</a:t>
                      </a:r>
                    </a:p>
                  </a:txBody>
                  <a:tcPr anchor="ctr"/>
                </a:tc>
                <a:tc>
                  <a:txBody>
                    <a:bodyPr/>
                    <a:lstStyle/>
                    <a:p>
                      <a:pPr>
                        <a:buNone/>
                      </a:pPr>
                      <a:r>
                        <a:rPr lang="en-US" sz="1500">
                          <a:latin typeface="Comic Sans MS" panose="030F0702030302020204" pitchFamily="66" charset="0"/>
                        </a:rPr>
                        <a:t>Single final product with quality focus</a:t>
                      </a:r>
                    </a:p>
                  </a:txBody>
                  <a:tcPr anchor="ctr"/>
                </a:tc>
                <a:tc>
                  <a:txBody>
                    <a:bodyPr/>
                    <a:lstStyle/>
                    <a:p>
                      <a:pPr>
                        <a:buNone/>
                      </a:pPr>
                      <a:r>
                        <a:rPr lang="en-IN" sz="1500" dirty="0">
                          <a:latin typeface="Comic Sans MS" panose="030F0702030302020204" pitchFamily="66" charset="0"/>
                        </a:rPr>
                        <a:t>Multiple prototypes + final product</a:t>
                      </a:r>
                    </a:p>
                  </a:txBody>
                  <a:tcPr anchor="ctr"/>
                </a:tc>
                <a:extLst>
                  <a:ext uri="{0D108BD9-81ED-4DB2-BD59-A6C34878D82A}">
                    <a16:rowId xmlns:a16="http://schemas.microsoft.com/office/drawing/2014/main" val="470090390"/>
                  </a:ext>
                </a:extLst>
              </a:tr>
              <a:tr h="284082">
                <a:tc>
                  <a:txBody>
                    <a:bodyPr/>
                    <a:lstStyle/>
                    <a:p>
                      <a:pPr>
                        <a:buNone/>
                      </a:pPr>
                      <a:r>
                        <a:rPr lang="en-IN" sz="1500" b="1">
                          <a:latin typeface="Comic Sans MS" panose="030F0702030302020204" pitchFamily="66" charset="0"/>
                        </a:rPr>
                        <a:t>Requirement Stability</a:t>
                      </a:r>
                      <a:endParaRPr lang="en-IN" sz="1500">
                        <a:latin typeface="Comic Sans MS" panose="030F0702030302020204" pitchFamily="66" charset="0"/>
                      </a:endParaRPr>
                    </a:p>
                  </a:txBody>
                  <a:tcPr anchor="ctr"/>
                </a:tc>
                <a:tc>
                  <a:txBody>
                    <a:bodyPr/>
                    <a:lstStyle/>
                    <a:p>
                      <a:pPr>
                        <a:buNone/>
                      </a:pPr>
                      <a:r>
                        <a:rPr lang="en-IN" sz="1500">
                          <a:latin typeface="Comic Sans MS" panose="030F0702030302020204" pitchFamily="66" charset="0"/>
                        </a:rPr>
                        <a:t>Must be stable</a:t>
                      </a:r>
                    </a:p>
                  </a:txBody>
                  <a:tcPr anchor="ctr"/>
                </a:tc>
                <a:tc>
                  <a:txBody>
                    <a:bodyPr/>
                    <a:lstStyle/>
                    <a:p>
                      <a:pPr>
                        <a:buNone/>
                      </a:pPr>
                      <a:r>
                        <a:rPr lang="en-IN" sz="1500">
                          <a:latin typeface="Comic Sans MS" panose="030F0702030302020204" pitchFamily="66" charset="0"/>
                        </a:rPr>
                        <a:t>Must be stable</a:t>
                      </a:r>
                    </a:p>
                  </a:txBody>
                  <a:tcPr anchor="ctr"/>
                </a:tc>
                <a:tc>
                  <a:txBody>
                    <a:bodyPr/>
                    <a:lstStyle/>
                    <a:p>
                      <a:pPr>
                        <a:buNone/>
                      </a:pPr>
                      <a:r>
                        <a:rPr lang="en-IN" sz="1500" dirty="0">
                          <a:latin typeface="Comic Sans MS" panose="030F0702030302020204" pitchFamily="66" charset="0"/>
                        </a:rPr>
                        <a:t>Can evolve</a:t>
                      </a:r>
                    </a:p>
                  </a:txBody>
                  <a:tcPr anchor="ctr"/>
                </a:tc>
                <a:extLst>
                  <a:ext uri="{0D108BD9-81ED-4DB2-BD59-A6C34878D82A}">
                    <a16:rowId xmlns:a16="http://schemas.microsoft.com/office/drawing/2014/main" val="3457186116"/>
                  </a:ext>
                </a:extLst>
              </a:tr>
            </a:tbl>
          </a:graphicData>
        </a:graphic>
      </p:graphicFrame>
    </p:spTree>
    <p:extLst>
      <p:ext uri="{BB962C8B-B14F-4D97-AF65-F5344CB8AC3E}">
        <p14:creationId xmlns:p14="http://schemas.microsoft.com/office/powerpoint/2010/main" val="4097692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customXml/itemProps3.xml><?xml version="1.0" encoding="utf-8"?>
<ds:datastoreItem xmlns:ds="http://schemas.openxmlformats.org/officeDocument/2006/customXml" ds:itemID="{33B7C277-7563-48D9-B200-95B00BA20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22599</TotalTime>
  <Words>1022</Words>
  <Application>Microsoft Office PowerPoint</Application>
  <PresentationFormat>Widescreen</PresentationFormat>
  <Paragraphs>194</Paragraphs>
  <Slides>25</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Comic Sans MS</vt:lpstr>
      <vt:lpstr>Cognizant_2024</vt:lpstr>
      <vt:lpstr>Software Testing- Basics &amp; Concepts</vt:lpstr>
      <vt:lpstr>What is Software?</vt:lpstr>
      <vt:lpstr>Types of Software</vt:lpstr>
      <vt:lpstr>What is Software Testing?</vt:lpstr>
      <vt:lpstr>What is Software Testing?</vt:lpstr>
      <vt:lpstr>Software Quality</vt:lpstr>
      <vt:lpstr>Project Vs Product</vt:lpstr>
      <vt:lpstr>Why do we need Testing?</vt:lpstr>
      <vt:lpstr>Error, Bug, Failure</vt:lpstr>
      <vt:lpstr>Software Testing CONCEPTS</vt:lpstr>
      <vt:lpstr>SDLC</vt:lpstr>
      <vt:lpstr>Stages of SDLC</vt:lpstr>
      <vt:lpstr>Software Development Life Cycle Models</vt:lpstr>
      <vt:lpstr>Waterfall Model</vt:lpstr>
      <vt:lpstr>Waterfall Model</vt:lpstr>
      <vt:lpstr>Spiral Model</vt:lpstr>
      <vt:lpstr>Spiral Model</vt:lpstr>
      <vt:lpstr>Spiral Model</vt:lpstr>
      <vt:lpstr>Spiral Model</vt:lpstr>
      <vt:lpstr>V- Model</vt:lpstr>
      <vt:lpstr>V- Model</vt:lpstr>
      <vt:lpstr>V- Model</vt:lpstr>
      <vt:lpstr>Verification, Validation</vt:lpstr>
      <vt:lpstr>Verification, Validation</vt:lpstr>
      <vt:lpstr>Comparison of Waterfall, V-Model &amp; Spiral Model</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Venu, Yejjavarapu (Cognizant)</cp:lastModifiedBy>
  <cp:revision>10</cp:revision>
  <dcterms:created xsi:type="dcterms:W3CDTF">2025-09-17T08:32:50Z</dcterms:created>
  <dcterms:modified xsi:type="dcterms:W3CDTF">2026-01-11T08:22:35Z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