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1"/>
  </p:notesMasterIdLst>
  <p:handoutMasterIdLst>
    <p:handoutMasterId r:id="rId22"/>
  </p:handoutMasterIdLst>
  <p:sldIdLst>
    <p:sldId id="2147479184" r:id="rId5"/>
    <p:sldId id="2147479196" r:id="rId6"/>
    <p:sldId id="2147479197" r:id="rId7"/>
    <p:sldId id="2147479198" r:id="rId8"/>
    <p:sldId id="2147479199" r:id="rId9"/>
    <p:sldId id="2147479200" r:id="rId10"/>
    <p:sldId id="2147479201" r:id="rId11"/>
    <p:sldId id="2147479202" r:id="rId12"/>
    <p:sldId id="2147479203" r:id="rId13"/>
    <p:sldId id="2147479204" r:id="rId14"/>
    <p:sldId id="2147479205" r:id="rId15"/>
    <p:sldId id="2147479206" r:id="rId16"/>
    <p:sldId id="2147479207" r:id="rId17"/>
    <p:sldId id="2147479208" r:id="rId18"/>
    <p:sldId id="2147479209" r:id="rId19"/>
    <p:sldId id="214747921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1203D-2D91-54FB-C3EE-37341E1E9624}" v="1" dt="2026-02-07T05:56:47.451"/>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59" d="100"/>
          <a:sy n="59" d="100"/>
        </p:scale>
        <p:origin x="84" y="144"/>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Poornima Swarna (Cognizant)" userId="36824357-ffbd-40a5-b000-b82d0f7dca89" providerId="ADAL" clId="{BB20CA10-5FC3-4CCD-8518-89B0931CAB48}"/>
    <pc:docChg chg="undo custSel addSld delSld modSld">
      <pc:chgData name="Mohan, Poornima Swarna (Cognizant)" userId="36824357-ffbd-40a5-b000-b82d0f7dca89" providerId="ADAL" clId="{BB20CA10-5FC3-4CCD-8518-89B0931CAB48}" dt="2026-01-27T11:04:29.587" v="538" actId="14100"/>
      <pc:docMkLst>
        <pc:docMk/>
      </pc:docMkLst>
      <pc:sldChg chg="modSp mod">
        <pc:chgData name="Mohan, Poornima Swarna (Cognizant)" userId="36824357-ffbd-40a5-b000-b82d0f7dca89" providerId="ADAL" clId="{BB20CA10-5FC3-4CCD-8518-89B0931CAB48}" dt="2026-01-22T09:26:47.085" v="113" actId="20577"/>
        <pc:sldMkLst>
          <pc:docMk/>
          <pc:sldMk cId="2713534842" sldId="2147479184"/>
        </pc:sldMkLst>
        <pc:spChg chg="mod">
          <ac:chgData name="Mohan, Poornima Swarna (Cognizant)" userId="36824357-ffbd-40a5-b000-b82d0f7dca89" providerId="ADAL" clId="{BB20CA10-5FC3-4CCD-8518-89B0931CAB48}" dt="2026-01-22T09:26:47.085" v="113" actId="20577"/>
          <ac:spMkLst>
            <pc:docMk/>
            <pc:sldMk cId="2713534842" sldId="2147479184"/>
            <ac:spMk id="5" creationId="{09D9EB17-9965-3523-3F99-EF5E53642703}"/>
          </ac:spMkLst>
        </pc:spChg>
      </pc:sldChg>
      <pc:sldChg chg="addSp delSp modSp add del mod">
        <pc:chgData name="Mohan, Poornima Swarna (Cognizant)" userId="36824357-ffbd-40a5-b000-b82d0f7dca89" providerId="ADAL" clId="{BB20CA10-5FC3-4CCD-8518-89B0931CAB48}" dt="2026-01-22T09:48:13.262" v="390" actId="1076"/>
        <pc:sldMkLst>
          <pc:docMk/>
          <pc:sldMk cId="3473122175" sldId="2147479196"/>
        </pc:sldMkLst>
        <pc:spChg chg="mod">
          <ac:chgData name="Mohan, Poornima Swarna (Cognizant)" userId="36824357-ffbd-40a5-b000-b82d0f7dca89" providerId="ADAL" clId="{BB20CA10-5FC3-4CCD-8518-89B0931CAB48}" dt="2026-01-22T09:26:55.892" v="118" actId="20577"/>
          <ac:spMkLst>
            <pc:docMk/>
            <pc:sldMk cId="3473122175" sldId="2147479196"/>
            <ac:spMk id="2" creationId="{02D35FDA-6501-E6FB-CC4B-AABB250FA90B}"/>
          </ac:spMkLst>
        </pc:spChg>
        <pc:spChg chg="add mod">
          <ac:chgData name="Mohan, Poornima Swarna (Cognizant)" userId="36824357-ffbd-40a5-b000-b82d0f7dca89" providerId="ADAL" clId="{BB20CA10-5FC3-4CCD-8518-89B0931CAB48}" dt="2026-01-22T09:47:30.666" v="383" actId="255"/>
          <ac:spMkLst>
            <pc:docMk/>
            <pc:sldMk cId="3473122175" sldId="2147479196"/>
            <ac:spMk id="6" creationId="{E9E2BDEB-34B2-43B2-5A7E-3D666378F6D9}"/>
          </ac:spMkLst>
        </pc:spChg>
        <pc:spChg chg="add mod">
          <ac:chgData name="Mohan, Poornima Swarna (Cognizant)" userId="36824357-ffbd-40a5-b000-b82d0f7dca89" providerId="ADAL" clId="{BB20CA10-5FC3-4CCD-8518-89B0931CAB48}" dt="2026-01-22T09:47:48.500" v="387" actId="207"/>
          <ac:spMkLst>
            <pc:docMk/>
            <pc:sldMk cId="3473122175" sldId="2147479196"/>
            <ac:spMk id="11" creationId="{02DF7DE9-0B89-80F0-4CFD-B4DE9820F139}"/>
          </ac:spMkLst>
        </pc:spChg>
        <pc:picChg chg="add mod">
          <ac:chgData name="Mohan, Poornima Swarna (Cognizant)" userId="36824357-ffbd-40a5-b000-b82d0f7dca89" providerId="ADAL" clId="{BB20CA10-5FC3-4CCD-8518-89B0931CAB48}" dt="2026-01-22T09:48:13.262" v="390" actId="1076"/>
          <ac:picMkLst>
            <pc:docMk/>
            <pc:sldMk cId="3473122175" sldId="2147479196"/>
            <ac:picMk id="8" creationId="{8D5B6F36-5800-D36D-617C-65D042D9B821}"/>
          </ac:picMkLst>
        </pc:picChg>
      </pc:sldChg>
      <pc:sldChg chg="addSp delSp modSp add mod">
        <pc:chgData name="Mohan, Poornima Swarna (Cognizant)" userId="36824357-ffbd-40a5-b000-b82d0f7dca89" providerId="ADAL" clId="{BB20CA10-5FC3-4CCD-8518-89B0931CAB48}" dt="2026-01-22T09:34:51.372" v="178" actId="22"/>
        <pc:sldMkLst>
          <pc:docMk/>
          <pc:sldMk cId="1796403990" sldId="2147479197"/>
        </pc:sldMkLst>
        <pc:spChg chg="mod">
          <ac:chgData name="Mohan, Poornima Swarna (Cognizant)" userId="36824357-ffbd-40a5-b000-b82d0f7dca89" providerId="ADAL" clId="{BB20CA10-5FC3-4CCD-8518-89B0931CAB48}" dt="2026-01-22T09:34:37.777" v="176"/>
          <ac:spMkLst>
            <pc:docMk/>
            <pc:sldMk cId="1796403990" sldId="2147479197"/>
            <ac:spMk id="2" creationId="{98C3D068-9A5C-BE95-6D90-CD5090339987}"/>
          </ac:spMkLst>
        </pc:spChg>
        <pc:spChg chg="mod">
          <ac:chgData name="Mohan, Poornima Swarna (Cognizant)" userId="36824357-ffbd-40a5-b000-b82d0f7dca89" providerId="ADAL" clId="{BB20CA10-5FC3-4CCD-8518-89B0931CAB48}" dt="2026-01-22T09:34:23.667" v="170" actId="14100"/>
          <ac:spMkLst>
            <pc:docMk/>
            <pc:sldMk cId="1796403990" sldId="2147479197"/>
            <ac:spMk id="6" creationId="{848F723A-ADAF-9AB0-9CD0-EC310776F731}"/>
          </ac:spMkLst>
        </pc:spChg>
      </pc:sldChg>
      <pc:sldChg chg="addSp delSp modSp add mod">
        <pc:chgData name="Mohan, Poornima Swarna (Cognizant)" userId="36824357-ffbd-40a5-b000-b82d0f7dca89" providerId="ADAL" clId="{BB20CA10-5FC3-4CCD-8518-89B0931CAB48}" dt="2026-01-22T09:36:08.186" v="203" actId="20577"/>
        <pc:sldMkLst>
          <pc:docMk/>
          <pc:sldMk cId="733065935" sldId="2147479198"/>
        </pc:sldMkLst>
        <pc:spChg chg="mod">
          <ac:chgData name="Mohan, Poornima Swarna (Cognizant)" userId="36824357-ffbd-40a5-b000-b82d0f7dca89" providerId="ADAL" clId="{BB20CA10-5FC3-4CCD-8518-89B0931CAB48}" dt="2026-01-22T09:36:08.186" v="203" actId="20577"/>
          <ac:spMkLst>
            <pc:docMk/>
            <pc:sldMk cId="733065935" sldId="2147479198"/>
            <ac:spMk id="2" creationId="{E613FBD0-0104-4C0D-E2CD-AB83C489507E}"/>
          </ac:spMkLst>
        </pc:spChg>
        <pc:spChg chg="add mod">
          <ac:chgData name="Mohan, Poornima Swarna (Cognizant)" userId="36824357-ffbd-40a5-b000-b82d0f7dca89" providerId="ADAL" clId="{BB20CA10-5FC3-4CCD-8518-89B0931CAB48}" dt="2026-01-22T09:35:48.922" v="192" actId="14100"/>
          <ac:spMkLst>
            <pc:docMk/>
            <pc:sldMk cId="733065935" sldId="2147479198"/>
            <ac:spMk id="3" creationId="{AA34DC35-ACCB-F5B1-0B87-FB5BA9502056}"/>
          </ac:spMkLst>
        </pc:spChg>
        <pc:spChg chg="add mod">
          <ac:chgData name="Mohan, Poornima Swarna (Cognizant)" userId="36824357-ffbd-40a5-b000-b82d0f7dca89" providerId="ADAL" clId="{BB20CA10-5FC3-4CCD-8518-89B0931CAB48}" dt="2026-01-22T09:35:51.916" v="193" actId="1076"/>
          <ac:spMkLst>
            <pc:docMk/>
            <pc:sldMk cId="733065935" sldId="2147479198"/>
            <ac:spMk id="9" creationId="{F2C66B75-27BE-A082-35D2-3627DBE3CF9D}"/>
          </ac:spMkLst>
        </pc:spChg>
      </pc:sldChg>
      <pc:sldChg chg="addSp delSp modSp add mod">
        <pc:chgData name="Mohan, Poornima Swarna (Cognizant)" userId="36824357-ffbd-40a5-b000-b82d0f7dca89" providerId="ADAL" clId="{BB20CA10-5FC3-4CCD-8518-89B0931CAB48}" dt="2026-01-22T09:43:31.234" v="303" actId="1076"/>
        <pc:sldMkLst>
          <pc:docMk/>
          <pc:sldMk cId="3659556786" sldId="2147479199"/>
        </pc:sldMkLst>
        <pc:spChg chg="mod">
          <ac:chgData name="Mohan, Poornima Swarna (Cognizant)" userId="36824357-ffbd-40a5-b000-b82d0f7dca89" providerId="ADAL" clId="{BB20CA10-5FC3-4CCD-8518-89B0931CAB48}" dt="2026-01-22T09:43:28.582" v="302" actId="20577"/>
          <ac:spMkLst>
            <pc:docMk/>
            <pc:sldMk cId="3659556786" sldId="2147479199"/>
            <ac:spMk id="2" creationId="{76B34FA5-0C2C-4301-131F-FA69A693F3CD}"/>
          </ac:spMkLst>
        </pc:spChg>
        <pc:spChg chg="add mod">
          <ac:chgData name="Mohan, Poornima Swarna (Cognizant)" userId="36824357-ffbd-40a5-b000-b82d0f7dca89" providerId="ADAL" clId="{BB20CA10-5FC3-4CCD-8518-89B0931CAB48}" dt="2026-01-22T09:43:31.234" v="303" actId="1076"/>
          <ac:spMkLst>
            <pc:docMk/>
            <pc:sldMk cId="3659556786" sldId="2147479199"/>
            <ac:spMk id="10" creationId="{7C5C207A-E253-C454-6848-68D1305AEEF7}"/>
          </ac:spMkLst>
        </pc:spChg>
      </pc:sldChg>
      <pc:sldChg chg="addSp delSp modSp add mod">
        <pc:chgData name="Mohan, Poornima Swarna (Cognizant)" userId="36824357-ffbd-40a5-b000-b82d0f7dca89" providerId="ADAL" clId="{BB20CA10-5FC3-4CCD-8518-89B0931CAB48}" dt="2026-01-22T09:43:38.133" v="313" actId="5793"/>
        <pc:sldMkLst>
          <pc:docMk/>
          <pc:sldMk cId="2059513835" sldId="2147479200"/>
        </pc:sldMkLst>
        <pc:spChg chg="mod">
          <ac:chgData name="Mohan, Poornima Swarna (Cognizant)" userId="36824357-ffbd-40a5-b000-b82d0f7dca89" providerId="ADAL" clId="{BB20CA10-5FC3-4CCD-8518-89B0931CAB48}" dt="2026-01-22T09:43:38.133" v="313" actId="5793"/>
          <ac:spMkLst>
            <pc:docMk/>
            <pc:sldMk cId="2059513835" sldId="2147479200"/>
            <ac:spMk id="2" creationId="{0E63679D-DBC4-C8FB-662F-0161B1E860C0}"/>
          </ac:spMkLst>
        </pc:spChg>
        <pc:spChg chg="add mod">
          <ac:chgData name="Mohan, Poornima Swarna (Cognizant)" userId="36824357-ffbd-40a5-b000-b82d0f7dca89" providerId="ADAL" clId="{BB20CA10-5FC3-4CCD-8518-89B0931CAB48}" dt="2026-01-22T09:41:12.024" v="282" actId="1076"/>
          <ac:spMkLst>
            <pc:docMk/>
            <pc:sldMk cId="2059513835" sldId="2147479200"/>
            <ac:spMk id="8" creationId="{B44048B6-5DF1-C98F-91CD-229D73362D07}"/>
          </ac:spMkLst>
        </pc:spChg>
      </pc:sldChg>
      <pc:sldChg chg="addSp delSp modSp add mod">
        <pc:chgData name="Mohan, Poornima Swarna (Cognizant)" userId="36824357-ffbd-40a5-b000-b82d0f7dca89" providerId="ADAL" clId="{BB20CA10-5FC3-4CCD-8518-89B0931CAB48}" dt="2026-01-22T09:43:46.698" v="323" actId="5793"/>
        <pc:sldMkLst>
          <pc:docMk/>
          <pc:sldMk cId="1766771882" sldId="2147479201"/>
        </pc:sldMkLst>
        <pc:spChg chg="mod">
          <ac:chgData name="Mohan, Poornima Swarna (Cognizant)" userId="36824357-ffbd-40a5-b000-b82d0f7dca89" providerId="ADAL" clId="{BB20CA10-5FC3-4CCD-8518-89B0931CAB48}" dt="2026-01-22T09:43:46.698" v="323" actId="5793"/>
          <ac:spMkLst>
            <pc:docMk/>
            <pc:sldMk cId="1766771882" sldId="2147479201"/>
            <ac:spMk id="2" creationId="{00601B73-345E-341F-28C7-EB36D166B639}"/>
          </ac:spMkLst>
        </pc:spChg>
        <pc:spChg chg="mod">
          <ac:chgData name="Mohan, Poornima Swarna (Cognizant)" userId="36824357-ffbd-40a5-b000-b82d0f7dca89" providerId="ADAL" clId="{BB20CA10-5FC3-4CCD-8518-89B0931CAB48}" dt="2026-01-22T09:42:45.128" v="291" actId="113"/>
          <ac:spMkLst>
            <pc:docMk/>
            <pc:sldMk cId="1766771882" sldId="2147479201"/>
            <ac:spMk id="10" creationId="{C071370D-1896-2725-8A2A-2971A11CC36B}"/>
          </ac:spMkLst>
        </pc:spChg>
      </pc:sldChg>
      <pc:sldChg chg="addSp delSp modSp add mod">
        <pc:chgData name="Mohan, Poornima Swarna (Cognizant)" userId="36824357-ffbd-40a5-b000-b82d0f7dca89" providerId="ADAL" clId="{BB20CA10-5FC3-4CCD-8518-89B0931CAB48}" dt="2026-01-23T10:00:09.891" v="419"/>
        <pc:sldMkLst>
          <pc:docMk/>
          <pc:sldMk cId="867550556" sldId="2147479202"/>
        </pc:sldMkLst>
        <pc:spChg chg="mod">
          <ac:chgData name="Mohan, Poornima Swarna (Cognizant)" userId="36824357-ffbd-40a5-b000-b82d0f7dca89" providerId="ADAL" clId="{BB20CA10-5FC3-4CCD-8518-89B0931CAB48}" dt="2026-01-23T09:59:19.725" v="399" actId="20577"/>
          <ac:spMkLst>
            <pc:docMk/>
            <pc:sldMk cId="867550556" sldId="2147479202"/>
            <ac:spMk id="2" creationId="{54AE70B8-0E3E-CCF5-A821-0BA517255F5E}"/>
          </ac:spMkLst>
        </pc:spChg>
        <pc:spChg chg="add mod">
          <ac:chgData name="Mohan, Poornima Swarna (Cognizant)" userId="36824357-ffbd-40a5-b000-b82d0f7dca89" providerId="ADAL" clId="{BB20CA10-5FC3-4CCD-8518-89B0931CAB48}" dt="2026-01-23T10:00:05.266" v="415" actId="14100"/>
          <ac:spMkLst>
            <pc:docMk/>
            <pc:sldMk cId="867550556" sldId="2147479202"/>
            <ac:spMk id="3" creationId="{CDC7A41D-5B9C-7EF4-A11B-449BA653EB7C}"/>
          </ac:spMkLst>
        </pc:spChg>
        <pc:picChg chg="add mod">
          <ac:chgData name="Mohan, Poornima Swarna (Cognizant)" userId="36824357-ffbd-40a5-b000-b82d0f7dca89" providerId="ADAL" clId="{BB20CA10-5FC3-4CCD-8518-89B0931CAB48}" dt="2026-01-23T09:59:43.782" v="407" actId="1076"/>
          <ac:picMkLst>
            <pc:docMk/>
            <pc:sldMk cId="867550556" sldId="2147479202"/>
            <ac:picMk id="5" creationId="{0B545CA6-78FB-5C3A-6C23-E628BDB2A488}"/>
          </ac:picMkLst>
        </pc:picChg>
      </pc:sldChg>
      <pc:sldChg chg="addSp delSp modSp add mod">
        <pc:chgData name="Mohan, Poornima Swarna (Cognizant)" userId="36824357-ffbd-40a5-b000-b82d0f7dca89" providerId="ADAL" clId="{BB20CA10-5FC3-4CCD-8518-89B0931CAB48}" dt="2026-01-23T10:01:57.306" v="464" actId="1076"/>
        <pc:sldMkLst>
          <pc:docMk/>
          <pc:sldMk cId="1672753840" sldId="2147479203"/>
        </pc:sldMkLst>
        <pc:spChg chg="mod">
          <ac:chgData name="Mohan, Poornima Swarna (Cognizant)" userId="36824357-ffbd-40a5-b000-b82d0f7dca89" providerId="ADAL" clId="{BB20CA10-5FC3-4CCD-8518-89B0931CAB48}" dt="2026-01-23T10:00:45.458" v="443" actId="20577"/>
          <ac:spMkLst>
            <pc:docMk/>
            <pc:sldMk cId="1672753840" sldId="2147479203"/>
            <ac:spMk id="2" creationId="{2EE438C8-E1C4-DDE2-3430-FD08A3B8888E}"/>
          </ac:spMkLst>
        </pc:spChg>
        <pc:spChg chg="add mod">
          <ac:chgData name="Mohan, Poornima Swarna (Cognizant)" userId="36824357-ffbd-40a5-b000-b82d0f7dca89" providerId="ADAL" clId="{BB20CA10-5FC3-4CCD-8518-89B0931CAB48}" dt="2026-01-23T10:01:57.306" v="464" actId="1076"/>
          <ac:spMkLst>
            <pc:docMk/>
            <pc:sldMk cId="1672753840" sldId="2147479203"/>
            <ac:spMk id="9" creationId="{2242DDE4-CC1D-9495-8DDD-D89A8D3CE1A4}"/>
          </ac:spMkLst>
        </pc:spChg>
      </pc:sldChg>
      <pc:sldChg chg="addSp delSp modSp add mod">
        <pc:chgData name="Mohan, Poornima Swarna (Cognizant)" userId="36824357-ffbd-40a5-b000-b82d0f7dca89" providerId="ADAL" clId="{BB20CA10-5FC3-4CCD-8518-89B0931CAB48}" dt="2026-01-23T10:02:14.002" v="468" actId="14100"/>
        <pc:sldMkLst>
          <pc:docMk/>
          <pc:sldMk cId="60849341" sldId="2147479204"/>
        </pc:sldMkLst>
        <pc:spChg chg="mod">
          <ac:chgData name="Mohan, Poornima Swarna (Cognizant)" userId="36824357-ffbd-40a5-b000-b82d0f7dca89" providerId="ADAL" clId="{BB20CA10-5FC3-4CCD-8518-89B0931CAB48}" dt="2026-01-23T10:01:03.885" v="448"/>
          <ac:spMkLst>
            <pc:docMk/>
            <pc:sldMk cId="60849341" sldId="2147479204"/>
            <ac:spMk id="2" creationId="{89915BCF-B1D0-894D-D30B-C75FF17FB54A}"/>
          </ac:spMkLst>
        </pc:spChg>
        <pc:spChg chg="add mod">
          <ac:chgData name="Mohan, Poornima Swarna (Cognizant)" userId="36824357-ffbd-40a5-b000-b82d0f7dca89" providerId="ADAL" clId="{BB20CA10-5FC3-4CCD-8518-89B0931CAB48}" dt="2026-01-23T10:02:14.002" v="468" actId="14100"/>
          <ac:spMkLst>
            <pc:docMk/>
            <pc:sldMk cId="60849341" sldId="2147479204"/>
            <ac:spMk id="6" creationId="{66C2631E-30EA-43FD-167B-F04766BF574F}"/>
          </ac:spMkLst>
        </pc:spChg>
      </pc:sldChg>
      <pc:sldChg chg="addSp delSp modSp add mod">
        <pc:chgData name="Mohan, Poornima Swarna (Cognizant)" userId="36824357-ffbd-40a5-b000-b82d0f7dca89" providerId="ADAL" clId="{BB20CA10-5FC3-4CCD-8518-89B0931CAB48}" dt="2026-01-23T10:03:30.831" v="484" actId="207"/>
        <pc:sldMkLst>
          <pc:docMk/>
          <pc:sldMk cId="1151073025" sldId="2147479205"/>
        </pc:sldMkLst>
        <pc:spChg chg="mod">
          <ac:chgData name="Mohan, Poornima Swarna (Cognizant)" userId="36824357-ffbd-40a5-b000-b82d0f7dca89" providerId="ADAL" clId="{BB20CA10-5FC3-4CCD-8518-89B0931CAB48}" dt="2026-01-23T10:03:02.463" v="473"/>
          <ac:spMkLst>
            <pc:docMk/>
            <pc:sldMk cId="1151073025" sldId="2147479205"/>
            <ac:spMk id="2" creationId="{B0A149D5-CAF4-8C71-8918-E14A033D7891}"/>
          </ac:spMkLst>
        </pc:spChg>
        <pc:spChg chg="add mod">
          <ac:chgData name="Mohan, Poornima Swarna (Cognizant)" userId="36824357-ffbd-40a5-b000-b82d0f7dca89" providerId="ADAL" clId="{BB20CA10-5FC3-4CCD-8518-89B0931CAB48}" dt="2026-01-23T10:03:30.831" v="484" actId="207"/>
          <ac:spMkLst>
            <pc:docMk/>
            <pc:sldMk cId="1151073025" sldId="2147479205"/>
            <ac:spMk id="5" creationId="{E24A20BA-B85C-0688-B122-D59CF42AA752}"/>
          </ac:spMkLst>
        </pc:spChg>
      </pc:sldChg>
      <pc:sldChg chg="modSp add mod">
        <pc:chgData name="Mohan, Poornima Swarna (Cognizant)" userId="36824357-ffbd-40a5-b000-b82d0f7dca89" providerId="ADAL" clId="{BB20CA10-5FC3-4CCD-8518-89B0931CAB48}" dt="2026-01-23T10:04:08.622" v="503" actId="20577"/>
        <pc:sldMkLst>
          <pc:docMk/>
          <pc:sldMk cId="1035521956" sldId="2147479206"/>
        </pc:sldMkLst>
        <pc:spChg chg="mod">
          <ac:chgData name="Mohan, Poornima Swarna (Cognizant)" userId="36824357-ffbd-40a5-b000-b82d0f7dca89" providerId="ADAL" clId="{BB20CA10-5FC3-4CCD-8518-89B0931CAB48}" dt="2026-01-23T10:04:08.622" v="503" actId="20577"/>
          <ac:spMkLst>
            <pc:docMk/>
            <pc:sldMk cId="1035521956" sldId="2147479206"/>
            <ac:spMk id="2" creationId="{157B9DF2-1985-5B3D-54BB-D56B3F6B9F25}"/>
          </ac:spMkLst>
        </pc:spChg>
        <pc:spChg chg="mod">
          <ac:chgData name="Mohan, Poornima Swarna (Cognizant)" userId="36824357-ffbd-40a5-b000-b82d0f7dca89" providerId="ADAL" clId="{BB20CA10-5FC3-4CCD-8518-89B0931CAB48}" dt="2026-01-23T10:03:58.597" v="490" actId="113"/>
          <ac:spMkLst>
            <pc:docMk/>
            <pc:sldMk cId="1035521956" sldId="2147479206"/>
            <ac:spMk id="5" creationId="{1F5F8976-EF39-4F9E-885E-DE4D9B1B816B}"/>
          </ac:spMkLst>
        </pc:spChg>
      </pc:sldChg>
      <pc:sldChg chg="addSp delSp modSp add mod">
        <pc:chgData name="Mohan, Poornima Swarna (Cognizant)" userId="36824357-ffbd-40a5-b000-b82d0f7dca89" providerId="ADAL" clId="{BB20CA10-5FC3-4CCD-8518-89B0931CAB48}" dt="2026-01-27T11:04:29.587" v="538" actId="14100"/>
        <pc:sldMkLst>
          <pc:docMk/>
          <pc:sldMk cId="3304995783" sldId="2147479207"/>
        </pc:sldMkLst>
        <pc:picChg chg="add mod">
          <ac:chgData name="Mohan, Poornima Swarna (Cognizant)" userId="36824357-ffbd-40a5-b000-b82d0f7dca89" providerId="ADAL" clId="{BB20CA10-5FC3-4CCD-8518-89B0931CAB48}" dt="2026-01-27T11:04:29.587" v="538" actId="14100"/>
          <ac:picMkLst>
            <pc:docMk/>
            <pc:sldMk cId="3304995783" sldId="2147479207"/>
            <ac:picMk id="5" creationId="{0B649B1C-4CE7-B5FF-74F6-E9D3CA80595D}"/>
          </ac:picMkLst>
        </pc:picChg>
      </pc:sldChg>
      <pc:sldChg chg="addSp delSp modSp add mod">
        <pc:chgData name="Mohan, Poornima Swarna (Cognizant)" userId="36824357-ffbd-40a5-b000-b82d0f7dca89" providerId="ADAL" clId="{BB20CA10-5FC3-4CCD-8518-89B0931CAB48}" dt="2026-01-27T04:56:41.836" v="522" actId="14100"/>
        <pc:sldMkLst>
          <pc:docMk/>
          <pc:sldMk cId="2321254486" sldId="2147479208"/>
        </pc:sldMkLst>
        <pc:spChg chg="add mod">
          <ac:chgData name="Mohan, Poornima Swarna (Cognizant)" userId="36824357-ffbd-40a5-b000-b82d0f7dca89" providerId="ADAL" clId="{BB20CA10-5FC3-4CCD-8518-89B0931CAB48}" dt="2026-01-27T04:56:41.836" v="522" actId="14100"/>
          <ac:spMkLst>
            <pc:docMk/>
            <pc:sldMk cId="2321254486" sldId="2147479208"/>
            <ac:spMk id="5" creationId="{BB2D041A-FFE1-2700-82AC-6E0366A8C9D3}"/>
          </ac:spMkLst>
        </pc:spChg>
      </pc:sldChg>
      <pc:sldChg chg="addSp delSp modSp add mod">
        <pc:chgData name="Mohan, Poornima Swarna (Cognizant)" userId="36824357-ffbd-40a5-b000-b82d0f7dca89" providerId="ADAL" clId="{BB20CA10-5FC3-4CCD-8518-89B0931CAB48}" dt="2026-01-27T10:18:23.922" v="524" actId="22"/>
        <pc:sldMkLst>
          <pc:docMk/>
          <pc:sldMk cId="3476027521" sldId="2147479209"/>
        </pc:sldMkLst>
        <pc:spChg chg="mod">
          <ac:chgData name="Mohan, Poornima Swarna (Cognizant)" userId="36824357-ffbd-40a5-b000-b82d0f7dca89" providerId="ADAL" clId="{BB20CA10-5FC3-4CCD-8518-89B0931CAB48}" dt="2026-01-27T04:56:32.035" v="520" actId="1076"/>
          <ac:spMkLst>
            <pc:docMk/>
            <pc:sldMk cId="3476027521" sldId="2147479209"/>
            <ac:spMk id="5" creationId="{F7DFB125-C5DB-5E9D-F72B-A803C6AE3928}"/>
          </ac:spMkLst>
        </pc:spChg>
      </pc:sldChg>
      <pc:sldChg chg="addSp delSp modSp add mod">
        <pc:chgData name="Mohan, Poornima Swarna (Cognizant)" userId="36824357-ffbd-40a5-b000-b82d0f7dca89" providerId="ADAL" clId="{BB20CA10-5FC3-4CCD-8518-89B0931CAB48}" dt="2026-01-27T10:19:31.979" v="530" actId="1076"/>
        <pc:sldMkLst>
          <pc:docMk/>
          <pc:sldMk cId="4054370197" sldId="2147479210"/>
        </pc:sldMkLst>
        <pc:picChg chg="add mod">
          <ac:chgData name="Mohan, Poornima Swarna (Cognizant)" userId="36824357-ffbd-40a5-b000-b82d0f7dca89" providerId="ADAL" clId="{BB20CA10-5FC3-4CCD-8518-89B0931CAB48}" dt="2026-01-27T10:19:01.425" v="528" actId="1076"/>
          <ac:picMkLst>
            <pc:docMk/>
            <pc:sldMk cId="4054370197" sldId="2147479210"/>
            <ac:picMk id="6" creationId="{80AF4F99-6A21-A6B3-5BAF-79D53951FA19}"/>
          </ac:picMkLst>
        </pc:picChg>
        <pc:picChg chg="add mod">
          <ac:chgData name="Mohan, Poornima Swarna (Cognizant)" userId="36824357-ffbd-40a5-b000-b82d0f7dca89" providerId="ADAL" clId="{BB20CA10-5FC3-4CCD-8518-89B0931CAB48}" dt="2026-01-27T10:19:31.979" v="530" actId="1076"/>
          <ac:picMkLst>
            <pc:docMk/>
            <pc:sldMk cId="4054370197" sldId="2147479210"/>
            <ac:picMk id="9" creationId="{5E6DC677-0377-DEF5-808F-176F3DBF8FA0}"/>
          </ac:picMkLst>
        </pc:picChg>
      </pc:sldChg>
    </pc:docChg>
  </pc:docChgLst>
  <pc:docChgLst>
    <pc:chgData name="Yadla, Divya (Cognizant)" userId="S::2457842@cognizant.com::8eab85c0-06c2-462b-8268-68bc71b63f30" providerId="AD" clId="Web-{52B1203D-2D91-54FB-C3EE-37341E1E9624}"/>
    <pc:docChg chg="modSld">
      <pc:chgData name="Yadla, Divya (Cognizant)" userId="S::2457842@cognizant.com::8eab85c0-06c2-462b-8268-68bc71b63f30" providerId="AD" clId="Web-{52B1203D-2D91-54FB-C3EE-37341E1E9624}" dt="2026-02-07T05:56:47.451" v="0" actId="1076"/>
      <pc:docMkLst>
        <pc:docMk/>
      </pc:docMkLst>
      <pc:sldChg chg="modSp">
        <pc:chgData name="Yadla, Divya (Cognizant)" userId="S::2457842@cognizant.com::8eab85c0-06c2-462b-8268-68bc71b63f30" providerId="AD" clId="Web-{52B1203D-2D91-54FB-C3EE-37341E1E9624}" dt="2026-02-07T05:56:47.451" v="0" actId="1076"/>
        <pc:sldMkLst>
          <pc:docMk/>
          <pc:sldMk cId="3304995783" sldId="2147479207"/>
        </pc:sldMkLst>
        <pc:picChg chg="mod">
          <ac:chgData name="Yadla, Divya (Cognizant)" userId="S::2457842@cognizant.com::8eab85c0-06c2-462b-8268-68bc71b63f30" providerId="AD" clId="Web-{52B1203D-2D91-54FB-C3EE-37341E1E9624}" dt="2026-02-07T05:56:47.451" v="0" actId="1076"/>
          <ac:picMkLst>
            <pc:docMk/>
            <pc:sldMk cId="3304995783" sldId="2147479207"/>
            <ac:picMk id="5" creationId="{0B649B1C-4CE7-B5FF-74F6-E9D3CA80595D}"/>
          </ac:picMkLst>
        </pc:pic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2/6/2026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2/6/2026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4C4EB-04C0-CB33-7AFF-E6F33C3B7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4BE105-7259-5566-743E-4F13467B2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12DD7-049B-FD8B-4C2F-1518F58CD211}"/>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F02E5BDE-FFC0-45A9-F840-262FA963D19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03060B6-0845-5B89-9FA3-C132C5734283}"/>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B1187901-DB66-C0E0-E220-4BA058610047}"/>
              </a:ext>
            </a:extLst>
          </p:cNvPr>
          <p:cNvSpPr>
            <a:spLocks noGrp="1"/>
          </p:cNvSpPr>
          <p:nvPr>
            <p:ph type="sldNum" sz="quarter" idx="5"/>
          </p:nvPr>
        </p:nvSpPr>
        <p:spPr/>
        <p:txBody>
          <a:bodyPr/>
          <a:lstStyle/>
          <a:p>
            <a:fld id="{3B1EFD08-C94F-6048-8AD6-4B7ED2EB73E5}" type="slidenum">
              <a:rPr lang="en-US" smtClean="0"/>
              <a:pPr/>
              <a:t>2</a:t>
            </a:fld>
            <a:endParaRPr lang="en-US"/>
          </a:p>
        </p:txBody>
      </p:sp>
    </p:spTree>
    <p:extLst>
      <p:ext uri="{BB962C8B-B14F-4D97-AF65-F5344CB8AC3E}">
        <p14:creationId xmlns:p14="http://schemas.microsoft.com/office/powerpoint/2010/main" val="1235530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382FA-C3DE-C938-6FEE-C49959E5E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A45B8-3E85-F2EB-EE0E-07B00EC70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A4AE2-3A84-28D5-2279-3531201CD9C9}"/>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F05B8FCD-A498-D535-4760-774B0B5AD3B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67BC0B1E-9934-81C5-4CF1-28D3DD9D62C8}"/>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289E1211-FBAD-E14C-8D7B-C4EC215CA0BC}"/>
              </a:ext>
            </a:extLst>
          </p:cNvPr>
          <p:cNvSpPr>
            <a:spLocks noGrp="1"/>
          </p:cNvSpPr>
          <p:nvPr>
            <p:ph type="sldNum" sz="quarter" idx="5"/>
          </p:nvPr>
        </p:nvSpPr>
        <p:spPr/>
        <p:txBody>
          <a:bodyPr/>
          <a:lstStyle/>
          <a:p>
            <a:fld id="{3B1EFD08-C94F-6048-8AD6-4B7ED2EB73E5}" type="slidenum">
              <a:rPr lang="en-US" smtClean="0"/>
              <a:pPr/>
              <a:t>3</a:t>
            </a:fld>
            <a:endParaRPr lang="en-US"/>
          </a:p>
        </p:txBody>
      </p:sp>
    </p:spTree>
    <p:extLst>
      <p:ext uri="{BB962C8B-B14F-4D97-AF65-F5344CB8AC3E}">
        <p14:creationId xmlns:p14="http://schemas.microsoft.com/office/powerpoint/2010/main" val="1336253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1ADAA-6A62-60AD-9ACB-DE6496B1E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9065B-F48B-82C6-BD15-247991246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D40C7-DB63-79E4-2581-F2C8304ADF17}"/>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B8B37966-91A3-16BB-D330-FC191FFF8491}"/>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0C8CB289-942A-8713-15D0-1A143EB0F750}"/>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EA29C563-CE7A-5647-7537-AFC256AE6F72}"/>
              </a:ext>
            </a:extLst>
          </p:cNvPr>
          <p:cNvSpPr>
            <a:spLocks noGrp="1"/>
          </p:cNvSpPr>
          <p:nvPr>
            <p:ph type="sldNum" sz="quarter" idx="5"/>
          </p:nvPr>
        </p:nvSpPr>
        <p:spPr/>
        <p:txBody>
          <a:bodyPr/>
          <a:lstStyle/>
          <a:p>
            <a:fld id="{3B1EFD08-C94F-6048-8AD6-4B7ED2EB73E5}" type="slidenum">
              <a:rPr lang="en-US" smtClean="0"/>
              <a:pPr/>
              <a:t>4</a:t>
            </a:fld>
            <a:endParaRPr lang="en-US"/>
          </a:p>
        </p:txBody>
      </p:sp>
    </p:spTree>
    <p:extLst>
      <p:ext uri="{BB962C8B-B14F-4D97-AF65-F5344CB8AC3E}">
        <p14:creationId xmlns:p14="http://schemas.microsoft.com/office/powerpoint/2010/main" val="142271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19EE8-BBD4-2EE5-E73B-C87A7DF92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B7A33-5493-A01B-EDA7-208098346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EB0FB-EFE2-33E1-6A99-E7FED8EF17BB}"/>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F2A7517B-E126-F784-494D-850AF6EF1D3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0F2C1FD1-3A34-E8A0-91B6-75BAFD8E0E28}"/>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291AD7BA-D184-3291-3E6E-7FE7D74CF98B}"/>
              </a:ext>
            </a:extLst>
          </p:cNvPr>
          <p:cNvSpPr>
            <a:spLocks noGrp="1"/>
          </p:cNvSpPr>
          <p:nvPr>
            <p:ph type="sldNum" sz="quarter" idx="5"/>
          </p:nvPr>
        </p:nvSpPr>
        <p:spPr/>
        <p:txBody>
          <a:bodyPr/>
          <a:lstStyle/>
          <a:p>
            <a:fld id="{3B1EFD08-C94F-6048-8AD6-4B7ED2EB73E5}" type="slidenum">
              <a:rPr lang="en-US" smtClean="0"/>
              <a:pPr/>
              <a:t>5</a:t>
            </a:fld>
            <a:endParaRPr lang="en-US"/>
          </a:p>
        </p:txBody>
      </p:sp>
    </p:spTree>
    <p:extLst>
      <p:ext uri="{BB962C8B-B14F-4D97-AF65-F5344CB8AC3E}">
        <p14:creationId xmlns:p14="http://schemas.microsoft.com/office/powerpoint/2010/main" val="857514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BE89F-C9F5-2C21-89BB-B797CEAD8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08543-5584-27F4-0BF3-CE4D45D20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C370B-84C3-C84A-75C7-533D288D57B7}"/>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D20E17E2-ECEC-C97D-51A6-2A1320945B1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509BD24-0342-B1D8-AB8C-D6AEB152AA66}"/>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B09D37E8-6C39-5CC5-6112-115F49E3A5C1}"/>
              </a:ext>
            </a:extLst>
          </p:cNvPr>
          <p:cNvSpPr>
            <a:spLocks noGrp="1"/>
          </p:cNvSpPr>
          <p:nvPr>
            <p:ph type="sldNum" sz="quarter" idx="5"/>
          </p:nvPr>
        </p:nvSpPr>
        <p:spPr/>
        <p:txBody>
          <a:bodyPr/>
          <a:lstStyle/>
          <a:p>
            <a:fld id="{3B1EFD08-C94F-6048-8AD6-4B7ED2EB73E5}" type="slidenum">
              <a:rPr lang="en-US" smtClean="0"/>
              <a:pPr/>
              <a:t>6</a:t>
            </a:fld>
            <a:endParaRPr lang="en-US"/>
          </a:p>
        </p:txBody>
      </p:sp>
    </p:spTree>
    <p:extLst>
      <p:ext uri="{BB962C8B-B14F-4D97-AF65-F5344CB8AC3E}">
        <p14:creationId xmlns:p14="http://schemas.microsoft.com/office/powerpoint/2010/main" val="3462954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F5520-4377-67DD-D7BB-2E2E5DACB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F4620-F7E3-4FB7-392A-924894149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28EE5-8DF1-3312-20B5-DEE64DE097B9}"/>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86A61CB8-861A-C5FC-E96A-E82309CBEEC0}"/>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9BABD542-837B-53CE-1DE1-4E5C46FDCA78}"/>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68442040-4E44-9498-405F-A9D9A12D4E1D}"/>
              </a:ext>
            </a:extLst>
          </p:cNvPr>
          <p:cNvSpPr>
            <a:spLocks noGrp="1"/>
          </p:cNvSpPr>
          <p:nvPr>
            <p:ph type="sldNum" sz="quarter" idx="5"/>
          </p:nvPr>
        </p:nvSpPr>
        <p:spPr/>
        <p:txBody>
          <a:bodyPr/>
          <a:lstStyle/>
          <a:p>
            <a:fld id="{3B1EFD08-C94F-6048-8AD6-4B7ED2EB73E5}" type="slidenum">
              <a:rPr lang="en-US" smtClean="0"/>
              <a:pPr/>
              <a:t>7</a:t>
            </a:fld>
            <a:endParaRPr lang="en-US"/>
          </a:p>
        </p:txBody>
      </p:sp>
    </p:spTree>
    <p:extLst>
      <p:ext uri="{BB962C8B-B14F-4D97-AF65-F5344CB8AC3E}">
        <p14:creationId xmlns:p14="http://schemas.microsoft.com/office/powerpoint/2010/main" val="3293892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3D040-9F36-EAEA-4C29-04653DF12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B1790-7AFF-EC08-570B-CDB02A1F3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69DE2-7E7B-F706-39E4-576FAE2808E6}"/>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983751F4-33A2-BA15-6140-62CF9B31F47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FD84DD58-90E8-254E-4345-5DD07BD4A26E}"/>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E4A42580-6541-6A98-9A68-CA7C22A8A375}"/>
              </a:ext>
            </a:extLst>
          </p:cNvPr>
          <p:cNvSpPr>
            <a:spLocks noGrp="1"/>
          </p:cNvSpPr>
          <p:nvPr>
            <p:ph type="sldNum" sz="quarter" idx="5"/>
          </p:nvPr>
        </p:nvSpPr>
        <p:spPr/>
        <p:txBody>
          <a:bodyPr/>
          <a:lstStyle/>
          <a:p>
            <a:fld id="{3B1EFD08-C94F-6048-8AD6-4B7ED2EB73E5}" type="slidenum">
              <a:rPr lang="en-US" smtClean="0"/>
              <a:pPr/>
              <a:t>8</a:t>
            </a:fld>
            <a:endParaRPr lang="en-US"/>
          </a:p>
        </p:txBody>
      </p:sp>
    </p:spTree>
    <p:extLst>
      <p:ext uri="{BB962C8B-B14F-4D97-AF65-F5344CB8AC3E}">
        <p14:creationId xmlns:p14="http://schemas.microsoft.com/office/powerpoint/2010/main" val="3987334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D0CE4-F6AD-CFE8-4DAC-A75355677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3BE42-4092-75CA-5BB3-BFE1CD234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9F0FF-95D3-58C2-77A9-830606809D7E}"/>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D7BA6A4F-FAA2-0D7E-DB95-C136BE8AB734}"/>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D22376FC-BB7A-7C21-7A75-AA66B165C3C6}"/>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057E5F31-D133-6E86-512F-1ED1B2ED7A97}"/>
              </a:ext>
            </a:extLst>
          </p:cNvPr>
          <p:cNvSpPr>
            <a:spLocks noGrp="1"/>
          </p:cNvSpPr>
          <p:nvPr>
            <p:ph type="sldNum" sz="quarter" idx="5"/>
          </p:nvPr>
        </p:nvSpPr>
        <p:spPr/>
        <p:txBody>
          <a:bodyPr/>
          <a:lstStyle/>
          <a:p>
            <a:fld id="{3B1EFD08-C94F-6048-8AD6-4B7ED2EB73E5}" type="slidenum">
              <a:rPr lang="en-US" smtClean="0"/>
              <a:pPr/>
              <a:t>9</a:t>
            </a:fld>
            <a:endParaRPr lang="en-US"/>
          </a:p>
        </p:txBody>
      </p:sp>
    </p:spTree>
    <p:extLst>
      <p:ext uri="{BB962C8B-B14F-4D97-AF65-F5344CB8AC3E}">
        <p14:creationId xmlns:p14="http://schemas.microsoft.com/office/powerpoint/2010/main" val="1830393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C652B-7660-25C6-EE7A-42B5DDA43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1A7A6-0802-462E-2053-EE0C655F7A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6950E-3172-4474-AD41-F463B81FF78D}"/>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0644F522-A7FD-6233-76E8-43D8CF254210}"/>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89088C3E-5F92-5930-1248-3E8A3B01ED25}"/>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741CF812-8182-34A4-7117-C9CD50771534}"/>
              </a:ext>
            </a:extLst>
          </p:cNvPr>
          <p:cNvSpPr>
            <a:spLocks noGrp="1"/>
          </p:cNvSpPr>
          <p:nvPr>
            <p:ph type="sldNum" sz="quarter" idx="5"/>
          </p:nvPr>
        </p:nvSpPr>
        <p:spPr/>
        <p:txBody>
          <a:bodyPr/>
          <a:lstStyle/>
          <a:p>
            <a:fld id="{3B1EFD08-C94F-6048-8AD6-4B7ED2EB73E5}" type="slidenum">
              <a:rPr lang="en-US" smtClean="0"/>
              <a:pPr/>
              <a:t>10</a:t>
            </a:fld>
            <a:endParaRPr lang="en-US"/>
          </a:p>
        </p:txBody>
      </p:sp>
    </p:spTree>
    <p:extLst>
      <p:ext uri="{BB962C8B-B14F-4D97-AF65-F5344CB8AC3E}">
        <p14:creationId xmlns:p14="http://schemas.microsoft.com/office/powerpoint/2010/main" val="1506974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AFB62-1A49-53A7-423B-55CA67256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69669-7E66-7C70-0E24-374894153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A9824A-F498-088F-3110-41FF6539EEF7}"/>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9C3B303-7855-06E8-CD6D-49BF78DDCA80}"/>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3DC2DAE-494B-3DBA-2996-CDCA32ED2AFB}"/>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86B0F87C-5DE9-11A9-17C9-F5434F3D3B4F}"/>
              </a:ext>
            </a:extLst>
          </p:cNvPr>
          <p:cNvSpPr>
            <a:spLocks noGrp="1"/>
          </p:cNvSpPr>
          <p:nvPr>
            <p:ph type="sldNum" sz="quarter" idx="5"/>
          </p:nvPr>
        </p:nvSpPr>
        <p:spPr/>
        <p:txBody>
          <a:bodyPr/>
          <a:lstStyle/>
          <a:p>
            <a:fld id="{3B1EFD08-C94F-6048-8AD6-4B7ED2EB73E5}" type="slidenum">
              <a:rPr lang="en-US" smtClean="0"/>
              <a:pPr/>
              <a:t>11</a:t>
            </a:fld>
            <a:endParaRPr lang="en-US"/>
          </a:p>
        </p:txBody>
      </p:sp>
    </p:spTree>
    <p:extLst>
      <p:ext uri="{BB962C8B-B14F-4D97-AF65-F5344CB8AC3E}">
        <p14:creationId xmlns:p14="http://schemas.microsoft.com/office/powerpoint/2010/main" val="3532049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7D49-295B-B2B3-4573-ABC6D86E1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F037F3-00B3-0A88-C696-E0AB1DE90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A6F0F-72F4-A0E2-6580-C25B2DE41CAE}"/>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DCB4C8C-6EF7-9157-F0EA-5A0D1F85B713}"/>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7BE3E26-81C5-1E78-91BF-E2F00BE02E35}"/>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B1D7059B-F047-6F37-7A82-3E07ED5F241F}"/>
              </a:ext>
            </a:extLst>
          </p:cNvPr>
          <p:cNvSpPr>
            <a:spLocks noGrp="1"/>
          </p:cNvSpPr>
          <p:nvPr>
            <p:ph type="sldNum" sz="quarter" idx="5"/>
          </p:nvPr>
        </p:nvSpPr>
        <p:spPr/>
        <p:txBody>
          <a:bodyPr/>
          <a:lstStyle/>
          <a:p>
            <a:fld id="{3B1EFD08-C94F-6048-8AD6-4B7ED2EB73E5}" type="slidenum">
              <a:rPr lang="en-US" smtClean="0"/>
              <a:pPr/>
              <a:t>12</a:t>
            </a:fld>
            <a:endParaRPr lang="en-US"/>
          </a:p>
        </p:txBody>
      </p:sp>
    </p:spTree>
    <p:extLst>
      <p:ext uri="{BB962C8B-B14F-4D97-AF65-F5344CB8AC3E}">
        <p14:creationId xmlns:p14="http://schemas.microsoft.com/office/powerpoint/2010/main" val="2291801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1C39B-2FB4-AD6F-0F88-9E236CBC5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E113E-52D2-5548-CF03-19CCDE5D7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A17B8-8AC2-5EDA-21D9-F488D2B71428}"/>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87CE8B82-669D-0C56-31F6-73047026024B}"/>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9D099E5C-2A0B-0B2C-0BA7-C35BAE19E527}"/>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6E895430-07CC-2BFA-ACD8-675C53C9EF46}"/>
              </a:ext>
            </a:extLst>
          </p:cNvPr>
          <p:cNvSpPr>
            <a:spLocks noGrp="1"/>
          </p:cNvSpPr>
          <p:nvPr>
            <p:ph type="sldNum" sz="quarter" idx="5"/>
          </p:nvPr>
        </p:nvSpPr>
        <p:spPr/>
        <p:txBody>
          <a:bodyPr/>
          <a:lstStyle/>
          <a:p>
            <a:fld id="{3B1EFD08-C94F-6048-8AD6-4B7ED2EB73E5}" type="slidenum">
              <a:rPr lang="en-US" smtClean="0"/>
              <a:pPr/>
              <a:t>13</a:t>
            </a:fld>
            <a:endParaRPr lang="en-US"/>
          </a:p>
        </p:txBody>
      </p:sp>
    </p:spTree>
    <p:extLst>
      <p:ext uri="{BB962C8B-B14F-4D97-AF65-F5344CB8AC3E}">
        <p14:creationId xmlns:p14="http://schemas.microsoft.com/office/powerpoint/2010/main" val="708265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84BD5-5D3B-F72C-9042-F14737B90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3347A-EE14-8F32-958C-2DCB88211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BCEEB-7506-C2BC-563B-FEB0773B7F9E}"/>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F3FDBFA8-4BD6-36BA-5EAF-88F686355054}"/>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6E8DF815-3BA2-E345-1CBB-E81913C10993}"/>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730A3C77-82AF-9250-7943-627BFD83560D}"/>
              </a:ext>
            </a:extLst>
          </p:cNvPr>
          <p:cNvSpPr>
            <a:spLocks noGrp="1"/>
          </p:cNvSpPr>
          <p:nvPr>
            <p:ph type="sldNum" sz="quarter" idx="5"/>
          </p:nvPr>
        </p:nvSpPr>
        <p:spPr/>
        <p:txBody>
          <a:bodyPr/>
          <a:lstStyle/>
          <a:p>
            <a:fld id="{3B1EFD08-C94F-6048-8AD6-4B7ED2EB73E5}" type="slidenum">
              <a:rPr lang="en-US" smtClean="0"/>
              <a:pPr/>
              <a:t>14</a:t>
            </a:fld>
            <a:endParaRPr lang="en-US"/>
          </a:p>
        </p:txBody>
      </p:sp>
    </p:spTree>
    <p:extLst>
      <p:ext uri="{BB962C8B-B14F-4D97-AF65-F5344CB8AC3E}">
        <p14:creationId xmlns:p14="http://schemas.microsoft.com/office/powerpoint/2010/main" val="493896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E90D9-E178-972B-7231-6C8A43F5D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6E074-A3A3-9F84-09F7-DA49A5F85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7414F-63D5-1F4E-3332-4C4989661E27}"/>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90B605D2-85CD-3DED-B6BA-55DBC69BC543}"/>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84BF0CA-9E30-F521-84A9-BC508A17453F}"/>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38F9E5CC-8E06-E9B6-7BD7-4B38A5236B07}"/>
              </a:ext>
            </a:extLst>
          </p:cNvPr>
          <p:cNvSpPr>
            <a:spLocks noGrp="1"/>
          </p:cNvSpPr>
          <p:nvPr>
            <p:ph type="sldNum" sz="quarter" idx="5"/>
          </p:nvPr>
        </p:nvSpPr>
        <p:spPr/>
        <p:txBody>
          <a:bodyPr/>
          <a:lstStyle/>
          <a:p>
            <a:fld id="{3B1EFD08-C94F-6048-8AD6-4B7ED2EB73E5}" type="slidenum">
              <a:rPr lang="en-US" smtClean="0"/>
              <a:pPr/>
              <a:t>15</a:t>
            </a:fld>
            <a:endParaRPr lang="en-US"/>
          </a:p>
        </p:txBody>
      </p:sp>
    </p:spTree>
    <p:extLst>
      <p:ext uri="{BB962C8B-B14F-4D97-AF65-F5344CB8AC3E}">
        <p14:creationId xmlns:p14="http://schemas.microsoft.com/office/powerpoint/2010/main" val="718408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F844E-F639-AB52-236B-84EE0BA35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847ED-A3A8-B482-CF8A-84BFBE257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99F85-0776-4DFA-F72E-5C44E1ECE336}"/>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EF0F8E7-54FA-2978-D72F-A245B0334BC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2E8627F-9676-39CC-5A34-2112C9564CAD}"/>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953C4AF5-27D5-1075-C6EA-2E7DD2C417D3}"/>
              </a:ext>
            </a:extLst>
          </p:cNvPr>
          <p:cNvSpPr>
            <a:spLocks noGrp="1"/>
          </p:cNvSpPr>
          <p:nvPr>
            <p:ph type="sldNum" sz="quarter" idx="5"/>
          </p:nvPr>
        </p:nvSpPr>
        <p:spPr/>
        <p:txBody>
          <a:bodyPr/>
          <a:lstStyle/>
          <a:p>
            <a:fld id="{3B1EFD08-C94F-6048-8AD6-4B7ED2EB73E5}" type="slidenum">
              <a:rPr lang="en-US" smtClean="0"/>
              <a:pPr/>
              <a:t>16</a:t>
            </a:fld>
            <a:endParaRPr lang="en-US"/>
          </a:p>
        </p:txBody>
      </p:sp>
    </p:spTree>
    <p:extLst>
      <p:ext uri="{BB962C8B-B14F-4D97-AF65-F5344CB8AC3E}">
        <p14:creationId xmlns:p14="http://schemas.microsoft.com/office/powerpoint/2010/main" val="2178141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2/6/2026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2/6/2026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2/6/2026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2/6/2026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2/6/2026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2/6/2026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2/6/2026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2/6/2026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2/6/2026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2/6/2026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2/6/2026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2/6/2026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2/6/2026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2/6/2026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2/6/2026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2/6/2026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2/6/2026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2/6/2026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2/6/2026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2/6/2026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2/6/2026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2/6/2026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2/6/2026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2/6/2026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2/6/2026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2/6/2026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2/6/2026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2/6/2026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2/6/2026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2/6/2026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1005839" y="3434965"/>
            <a:ext cx="4023360" cy="498598"/>
          </a:xfrm>
        </p:spPr>
        <p:txBody>
          <a:bodyPr/>
          <a:lstStyle/>
          <a:p>
            <a:r>
              <a:rPr lang="en-US" dirty="0"/>
              <a:t>Dev Ops</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p:txBody>
          <a:bodyPr/>
          <a:lstStyle/>
          <a:p>
            <a:r>
              <a:rPr lang="en-US"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BFECAF27-9593-C867-68EC-C8C04D40EEAC}"/>
              </a:ext>
            </a:extLst>
          </p:cNvPr>
          <p:cNvSpPr txBox="1">
            <a:spLocks/>
          </p:cNvSpPr>
          <p:nvPr/>
        </p:nvSpPr>
        <p:spPr bwMode="white">
          <a:xfrm>
            <a:off x="1005839" y="581136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a:t>Poornima</a:t>
            </a:r>
            <a:endParaRPr lang="en-US" dirty="0"/>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ED82-5F4D-35FF-5CED-CCD3D319238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E66C658-DF93-65E6-B20E-81501513FE4E}"/>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4" name="Footer Placeholder 3">
            <a:extLst>
              <a:ext uri="{FF2B5EF4-FFF2-40B4-BE49-F238E27FC236}">
                <a16:creationId xmlns:a16="http://schemas.microsoft.com/office/drawing/2014/main" id="{ED9B81C9-51FC-9901-D0D0-4609C403553D}"/>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02D35FDA-6501-E6FB-CC4B-AABB250FA90B}"/>
              </a:ext>
            </a:extLst>
          </p:cNvPr>
          <p:cNvSpPr>
            <a:spLocks noGrp="1"/>
          </p:cNvSpPr>
          <p:nvPr>
            <p:ph type="title"/>
          </p:nvPr>
        </p:nvSpPr>
        <p:spPr/>
        <p:txBody>
          <a:bodyPr/>
          <a:lstStyle/>
          <a:p>
            <a:r>
              <a:rPr lang="en-US" dirty="0"/>
              <a:t>Maven</a:t>
            </a:r>
          </a:p>
        </p:txBody>
      </p:sp>
      <p:sp>
        <p:nvSpPr>
          <p:cNvPr id="6" name="Content Placeholder 5">
            <a:extLst>
              <a:ext uri="{FF2B5EF4-FFF2-40B4-BE49-F238E27FC236}">
                <a16:creationId xmlns:a16="http://schemas.microsoft.com/office/drawing/2014/main" id="{E9E2BDEB-34B2-43B2-5A7E-3D666378F6D9}"/>
              </a:ext>
            </a:extLst>
          </p:cNvPr>
          <p:cNvSpPr>
            <a:spLocks noGrp="1"/>
          </p:cNvSpPr>
          <p:nvPr>
            <p:ph idx="1"/>
          </p:nvPr>
        </p:nvSpPr>
        <p:spPr>
          <a:xfrm>
            <a:off x="640080" y="1177260"/>
            <a:ext cx="5757575" cy="3181380"/>
          </a:xfrm>
          <a:solidFill>
            <a:srgbClr val="ECECEB"/>
          </a:solidFill>
        </p:spPr>
        <p:txBody>
          <a:bodyPr/>
          <a:lstStyle/>
          <a:p>
            <a:pPr>
              <a:lnSpc>
                <a:spcPct val="150000"/>
              </a:lnSpc>
            </a:pPr>
            <a:r>
              <a:rPr lang="en-US" sz="1800" dirty="0">
                <a:latin typeface="Comic Sans MS" panose="030F0702030302020204" pitchFamily="66" charset="0"/>
              </a:rPr>
              <a:t>Maven is a build automation  and project management tool developed using the Java programming language. </a:t>
            </a:r>
          </a:p>
          <a:p>
            <a:pPr>
              <a:lnSpc>
                <a:spcPct val="150000"/>
              </a:lnSpc>
            </a:pPr>
            <a:r>
              <a:rPr lang="en-US" sz="1800" dirty="0">
                <a:latin typeface="Comic Sans MS" panose="030F0702030302020204" pitchFamily="66" charset="0"/>
              </a:rPr>
              <a:t>It helps manage: </a:t>
            </a:r>
          </a:p>
          <a:p>
            <a:pPr lvl="1">
              <a:lnSpc>
                <a:spcPct val="150000"/>
              </a:lnSpc>
            </a:pPr>
            <a:r>
              <a:rPr lang="en-US" sz="1800" dirty="0">
                <a:latin typeface="Comic Sans MS" panose="030F0702030302020204" pitchFamily="66" charset="0"/>
              </a:rPr>
              <a:t>Dependencies (libraries your project needs).</a:t>
            </a:r>
          </a:p>
          <a:p>
            <a:pPr lvl="1">
              <a:lnSpc>
                <a:spcPct val="150000"/>
              </a:lnSpc>
            </a:pPr>
            <a:r>
              <a:rPr lang="en-US" sz="1800" dirty="0">
                <a:latin typeface="Comic Sans MS" panose="030F0702030302020204" pitchFamily="66" charset="0"/>
              </a:rPr>
              <a:t>Builds (compiling, packaging, testing).</a:t>
            </a:r>
          </a:p>
          <a:p>
            <a:pPr lvl="1">
              <a:lnSpc>
                <a:spcPct val="150000"/>
              </a:lnSpc>
            </a:pPr>
            <a:r>
              <a:rPr lang="en-US" sz="1800" dirty="0">
                <a:latin typeface="Comic Sans MS" panose="030F0702030302020204" pitchFamily="66" charset="0"/>
              </a:rPr>
              <a:t>Project structure and documentation.</a:t>
            </a:r>
          </a:p>
        </p:txBody>
      </p:sp>
      <p:pic>
        <p:nvPicPr>
          <p:cNvPr id="8" name="Picture 7">
            <a:extLst>
              <a:ext uri="{FF2B5EF4-FFF2-40B4-BE49-F238E27FC236}">
                <a16:creationId xmlns:a16="http://schemas.microsoft.com/office/drawing/2014/main" id="{8D5B6F36-5800-D36D-617C-65D042D9B821}"/>
              </a:ext>
            </a:extLst>
          </p:cNvPr>
          <p:cNvPicPr>
            <a:picLocks noChangeAspect="1"/>
          </p:cNvPicPr>
          <p:nvPr/>
        </p:nvPicPr>
        <p:blipFill>
          <a:blip r:embed="rId3"/>
          <a:stretch>
            <a:fillRect/>
          </a:stretch>
        </p:blipFill>
        <p:spPr>
          <a:xfrm>
            <a:off x="6797041" y="623399"/>
            <a:ext cx="4328160" cy="1879487"/>
          </a:xfrm>
          <a:prstGeom prst="rect">
            <a:avLst/>
          </a:prstGeom>
        </p:spPr>
      </p:pic>
      <p:sp>
        <p:nvSpPr>
          <p:cNvPr id="11" name="TextBox 10">
            <a:extLst>
              <a:ext uri="{FF2B5EF4-FFF2-40B4-BE49-F238E27FC236}">
                <a16:creationId xmlns:a16="http://schemas.microsoft.com/office/drawing/2014/main" id="{02DF7DE9-0B89-80F0-4CFD-B4DE9820F139}"/>
              </a:ext>
            </a:extLst>
          </p:cNvPr>
          <p:cNvSpPr txBox="1"/>
          <p:nvPr/>
        </p:nvSpPr>
        <p:spPr>
          <a:xfrm>
            <a:off x="6675120" y="2466872"/>
            <a:ext cx="5384800" cy="3785845"/>
          </a:xfrm>
          <a:prstGeom prst="rect">
            <a:avLst/>
          </a:prstGeom>
          <a:solidFill>
            <a:srgbClr val="ECECEB"/>
          </a:solidFill>
        </p:spPr>
        <p:txBody>
          <a:bodyPr wrap="square">
            <a:spAutoFit/>
          </a:bodyPr>
          <a:lstStyle/>
          <a:p>
            <a:pPr>
              <a:lnSpc>
                <a:spcPct val="150000"/>
              </a:lnSpc>
              <a:buNone/>
            </a:pPr>
            <a:r>
              <a:rPr lang="en-US" dirty="0">
                <a:effectLst/>
                <a:latin typeface="Comic Sans MS" panose="030F0702030302020204" pitchFamily="66" charset="0"/>
              </a:rPr>
              <a:t>Maven utilizes the Project Object Model (POM), where the pom.xml file describes the project’s configuration and dependency management.</a:t>
            </a:r>
          </a:p>
          <a:p>
            <a:pPr>
              <a:lnSpc>
                <a:spcPct val="150000"/>
              </a:lnSpc>
              <a:buNone/>
            </a:pPr>
            <a:r>
              <a:rPr lang="en-US" dirty="0">
                <a:effectLst/>
                <a:latin typeface="Comic Sans MS" panose="030F0702030302020204" pitchFamily="66" charset="0"/>
              </a:rPr>
              <a:t>The pom.xml file is the heart of Maven. It defines:</a:t>
            </a:r>
          </a:p>
          <a:p>
            <a:pPr>
              <a:lnSpc>
                <a:spcPct val="150000"/>
              </a:lnSpc>
              <a:buFont typeface="Arial" panose="020B0604020202020204" pitchFamily="34" charset="0"/>
              <a:buChar char="•"/>
            </a:pPr>
            <a:r>
              <a:rPr lang="en-US" dirty="0">
                <a:effectLst/>
                <a:latin typeface="Comic Sans MS" panose="030F0702030302020204" pitchFamily="66" charset="0"/>
              </a:rPr>
              <a:t>Project details (name, version).</a:t>
            </a:r>
          </a:p>
          <a:p>
            <a:pPr>
              <a:lnSpc>
                <a:spcPct val="150000"/>
              </a:lnSpc>
              <a:buFont typeface="Arial" panose="020B0604020202020204" pitchFamily="34" charset="0"/>
              <a:buChar char="•"/>
            </a:pPr>
            <a:r>
              <a:rPr lang="en-US" dirty="0">
                <a:effectLst/>
                <a:latin typeface="Comic Sans MS" panose="030F0702030302020204" pitchFamily="66" charset="0"/>
              </a:rPr>
              <a:t>Dependencies (external libraries).</a:t>
            </a:r>
          </a:p>
          <a:p>
            <a:pPr>
              <a:lnSpc>
                <a:spcPct val="150000"/>
              </a:lnSpc>
              <a:buFont typeface="Arial" panose="020B0604020202020204" pitchFamily="34" charset="0"/>
              <a:buChar char="•"/>
            </a:pPr>
            <a:r>
              <a:rPr lang="en-US" dirty="0">
                <a:effectLst/>
                <a:latin typeface="Comic Sans MS" panose="030F0702030302020204" pitchFamily="66" charset="0"/>
              </a:rPr>
              <a:t>Plugins (tools to extend Maven’s functionality).</a:t>
            </a:r>
          </a:p>
          <a:p>
            <a:pPr>
              <a:lnSpc>
                <a:spcPct val="150000"/>
              </a:lnSpc>
              <a:buFont typeface="Arial" panose="020B0604020202020204" pitchFamily="34" charset="0"/>
              <a:buChar char="•"/>
            </a:pPr>
            <a:r>
              <a:rPr lang="en-US" dirty="0">
                <a:effectLst/>
                <a:latin typeface="Comic Sans MS" panose="030F0702030302020204" pitchFamily="66" charset="0"/>
              </a:rPr>
              <a:t>Build configurations.</a:t>
            </a:r>
          </a:p>
        </p:txBody>
      </p:sp>
    </p:spTree>
    <p:extLst>
      <p:ext uri="{BB962C8B-B14F-4D97-AF65-F5344CB8AC3E}">
        <p14:creationId xmlns:p14="http://schemas.microsoft.com/office/powerpoint/2010/main" val="3473122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D8E67-A703-C75A-FB69-6236CFC926F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B124748-7ACD-BD7D-00A1-8E205B5C030A}"/>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4" name="Footer Placeholder 3">
            <a:extLst>
              <a:ext uri="{FF2B5EF4-FFF2-40B4-BE49-F238E27FC236}">
                <a16:creationId xmlns:a16="http://schemas.microsoft.com/office/drawing/2014/main" id="{6C9B3705-52DE-15FC-326D-521E96380472}"/>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98C3D068-9A5C-BE95-6D90-CD5090339987}"/>
              </a:ext>
            </a:extLst>
          </p:cNvPr>
          <p:cNvSpPr>
            <a:spLocks noGrp="1"/>
          </p:cNvSpPr>
          <p:nvPr>
            <p:ph type="title"/>
          </p:nvPr>
        </p:nvSpPr>
        <p:spPr>
          <a:xfrm>
            <a:off x="457200" y="457200"/>
            <a:ext cx="11277600" cy="664797"/>
          </a:xfrm>
        </p:spPr>
        <p:txBody>
          <a:bodyPr/>
          <a:lstStyle/>
          <a:p>
            <a:r>
              <a:rPr lang="en-US" dirty="0"/>
              <a:t>Maven - Default (or Build) Lifecycle:</a:t>
            </a:r>
            <a:br>
              <a:rPr lang="en-US" dirty="0"/>
            </a:br>
            <a:endParaRPr lang="en-US" dirty="0"/>
          </a:p>
        </p:txBody>
      </p:sp>
      <p:sp>
        <p:nvSpPr>
          <p:cNvPr id="6" name="Content Placeholder 5">
            <a:extLst>
              <a:ext uri="{FF2B5EF4-FFF2-40B4-BE49-F238E27FC236}">
                <a16:creationId xmlns:a16="http://schemas.microsoft.com/office/drawing/2014/main" id="{848F723A-ADAF-9AB0-9CD0-EC310776F731}"/>
              </a:ext>
            </a:extLst>
          </p:cNvPr>
          <p:cNvSpPr>
            <a:spLocks noGrp="1"/>
          </p:cNvSpPr>
          <p:nvPr>
            <p:ph idx="1"/>
          </p:nvPr>
        </p:nvSpPr>
        <p:spPr>
          <a:xfrm>
            <a:off x="822960" y="1335755"/>
            <a:ext cx="10281920" cy="4546885"/>
          </a:xfrm>
          <a:solidFill>
            <a:srgbClr val="ECECEB"/>
          </a:solidFill>
        </p:spPr>
        <p:txBody>
          <a:bodyPr/>
          <a:lstStyle/>
          <a:p>
            <a:pPr>
              <a:lnSpc>
                <a:spcPct val="150000"/>
              </a:lnSpc>
            </a:pPr>
            <a:r>
              <a:rPr lang="en-US" sz="1800" dirty="0">
                <a:latin typeface="Comic Sans MS" panose="030F0702030302020204" pitchFamily="66" charset="0"/>
              </a:rPr>
              <a:t>Validate: Ensures the project is correctly configured and all necessary information is available.</a:t>
            </a:r>
          </a:p>
          <a:p>
            <a:pPr>
              <a:lnSpc>
                <a:spcPct val="150000"/>
              </a:lnSpc>
            </a:pPr>
            <a:r>
              <a:rPr lang="en-US" sz="1800" dirty="0">
                <a:latin typeface="Comic Sans MS" panose="030F0702030302020204" pitchFamily="66" charset="0"/>
              </a:rPr>
              <a:t>Compile: Compiles the source code of the project.</a:t>
            </a:r>
          </a:p>
          <a:p>
            <a:pPr>
              <a:lnSpc>
                <a:spcPct val="150000"/>
              </a:lnSpc>
            </a:pPr>
            <a:r>
              <a:rPr lang="en-US" sz="1800" dirty="0">
                <a:latin typeface="Comic Sans MS" panose="030F0702030302020204" pitchFamily="66" charset="0"/>
              </a:rPr>
              <a:t>Test: Executes unit tests using a testing framework like JUnit.</a:t>
            </a:r>
          </a:p>
          <a:p>
            <a:pPr>
              <a:lnSpc>
                <a:spcPct val="150000"/>
              </a:lnSpc>
            </a:pPr>
            <a:r>
              <a:rPr lang="en-US" sz="1800" dirty="0">
                <a:latin typeface="Comic Sans MS" panose="030F0702030302020204" pitchFamily="66" charset="0"/>
              </a:rPr>
              <a:t>Package: Bundles the compiled code into a distributable format, such as a JAR or WAR file.</a:t>
            </a:r>
          </a:p>
          <a:p>
            <a:pPr>
              <a:lnSpc>
                <a:spcPct val="150000"/>
              </a:lnSpc>
            </a:pPr>
            <a:r>
              <a:rPr lang="en-US" sz="1800" dirty="0">
                <a:latin typeface="Comic Sans MS" panose="030F0702030302020204" pitchFamily="66" charset="0"/>
              </a:rPr>
              <a:t>Verify: Runs checks to ensure the package meets quality standards.</a:t>
            </a:r>
          </a:p>
          <a:p>
            <a:pPr>
              <a:lnSpc>
                <a:spcPct val="150000"/>
              </a:lnSpc>
            </a:pPr>
            <a:r>
              <a:rPr lang="en-US" sz="1800" dirty="0">
                <a:latin typeface="Comic Sans MS" panose="030F0702030302020204" pitchFamily="66" charset="0"/>
              </a:rPr>
              <a:t>Install: Installs the package into the local repository for use as a dependency in other projects.</a:t>
            </a:r>
          </a:p>
          <a:p>
            <a:pPr>
              <a:lnSpc>
                <a:spcPct val="150000"/>
              </a:lnSpc>
            </a:pPr>
            <a:r>
              <a:rPr lang="en-US" sz="1800" dirty="0">
                <a:latin typeface="Comic Sans MS" panose="030F0702030302020204" pitchFamily="66" charset="0"/>
              </a:rPr>
              <a:t>Deploy: Copies the package to a remote repository for sharing with other developers</a:t>
            </a:r>
          </a:p>
        </p:txBody>
      </p:sp>
    </p:spTree>
    <p:extLst>
      <p:ext uri="{BB962C8B-B14F-4D97-AF65-F5344CB8AC3E}">
        <p14:creationId xmlns:p14="http://schemas.microsoft.com/office/powerpoint/2010/main" val="179640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8DAF-EF05-9D74-778B-45F84EBB781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133300E-3ECC-5D85-743B-D1571E0C3D67}"/>
              </a:ext>
            </a:extLst>
          </p:cNvPr>
          <p:cNvSpPr>
            <a:spLocks noGrp="1"/>
          </p:cNvSpPr>
          <p:nvPr>
            <p:ph type="sldNum" sz="quarter" idx="12"/>
          </p:nvPr>
        </p:nvSpPr>
        <p:spPr/>
        <p:txBody>
          <a:bodyPr/>
          <a:lstStyle/>
          <a:p>
            <a:fld id="{38826FC0-333C-E549-9FA3-0EE43DF298A3}" type="slidenum">
              <a:rPr lang="en-US" smtClean="0"/>
              <a:pPr/>
              <a:t>4</a:t>
            </a:fld>
            <a:endParaRPr lang="en-US"/>
          </a:p>
        </p:txBody>
      </p:sp>
      <p:sp>
        <p:nvSpPr>
          <p:cNvPr id="4" name="Footer Placeholder 3">
            <a:extLst>
              <a:ext uri="{FF2B5EF4-FFF2-40B4-BE49-F238E27FC236}">
                <a16:creationId xmlns:a16="http://schemas.microsoft.com/office/drawing/2014/main" id="{63285CA9-DDE7-D9B7-837A-382BACCC9AED}"/>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E613FBD0-0104-4C0D-E2CD-AB83C489507E}"/>
              </a:ext>
            </a:extLst>
          </p:cNvPr>
          <p:cNvSpPr>
            <a:spLocks noGrp="1"/>
          </p:cNvSpPr>
          <p:nvPr>
            <p:ph type="title"/>
          </p:nvPr>
        </p:nvSpPr>
        <p:spPr>
          <a:xfrm>
            <a:off x="457200" y="457200"/>
            <a:ext cx="11277600" cy="664797"/>
          </a:xfrm>
        </p:spPr>
        <p:txBody>
          <a:bodyPr/>
          <a:lstStyle/>
          <a:p>
            <a:r>
              <a:rPr lang="en-US" dirty="0"/>
              <a:t>Maven - Execution:</a:t>
            </a:r>
            <a:br>
              <a:rPr lang="en-US" dirty="0"/>
            </a:br>
            <a:endParaRPr lang="en-US" dirty="0"/>
          </a:p>
        </p:txBody>
      </p:sp>
      <p:sp>
        <p:nvSpPr>
          <p:cNvPr id="3" name="Content Placeholder 2">
            <a:extLst>
              <a:ext uri="{FF2B5EF4-FFF2-40B4-BE49-F238E27FC236}">
                <a16:creationId xmlns:a16="http://schemas.microsoft.com/office/drawing/2014/main" id="{AA34DC35-ACCB-F5B1-0B87-FB5BA9502056}"/>
              </a:ext>
            </a:extLst>
          </p:cNvPr>
          <p:cNvSpPr txBox="1">
            <a:spLocks/>
          </p:cNvSpPr>
          <p:nvPr/>
        </p:nvSpPr>
        <p:spPr>
          <a:xfrm>
            <a:off x="650240" y="1621942"/>
            <a:ext cx="5506720" cy="3437737"/>
          </a:xfrm>
          <a:prstGeom prst="rect">
            <a:avLst/>
          </a:prstGeom>
        </p:spPr>
        <p:txBody>
          <a:bodyPr vert="horz" lIns="0" tIns="0" rIns="0" bIns="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endParaRPr lang="en-US" sz="1800" dirty="0">
              <a:latin typeface="Comic Sans MS" panose="030F0702030302020204" pitchFamily="66" charset="0"/>
            </a:endParaRPr>
          </a:p>
          <a:p>
            <a:pPr marL="0" indent="0">
              <a:buFont typeface="Arial" panose="020B0604020202020204" pitchFamily="34" charset="0"/>
              <a:buNone/>
            </a:pPr>
            <a:r>
              <a:rPr lang="en-US" sz="1800" b="1" dirty="0">
                <a:latin typeface="Comic Sans MS" panose="030F0702030302020204" pitchFamily="66" charset="0"/>
              </a:rPr>
              <a:t>Through pom.xml </a:t>
            </a:r>
          </a:p>
          <a:p>
            <a:pPr marL="0" indent="0">
              <a:buFont typeface="Arial" panose="020B0604020202020204" pitchFamily="34" charset="0"/>
              <a:buNone/>
            </a:pPr>
            <a:r>
              <a:rPr lang="en-US" sz="1800" dirty="0">
                <a:latin typeface="Comic Sans MS" panose="030F0702030302020204" pitchFamily="66" charset="0"/>
              </a:rPr>
              <a:t>dependencies --- download required dependency jar for project</a:t>
            </a:r>
          </a:p>
          <a:p>
            <a:pPr marL="0" indent="0">
              <a:buFont typeface="Arial" panose="020B0604020202020204" pitchFamily="34" charset="0"/>
              <a:buNone/>
            </a:pPr>
            <a:r>
              <a:rPr lang="en-US" sz="1800" dirty="0">
                <a:latin typeface="Comic Sans MS" panose="030F0702030302020204" pitchFamily="66" charset="0"/>
              </a:rPr>
              <a:t>plugins  ---&gt; to compile and run the project</a:t>
            </a:r>
          </a:p>
          <a:p>
            <a:r>
              <a:rPr lang="en-US" sz="1800" dirty="0">
                <a:latin typeface="Comic Sans MS" panose="030F0702030302020204" pitchFamily="66" charset="0"/>
              </a:rPr>
              <a:t>maven compiler plugin</a:t>
            </a:r>
          </a:p>
          <a:p>
            <a:r>
              <a:rPr lang="en-US" sz="1800" dirty="0">
                <a:latin typeface="Comic Sans MS" panose="030F0702030302020204" pitchFamily="66" charset="0"/>
              </a:rPr>
              <a:t>maven surefire plugin</a:t>
            </a:r>
          </a:p>
          <a:p>
            <a:pPr marL="0" indent="0">
              <a:buFont typeface="Arial" panose="020B0604020202020204" pitchFamily="34" charset="0"/>
              <a:buNone/>
            </a:pPr>
            <a:r>
              <a:rPr lang="en-US" sz="1800" dirty="0">
                <a:latin typeface="Comic Sans MS" panose="030F0702030302020204" pitchFamily="66" charset="0"/>
              </a:rPr>
              <a:t>Add the </a:t>
            </a:r>
            <a:r>
              <a:rPr lang="en-US" sz="1800" dirty="0" err="1">
                <a:latin typeface="Comic Sans MS" panose="030F0702030302020204" pitchFamily="66" charset="0"/>
              </a:rPr>
              <a:t>testNG</a:t>
            </a:r>
            <a:r>
              <a:rPr lang="en-US" sz="1800" dirty="0">
                <a:latin typeface="Comic Sans MS" panose="030F0702030302020204" pitchFamily="66" charset="0"/>
              </a:rPr>
              <a:t> XML and Right click and Run as Maven Test </a:t>
            </a:r>
          </a:p>
        </p:txBody>
      </p:sp>
      <p:sp>
        <p:nvSpPr>
          <p:cNvPr id="9" name="TextBox 8">
            <a:extLst>
              <a:ext uri="{FF2B5EF4-FFF2-40B4-BE49-F238E27FC236}">
                <a16:creationId xmlns:a16="http://schemas.microsoft.com/office/drawing/2014/main" id="{F2C66B75-27BE-A082-35D2-3627DBE3CF9D}"/>
              </a:ext>
            </a:extLst>
          </p:cNvPr>
          <p:cNvSpPr txBox="1"/>
          <p:nvPr/>
        </p:nvSpPr>
        <p:spPr>
          <a:xfrm>
            <a:off x="6289040" y="1045487"/>
            <a:ext cx="5445760" cy="5355312"/>
          </a:xfrm>
          <a:prstGeom prst="rect">
            <a:avLst/>
          </a:prstGeom>
          <a:noFill/>
        </p:spPr>
        <p:txBody>
          <a:bodyPr wrap="square">
            <a:spAutoFit/>
          </a:bodyPr>
          <a:lstStyle/>
          <a:p>
            <a:r>
              <a:rPr lang="en-US" b="1" dirty="0">
                <a:latin typeface="Comic Sans MS" panose="030F0702030302020204" pitchFamily="66" charset="0"/>
              </a:rPr>
              <a:t>Through the command prompt:</a:t>
            </a:r>
          </a:p>
          <a:p>
            <a:endParaRPr lang="en-US" dirty="0">
              <a:latin typeface="Comic Sans MS" panose="030F0702030302020204" pitchFamily="66" charset="0"/>
            </a:endParaRPr>
          </a:p>
          <a:p>
            <a:r>
              <a:rPr lang="en-US" dirty="0">
                <a:latin typeface="Comic Sans MS" panose="030F0702030302020204" pitchFamily="66" charset="0"/>
              </a:rPr>
              <a:t>Install maven OS level from the path https://maven.apache.org/download.cgi</a:t>
            </a:r>
          </a:p>
          <a:p>
            <a:endParaRPr lang="en-US" dirty="0">
              <a:latin typeface="Comic Sans MS" panose="030F0702030302020204" pitchFamily="66" charset="0"/>
            </a:endParaRPr>
          </a:p>
          <a:p>
            <a:r>
              <a:rPr lang="en-US" dirty="0">
                <a:latin typeface="Comic Sans MS" panose="030F0702030302020204" pitchFamily="66" charset="0"/>
              </a:rPr>
              <a:t>C:\Program Files\apache-maven-3.9.6\bin</a:t>
            </a:r>
          </a:p>
          <a:p>
            <a:r>
              <a:rPr lang="en-US" dirty="0">
                <a:latin typeface="Comic Sans MS" panose="030F0702030302020204" pitchFamily="66" charset="0"/>
              </a:rPr>
              <a:t>** configure the maven path in environment variable.</a:t>
            </a:r>
          </a:p>
          <a:p>
            <a:endParaRPr lang="en-US" dirty="0">
              <a:latin typeface="Comic Sans MS" panose="030F0702030302020204" pitchFamily="66" charset="0"/>
            </a:endParaRPr>
          </a:p>
          <a:p>
            <a:r>
              <a:rPr lang="en-US" dirty="0">
                <a:latin typeface="Comic Sans MS" panose="030F0702030302020204" pitchFamily="66" charset="0"/>
              </a:rPr>
              <a:t>open command prompt  --&gt;   </a:t>
            </a:r>
            <a:r>
              <a:rPr lang="en-US" dirty="0" err="1">
                <a:latin typeface="Comic Sans MS" panose="030F0702030302020204" pitchFamily="66" charset="0"/>
              </a:rPr>
              <a:t>mvn</a:t>
            </a:r>
            <a:r>
              <a:rPr lang="en-US" dirty="0">
                <a:latin typeface="Comic Sans MS" panose="030F0702030302020204" pitchFamily="66" charset="0"/>
              </a:rPr>
              <a:t> –version</a:t>
            </a:r>
          </a:p>
          <a:p>
            <a:endParaRPr lang="en-US" dirty="0">
              <a:latin typeface="Comic Sans MS" panose="030F0702030302020204" pitchFamily="66" charset="0"/>
            </a:endParaRPr>
          </a:p>
          <a:p>
            <a:r>
              <a:rPr lang="en-US" dirty="0">
                <a:latin typeface="Comic Sans MS" panose="030F0702030302020204" pitchFamily="66" charset="0"/>
              </a:rPr>
              <a:t>Execution - </a:t>
            </a:r>
          </a:p>
          <a:p>
            <a:endParaRPr lang="en-US" dirty="0">
              <a:latin typeface="Comic Sans MS" panose="030F0702030302020204" pitchFamily="66" charset="0"/>
            </a:endParaRPr>
          </a:p>
          <a:p>
            <a:r>
              <a:rPr lang="en-US" dirty="0">
                <a:latin typeface="Comic Sans MS" panose="030F0702030302020204" pitchFamily="66" charset="0"/>
              </a:rPr>
              <a:t>cd &lt;&lt;Pom.XML path&gt;</a:t>
            </a:r>
          </a:p>
          <a:p>
            <a:r>
              <a:rPr lang="en-US" dirty="0" err="1">
                <a:latin typeface="Comic Sans MS" panose="030F0702030302020204" pitchFamily="66" charset="0"/>
              </a:rPr>
              <a:t>mvn</a:t>
            </a:r>
            <a:r>
              <a:rPr lang="en-US" dirty="0">
                <a:latin typeface="Comic Sans MS" panose="030F0702030302020204" pitchFamily="66" charset="0"/>
              </a:rPr>
              <a:t> test </a:t>
            </a:r>
          </a:p>
          <a:p>
            <a:endParaRPr lang="en-US" dirty="0">
              <a:latin typeface="Comic Sans MS" panose="030F0702030302020204" pitchFamily="66" charset="0"/>
            </a:endParaRPr>
          </a:p>
          <a:p>
            <a:r>
              <a:rPr lang="en-US" dirty="0">
                <a:latin typeface="Comic Sans MS" panose="030F0702030302020204" pitchFamily="66" charset="0"/>
              </a:rPr>
              <a:t>&lt;&lt;Add these 2 lines to run.bat file&gt;&gt;</a:t>
            </a:r>
          </a:p>
          <a:p>
            <a:endParaRPr lang="en-US" dirty="0">
              <a:latin typeface="Comic Sans MS" panose="030F0702030302020204" pitchFamily="66" charset="0"/>
            </a:endParaRPr>
          </a:p>
          <a:p>
            <a:endParaRPr lang="en-US" dirty="0">
              <a:latin typeface="Comic Sans MS" panose="030F0702030302020204" pitchFamily="66" charset="0"/>
            </a:endParaRPr>
          </a:p>
        </p:txBody>
      </p:sp>
    </p:spTree>
    <p:extLst>
      <p:ext uri="{BB962C8B-B14F-4D97-AF65-F5344CB8AC3E}">
        <p14:creationId xmlns:p14="http://schemas.microsoft.com/office/powerpoint/2010/main" val="73306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09A7C-A22B-6FD7-95B1-1F89D387408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AEF9F80-EA8B-53F0-2A1A-B51C44E5F45A}"/>
              </a:ext>
            </a:extLst>
          </p:cNvPr>
          <p:cNvSpPr>
            <a:spLocks noGrp="1"/>
          </p:cNvSpPr>
          <p:nvPr>
            <p:ph type="sldNum" sz="quarter" idx="12"/>
          </p:nvPr>
        </p:nvSpPr>
        <p:spPr/>
        <p:txBody>
          <a:bodyPr/>
          <a:lstStyle/>
          <a:p>
            <a:fld id="{38826FC0-333C-E549-9FA3-0EE43DF298A3}" type="slidenum">
              <a:rPr lang="en-US" smtClean="0"/>
              <a:pPr/>
              <a:t>5</a:t>
            </a:fld>
            <a:endParaRPr lang="en-US"/>
          </a:p>
        </p:txBody>
      </p:sp>
      <p:sp>
        <p:nvSpPr>
          <p:cNvPr id="4" name="Footer Placeholder 3">
            <a:extLst>
              <a:ext uri="{FF2B5EF4-FFF2-40B4-BE49-F238E27FC236}">
                <a16:creationId xmlns:a16="http://schemas.microsoft.com/office/drawing/2014/main" id="{BE47A087-BE86-1EE1-19AE-041663D69853}"/>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76B34FA5-0C2C-4301-131F-FA69A693F3CD}"/>
              </a:ext>
            </a:extLst>
          </p:cNvPr>
          <p:cNvSpPr>
            <a:spLocks noGrp="1"/>
          </p:cNvSpPr>
          <p:nvPr>
            <p:ph type="title"/>
          </p:nvPr>
        </p:nvSpPr>
        <p:spPr>
          <a:xfrm>
            <a:off x="457200" y="457200"/>
            <a:ext cx="11277600" cy="332399"/>
          </a:xfrm>
        </p:spPr>
        <p:txBody>
          <a:bodyPr/>
          <a:lstStyle/>
          <a:p>
            <a:r>
              <a:rPr lang="en-US" dirty="0"/>
              <a:t>Maven - Commands:</a:t>
            </a:r>
          </a:p>
        </p:txBody>
      </p:sp>
      <p:sp>
        <p:nvSpPr>
          <p:cNvPr id="10" name="Rectangle 1">
            <a:extLst>
              <a:ext uri="{FF2B5EF4-FFF2-40B4-BE49-F238E27FC236}">
                <a16:creationId xmlns:a16="http://schemas.microsoft.com/office/drawing/2014/main" id="{7C5C207A-E253-C454-6848-68D1305AEEF7}"/>
              </a:ext>
            </a:extLst>
          </p:cNvPr>
          <p:cNvSpPr txBox="1">
            <a:spLocks noChangeArrowheads="1"/>
          </p:cNvSpPr>
          <p:nvPr/>
        </p:nvSpPr>
        <p:spPr bwMode="auto">
          <a:xfrm>
            <a:off x="822960" y="914401"/>
            <a:ext cx="10551160" cy="594359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63480" rIns="0" bIns="126960" numCol="1" rtlCol="0" anchor="ctr" anchorCtr="0" compatLnSpc="1">
            <a:prstTxWarp prst="textNoShape">
              <a:avLst/>
            </a:prstTxWarp>
            <a:noAutofit/>
          </a:bodyPr>
          <a:lstStyle>
            <a:lvl1pPr marL="182880" indent="-182880" algn="l" defTabSz="914400" rtl="0" eaLnBrk="0" fontAlgn="base" latinLnBrk="0" hangingPunct="0">
              <a:lnSpc>
                <a:spcPct val="110000"/>
              </a:lnSpc>
              <a:spcBef>
                <a:spcPct val="0"/>
              </a:spcBef>
              <a:spcAft>
                <a:spcPct val="0"/>
              </a:spcAft>
              <a:buClr>
                <a:schemeClr val="tx1"/>
              </a:buClr>
              <a:buFont typeface="Arial" panose="020B0604020202020204" pitchFamily="34" charset="0"/>
              <a:buChar char="•"/>
              <a:tabLst/>
              <a:defRPr sz="1600" b="0" kern="1200">
                <a:solidFill>
                  <a:schemeClr val="tx1"/>
                </a:solidFill>
                <a:latin typeface="Arial" panose="020B0604020202020204" pitchFamily="34" charset="0"/>
                <a:ea typeface="+mn-ea"/>
                <a:cs typeface="+mn-cs"/>
              </a:defRPr>
            </a:lvl1pPr>
            <a:lvl2pPr marL="393192" indent="-187325" algn="l" defTabSz="914400" rtl="0" eaLnBrk="0" fontAlgn="base" latinLnBrk="0" hangingPunct="0">
              <a:lnSpc>
                <a:spcPct val="110000"/>
              </a:lnSpc>
              <a:spcBef>
                <a:spcPct val="0"/>
              </a:spcBef>
              <a:spcAft>
                <a:spcPct val="0"/>
              </a:spcAft>
              <a:buClr>
                <a:schemeClr val="tx1"/>
              </a:buClr>
              <a:buFont typeface="Arial" panose="020B0604020202020204" pitchFamily="34" charset="0"/>
              <a:buChar char="⁃"/>
              <a:tabLst/>
              <a:defRPr sz="1400" b="0" kern="1200" baseline="0">
                <a:solidFill>
                  <a:schemeClr val="tx1"/>
                </a:solidFill>
                <a:latin typeface="Arial" panose="020B0604020202020204" pitchFamily="34" charset="0"/>
                <a:ea typeface="+mn-ea"/>
                <a:cs typeface="+mn-cs"/>
              </a:defRPr>
            </a:lvl2pPr>
            <a:lvl3pPr marL="594360" indent="-182880" algn="l" defTabSz="914400" rtl="0" eaLnBrk="0" fontAlgn="base" latinLnBrk="0" hangingPunct="0">
              <a:lnSpc>
                <a:spcPct val="110000"/>
              </a:lnSpc>
              <a:spcBef>
                <a:spcPct val="0"/>
              </a:spcBef>
              <a:spcAft>
                <a:spcPct val="0"/>
              </a:spcAft>
              <a:buClr>
                <a:schemeClr val="tx1"/>
              </a:buClr>
              <a:buFont typeface="Arial" panose="020B0604020202020204" pitchFamily="34" charset="0"/>
              <a:buChar char="•"/>
              <a:tabLst/>
              <a:defRPr sz="1200" b="0" kern="1200">
                <a:solidFill>
                  <a:schemeClr val="tx1"/>
                </a:solidFill>
                <a:latin typeface="Arial" panose="020B0604020202020204" pitchFamily="34" charset="0"/>
                <a:ea typeface="+mn-ea"/>
                <a:cs typeface="+mn-cs"/>
              </a:defRPr>
            </a:lvl3pPr>
            <a:lvl4pPr marL="594360" indent="-182880" algn="l" defTabSz="914400" rtl="0" eaLnBrk="0" fontAlgn="base" latinLnBrk="0" hangingPunct="0">
              <a:lnSpc>
                <a:spcPct val="110000"/>
              </a:lnSpc>
              <a:spcBef>
                <a:spcPct val="0"/>
              </a:spcBef>
              <a:spcAft>
                <a:spcPct val="0"/>
              </a:spcAft>
              <a:buClr>
                <a:schemeClr val="tx1"/>
              </a:buClr>
              <a:buFont typeface="Arial" panose="020B0604020202020204" pitchFamily="34" charset="0"/>
              <a:buChar char="•"/>
              <a:tabLst/>
              <a:defRPr sz="1200" b="0" kern="1200">
                <a:solidFill>
                  <a:schemeClr val="tx1"/>
                </a:solidFill>
                <a:latin typeface="Arial" panose="020B0604020202020204" pitchFamily="34" charset="0"/>
                <a:ea typeface="+mn-ea"/>
                <a:cs typeface="+mn-cs"/>
              </a:defRPr>
            </a:lvl4pPr>
            <a:lvl5pPr marL="594360" indent="-182880" algn="l" defTabSz="914400" rtl="0" eaLnBrk="0" fontAlgn="base" latinLnBrk="0" hangingPunct="0">
              <a:lnSpc>
                <a:spcPct val="110000"/>
              </a:lnSpc>
              <a:spcBef>
                <a:spcPct val="0"/>
              </a:spcBef>
              <a:spcAft>
                <a:spcPct val="0"/>
              </a:spcAft>
              <a:buClr>
                <a:schemeClr val="tx1"/>
              </a:buClr>
              <a:buFont typeface="Arial" panose="020B0604020202020204" pitchFamily="34" charset="0"/>
              <a:buChar char="•"/>
              <a:tabLst/>
              <a:defRPr sz="1200" b="0" kern="1200">
                <a:solidFill>
                  <a:schemeClr val="tx1"/>
                </a:solidFill>
                <a:latin typeface="Arial" panose="020B0604020202020204" pitchFamily="34" charset="0"/>
                <a:ea typeface="+mn-ea"/>
                <a:cs typeface="+mn-cs"/>
              </a:defRPr>
            </a:lvl5pPr>
            <a:lvl6pPr marL="594360" indent="-182880" algn="l" defTabSz="914400" rtl="0" eaLnBrk="0" fontAlgn="base" latinLnBrk="0" hangingPunct="0">
              <a:lnSpc>
                <a:spcPct val="110000"/>
              </a:lnSpc>
              <a:spcBef>
                <a:spcPct val="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mn-cs"/>
              </a:defRPr>
            </a:lvl6pPr>
            <a:lvl7pPr marL="594360" indent="-182880" algn="l" defTabSz="914400" rtl="0" eaLnBrk="0" fontAlgn="base" latinLnBrk="0" hangingPunct="0">
              <a:lnSpc>
                <a:spcPct val="110000"/>
              </a:lnSpc>
              <a:spcBef>
                <a:spcPct val="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mn-cs"/>
              </a:defRPr>
            </a:lvl7pPr>
            <a:lvl8pPr marL="594360" indent="-182880" algn="l" defTabSz="914400" rtl="0" eaLnBrk="0" fontAlgn="base" latinLnBrk="0" hangingPunct="0">
              <a:lnSpc>
                <a:spcPct val="110000"/>
              </a:lnSpc>
              <a:spcBef>
                <a:spcPct val="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mn-cs"/>
              </a:defRPr>
            </a:lvl8pPr>
            <a:lvl9pPr marL="594360" indent="-182880" algn="l" defTabSz="914400" rtl="0" eaLnBrk="0" fontAlgn="base" latinLnBrk="0" hangingPunct="0">
              <a:lnSpc>
                <a:spcPct val="110000"/>
              </a:lnSpc>
              <a:spcBef>
                <a:spcPct val="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mn-cs"/>
              </a:defRPr>
            </a:lvl9pPr>
          </a:lstStyle>
          <a:p>
            <a:pPr marL="0" indent="0">
              <a:spcAft>
                <a:spcPts val="600"/>
              </a:spcAft>
              <a:buClrTx/>
              <a:buFontTx/>
              <a:buNone/>
            </a:pPr>
            <a:endParaRPr lang="en-US" altLang="en-US" dirty="0">
              <a:latin typeface="Comic Sans MS" panose="030F0702030302020204" pitchFamily="66" charset="0"/>
              <a:cs typeface="Arial" panose="020B0604020202020204" pitchFamily="34" charset="0"/>
            </a:endParaRPr>
          </a:p>
          <a:p>
            <a:pPr marL="0" indent="0">
              <a:spcAft>
                <a:spcPts val="600"/>
              </a:spcAft>
              <a:buClrTx/>
              <a:buFontTx/>
              <a:buChar char="•"/>
            </a:pPr>
            <a:r>
              <a:rPr lang="en-US" altLang="en-US" b="1" dirty="0" err="1">
                <a:latin typeface="Comic Sans MS" panose="030F0702030302020204" pitchFamily="66" charset="0"/>
                <a:cs typeface="Arial" panose="020B0604020202020204" pitchFamily="34" charset="0"/>
              </a:rPr>
              <a:t>mvn</a:t>
            </a:r>
            <a:r>
              <a:rPr lang="en-US" altLang="en-US" b="1" dirty="0">
                <a:latin typeface="Comic Sans MS" panose="030F0702030302020204" pitchFamily="66" charset="0"/>
                <a:cs typeface="Arial" panose="020B0604020202020204" pitchFamily="34" charset="0"/>
              </a:rPr>
              <a:t> clean: </a:t>
            </a:r>
          </a:p>
          <a:p>
            <a:pPr marL="0" indent="0">
              <a:spcAft>
                <a:spcPts val="600"/>
              </a:spcAft>
              <a:buClrTx/>
              <a:buFontTx/>
              <a:buNone/>
            </a:pPr>
            <a:r>
              <a:rPr lang="en-US" altLang="en-US" dirty="0">
                <a:latin typeface="Comic Sans MS" panose="030F0702030302020204" pitchFamily="66" charset="0"/>
                <a:cs typeface="Arial" panose="020B0604020202020204" pitchFamily="34" charset="0"/>
              </a:rPr>
              <a:t>Cleans the project by removing the target directory and all its contents, effectively deleting previously built artifacts.</a:t>
            </a:r>
          </a:p>
          <a:p>
            <a:pPr marL="0" indent="0">
              <a:spcAft>
                <a:spcPts val="600"/>
              </a:spcAft>
              <a:buClrTx/>
              <a:buFontTx/>
              <a:buChar char="•"/>
            </a:pPr>
            <a:r>
              <a:rPr lang="en-US" altLang="en-US" b="1" dirty="0" err="1">
                <a:latin typeface="Comic Sans MS" panose="030F0702030302020204" pitchFamily="66" charset="0"/>
                <a:cs typeface="Arial" panose="020B0604020202020204" pitchFamily="34" charset="0"/>
              </a:rPr>
              <a:t>mvn</a:t>
            </a:r>
            <a:r>
              <a:rPr lang="en-US" altLang="en-US" b="1" dirty="0">
                <a:latin typeface="Comic Sans MS" panose="030F0702030302020204" pitchFamily="66" charset="0"/>
                <a:cs typeface="Arial" panose="020B0604020202020204" pitchFamily="34" charset="0"/>
              </a:rPr>
              <a:t> validate: </a:t>
            </a:r>
          </a:p>
          <a:p>
            <a:pPr marL="0" indent="0">
              <a:spcAft>
                <a:spcPts val="600"/>
              </a:spcAft>
              <a:buClrTx/>
              <a:buFontTx/>
              <a:buNone/>
            </a:pPr>
            <a:r>
              <a:rPr lang="en-US" altLang="en-US" dirty="0">
                <a:latin typeface="Comic Sans MS" panose="030F0702030302020204" pitchFamily="66" charset="0"/>
                <a:cs typeface="Arial" panose="020B0604020202020204" pitchFamily="34" charset="0"/>
              </a:rPr>
              <a:t>Validates the project's pom.xml and ensures all necessary information is available and correct.</a:t>
            </a:r>
          </a:p>
          <a:p>
            <a:pPr marL="0" indent="0">
              <a:spcAft>
                <a:spcPts val="600"/>
              </a:spcAft>
              <a:buFontTx/>
              <a:buChar char="•"/>
            </a:pPr>
            <a:r>
              <a:rPr lang="en-US" altLang="en-US" b="1" dirty="0" err="1">
                <a:latin typeface="Comic Sans MS" panose="030F0702030302020204" pitchFamily="66" charset="0"/>
                <a:cs typeface="Arial" panose="020B0604020202020204" pitchFamily="34" charset="0"/>
              </a:rPr>
              <a:t>mvn</a:t>
            </a:r>
            <a:r>
              <a:rPr lang="en-US" altLang="en-US" b="1" dirty="0">
                <a:latin typeface="Comic Sans MS" panose="030F0702030302020204" pitchFamily="66" charset="0"/>
                <a:cs typeface="Arial" panose="020B0604020202020204" pitchFamily="34" charset="0"/>
              </a:rPr>
              <a:t> compile: </a:t>
            </a:r>
          </a:p>
          <a:p>
            <a:pPr marL="0" indent="0">
              <a:spcAft>
                <a:spcPts val="600"/>
              </a:spcAft>
              <a:buClrTx/>
              <a:buFontTx/>
              <a:buNone/>
            </a:pPr>
            <a:r>
              <a:rPr lang="en-US" altLang="en-US" dirty="0">
                <a:latin typeface="Comic Sans MS" panose="030F0702030302020204" pitchFamily="66" charset="0"/>
                <a:cs typeface="Arial" panose="020B0604020202020204" pitchFamily="34" charset="0"/>
              </a:rPr>
              <a:t>Compiles the source code of the project and places the compiled classes in the target/classes directory.</a:t>
            </a:r>
          </a:p>
          <a:p>
            <a:pPr marL="0" indent="0">
              <a:spcAft>
                <a:spcPts val="600"/>
              </a:spcAft>
              <a:buClrTx/>
              <a:buFontTx/>
              <a:buChar char="•"/>
            </a:pPr>
            <a:r>
              <a:rPr lang="en-US" altLang="en-US" b="1" dirty="0" err="1">
                <a:latin typeface="Comic Sans MS" panose="030F0702030302020204" pitchFamily="66" charset="0"/>
                <a:cs typeface="Arial" panose="020B0604020202020204" pitchFamily="34" charset="0"/>
              </a:rPr>
              <a:t>mvn</a:t>
            </a:r>
            <a:r>
              <a:rPr lang="en-US" altLang="en-US" b="1" dirty="0">
                <a:latin typeface="Comic Sans MS" panose="030F0702030302020204" pitchFamily="66" charset="0"/>
                <a:cs typeface="Arial" panose="020B0604020202020204" pitchFamily="34" charset="0"/>
              </a:rPr>
              <a:t> test: </a:t>
            </a:r>
          </a:p>
          <a:p>
            <a:pPr marL="0" indent="0">
              <a:spcAft>
                <a:spcPts val="600"/>
              </a:spcAft>
              <a:buClrTx/>
              <a:buFontTx/>
              <a:buNone/>
            </a:pPr>
            <a:r>
              <a:rPr lang="en-US" altLang="en-US" dirty="0">
                <a:latin typeface="Comic Sans MS" panose="030F0702030302020204" pitchFamily="66" charset="0"/>
                <a:cs typeface="Arial" panose="020B0604020202020204" pitchFamily="34" charset="0"/>
              </a:rPr>
              <a:t>Runs the unit tests of the project using a suitable testing framework (e.g., JUnit).</a:t>
            </a:r>
          </a:p>
          <a:p>
            <a:pPr marL="0" indent="0">
              <a:spcAft>
                <a:spcPts val="600"/>
              </a:spcAft>
              <a:buFontTx/>
              <a:buChar char="•"/>
            </a:pPr>
            <a:r>
              <a:rPr lang="en-US" altLang="en-US" b="1" dirty="0" err="1">
                <a:latin typeface="Comic Sans MS" panose="030F0702030302020204" pitchFamily="66" charset="0"/>
                <a:cs typeface="Arial" panose="020B0604020202020204" pitchFamily="34" charset="0"/>
              </a:rPr>
              <a:t>mvn</a:t>
            </a:r>
            <a:r>
              <a:rPr lang="en-US" altLang="en-US" b="1" dirty="0">
                <a:latin typeface="Comic Sans MS" panose="030F0702030302020204" pitchFamily="66" charset="0"/>
                <a:cs typeface="Arial" panose="020B0604020202020204" pitchFamily="34" charset="0"/>
              </a:rPr>
              <a:t> package: </a:t>
            </a:r>
          </a:p>
          <a:p>
            <a:pPr marL="0" indent="0">
              <a:lnSpc>
                <a:spcPct val="100000"/>
              </a:lnSpc>
              <a:spcAft>
                <a:spcPts val="600"/>
              </a:spcAft>
              <a:buClrTx/>
              <a:buFontTx/>
              <a:buChar char="•"/>
            </a:pPr>
            <a:r>
              <a:rPr lang="en-US" altLang="en-US" dirty="0">
                <a:latin typeface="Comic Sans MS" panose="030F0702030302020204" pitchFamily="66" charset="0"/>
                <a:cs typeface="Arial" panose="020B0604020202020204" pitchFamily="34" charset="0"/>
              </a:rPr>
              <a:t>Compiles the code, runs tests, and packages the compiled code into a distributable format (e.g., JAR, WAR, or EAR) in the target directory.</a:t>
            </a:r>
            <a:r>
              <a:rPr lang="en-US" altLang="en-US" b="1" dirty="0">
                <a:latin typeface="Comic Sans MS" panose="030F0702030302020204" pitchFamily="66" charset="0"/>
                <a:cs typeface="Arial" panose="020B0604020202020204" pitchFamily="34" charset="0"/>
              </a:rPr>
              <a:t> </a:t>
            </a:r>
          </a:p>
          <a:p>
            <a:pPr marL="0" indent="0">
              <a:lnSpc>
                <a:spcPct val="100000"/>
              </a:lnSpc>
              <a:spcAft>
                <a:spcPts val="600"/>
              </a:spcAft>
              <a:buClrTx/>
              <a:buFontTx/>
              <a:buChar char="•"/>
            </a:pPr>
            <a:r>
              <a:rPr lang="en-US" altLang="en-US" b="1" dirty="0" err="1">
                <a:latin typeface="Comic Sans MS" panose="030F0702030302020204" pitchFamily="66" charset="0"/>
                <a:cs typeface="Arial" panose="020B0604020202020204" pitchFamily="34" charset="0"/>
              </a:rPr>
              <a:t>mvn</a:t>
            </a:r>
            <a:r>
              <a:rPr lang="en-US" altLang="en-US" b="1" dirty="0">
                <a:latin typeface="Comic Sans MS" panose="030F0702030302020204" pitchFamily="66" charset="0"/>
                <a:cs typeface="Arial" panose="020B0604020202020204" pitchFamily="34" charset="0"/>
              </a:rPr>
              <a:t> verify: </a:t>
            </a:r>
          </a:p>
          <a:p>
            <a:pPr marL="0" indent="0">
              <a:lnSpc>
                <a:spcPct val="100000"/>
              </a:lnSpc>
              <a:spcAft>
                <a:spcPts val="600"/>
              </a:spcAft>
              <a:buClrTx/>
              <a:buFontTx/>
              <a:buChar char="•"/>
            </a:pPr>
            <a:r>
              <a:rPr lang="en-US" altLang="en-US" dirty="0">
                <a:latin typeface="Comic Sans MS" panose="030F0702030302020204" pitchFamily="66" charset="0"/>
                <a:cs typeface="Arial" panose="020B0604020202020204" pitchFamily="34" charset="0"/>
              </a:rPr>
              <a:t>Runs any checks to verify the package is valid and meets quality criteria after packaging. </a:t>
            </a:r>
          </a:p>
          <a:p>
            <a:pPr marL="0" indent="0">
              <a:lnSpc>
                <a:spcPct val="100000"/>
              </a:lnSpc>
              <a:spcAft>
                <a:spcPts val="600"/>
              </a:spcAft>
              <a:buClrTx/>
              <a:buFontTx/>
              <a:buChar char="•"/>
            </a:pPr>
            <a:r>
              <a:rPr lang="en-US" altLang="en-US" b="1" dirty="0" err="1">
                <a:latin typeface="Comic Sans MS" panose="030F0702030302020204" pitchFamily="66" charset="0"/>
                <a:cs typeface="Arial" panose="020B0604020202020204" pitchFamily="34" charset="0"/>
              </a:rPr>
              <a:t>mvn</a:t>
            </a:r>
            <a:r>
              <a:rPr lang="en-US" altLang="en-US" b="1" dirty="0">
                <a:latin typeface="Comic Sans MS" panose="030F0702030302020204" pitchFamily="66" charset="0"/>
                <a:cs typeface="Arial" panose="020B0604020202020204" pitchFamily="34" charset="0"/>
              </a:rPr>
              <a:t> install: </a:t>
            </a:r>
          </a:p>
          <a:p>
            <a:pPr marL="0" indent="0">
              <a:lnSpc>
                <a:spcPct val="100000"/>
              </a:lnSpc>
              <a:spcAft>
                <a:spcPts val="600"/>
              </a:spcAft>
              <a:buClrTx/>
              <a:buFontTx/>
              <a:buNone/>
            </a:pPr>
            <a:r>
              <a:rPr lang="en-US" altLang="en-US" dirty="0">
                <a:latin typeface="Comic Sans MS" panose="030F0702030302020204" pitchFamily="66" charset="0"/>
                <a:cs typeface="Arial" panose="020B0604020202020204" pitchFamily="34" charset="0"/>
              </a:rPr>
              <a:t>Installs the packaged artifact into the local Maven repository, making it available for other local projects to use as a dependency .</a:t>
            </a:r>
          </a:p>
          <a:p>
            <a:pPr marL="0" indent="0">
              <a:spcAft>
                <a:spcPts val="600"/>
              </a:spcAft>
              <a:buClrTx/>
              <a:buFontTx/>
              <a:buNone/>
            </a:pPr>
            <a:endParaRPr lang="en-US" altLang="en-US" dirty="0">
              <a:latin typeface="Comic Sans MS" panose="030F0702030302020204" pitchFamily="66" charset="0"/>
              <a:cs typeface="Arial" panose="020B0604020202020204" pitchFamily="34" charset="0"/>
            </a:endParaRPr>
          </a:p>
          <a:p>
            <a:pPr marL="0" indent="0">
              <a:spcAft>
                <a:spcPts val="600"/>
              </a:spcAft>
              <a:buClrTx/>
              <a:buNone/>
            </a:pPr>
            <a:endParaRPr lang="en-US" altLang="en-US" dirty="0">
              <a:latin typeface="Comic Sans MS" panose="030F0702030302020204" pitchFamily="66" charset="0"/>
              <a:cs typeface="Arial" panose="020B0604020202020204" pitchFamily="34" charset="0"/>
            </a:endParaRPr>
          </a:p>
        </p:txBody>
      </p:sp>
    </p:spTree>
    <p:extLst>
      <p:ext uri="{BB962C8B-B14F-4D97-AF65-F5344CB8AC3E}">
        <p14:creationId xmlns:p14="http://schemas.microsoft.com/office/powerpoint/2010/main" val="3659556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367B-05D9-4E5C-C8F0-C968F67A4AE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0105A8B-F133-7B1E-4487-1DECD980EBD9}"/>
              </a:ext>
            </a:extLst>
          </p:cNvPr>
          <p:cNvSpPr>
            <a:spLocks noGrp="1"/>
          </p:cNvSpPr>
          <p:nvPr>
            <p:ph type="sldNum" sz="quarter" idx="12"/>
          </p:nvPr>
        </p:nvSpPr>
        <p:spPr/>
        <p:txBody>
          <a:bodyPr/>
          <a:lstStyle/>
          <a:p>
            <a:fld id="{38826FC0-333C-E549-9FA3-0EE43DF298A3}" type="slidenum">
              <a:rPr lang="en-US" smtClean="0"/>
              <a:pPr/>
              <a:t>6</a:t>
            </a:fld>
            <a:endParaRPr lang="en-US"/>
          </a:p>
        </p:txBody>
      </p:sp>
      <p:sp>
        <p:nvSpPr>
          <p:cNvPr id="4" name="Footer Placeholder 3">
            <a:extLst>
              <a:ext uri="{FF2B5EF4-FFF2-40B4-BE49-F238E27FC236}">
                <a16:creationId xmlns:a16="http://schemas.microsoft.com/office/drawing/2014/main" id="{C6347A2F-2E65-C855-C626-0BCDD17916D7}"/>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0E63679D-DBC4-C8FB-662F-0161B1E860C0}"/>
              </a:ext>
            </a:extLst>
          </p:cNvPr>
          <p:cNvSpPr>
            <a:spLocks noGrp="1"/>
          </p:cNvSpPr>
          <p:nvPr>
            <p:ph type="title"/>
          </p:nvPr>
        </p:nvSpPr>
        <p:spPr>
          <a:xfrm>
            <a:off x="457200" y="457200"/>
            <a:ext cx="11277600" cy="332399"/>
          </a:xfrm>
        </p:spPr>
        <p:txBody>
          <a:bodyPr/>
          <a:lstStyle/>
          <a:p>
            <a:r>
              <a:rPr lang="en-US" dirty="0"/>
              <a:t>Maven – Commands:</a:t>
            </a:r>
          </a:p>
        </p:txBody>
      </p:sp>
      <p:sp>
        <p:nvSpPr>
          <p:cNvPr id="8" name="Content Placeholder 6">
            <a:extLst>
              <a:ext uri="{FF2B5EF4-FFF2-40B4-BE49-F238E27FC236}">
                <a16:creationId xmlns:a16="http://schemas.microsoft.com/office/drawing/2014/main" id="{B44048B6-5DF1-C98F-91CD-229D73362D07}"/>
              </a:ext>
            </a:extLst>
          </p:cNvPr>
          <p:cNvSpPr>
            <a:spLocks noGrp="1"/>
          </p:cNvSpPr>
          <p:nvPr>
            <p:ph idx="1"/>
          </p:nvPr>
        </p:nvSpPr>
        <p:spPr>
          <a:xfrm>
            <a:off x="822960" y="1063701"/>
            <a:ext cx="10607040" cy="4409440"/>
          </a:xfrm>
        </p:spPr>
        <p:txBody>
          <a:bodyPr anchor="ctr">
            <a:noAutofit/>
          </a:bodyPr>
          <a:lstStyle/>
          <a:p>
            <a:pPr marL="0" indent="0">
              <a:lnSpc>
                <a:spcPct val="100000"/>
              </a:lnSpc>
              <a:spcAft>
                <a:spcPts val="600"/>
              </a:spcAft>
              <a:buClrTx/>
              <a:buFontTx/>
              <a:buNone/>
            </a:pPr>
            <a:r>
              <a:rPr lang="en-US" altLang="en-US" sz="1500" b="1" dirty="0">
                <a:latin typeface="Comic Sans MS" panose="030F0702030302020204" pitchFamily="66" charset="0"/>
                <a:cs typeface="Arial" panose="020B0604020202020204" pitchFamily="34" charset="0"/>
              </a:rPr>
              <a:t>.</a:t>
            </a:r>
            <a:r>
              <a:rPr lang="en-US" altLang="en-US" sz="1500" b="1" dirty="0" err="1">
                <a:latin typeface="Comic Sans MS" panose="030F0702030302020204" pitchFamily="66" charset="0"/>
                <a:cs typeface="Arial" panose="020B0604020202020204" pitchFamily="34" charset="0"/>
              </a:rPr>
              <a:t>mvn</a:t>
            </a:r>
            <a:r>
              <a:rPr lang="en-US" altLang="en-US" sz="1500" b="1" dirty="0">
                <a:latin typeface="Comic Sans MS" panose="030F0702030302020204" pitchFamily="66" charset="0"/>
                <a:cs typeface="Arial" panose="020B0604020202020204" pitchFamily="34" charset="0"/>
              </a:rPr>
              <a:t> deploy: </a:t>
            </a:r>
          </a:p>
          <a:p>
            <a:pPr marL="0" lvl="0" indent="0" eaLnBrk="0" fontAlgn="base" hangingPunct="0">
              <a:lnSpc>
                <a:spcPct val="100000"/>
              </a:lnSpc>
              <a:spcBef>
                <a:spcPct val="0"/>
              </a:spcBef>
              <a:spcAft>
                <a:spcPct val="0"/>
              </a:spcAft>
              <a:buNone/>
            </a:pPr>
            <a:r>
              <a:rPr lang="en-US" altLang="en-US" sz="1500" dirty="0">
                <a:latin typeface="Comic Sans MS" panose="030F0702030302020204" pitchFamily="66" charset="0"/>
                <a:cs typeface="Arial" panose="020B0604020202020204" pitchFamily="34" charset="0"/>
              </a:rPr>
              <a:t>Deploys the packaged artifact to a remote repository, making it accessible to other developers and projects in a shared environment.</a:t>
            </a:r>
          </a:p>
          <a:p>
            <a:pPr marL="0" lvl="0" indent="0" eaLnBrk="0" fontAlgn="base" hangingPunct="0">
              <a:lnSpc>
                <a:spcPct val="100000"/>
              </a:lnSpc>
              <a:spcBef>
                <a:spcPct val="0"/>
              </a:spcBef>
              <a:spcAft>
                <a:spcPct val="0"/>
              </a:spcAft>
              <a:buNone/>
            </a:pPr>
            <a:endParaRPr lang="en-US" altLang="en-US" sz="1500" dirty="0">
              <a:latin typeface="Comic Sans MS" panose="030F0702030302020204" pitchFamily="66" charset="0"/>
              <a:cs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500" b="1" dirty="0" err="1">
                <a:latin typeface="Comic Sans MS" panose="030F0702030302020204" pitchFamily="66" charset="0"/>
                <a:cs typeface="Arial" panose="020B0604020202020204" pitchFamily="34" charset="0"/>
              </a:rPr>
              <a:t>mvn</a:t>
            </a:r>
            <a:r>
              <a:rPr lang="en-US" altLang="en-US" sz="1500" b="1" dirty="0">
                <a:latin typeface="Comic Sans MS" panose="030F0702030302020204" pitchFamily="66" charset="0"/>
                <a:cs typeface="Arial" panose="020B0604020202020204" pitchFamily="34" charset="0"/>
              </a:rPr>
              <a:t> site: </a:t>
            </a:r>
          </a:p>
          <a:p>
            <a:pPr marL="0" lvl="0" indent="0" eaLnBrk="0" fontAlgn="base" hangingPunct="0">
              <a:lnSpc>
                <a:spcPct val="100000"/>
              </a:lnSpc>
              <a:spcBef>
                <a:spcPct val="0"/>
              </a:spcBef>
              <a:spcAft>
                <a:spcPct val="0"/>
              </a:spcAft>
              <a:buNone/>
            </a:pPr>
            <a:r>
              <a:rPr lang="en-US" altLang="en-US" sz="1500" dirty="0">
                <a:latin typeface="Comic Sans MS" panose="030F0702030302020204" pitchFamily="66" charset="0"/>
                <a:cs typeface="Arial" panose="020B0604020202020204" pitchFamily="34" charset="0"/>
              </a:rPr>
              <a:t>Generates a project website and documentation.</a:t>
            </a:r>
          </a:p>
          <a:p>
            <a:pPr marL="0" lvl="0" indent="0" eaLnBrk="0" fontAlgn="base" hangingPunct="0">
              <a:lnSpc>
                <a:spcPct val="100000"/>
              </a:lnSpc>
              <a:spcBef>
                <a:spcPct val="0"/>
              </a:spcBef>
              <a:spcAft>
                <a:spcPct val="0"/>
              </a:spcAft>
              <a:buNone/>
            </a:pPr>
            <a:endParaRPr lang="en-US" altLang="en-US" sz="1500" dirty="0">
              <a:latin typeface="Comic Sans MS" panose="030F0702030302020204" pitchFamily="66"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sz="1500" b="1" dirty="0" err="1">
                <a:latin typeface="Comic Sans MS" panose="030F0702030302020204" pitchFamily="66" charset="0"/>
                <a:cs typeface="Arial" panose="020B0604020202020204" pitchFamily="34" charset="0"/>
              </a:rPr>
              <a:t>mvn</a:t>
            </a:r>
            <a:r>
              <a:rPr lang="en-US" altLang="en-US" sz="1500" b="1" dirty="0">
                <a:latin typeface="Comic Sans MS" panose="030F0702030302020204" pitchFamily="66" charset="0"/>
                <a:cs typeface="Arial" panose="020B0604020202020204" pitchFamily="34" charset="0"/>
              </a:rPr>
              <a:t> </a:t>
            </a:r>
            <a:r>
              <a:rPr lang="en-US" altLang="en-US" sz="1500" b="1" dirty="0" err="1">
                <a:latin typeface="Comic Sans MS" panose="030F0702030302020204" pitchFamily="66" charset="0"/>
                <a:cs typeface="Arial" panose="020B0604020202020204" pitchFamily="34" charset="0"/>
              </a:rPr>
              <a:t>archetype:generate</a:t>
            </a:r>
            <a:r>
              <a:rPr lang="en-US" altLang="en-US" sz="1500" b="1" dirty="0">
                <a:latin typeface="Comic Sans MS" panose="030F0702030302020204" pitchFamily="66" charset="0"/>
                <a:cs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500" dirty="0">
                <a:latin typeface="Comic Sans MS" panose="030F0702030302020204" pitchFamily="66" charset="0"/>
                <a:cs typeface="Arial" panose="020B0604020202020204" pitchFamily="34" charset="0"/>
              </a:rPr>
              <a:t>Generates a new project from a Maven archetype, which is a project template.</a:t>
            </a:r>
          </a:p>
          <a:p>
            <a:pPr marL="0" lvl="0" indent="0" eaLnBrk="0" fontAlgn="base" hangingPunct="0">
              <a:lnSpc>
                <a:spcPct val="100000"/>
              </a:lnSpc>
              <a:spcBef>
                <a:spcPct val="0"/>
              </a:spcBef>
              <a:spcAft>
                <a:spcPct val="0"/>
              </a:spcAft>
              <a:buNone/>
            </a:pPr>
            <a:endParaRPr lang="en-US" altLang="en-US" sz="1500" dirty="0">
              <a:latin typeface="Comic Sans MS" panose="030F0702030302020204" pitchFamily="66" charset="0"/>
              <a:cs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500" b="1" dirty="0" err="1">
                <a:latin typeface="Comic Sans MS" panose="030F0702030302020204" pitchFamily="66" charset="0"/>
                <a:cs typeface="Arial" panose="020B0604020202020204" pitchFamily="34" charset="0"/>
              </a:rPr>
              <a:t>mvn</a:t>
            </a:r>
            <a:r>
              <a:rPr lang="en-US" altLang="en-US" sz="1500" b="1" dirty="0">
                <a:latin typeface="Comic Sans MS" panose="030F0702030302020204" pitchFamily="66" charset="0"/>
                <a:cs typeface="Arial" panose="020B0604020202020204" pitchFamily="34" charset="0"/>
              </a:rPr>
              <a:t> </a:t>
            </a:r>
            <a:r>
              <a:rPr lang="en-US" altLang="en-US" sz="1500" b="1" dirty="0" err="1">
                <a:latin typeface="Comic Sans MS" panose="030F0702030302020204" pitchFamily="66" charset="0"/>
                <a:cs typeface="Arial" panose="020B0604020202020204" pitchFamily="34" charset="0"/>
              </a:rPr>
              <a:t>dependency:tree</a:t>
            </a:r>
            <a:r>
              <a:rPr lang="en-US" altLang="en-US" sz="1500" b="1" dirty="0">
                <a:latin typeface="Comic Sans MS" panose="030F0702030302020204" pitchFamily="66" charset="0"/>
                <a:cs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500" dirty="0">
                <a:latin typeface="Comic Sans MS" panose="030F0702030302020204" pitchFamily="66" charset="0"/>
                <a:cs typeface="Arial" panose="020B0604020202020204" pitchFamily="34" charset="0"/>
              </a:rPr>
              <a:t>Displays the project's dependency tree, including transitive dependencies, which is useful for debugging dependency conflicts.</a:t>
            </a:r>
          </a:p>
          <a:p>
            <a:pPr marL="0" lvl="0" indent="0" eaLnBrk="0" fontAlgn="base" hangingPunct="0">
              <a:lnSpc>
                <a:spcPct val="100000"/>
              </a:lnSpc>
              <a:spcBef>
                <a:spcPct val="0"/>
              </a:spcBef>
              <a:spcAft>
                <a:spcPct val="0"/>
              </a:spcAft>
              <a:buNone/>
            </a:pPr>
            <a:endParaRPr lang="en-US" altLang="en-US" sz="1500" dirty="0">
              <a:latin typeface="Comic Sans MS" panose="030F0702030302020204" pitchFamily="66" charset="0"/>
              <a:cs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sz="1500" b="1" dirty="0" err="1">
                <a:latin typeface="Comic Sans MS" panose="030F0702030302020204" pitchFamily="66" charset="0"/>
                <a:cs typeface="Arial" panose="020B0604020202020204" pitchFamily="34" charset="0"/>
              </a:rPr>
              <a:t>mvn</a:t>
            </a:r>
            <a:r>
              <a:rPr lang="en-US" altLang="en-US" sz="1500" b="1" dirty="0">
                <a:latin typeface="Comic Sans MS" panose="030F0702030302020204" pitchFamily="66" charset="0"/>
                <a:cs typeface="Arial" panose="020B0604020202020204" pitchFamily="34" charset="0"/>
              </a:rPr>
              <a:t> </a:t>
            </a:r>
            <a:r>
              <a:rPr lang="en-US" altLang="en-US" sz="1500" b="1" dirty="0" err="1">
                <a:latin typeface="Comic Sans MS" panose="030F0702030302020204" pitchFamily="66" charset="0"/>
                <a:cs typeface="Arial" panose="020B0604020202020204" pitchFamily="34" charset="0"/>
              </a:rPr>
              <a:t>help:effective-pom</a:t>
            </a:r>
            <a:r>
              <a:rPr lang="en-US" altLang="en-US" sz="1500" b="1" dirty="0">
                <a:latin typeface="Comic Sans MS" panose="030F0702030302020204" pitchFamily="66" charset="0"/>
                <a:cs typeface="Arial" panose="020B0604020202020204" pitchFamily="34" charset="0"/>
              </a:rPr>
              <a:t>: </a:t>
            </a:r>
          </a:p>
          <a:p>
            <a:pPr marL="0" lvl="0" indent="0" eaLnBrk="0" fontAlgn="base" hangingPunct="0">
              <a:lnSpc>
                <a:spcPct val="100000"/>
              </a:lnSpc>
              <a:spcBef>
                <a:spcPct val="0"/>
              </a:spcBef>
              <a:spcAft>
                <a:spcPct val="0"/>
              </a:spcAft>
              <a:buNone/>
            </a:pPr>
            <a:r>
              <a:rPr lang="en-US" altLang="en-US" sz="1500" dirty="0">
                <a:latin typeface="Comic Sans MS" panose="030F0702030302020204" pitchFamily="66" charset="0"/>
                <a:cs typeface="Arial" panose="020B0604020202020204" pitchFamily="34" charset="0"/>
              </a:rPr>
              <a:t>Displays the effective </a:t>
            </a:r>
            <a:r>
              <a:rPr kumimoji="0" lang="en-US" altLang="en-US" sz="1500" b="0" i="0" u="none" strike="noStrike" cap="none" normalizeH="0" baseline="0" dirty="0">
                <a:ln>
                  <a:noFill/>
                </a:ln>
                <a:effectLst/>
                <a:latin typeface="Comic Sans MS" panose="030F0702030302020204" pitchFamily="66" charset="0"/>
                <a:cs typeface="Arial" panose="020B0604020202020204" pitchFamily="34" charset="0"/>
              </a:rPr>
              <a:t>pom.xml</a:t>
            </a:r>
            <a:r>
              <a:rPr lang="en-US" altLang="en-US" sz="1500" dirty="0">
                <a:latin typeface="Comic Sans MS" panose="030F0702030302020204" pitchFamily="66" charset="0"/>
                <a:cs typeface="Arial" panose="020B0604020202020204" pitchFamily="34" charset="0"/>
              </a:rPr>
              <a:t> after considering inheritance from parent POMs and the Maven Super POM.</a:t>
            </a:r>
            <a:endParaRPr lang="en-IN" sz="1500" dirty="0">
              <a:latin typeface="Comic Sans MS" panose="030F0702030302020204" pitchFamily="66" charset="0"/>
              <a:cs typeface="Arial" panose="020B0604020202020204" pitchFamily="34" charset="0"/>
            </a:endParaRPr>
          </a:p>
        </p:txBody>
      </p:sp>
    </p:spTree>
    <p:extLst>
      <p:ext uri="{BB962C8B-B14F-4D97-AF65-F5344CB8AC3E}">
        <p14:creationId xmlns:p14="http://schemas.microsoft.com/office/powerpoint/2010/main" val="2059513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0EEC0-B7DD-7498-B3DA-EE839883FBA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817A7EC-0818-EB0B-27CC-6AE7CDA372A5}"/>
              </a:ext>
            </a:extLst>
          </p:cNvPr>
          <p:cNvSpPr>
            <a:spLocks noGrp="1"/>
          </p:cNvSpPr>
          <p:nvPr>
            <p:ph type="sldNum" sz="quarter" idx="12"/>
          </p:nvPr>
        </p:nvSpPr>
        <p:spPr/>
        <p:txBody>
          <a:bodyPr/>
          <a:lstStyle/>
          <a:p>
            <a:fld id="{38826FC0-333C-E549-9FA3-0EE43DF298A3}" type="slidenum">
              <a:rPr lang="en-US" smtClean="0"/>
              <a:pPr/>
              <a:t>7</a:t>
            </a:fld>
            <a:endParaRPr lang="en-US"/>
          </a:p>
        </p:txBody>
      </p:sp>
      <p:sp>
        <p:nvSpPr>
          <p:cNvPr id="4" name="Footer Placeholder 3">
            <a:extLst>
              <a:ext uri="{FF2B5EF4-FFF2-40B4-BE49-F238E27FC236}">
                <a16:creationId xmlns:a16="http://schemas.microsoft.com/office/drawing/2014/main" id="{54D22DC0-B655-6F85-8FA6-48A58E5A3335}"/>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00601B73-345E-341F-28C7-EB36D166B639}"/>
              </a:ext>
            </a:extLst>
          </p:cNvPr>
          <p:cNvSpPr>
            <a:spLocks noGrp="1"/>
          </p:cNvSpPr>
          <p:nvPr>
            <p:ph type="title"/>
          </p:nvPr>
        </p:nvSpPr>
        <p:spPr>
          <a:xfrm>
            <a:off x="457200" y="457200"/>
            <a:ext cx="11277600" cy="332399"/>
          </a:xfrm>
        </p:spPr>
        <p:txBody>
          <a:bodyPr/>
          <a:lstStyle/>
          <a:p>
            <a:r>
              <a:rPr lang="en-US" dirty="0"/>
              <a:t>Maven – Commands:</a:t>
            </a:r>
          </a:p>
        </p:txBody>
      </p:sp>
      <p:sp>
        <p:nvSpPr>
          <p:cNvPr id="10" name="TextBox 9">
            <a:extLst>
              <a:ext uri="{FF2B5EF4-FFF2-40B4-BE49-F238E27FC236}">
                <a16:creationId xmlns:a16="http://schemas.microsoft.com/office/drawing/2014/main" id="{C071370D-1896-2725-8A2A-2971A11CC36B}"/>
              </a:ext>
            </a:extLst>
          </p:cNvPr>
          <p:cNvSpPr txBox="1"/>
          <p:nvPr/>
        </p:nvSpPr>
        <p:spPr>
          <a:xfrm>
            <a:off x="822960" y="1262939"/>
            <a:ext cx="9184640" cy="2636812"/>
          </a:xfrm>
          <a:prstGeom prst="rect">
            <a:avLst/>
          </a:prstGeom>
          <a:noFill/>
        </p:spPr>
        <p:txBody>
          <a:bodyPr wrap="square">
            <a:spAutoFit/>
          </a:bodyPr>
          <a:lstStyle/>
          <a:p>
            <a:pPr marL="0" lvl="0" indent="0" eaLnBrk="0" fontAlgn="base" hangingPunct="0">
              <a:lnSpc>
                <a:spcPct val="150000"/>
              </a:lnSpc>
              <a:spcBef>
                <a:spcPct val="0"/>
              </a:spcBef>
              <a:spcAft>
                <a:spcPct val="0"/>
              </a:spcAft>
              <a:buNone/>
            </a:pPr>
            <a:r>
              <a:rPr lang="en-US" altLang="en-US" sz="1600" b="1" dirty="0">
                <a:latin typeface="Comic Sans MS" panose="030F0702030302020204" pitchFamily="66" charset="0"/>
                <a:cs typeface="Arial" panose="020B0604020202020204" pitchFamily="34" charset="0"/>
              </a:rPr>
              <a:t>Combining Commands:</a:t>
            </a:r>
            <a:endParaRPr kumimoji="0" lang="en-US" altLang="en-US" sz="1600" b="1" i="0" u="none" strike="noStrike" cap="none" normalizeH="0" baseline="0" dirty="0">
              <a:ln>
                <a:noFill/>
              </a:ln>
              <a:effectLst/>
              <a:latin typeface="Comic Sans MS" panose="030F0702030302020204" pitchFamily="66" charset="0"/>
              <a:cs typeface="Arial" panose="020B0604020202020204" pitchFamily="34" charset="0"/>
            </a:endParaRPr>
          </a:p>
          <a:p>
            <a:pPr marL="0" lvl="0" indent="0" eaLnBrk="0" fontAlgn="base" hangingPunct="0">
              <a:lnSpc>
                <a:spcPct val="150000"/>
              </a:lnSpc>
              <a:spcBef>
                <a:spcPct val="0"/>
              </a:spcBef>
              <a:spcAft>
                <a:spcPct val="0"/>
              </a:spcAft>
              <a:buNone/>
            </a:pPr>
            <a:r>
              <a:rPr lang="en-US" altLang="en-US" sz="1600" dirty="0">
                <a:latin typeface="Comic Sans MS" panose="030F0702030302020204" pitchFamily="66" charset="0"/>
                <a:cs typeface="Arial" panose="020B0604020202020204" pitchFamily="34" charset="0"/>
              </a:rPr>
              <a:t>Commands can often be combined to execute multiple phases sequentially, for example:</a:t>
            </a:r>
            <a:endParaRPr kumimoji="0" lang="en-US" altLang="en-US" sz="1600" b="0" i="0" u="none" strike="noStrike" cap="none" normalizeH="0" baseline="0" dirty="0">
              <a:ln>
                <a:noFill/>
              </a:ln>
              <a:effectLst/>
              <a:latin typeface="Comic Sans MS" panose="030F0702030302020204" pitchFamily="66" charset="0"/>
              <a:cs typeface="Arial" panose="020B0604020202020204" pitchFamily="34" charset="0"/>
            </a:endParaRPr>
          </a:p>
          <a:p>
            <a:pPr marL="0" lvl="0" indent="0" eaLnBrk="0" fontAlgn="base" hangingPunct="0">
              <a:lnSpc>
                <a:spcPct val="150000"/>
              </a:lnSpc>
              <a:spcBef>
                <a:spcPct val="0"/>
              </a:spcBef>
              <a:spcAft>
                <a:spcPct val="0"/>
              </a:spcAft>
              <a:buFontTx/>
              <a:buChar char="•"/>
            </a:pPr>
            <a:r>
              <a:rPr lang="en-US" altLang="en-US" sz="1600" b="1" dirty="0" err="1">
                <a:latin typeface="Comic Sans MS" panose="030F0702030302020204" pitchFamily="66" charset="0"/>
                <a:cs typeface="Arial" panose="020B0604020202020204" pitchFamily="34" charset="0"/>
              </a:rPr>
              <a:t>mvn</a:t>
            </a:r>
            <a:r>
              <a:rPr lang="en-US" altLang="en-US" sz="1600" b="1" dirty="0">
                <a:latin typeface="Comic Sans MS" panose="030F0702030302020204" pitchFamily="66" charset="0"/>
                <a:cs typeface="Arial" panose="020B0604020202020204" pitchFamily="34" charset="0"/>
              </a:rPr>
              <a:t> clean install: </a:t>
            </a:r>
          </a:p>
          <a:p>
            <a:pPr marL="0" lvl="0" indent="0" eaLnBrk="0" fontAlgn="base" hangingPunct="0">
              <a:lnSpc>
                <a:spcPct val="150000"/>
              </a:lnSpc>
              <a:spcBef>
                <a:spcPct val="0"/>
              </a:spcBef>
              <a:spcAft>
                <a:spcPct val="0"/>
              </a:spcAft>
              <a:buNone/>
            </a:pPr>
            <a:r>
              <a:rPr lang="en-US" altLang="en-US" sz="1600" dirty="0">
                <a:latin typeface="Comic Sans MS" panose="030F0702030302020204" pitchFamily="66" charset="0"/>
                <a:cs typeface="Arial" panose="020B0604020202020204" pitchFamily="34" charset="0"/>
              </a:rPr>
              <a:t>Cleans the project and then installs the packaged artifact into the local repository.</a:t>
            </a:r>
          </a:p>
          <a:p>
            <a:pPr marL="0" lvl="0" indent="0" eaLnBrk="0" fontAlgn="base" hangingPunct="0">
              <a:lnSpc>
                <a:spcPct val="150000"/>
              </a:lnSpc>
              <a:spcBef>
                <a:spcPct val="0"/>
              </a:spcBef>
              <a:spcAft>
                <a:spcPct val="0"/>
              </a:spcAft>
              <a:buFontTx/>
              <a:buChar char="•"/>
            </a:pPr>
            <a:r>
              <a:rPr kumimoji="0" lang="en-US" altLang="en-US" sz="1600" b="1" i="0" u="none" strike="noStrike" cap="none" normalizeH="0" baseline="0" dirty="0" err="1">
                <a:ln>
                  <a:noFill/>
                </a:ln>
                <a:effectLst/>
                <a:latin typeface="Comic Sans MS" panose="030F0702030302020204" pitchFamily="66" charset="0"/>
                <a:cs typeface="Arial" panose="020B0604020202020204" pitchFamily="34" charset="0"/>
              </a:rPr>
              <a:t>mvn</a:t>
            </a:r>
            <a:r>
              <a:rPr kumimoji="0" lang="en-US" altLang="en-US" sz="1600" b="1" i="0" u="none" strike="noStrike" cap="none" normalizeH="0" baseline="0" dirty="0">
                <a:ln>
                  <a:noFill/>
                </a:ln>
                <a:effectLst/>
                <a:latin typeface="Comic Sans MS" panose="030F0702030302020204" pitchFamily="66" charset="0"/>
                <a:cs typeface="Arial" panose="020B0604020202020204" pitchFamily="34" charset="0"/>
              </a:rPr>
              <a:t> clean deploy</a:t>
            </a:r>
            <a:r>
              <a:rPr lang="en-US" altLang="en-US" sz="1600" b="1" dirty="0">
                <a:latin typeface="Comic Sans MS" panose="030F0702030302020204" pitchFamily="66" charset="0"/>
                <a:cs typeface="Arial" panose="020B0604020202020204" pitchFamily="34" charset="0"/>
              </a:rPr>
              <a:t>: </a:t>
            </a:r>
          </a:p>
          <a:p>
            <a:pPr marL="0" lvl="0" indent="0" eaLnBrk="0" fontAlgn="base" hangingPunct="0">
              <a:lnSpc>
                <a:spcPct val="150000"/>
              </a:lnSpc>
              <a:spcBef>
                <a:spcPct val="0"/>
              </a:spcBef>
              <a:spcAft>
                <a:spcPct val="0"/>
              </a:spcAft>
              <a:buNone/>
            </a:pPr>
            <a:r>
              <a:rPr lang="en-US" altLang="en-US" sz="1600" dirty="0">
                <a:latin typeface="Comic Sans MS" panose="030F0702030302020204" pitchFamily="66" charset="0"/>
                <a:cs typeface="Arial" panose="020B0604020202020204" pitchFamily="34" charset="0"/>
              </a:rPr>
              <a:t>Cleans the project and then deploys the packaged artifact to a remote repository.</a:t>
            </a:r>
          </a:p>
          <a:p>
            <a:pPr marL="0" lvl="0" indent="0" eaLnBrk="0" fontAlgn="base" hangingPunct="0">
              <a:lnSpc>
                <a:spcPct val="150000"/>
              </a:lnSpc>
              <a:spcBef>
                <a:spcPct val="0"/>
              </a:spcBef>
              <a:spcAft>
                <a:spcPct val="0"/>
              </a:spcAft>
              <a:buNone/>
            </a:pPr>
            <a:endParaRPr kumimoji="0" lang="en-US" altLang="en-US" sz="1600" b="0" i="0" u="none" strike="noStrike" cap="none" normalizeH="0" baseline="0" dirty="0">
              <a:ln>
                <a:noFill/>
              </a:ln>
              <a:effectLst/>
              <a:latin typeface="Comic Sans MS" panose="030F0702030302020204" pitchFamily="66" charset="0"/>
              <a:cs typeface="Arial" panose="020B0604020202020204" pitchFamily="34" charset="0"/>
            </a:endParaRPr>
          </a:p>
        </p:txBody>
      </p:sp>
    </p:spTree>
    <p:extLst>
      <p:ext uri="{BB962C8B-B14F-4D97-AF65-F5344CB8AC3E}">
        <p14:creationId xmlns:p14="http://schemas.microsoft.com/office/powerpoint/2010/main" val="1766771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19012-C56C-985E-184B-E884552D269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88736B3-6153-5044-1255-21FB6A321FC5}"/>
              </a:ext>
            </a:extLst>
          </p:cNvPr>
          <p:cNvSpPr>
            <a:spLocks noGrp="1"/>
          </p:cNvSpPr>
          <p:nvPr>
            <p:ph type="sldNum" sz="quarter" idx="12"/>
          </p:nvPr>
        </p:nvSpPr>
        <p:spPr/>
        <p:txBody>
          <a:bodyPr/>
          <a:lstStyle/>
          <a:p>
            <a:fld id="{38826FC0-333C-E549-9FA3-0EE43DF298A3}" type="slidenum">
              <a:rPr lang="en-US" smtClean="0"/>
              <a:pPr/>
              <a:t>8</a:t>
            </a:fld>
            <a:endParaRPr lang="en-US"/>
          </a:p>
        </p:txBody>
      </p:sp>
      <p:sp>
        <p:nvSpPr>
          <p:cNvPr id="4" name="Footer Placeholder 3">
            <a:extLst>
              <a:ext uri="{FF2B5EF4-FFF2-40B4-BE49-F238E27FC236}">
                <a16:creationId xmlns:a16="http://schemas.microsoft.com/office/drawing/2014/main" id="{91319BEA-4AAD-55B9-3687-0F62C46AEB64}"/>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54AE70B8-0E3E-CCF5-A821-0BA517255F5E}"/>
              </a:ext>
            </a:extLst>
          </p:cNvPr>
          <p:cNvSpPr>
            <a:spLocks noGrp="1"/>
          </p:cNvSpPr>
          <p:nvPr>
            <p:ph type="title"/>
          </p:nvPr>
        </p:nvSpPr>
        <p:spPr>
          <a:xfrm>
            <a:off x="457200" y="457200"/>
            <a:ext cx="11277600" cy="332399"/>
          </a:xfrm>
        </p:spPr>
        <p:txBody>
          <a:bodyPr/>
          <a:lstStyle/>
          <a:p>
            <a:r>
              <a:rPr lang="en-US" dirty="0"/>
              <a:t>Jenkins</a:t>
            </a:r>
          </a:p>
        </p:txBody>
      </p:sp>
      <p:sp>
        <p:nvSpPr>
          <p:cNvPr id="3" name="Content Placeholder 2">
            <a:extLst>
              <a:ext uri="{FF2B5EF4-FFF2-40B4-BE49-F238E27FC236}">
                <a16:creationId xmlns:a16="http://schemas.microsoft.com/office/drawing/2014/main" id="{CDC7A41D-5B9C-7EF4-A11B-449BA653EB7C}"/>
              </a:ext>
            </a:extLst>
          </p:cNvPr>
          <p:cNvSpPr>
            <a:spLocks noGrp="1"/>
          </p:cNvSpPr>
          <p:nvPr>
            <p:ph idx="1"/>
          </p:nvPr>
        </p:nvSpPr>
        <p:spPr>
          <a:xfrm>
            <a:off x="1137033" y="1636312"/>
            <a:ext cx="5328333" cy="4764487"/>
          </a:xfrm>
        </p:spPr>
        <p:txBody>
          <a:bodyPr>
            <a:noAutofit/>
          </a:bodyPr>
          <a:lstStyle/>
          <a:p>
            <a:pPr>
              <a:lnSpc>
                <a:spcPct val="170000"/>
              </a:lnSpc>
            </a:pPr>
            <a:r>
              <a:rPr lang="en-US" sz="1800" dirty="0">
                <a:latin typeface="Comic Sans MS" panose="030F0702030302020204" pitchFamily="66" charset="0"/>
              </a:rPr>
              <a:t>Jenkins is an open-source automation server widely used for enabling Continuous Integration (CI) and Continuous Delivery (CD) in software development, including the automation of testing.</a:t>
            </a:r>
          </a:p>
          <a:p>
            <a:pPr>
              <a:lnSpc>
                <a:spcPct val="170000"/>
              </a:lnSpc>
            </a:pPr>
            <a:r>
              <a:rPr lang="en-IN" sz="1800" dirty="0">
                <a:latin typeface="Comic Sans MS" panose="030F0702030302020204" pitchFamily="66" charset="0"/>
              </a:rPr>
              <a:t>Core Components and Stages:</a:t>
            </a:r>
          </a:p>
          <a:p>
            <a:pPr lvl="1">
              <a:lnSpc>
                <a:spcPct val="170000"/>
              </a:lnSpc>
            </a:pPr>
            <a:r>
              <a:rPr lang="en-IN" sz="1800" dirty="0">
                <a:latin typeface="Comic Sans MS" panose="030F0702030302020204" pitchFamily="66" charset="0"/>
              </a:rPr>
              <a:t>Continuous Integration</a:t>
            </a:r>
          </a:p>
          <a:p>
            <a:pPr lvl="1">
              <a:lnSpc>
                <a:spcPct val="170000"/>
              </a:lnSpc>
            </a:pPr>
            <a:r>
              <a:rPr lang="en-IN" sz="1800" dirty="0">
                <a:latin typeface="Comic Sans MS" panose="030F0702030302020204" pitchFamily="66" charset="0"/>
              </a:rPr>
              <a:t>Continuous Delivery/Continuous Deployment</a:t>
            </a:r>
          </a:p>
          <a:p>
            <a:pPr>
              <a:lnSpc>
                <a:spcPct val="170000"/>
              </a:lnSpc>
            </a:pPr>
            <a:r>
              <a:rPr lang="en-IN" sz="1800" dirty="0">
                <a:solidFill>
                  <a:srgbClr val="00B0F0"/>
                </a:solidFill>
                <a:latin typeface="Comic Sans MS" panose="030F0702030302020204" pitchFamily="66" charset="0"/>
              </a:rPr>
              <a:t>https://www.jenkins.io/</a:t>
            </a:r>
          </a:p>
        </p:txBody>
      </p:sp>
      <p:pic>
        <p:nvPicPr>
          <p:cNvPr id="5" name="Picture 4">
            <a:extLst>
              <a:ext uri="{FF2B5EF4-FFF2-40B4-BE49-F238E27FC236}">
                <a16:creationId xmlns:a16="http://schemas.microsoft.com/office/drawing/2014/main" id="{0B545CA6-78FB-5C3A-6C23-E628BDB2A488}"/>
              </a:ext>
            </a:extLst>
          </p:cNvPr>
          <p:cNvPicPr>
            <a:picLocks noChangeAspect="1"/>
          </p:cNvPicPr>
          <p:nvPr/>
        </p:nvPicPr>
        <p:blipFill>
          <a:blip r:embed="rId3"/>
          <a:stretch>
            <a:fillRect/>
          </a:stretch>
        </p:blipFill>
        <p:spPr>
          <a:xfrm>
            <a:off x="6465367" y="1962733"/>
            <a:ext cx="4788505" cy="3082677"/>
          </a:xfrm>
          <a:prstGeom prst="rect">
            <a:avLst/>
          </a:prstGeom>
        </p:spPr>
      </p:pic>
    </p:spTree>
    <p:extLst>
      <p:ext uri="{BB962C8B-B14F-4D97-AF65-F5344CB8AC3E}">
        <p14:creationId xmlns:p14="http://schemas.microsoft.com/office/powerpoint/2010/main" val="86755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46305-6F5C-79E7-C5AB-ECDB703A2C8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911FF1B-F0A2-2C43-4E69-9F6BFDA768D7}"/>
              </a:ext>
            </a:extLst>
          </p:cNvPr>
          <p:cNvSpPr>
            <a:spLocks noGrp="1"/>
          </p:cNvSpPr>
          <p:nvPr>
            <p:ph type="sldNum" sz="quarter" idx="12"/>
          </p:nvPr>
        </p:nvSpPr>
        <p:spPr/>
        <p:txBody>
          <a:bodyPr/>
          <a:lstStyle/>
          <a:p>
            <a:fld id="{38826FC0-333C-E549-9FA3-0EE43DF298A3}" type="slidenum">
              <a:rPr lang="en-US" smtClean="0"/>
              <a:pPr/>
              <a:t>9</a:t>
            </a:fld>
            <a:endParaRPr lang="en-US"/>
          </a:p>
        </p:txBody>
      </p:sp>
      <p:sp>
        <p:nvSpPr>
          <p:cNvPr id="4" name="Footer Placeholder 3">
            <a:extLst>
              <a:ext uri="{FF2B5EF4-FFF2-40B4-BE49-F238E27FC236}">
                <a16:creationId xmlns:a16="http://schemas.microsoft.com/office/drawing/2014/main" id="{AB85D833-A189-5C58-0037-F80DFB06FA71}"/>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2EE438C8-E1C4-DDE2-3430-FD08A3B8888E}"/>
              </a:ext>
            </a:extLst>
          </p:cNvPr>
          <p:cNvSpPr>
            <a:spLocks noGrp="1"/>
          </p:cNvSpPr>
          <p:nvPr>
            <p:ph type="title"/>
          </p:nvPr>
        </p:nvSpPr>
        <p:spPr>
          <a:xfrm>
            <a:off x="457200" y="457200"/>
            <a:ext cx="11277600" cy="332399"/>
          </a:xfrm>
        </p:spPr>
        <p:txBody>
          <a:bodyPr/>
          <a:lstStyle/>
          <a:p>
            <a:r>
              <a:rPr lang="en-US" dirty="0"/>
              <a:t>Jenkins – CI Integration</a:t>
            </a:r>
          </a:p>
        </p:txBody>
      </p:sp>
      <p:sp>
        <p:nvSpPr>
          <p:cNvPr id="9" name="Content Placeholder 2">
            <a:extLst>
              <a:ext uri="{FF2B5EF4-FFF2-40B4-BE49-F238E27FC236}">
                <a16:creationId xmlns:a16="http://schemas.microsoft.com/office/drawing/2014/main" id="{2242DDE4-CC1D-9495-8DDD-D89A8D3CE1A4}"/>
              </a:ext>
            </a:extLst>
          </p:cNvPr>
          <p:cNvSpPr>
            <a:spLocks noGrp="1"/>
          </p:cNvSpPr>
          <p:nvPr>
            <p:ph idx="1"/>
          </p:nvPr>
        </p:nvSpPr>
        <p:spPr>
          <a:xfrm>
            <a:off x="1188720" y="1780200"/>
            <a:ext cx="9814560" cy="3398520"/>
          </a:xfrm>
        </p:spPr>
        <p:txBody>
          <a:bodyPr anchor="ctr">
            <a:normAutofit/>
          </a:bodyPr>
          <a:lstStyle/>
          <a:p>
            <a:pPr>
              <a:lnSpc>
                <a:spcPct val="150000"/>
              </a:lnSpc>
            </a:pPr>
            <a:r>
              <a:rPr lang="en-US" sz="1800" b="1" dirty="0">
                <a:latin typeface="Comic Sans MS" panose="030F0702030302020204" pitchFamily="66" charset="0"/>
              </a:rPr>
              <a:t>Source Code Management (SCM) Integration:</a:t>
            </a:r>
            <a:r>
              <a:rPr lang="en-US" sz="1800" dirty="0">
                <a:latin typeface="Comic Sans MS" panose="030F0702030302020204" pitchFamily="66" charset="0"/>
              </a:rPr>
              <a:t> Jenkins monitors a version control system (e.g., Git) for new code commits.</a:t>
            </a:r>
          </a:p>
          <a:p>
            <a:pPr>
              <a:lnSpc>
                <a:spcPct val="150000"/>
              </a:lnSpc>
            </a:pPr>
            <a:r>
              <a:rPr lang="en-US" sz="1800" b="1" dirty="0">
                <a:latin typeface="Comic Sans MS" panose="030F0702030302020204" pitchFamily="66" charset="0"/>
              </a:rPr>
              <a:t>Build:</a:t>
            </a:r>
            <a:r>
              <a:rPr lang="en-US" sz="1800" dirty="0">
                <a:latin typeface="Comic Sans MS" panose="030F0702030302020204" pitchFamily="66" charset="0"/>
              </a:rPr>
              <a:t> When changes are detected, Jenkins automatically builds the application, compiling code and resolving dependencies.</a:t>
            </a:r>
          </a:p>
          <a:p>
            <a:pPr>
              <a:lnSpc>
                <a:spcPct val="150000"/>
              </a:lnSpc>
            </a:pPr>
            <a:r>
              <a:rPr lang="en-US" sz="1800" b="1" dirty="0">
                <a:latin typeface="Comic Sans MS" panose="030F0702030302020204" pitchFamily="66" charset="0"/>
              </a:rPr>
              <a:t>Automated Testing:</a:t>
            </a:r>
            <a:r>
              <a:rPr lang="en-US" sz="1800" dirty="0">
                <a:latin typeface="Comic Sans MS" panose="030F0702030302020204" pitchFamily="66" charset="0"/>
              </a:rPr>
              <a:t> Unit tests, integration tests, and other automated tests are executed to ensure code quality and identify issues early.</a:t>
            </a:r>
          </a:p>
          <a:p>
            <a:pPr>
              <a:lnSpc>
                <a:spcPct val="150000"/>
              </a:lnSpc>
            </a:pPr>
            <a:endParaRPr lang="en-IN" sz="1800" dirty="0">
              <a:latin typeface="Comic Sans MS" panose="030F0702030302020204" pitchFamily="66" charset="0"/>
            </a:endParaRPr>
          </a:p>
        </p:txBody>
      </p:sp>
    </p:spTree>
    <p:extLst>
      <p:ext uri="{BB962C8B-B14F-4D97-AF65-F5344CB8AC3E}">
        <p14:creationId xmlns:p14="http://schemas.microsoft.com/office/powerpoint/2010/main" val="1672753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6690C-C187-5EEC-292A-2560240C395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9A607B-609F-B024-0901-4576722096C5}"/>
              </a:ext>
            </a:extLst>
          </p:cNvPr>
          <p:cNvSpPr>
            <a:spLocks noGrp="1"/>
          </p:cNvSpPr>
          <p:nvPr>
            <p:ph type="sldNum" sz="quarter" idx="12"/>
          </p:nvPr>
        </p:nvSpPr>
        <p:spPr/>
        <p:txBody>
          <a:bodyPr/>
          <a:lstStyle/>
          <a:p>
            <a:fld id="{38826FC0-333C-E549-9FA3-0EE43DF298A3}" type="slidenum">
              <a:rPr lang="en-US" smtClean="0"/>
              <a:pPr/>
              <a:t>10</a:t>
            </a:fld>
            <a:endParaRPr lang="en-US"/>
          </a:p>
        </p:txBody>
      </p:sp>
      <p:sp>
        <p:nvSpPr>
          <p:cNvPr id="4" name="Footer Placeholder 3">
            <a:extLst>
              <a:ext uri="{FF2B5EF4-FFF2-40B4-BE49-F238E27FC236}">
                <a16:creationId xmlns:a16="http://schemas.microsoft.com/office/drawing/2014/main" id="{EA1CE46A-0A6F-FD2B-FBC2-C3DD0DBAA41C}"/>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89915BCF-B1D0-894D-D30B-C75FF17FB54A}"/>
              </a:ext>
            </a:extLst>
          </p:cNvPr>
          <p:cNvSpPr>
            <a:spLocks noGrp="1"/>
          </p:cNvSpPr>
          <p:nvPr>
            <p:ph type="title"/>
          </p:nvPr>
        </p:nvSpPr>
        <p:spPr>
          <a:xfrm>
            <a:off x="457200" y="457200"/>
            <a:ext cx="11277600" cy="332399"/>
          </a:xfrm>
        </p:spPr>
        <p:txBody>
          <a:bodyPr/>
          <a:lstStyle/>
          <a:p>
            <a:r>
              <a:rPr lang="en-US" dirty="0"/>
              <a:t>Jenkins – Continuous Delivery (CD) / Continuous Deployment (CD):</a:t>
            </a:r>
          </a:p>
        </p:txBody>
      </p:sp>
      <p:sp>
        <p:nvSpPr>
          <p:cNvPr id="6" name="Rectangle 1">
            <a:extLst>
              <a:ext uri="{FF2B5EF4-FFF2-40B4-BE49-F238E27FC236}">
                <a16:creationId xmlns:a16="http://schemas.microsoft.com/office/drawing/2014/main" id="{66C2631E-30EA-43FD-167B-F04766BF574F}"/>
              </a:ext>
            </a:extLst>
          </p:cNvPr>
          <p:cNvSpPr>
            <a:spLocks noGrp="1" noChangeArrowheads="1"/>
          </p:cNvSpPr>
          <p:nvPr>
            <p:ph idx="1"/>
          </p:nvPr>
        </p:nvSpPr>
        <p:spPr bwMode="auto">
          <a:xfrm>
            <a:off x="914400" y="1768984"/>
            <a:ext cx="9347200" cy="332003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50784" rIns="0" bIns="126960" numCol="1" anchor="ctr" anchorCtr="0" compatLnSpc="1">
            <a:prstTxWarp prst="textNoShape">
              <a:avLst/>
            </a:prstTxWarp>
            <a:noAutofit/>
          </a:bodyPr>
          <a:lstStyle/>
          <a:p>
            <a:pPr marL="0" lvl="0" indent="0" defTabSz="914400" eaLnBrk="0" fontAlgn="base" hangingPunct="0">
              <a:lnSpc>
                <a:spcPct val="150000"/>
              </a:lnSpc>
              <a:spcBef>
                <a:spcPct val="0"/>
              </a:spcBef>
              <a:spcAft>
                <a:spcPts val="600"/>
              </a:spcAft>
              <a:buClrTx/>
              <a:buSzTx/>
              <a:buNone/>
            </a:pPr>
            <a:r>
              <a:rPr lang="en-US" altLang="en-US" sz="1800" b="1" dirty="0">
                <a:latin typeface="Comic Sans MS" panose="030F0702030302020204" pitchFamily="66" charset="0"/>
              </a:rPr>
              <a:t>Packaging</a:t>
            </a:r>
            <a:r>
              <a:rPr lang="en-US" altLang="en-US" sz="1800" dirty="0">
                <a:latin typeface="Comic Sans MS" panose="030F0702030302020204" pitchFamily="66" charset="0"/>
              </a:rPr>
              <a:t>: The built application is packaged into deployable artifacts (e.g., JAR, WAR, Docker image).</a:t>
            </a:r>
          </a:p>
          <a:p>
            <a:pPr marL="0" lvl="0" indent="0" defTabSz="914400" eaLnBrk="0" fontAlgn="base" hangingPunct="0">
              <a:lnSpc>
                <a:spcPct val="150000"/>
              </a:lnSpc>
              <a:spcBef>
                <a:spcPct val="0"/>
              </a:spcBef>
              <a:spcAft>
                <a:spcPts val="600"/>
              </a:spcAft>
              <a:buClrTx/>
              <a:buSzTx/>
              <a:buNone/>
            </a:pPr>
            <a:r>
              <a:rPr lang="en-US" altLang="en-US" sz="1800" b="1" dirty="0">
                <a:latin typeface="Comic Sans MS" panose="030F0702030302020204" pitchFamily="66" charset="0"/>
              </a:rPr>
              <a:t>Deployment to Environments</a:t>
            </a:r>
            <a:r>
              <a:rPr lang="en-US" altLang="en-US" sz="1800" dirty="0">
                <a:latin typeface="Comic Sans MS" panose="030F0702030302020204" pitchFamily="66" charset="0"/>
              </a:rPr>
              <a:t>: The packaged application is deployed to various environments, such as development, staging, and production.</a:t>
            </a:r>
          </a:p>
          <a:p>
            <a:pPr marL="0" lvl="0" indent="0" defTabSz="914400" eaLnBrk="0" fontAlgn="base" hangingPunct="0">
              <a:lnSpc>
                <a:spcPct val="150000"/>
              </a:lnSpc>
              <a:spcBef>
                <a:spcPct val="0"/>
              </a:spcBef>
              <a:spcAft>
                <a:spcPts val="600"/>
              </a:spcAft>
              <a:buClrTx/>
              <a:buSzTx/>
              <a:buNone/>
            </a:pPr>
            <a:r>
              <a:rPr lang="en-US" altLang="en-US" sz="1800" b="1" dirty="0">
                <a:latin typeface="Comic Sans MS" panose="030F0702030302020204" pitchFamily="66" charset="0"/>
              </a:rPr>
              <a:t>Continuous Delivery</a:t>
            </a:r>
            <a:r>
              <a:rPr lang="en-US" altLang="en-US" sz="1800" dirty="0">
                <a:latin typeface="Comic Sans MS" panose="030F0702030302020204" pitchFamily="66" charset="0"/>
              </a:rPr>
              <a:t>: Automates the process up to the point of deployment, requiring manual approval for production deployments.</a:t>
            </a:r>
          </a:p>
          <a:p>
            <a:pPr marL="0" lvl="0" indent="0" defTabSz="914400" eaLnBrk="0" fontAlgn="base" hangingPunct="0">
              <a:lnSpc>
                <a:spcPct val="150000"/>
              </a:lnSpc>
              <a:spcBef>
                <a:spcPct val="0"/>
              </a:spcBef>
              <a:spcAft>
                <a:spcPts val="600"/>
              </a:spcAft>
              <a:buClrTx/>
              <a:buSzTx/>
              <a:buNone/>
            </a:pPr>
            <a:r>
              <a:rPr lang="en-US" altLang="en-US" sz="1800" b="1" dirty="0">
                <a:latin typeface="Comic Sans MS" panose="030F0702030302020204" pitchFamily="66" charset="0"/>
              </a:rPr>
              <a:t>Continuous Deployment: </a:t>
            </a:r>
            <a:r>
              <a:rPr lang="en-US" altLang="en-US" sz="1800" dirty="0">
                <a:latin typeface="Comic Sans MS" panose="030F0702030302020204" pitchFamily="66" charset="0"/>
              </a:rPr>
              <a:t>Automates the entire process, including deployment to production, without manual intervention.</a:t>
            </a:r>
            <a:endParaRPr kumimoji="0" lang="en-US" altLang="en-US" sz="1800" b="0" i="0" u="none" strike="noStrike" cap="none" normalizeH="0" baseline="0" dirty="0">
              <a:ln>
                <a:noFill/>
              </a:ln>
              <a:effectLst/>
              <a:latin typeface="Comic Sans MS" panose="030F0702030302020204" pitchFamily="66" charset="0"/>
            </a:endParaRPr>
          </a:p>
        </p:txBody>
      </p:sp>
    </p:spTree>
    <p:extLst>
      <p:ext uri="{BB962C8B-B14F-4D97-AF65-F5344CB8AC3E}">
        <p14:creationId xmlns:p14="http://schemas.microsoft.com/office/powerpoint/2010/main" val="60849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F000-3AD8-6A3D-89F5-B2EF1E9A934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83BFAB8-6078-4960-A5FF-43593729AA44}"/>
              </a:ext>
            </a:extLst>
          </p:cNvPr>
          <p:cNvSpPr>
            <a:spLocks noGrp="1"/>
          </p:cNvSpPr>
          <p:nvPr>
            <p:ph type="sldNum" sz="quarter" idx="12"/>
          </p:nvPr>
        </p:nvSpPr>
        <p:spPr/>
        <p:txBody>
          <a:bodyPr/>
          <a:lstStyle/>
          <a:p>
            <a:fld id="{38826FC0-333C-E549-9FA3-0EE43DF298A3}" type="slidenum">
              <a:rPr lang="en-US" smtClean="0"/>
              <a:pPr/>
              <a:t>11</a:t>
            </a:fld>
            <a:endParaRPr lang="en-US"/>
          </a:p>
        </p:txBody>
      </p:sp>
      <p:sp>
        <p:nvSpPr>
          <p:cNvPr id="4" name="Footer Placeholder 3">
            <a:extLst>
              <a:ext uri="{FF2B5EF4-FFF2-40B4-BE49-F238E27FC236}">
                <a16:creationId xmlns:a16="http://schemas.microsoft.com/office/drawing/2014/main" id="{40AD8165-55C8-A720-4F07-C567C5EB1D92}"/>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B0A149D5-CAF4-8C71-8918-E14A033D7891}"/>
              </a:ext>
            </a:extLst>
          </p:cNvPr>
          <p:cNvSpPr>
            <a:spLocks noGrp="1"/>
          </p:cNvSpPr>
          <p:nvPr>
            <p:ph type="title"/>
          </p:nvPr>
        </p:nvSpPr>
        <p:spPr>
          <a:xfrm>
            <a:off x="457200" y="457200"/>
            <a:ext cx="11277600" cy="332399"/>
          </a:xfrm>
        </p:spPr>
        <p:txBody>
          <a:bodyPr/>
          <a:lstStyle/>
          <a:p>
            <a:r>
              <a:rPr lang="en-US" dirty="0"/>
              <a:t>Jenkins – Key Features and benefits</a:t>
            </a:r>
          </a:p>
        </p:txBody>
      </p:sp>
      <p:sp>
        <p:nvSpPr>
          <p:cNvPr id="5" name="Rectangle 1">
            <a:extLst>
              <a:ext uri="{FF2B5EF4-FFF2-40B4-BE49-F238E27FC236}">
                <a16:creationId xmlns:a16="http://schemas.microsoft.com/office/drawing/2014/main" id="{E24A20BA-B85C-0688-B122-D59CF42AA752}"/>
              </a:ext>
            </a:extLst>
          </p:cNvPr>
          <p:cNvSpPr>
            <a:spLocks noGrp="1" noChangeArrowheads="1"/>
          </p:cNvSpPr>
          <p:nvPr>
            <p:ph idx="1"/>
          </p:nvPr>
        </p:nvSpPr>
        <p:spPr bwMode="auto">
          <a:xfrm>
            <a:off x="1127760" y="1243982"/>
            <a:ext cx="9123680" cy="4370036"/>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63480" rIns="0" bIns="126960" numCol="1" anchor="ctr"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Comic Sans MS" panose="030F0702030302020204" pitchFamily="66"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Comic Sans MS" panose="030F0702030302020204" pitchFamily="66" charset="0"/>
              </a:rPr>
              <a:t>Automation:</a:t>
            </a:r>
            <a:r>
              <a:rPr kumimoji="0" lang="en-US" altLang="en-US" sz="1800" b="0" i="0" u="none" strike="noStrike" cap="none" normalizeH="0" baseline="0" dirty="0">
                <a:ln>
                  <a:noFill/>
                </a:ln>
                <a:effectLst/>
                <a:latin typeface="Comic Sans MS" panose="030F0702030302020204" pitchFamily="66" charset="0"/>
              </a:rPr>
              <a:t> Automates repetitive tasks, reducing manual effort and human error.</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Comic Sans MS" panose="030F0702030302020204" pitchFamily="66" charset="0"/>
              </a:rPr>
              <a:t>Faster Feedback:</a:t>
            </a:r>
            <a:r>
              <a:rPr kumimoji="0" lang="en-US" altLang="en-US" sz="1800" b="0" i="0" u="none" strike="noStrike" cap="none" normalizeH="0" baseline="0" dirty="0">
                <a:ln>
                  <a:noFill/>
                </a:ln>
                <a:effectLst/>
                <a:latin typeface="Comic Sans MS" panose="030F0702030302020204" pitchFamily="66" charset="0"/>
              </a:rPr>
              <a:t> Provides rapid feedback on code changes, enabling quick identification and resolution of issues.</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Comic Sans MS" panose="030F0702030302020204" pitchFamily="66" charset="0"/>
              </a:rPr>
              <a:t>Improved Code Quality:</a:t>
            </a:r>
            <a:r>
              <a:rPr kumimoji="0" lang="en-US" altLang="en-US" sz="1800" b="0" i="0" u="none" strike="noStrike" cap="none" normalizeH="0" baseline="0" dirty="0">
                <a:ln>
                  <a:noFill/>
                </a:ln>
                <a:effectLst/>
                <a:latin typeface="Comic Sans MS" panose="030F0702030302020204" pitchFamily="66" charset="0"/>
              </a:rPr>
              <a:t> Enforces automated testing and integration, leading to higher-quality software.</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Comic Sans MS" panose="030F0702030302020204" pitchFamily="66" charset="0"/>
              </a:rPr>
              <a:t>Faster Release Cycles:</a:t>
            </a:r>
            <a:r>
              <a:rPr kumimoji="0" lang="en-US" altLang="en-US" sz="1800" b="0" i="0" u="none" strike="noStrike" cap="none" normalizeH="0" baseline="0" dirty="0">
                <a:ln>
                  <a:noFill/>
                </a:ln>
                <a:effectLst/>
                <a:latin typeface="Comic Sans MS" panose="030F0702030302020204" pitchFamily="66" charset="0"/>
              </a:rPr>
              <a:t> Accelerates the delivery of new features and bug fixes to users.</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Comic Sans MS" panose="030F0702030302020204" pitchFamily="66" charset="0"/>
              </a:rPr>
              <a:t>Traceability:</a:t>
            </a:r>
            <a:r>
              <a:rPr kumimoji="0" lang="en-US" altLang="en-US" sz="1800" b="0" i="0" u="none" strike="noStrike" cap="none" normalizeH="0" baseline="0" dirty="0">
                <a:ln>
                  <a:noFill/>
                </a:ln>
                <a:effectLst/>
                <a:latin typeface="Comic Sans MS" panose="030F0702030302020204" pitchFamily="66" charset="0"/>
              </a:rPr>
              <a:t> Provides a clear audit trail of changes and deployments.</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Comic Sans MS" panose="030F0702030302020204" pitchFamily="66" charset="0"/>
              </a:rPr>
              <a:t>Flexibility:</a:t>
            </a:r>
            <a:r>
              <a:rPr kumimoji="0" lang="en-US" altLang="en-US" sz="1800" b="0" i="0" u="none" strike="noStrike" cap="none" normalizeH="0" baseline="0" dirty="0">
                <a:ln>
                  <a:noFill/>
                </a:ln>
                <a:effectLst/>
                <a:latin typeface="Comic Sans MS" panose="030F0702030302020204" pitchFamily="66" charset="0"/>
              </a:rPr>
              <a:t> Highly customizable through a rich ecosystem of plugins to integrate with various tools and technologies.</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err="1">
                <a:ln>
                  <a:noFill/>
                </a:ln>
                <a:effectLst/>
                <a:latin typeface="Comic Sans MS" panose="030F0702030302020204" pitchFamily="66" charset="0"/>
              </a:rPr>
              <a:t>Jenkinsfile</a:t>
            </a:r>
            <a:r>
              <a:rPr kumimoji="0" lang="en-US" altLang="en-US" sz="1800" b="1" i="0" u="none" strike="noStrike" cap="none" normalizeH="0" baseline="0" dirty="0">
                <a:ln>
                  <a:noFill/>
                </a:ln>
                <a:effectLst/>
                <a:latin typeface="Comic Sans MS" panose="030F0702030302020204" pitchFamily="66" charset="0"/>
              </a:rPr>
              <a:t>:</a:t>
            </a:r>
            <a:r>
              <a:rPr kumimoji="0" lang="en-US" altLang="en-US" sz="1800" b="0" i="0" u="none" strike="noStrike" cap="none" normalizeH="0" baseline="0" dirty="0">
                <a:ln>
                  <a:noFill/>
                </a:ln>
                <a:effectLst/>
                <a:latin typeface="Comic Sans MS" panose="030F0702030302020204" pitchFamily="66" charset="0"/>
              </a:rPr>
              <a:t> Pipelines can be defined as code using a </a:t>
            </a:r>
            <a:r>
              <a:rPr kumimoji="0" lang="en-US" altLang="en-US" sz="1800" b="0" i="0" u="none" strike="noStrike" cap="none" normalizeH="0" baseline="0" dirty="0" err="1">
                <a:ln>
                  <a:noFill/>
                </a:ln>
                <a:effectLst/>
                <a:latin typeface="Comic Sans MS" panose="030F0702030302020204" pitchFamily="66" charset="0"/>
                <a:cs typeface="Courier New" panose="02070309020205020404" pitchFamily="49" charset="0"/>
              </a:rPr>
              <a:t>Jenkinsfile</a:t>
            </a:r>
            <a:r>
              <a:rPr kumimoji="0" lang="en-US" altLang="en-US" sz="1800" b="0" i="0" u="none" strike="noStrike" cap="none" normalizeH="0" baseline="0" dirty="0">
                <a:ln>
                  <a:noFill/>
                </a:ln>
                <a:effectLst/>
                <a:latin typeface="Comic Sans MS" panose="030F0702030302020204" pitchFamily="66" charset="0"/>
              </a:rPr>
              <a:t>, allowing for version control and reusability.</a:t>
            </a: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Comic Sans MS" panose="030F0702030302020204" pitchFamily="66" charset="0"/>
            </a:endParaRPr>
          </a:p>
        </p:txBody>
      </p:sp>
    </p:spTree>
    <p:extLst>
      <p:ext uri="{BB962C8B-B14F-4D97-AF65-F5344CB8AC3E}">
        <p14:creationId xmlns:p14="http://schemas.microsoft.com/office/powerpoint/2010/main" val="1151073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430F7-33D1-3BD0-DE8D-3EEBE2F3862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83D6968-E78D-0428-8DC8-B66423C7B542}"/>
              </a:ext>
            </a:extLst>
          </p:cNvPr>
          <p:cNvSpPr>
            <a:spLocks noGrp="1"/>
          </p:cNvSpPr>
          <p:nvPr>
            <p:ph type="sldNum" sz="quarter" idx="12"/>
          </p:nvPr>
        </p:nvSpPr>
        <p:spPr/>
        <p:txBody>
          <a:bodyPr/>
          <a:lstStyle/>
          <a:p>
            <a:fld id="{38826FC0-333C-E549-9FA3-0EE43DF298A3}" type="slidenum">
              <a:rPr lang="en-US" smtClean="0"/>
              <a:pPr/>
              <a:t>12</a:t>
            </a:fld>
            <a:endParaRPr lang="en-US"/>
          </a:p>
        </p:txBody>
      </p:sp>
      <p:sp>
        <p:nvSpPr>
          <p:cNvPr id="4" name="Footer Placeholder 3">
            <a:extLst>
              <a:ext uri="{FF2B5EF4-FFF2-40B4-BE49-F238E27FC236}">
                <a16:creationId xmlns:a16="http://schemas.microsoft.com/office/drawing/2014/main" id="{99265420-48EB-741F-1880-61035BD9B906}"/>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157B9DF2-1985-5B3D-54BB-D56B3F6B9F25}"/>
              </a:ext>
            </a:extLst>
          </p:cNvPr>
          <p:cNvSpPr>
            <a:spLocks noGrp="1"/>
          </p:cNvSpPr>
          <p:nvPr>
            <p:ph type="title"/>
          </p:nvPr>
        </p:nvSpPr>
        <p:spPr>
          <a:xfrm>
            <a:off x="457200" y="457200"/>
            <a:ext cx="11277600" cy="332399"/>
          </a:xfrm>
        </p:spPr>
        <p:txBody>
          <a:bodyPr/>
          <a:lstStyle/>
          <a:p>
            <a:r>
              <a:rPr lang="en-US" dirty="0"/>
              <a:t>Jenkins – How it works?</a:t>
            </a:r>
          </a:p>
        </p:txBody>
      </p:sp>
      <p:sp>
        <p:nvSpPr>
          <p:cNvPr id="5" name="Rectangle 1">
            <a:extLst>
              <a:ext uri="{FF2B5EF4-FFF2-40B4-BE49-F238E27FC236}">
                <a16:creationId xmlns:a16="http://schemas.microsoft.com/office/drawing/2014/main" id="{1F5F8976-EF39-4F9E-885E-DE4D9B1B816B}"/>
              </a:ext>
            </a:extLst>
          </p:cNvPr>
          <p:cNvSpPr>
            <a:spLocks noGrp="1" noChangeArrowheads="1"/>
          </p:cNvSpPr>
          <p:nvPr>
            <p:ph idx="1"/>
          </p:nvPr>
        </p:nvSpPr>
        <p:spPr bwMode="auto">
          <a:xfrm>
            <a:off x="1127760" y="1243982"/>
            <a:ext cx="9123680" cy="4370036"/>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63480" rIns="0" bIns="126960" numCol="1" anchor="ctr"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800" i="0" u="none" strike="noStrike" cap="none" normalizeH="0" baseline="0" dirty="0">
              <a:ln>
                <a:noFill/>
              </a:ln>
              <a:effectLst/>
              <a:latin typeface="Comic Sans MS" panose="030F0702030302020204" pitchFamily="66" charset="0"/>
            </a:endParaRPr>
          </a:p>
          <a:p>
            <a:pPr marL="0" marR="0" lvl="0" indent="0" defTabSz="914400" rtl="0" eaLnBrk="0" fontAlgn="base" latinLnBrk="0" hangingPunct="0">
              <a:spcBef>
                <a:spcPct val="0"/>
              </a:spcBef>
              <a:spcAft>
                <a:spcPts val="600"/>
              </a:spcAft>
              <a:buClrTx/>
              <a:buSzTx/>
              <a:buNone/>
              <a:tabLst/>
            </a:pPr>
            <a:r>
              <a:rPr kumimoji="0" lang="en-US" altLang="en-US" sz="1800" i="0" u="none" strike="noStrike" cap="none" normalizeH="0" baseline="0" dirty="0">
                <a:ln>
                  <a:noFill/>
                </a:ln>
                <a:effectLst/>
                <a:latin typeface="Comic Sans MS" panose="030F0702030302020204" pitchFamily="66" charset="0"/>
              </a:rPr>
              <a:t>A Jenkins pipeline is typically defined using a </a:t>
            </a:r>
            <a:r>
              <a:rPr kumimoji="0" lang="en-US" altLang="en-US" sz="1800" i="0" u="none" strike="noStrike" cap="none" normalizeH="0" baseline="0" dirty="0" err="1">
                <a:ln>
                  <a:noFill/>
                </a:ln>
                <a:effectLst/>
                <a:latin typeface="Comic Sans MS" panose="030F0702030302020204" pitchFamily="66" charset="0"/>
              </a:rPr>
              <a:t>Jenkinsfile</a:t>
            </a:r>
            <a:r>
              <a:rPr kumimoji="0" lang="en-US" altLang="en-US" sz="1800" i="0" u="none" strike="noStrike" cap="none" normalizeH="0" baseline="0" dirty="0">
                <a:ln>
                  <a:noFill/>
                </a:ln>
                <a:effectLst/>
                <a:latin typeface="Comic Sans MS" panose="030F0702030302020204" pitchFamily="66" charset="0"/>
              </a:rPr>
              <a:t>, a Groovy script that specifies the stages and steps of the pipeline. When a change is committed to the SCM, Jenkins triggers the pipeline, which then executes the defined stages sequentially, moving the code through the build, test, and deployment phases.</a:t>
            </a:r>
          </a:p>
          <a:p>
            <a:pPr marL="0" marR="0" lvl="0" indent="0" defTabSz="914400" rtl="0" eaLnBrk="0" fontAlgn="base" latinLnBrk="0" hangingPunct="0">
              <a:spcBef>
                <a:spcPct val="0"/>
              </a:spcBef>
              <a:spcAft>
                <a:spcPts val="600"/>
              </a:spcAft>
              <a:buClrTx/>
              <a:buSzTx/>
              <a:buFontTx/>
              <a:buNone/>
              <a:tabLst/>
            </a:pPr>
            <a:endParaRPr kumimoji="0" lang="en-US" altLang="en-US" sz="1800" i="0" u="none" strike="noStrike" cap="none" normalizeH="0" baseline="0" dirty="0">
              <a:ln>
                <a:noFill/>
              </a:ln>
              <a:effectLst/>
              <a:latin typeface="Comic Sans MS" panose="030F0702030302020204" pitchFamily="66" charset="0"/>
            </a:endParaRPr>
          </a:p>
        </p:txBody>
      </p:sp>
    </p:spTree>
    <p:extLst>
      <p:ext uri="{BB962C8B-B14F-4D97-AF65-F5344CB8AC3E}">
        <p14:creationId xmlns:p14="http://schemas.microsoft.com/office/powerpoint/2010/main" val="1035521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1A209-3059-7932-BA0B-4B8A75BAD29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F044E41-54B4-2014-977F-FDE40C91FB5A}"/>
              </a:ext>
            </a:extLst>
          </p:cNvPr>
          <p:cNvSpPr>
            <a:spLocks noGrp="1"/>
          </p:cNvSpPr>
          <p:nvPr>
            <p:ph type="sldNum" sz="quarter" idx="12"/>
          </p:nvPr>
        </p:nvSpPr>
        <p:spPr/>
        <p:txBody>
          <a:bodyPr/>
          <a:lstStyle/>
          <a:p>
            <a:fld id="{38826FC0-333C-E549-9FA3-0EE43DF298A3}" type="slidenum">
              <a:rPr lang="en-US" smtClean="0"/>
              <a:pPr/>
              <a:t>13</a:t>
            </a:fld>
            <a:endParaRPr lang="en-US"/>
          </a:p>
        </p:txBody>
      </p:sp>
      <p:sp>
        <p:nvSpPr>
          <p:cNvPr id="4" name="Footer Placeholder 3">
            <a:extLst>
              <a:ext uri="{FF2B5EF4-FFF2-40B4-BE49-F238E27FC236}">
                <a16:creationId xmlns:a16="http://schemas.microsoft.com/office/drawing/2014/main" id="{072F5F35-2E8F-2A93-315A-5CF47046E1D5}"/>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D3BAACEC-355C-0973-2220-5A32DF5D26BF}"/>
              </a:ext>
            </a:extLst>
          </p:cNvPr>
          <p:cNvSpPr>
            <a:spLocks noGrp="1"/>
          </p:cNvSpPr>
          <p:nvPr>
            <p:ph type="title"/>
          </p:nvPr>
        </p:nvSpPr>
        <p:spPr>
          <a:xfrm>
            <a:off x="457200" y="457200"/>
            <a:ext cx="11277600" cy="332399"/>
          </a:xfrm>
        </p:spPr>
        <p:txBody>
          <a:bodyPr/>
          <a:lstStyle/>
          <a:p>
            <a:r>
              <a:rPr lang="en-US" dirty="0"/>
              <a:t>Jenkins – How it works?</a:t>
            </a:r>
          </a:p>
        </p:txBody>
      </p:sp>
      <p:pic>
        <p:nvPicPr>
          <p:cNvPr id="5" name="Picture 4">
            <a:extLst>
              <a:ext uri="{FF2B5EF4-FFF2-40B4-BE49-F238E27FC236}">
                <a16:creationId xmlns:a16="http://schemas.microsoft.com/office/drawing/2014/main" id="{0B649B1C-4CE7-B5FF-74F6-E9D3CA80595D}"/>
              </a:ext>
            </a:extLst>
          </p:cNvPr>
          <p:cNvPicPr>
            <a:picLocks noChangeAspect="1"/>
          </p:cNvPicPr>
          <p:nvPr/>
        </p:nvPicPr>
        <p:blipFill>
          <a:blip r:embed="rId3"/>
          <a:stretch>
            <a:fillRect/>
          </a:stretch>
        </p:blipFill>
        <p:spPr>
          <a:xfrm>
            <a:off x="1415143" y="951523"/>
            <a:ext cx="9786257" cy="5551713"/>
          </a:xfrm>
          <a:prstGeom prst="rect">
            <a:avLst/>
          </a:prstGeom>
        </p:spPr>
      </p:pic>
    </p:spTree>
    <p:extLst>
      <p:ext uri="{BB962C8B-B14F-4D97-AF65-F5344CB8AC3E}">
        <p14:creationId xmlns:p14="http://schemas.microsoft.com/office/powerpoint/2010/main" val="3304995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B638A-749D-3049-370B-2D7DEBFB895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77265E0-728A-7E61-62D8-A5F6A5C2108B}"/>
              </a:ext>
            </a:extLst>
          </p:cNvPr>
          <p:cNvSpPr>
            <a:spLocks noGrp="1"/>
          </p:cNvSpPr>
          <p:nvPr>
            <p:ph type="sldNum" sz="quarter" idx="12"/>
          </p:nvPr>
        </p:nvSpPr>
        <p:spPr/>
        <p:txBody>
          <a:bodyPr/>
          <a:lstStyle/>
          <a:p>
            <a:fld id="{38826FC0-333C-E549-9FA3-0EE43DF298A3}" type="slidenum">
              <a:rPr lang="en-US" smtClean="0"/>
              <a:pPr/>
              <a:t>14</a:t>
            </a:fld>
            <a:endParaRPr lang="en-US"/>
          </a:p>
        </p:txBody>
      </p:sp>
      <p:sp>
        <p:nvSpPr>
          <p:cNvPr id="4" name="Footer Placeholder 3">
            <a:extLst>
              <a:ext uri="{FF2B5EF4-FFF2-40B4-BE49-F238E27FC236}">
                <a16:creationId xmlns:a16="http://schemas.microsoft.com/office/drawing/2014/main" id="{9C00C3CB-B254-7D94-27F8-23738A28CD70}"/>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6D6F4A57-6BFB-664C-5C03-29BB4E878085}"/>
              </a:ext>
            </a:extLst>
          </p:cNvPr>
          <p:cNvSpPr>
            <a:spLocks noGrp="1"/>
          </p:cNvSpPr>
          <p:nvPr>
            <p:ph type="title"/>
          </p:nvPr>
        </p:nvSpPr>
        <p:spPr>
          <a:xfrm>
            <a:off x="457200" y="457200"/>
            <a:ext cx="11277600" cy="332399"/>
          </a:xfrm>
        </p:spPr>
        <p:txBody>
          <a:bodyPr/>
          <a:lstStyle/>
          <a:p>
            <a:r>
              <a:rPr lang="en-US" dirty="0"/>
              <a:t>Jenkins – How it works?</a:t>
            </a:r>
          </a:p>
        </p:txBody>
      </p:sp>
      <p:sp>
        <p:nvSpPr>
          <p:cNvPr id="5" name="TextBox 4">
            <a:extLst>
              <a:ext uri="{FF2B5EF4-FFF2-40B4-BE49-F238E27FC236}">
                <a16:creationId xmlns:a16="http://schemas.microsoft.com/office/drawing/2014/main" id="{BB2D041A-FFE1-2700-82AC-6E0366A8C9D3}"/>
              </a:ext>
            </a:extLst>
          </p:cNvPr>
          <p:cNvSpPr txBox="1"/>
          <p:nvPr/>
        </p:nvSpPr>
        <p:spPr>
          <a:xfrm>
            <a:off x="1635760" y="1857216"/>
            <a:ext cx="8707120" cy="1708353"/>
          </a:xfrm>
          <a:prstGeom prst="rect">
            <a:avLst/>
          </a:prstGeom>
          <a:noFill/>
        </p:spPr>
        <p:txBody>
          <a:bodyPr wrap="square">
            <a:spAutoFit/>
          </a:bodyPr>
          <a:lstStyle/>
          <a:p>
            <a:pPr>
              <a:lnSpc>
                <a:spcPct val="150000"/>
              </a:lnSpc>
            </a:pPr>
            <a:r>
              <a:rPr lang="en-US" sz="1800" dirty="0">
                <a:latin typeface="Comic Sans MS" panose="030F0702030302020204" pitchFamily="66" charset="0"/>
              </a:rPr>
              <a:t>Groovy scripts play a significant role in Jenkins, particularly in the context of creating and managing Jenkins Pipelines. Groovy is a dynamic language for the Java platform, and its syntax is similar to Java, making it accessible to Java developers.</a:t>
            </a:r>
            <a:endParaRPr lang="en-IN" sz="1800" dirty="0">
              <a:latin typeface="Comic Sans MS" panose="030F0702030302020204" pitchFamily="66" charset="0"/>
            </a:endParaRPr>
          </a:p>
        </p:txBody>
      </p:sp>
    </p:spTree>
    <p:extLst>
      <p:ext uri="{BB962C8B-B14F-4D97-AF65-F5344CB8AC3E}">
        <p14:creationId xmlns:p14="http://schemas.microsoft.com/office/powerpoint/2010/main" val="2321254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BE38B-38AB-8645-C387-EC2236266C5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6948DCA-949A-4FC6-F385-85FBA396A98C}"/>
              </a:ext>
            </a:extLst>
          </p:cNvPr>
          <p:cNvSpPr>
            <a:spLocks noGrp="1"/>
          </p:cNvSpPr>
          <p:nvPr>
            <p:ph type="sldNum" sz="quarter" idx="12"/>
          </p:nvPr>
        </p:nvSpPr>
        <p:spPr/>
        <p:txBody>
          <a:bodyPr/>
          <a:lstStyle/>
          <a:p>
            <a:fld id="{38826FC0-333C-E549-9FA3-0EE43DF298A3}" type="slidenum">
              <a:rPr lang="en-US" smtClean="0"/>
              <a:pPr/>
              <a:t>15</a:t>
            </a:fld>
            <a:endParaRPr lang="en-US"/>
          </a:p>
        </p:txBody>
      </p:sp>
      <p:sp>
        <p:nvSpPr>
          <p:cNvPr id="4" name="Footer Placeholder 3">
            <a:extLst>
              <a:ext uri="{FF2B5EF4-FFF2-40B4-BE49-F238E27FC236}">
                <a16:creationId xmlns:a16="http://schemas.microsoft.com/office/drawing/2014/main" id="{17AEB93C-D051-9A8B-CBD8-E3214A147263}"/>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CC9C1BBF-F593-C6F4-2E67-246286405049}"/>
              </a:ext>
            </a:extLst>
          </p:cNvPr>
          <p:cNvSpPr>
            <a:spLocks noGrp="1"/>
          </p:cNvSpPr>
          <p:nvPr>
            <p:ph type="title"/>
          </p:nvPr>
        </p:nvSpPr>
        <p:spPr>
          <a:xfrm>
            <a:off x="457200" y="457200"/>
            <a:ext cx="11277600" cy="332399"/>
          </a:xfrm>
        </p:spPr>
        <p:txBody>
          <a:bodyPr/>
          <a:lstStyle/>
          <a:p>
            <a:r>
              <a:rPr lang="en-US" dirty="0"/>
              <a:t>Jenkins – How it works?</a:t>
            </a:r>
          </a:p>
        </p:txBody>
      </p:sp>
      <p:sp>
        <p:nvSpPr>
          <p:cNvPr id="5" name="TextBox 4">
            <a:extLst>
              <a:ext uri="{FF2B5EF4-FFF2-40B4-BE49-F238E27FC236}">
                <a16:creationId xmlns:a16="http://schemas.microsoft.com/office/drawing/2014/main" id="{F7DFB125-C5DB-5E9D-F72B-A803C6AE3928}"/>
              </a:ext>
            </a:extLst>
          </p:cNvPr>
          <p:cNvSpPr txBox="1"/>
          <p:nvPr/>
        </p:nvSpPr>
        <p:spPr>
          <a:xfrm>
            <a:off x="1361440" y="623399"/>
            <a:ext cx="9154160" cy="5570949"/>
          </a:xfrm>
          <a:prstGeom prst="rect">
            <a:avLst/>
          </a:prstGeom>
          <a:noFill/>
        </p:spPr>
        <p:txBody>
          <a:bodyPr wrap="square">
            <a:spAutoFit/>
          </a:bodyPr>
          <a:lstStyle/>
          <a:p>
            <a:pPr lvl="0" eaLnBrk="0" fontAlgn="base" hangingPunct="0">
              <a:lnSpc>
                <a:spcPct val="150000"/>
              </a:lnSpc>
              <a:spcBef>
                <a:spcPct val="0"/>
              </a:spcBef>
              <a:spcAft>
                <a:spcPts val="600"/>
              </a:spcAft>
            </a:pPr>
            <a:endParaRPr lang="en-US" altLang="en-US" dirty="0">
              <a:latin typeface="Comic Sans MS" panose="030F0702030302020204" pitchFamily="66" charset="0"/>
            </a:endParaRPr>
          </a:p>
          <a:p>
            <a:pPr lvl="0" eaLnBrk="0" fontAlgn="base" hangingPunct="0">
              <a:lnSpc>
                <a:spcPct val="150000"/>
              </a:lnSpc>
              <a:spcBef>
                <a:spcPct val="0"/>
              </a:spcBef>
              <a:spcAft>
                <a:spcPts val="600"/>
              </a:spcAft>
              <a:buFontTx/>
              <a:buChar char="•"/>
            </a:pPr>
            <a:r>
              <a:rPr lang="en-US" altLang="en-US" b="1" dirty="0">
                <a:latin typeface="Comic Sans MS" panose="030F0702030302020204" pitchFamily="66" charset="0"/>
                <a:cs typeface="Courier New" panose="02070309020205020404" pitchFamily="49" charset="0"/>
              </a:rPr>
              <a:t>pipeline</a:t>
            </a:r>
            <a:r>
              <a:rPr lang="en-US" altLang="en-US" dirty="0">
                <a:latin typeface="Comic Sans MS" panose="030F0702030302020204" pitchFamily="66" charset="0"/>
                <a:cs typeface="Courier New" panose="02070309020205020404" pitchFamily="49" charset="0"/>
              </a:rPr>
              <a:t> { ... }</a:t>
            </a:r>
            <a:r>
              <a:rPr lang="en-US" altLang="en-US" dirty="0">
                <a:latin typeface="Comic Sans MS" panose="030F0702030302020204" pitchFamily="66" charset="0"/>
              </a:rPr>
              <a:t>: The root block for the entire pipeline.</a:t>
            </a:r>
          </a:p>
          <a:p>
            <a:pPr lvl="0" eaLnBrk="0" fontAlgn="base" hangingPunct="0">
              <a:lnSpc>
                <a:spcPct val="150000"/>
              </a:lnSpc>
              <a:spcBef>
                <a:spcPct val="0"/>
              </a:spcBef>
              <a:spcAft>
                <a:spcPts val="600"/>
              </a:spcAft>
              <a:buFontTx/>
              <a:buChar char="•"/>
            </a:pPr>
            <a:r>
              <a:rPr lang="en-US" altLang="en-US" b="1" dirty="0">
                <a:latin typeface="Comic Sans MS" panose="030F0702030302020204" pitchFamily="66" charset="0"/>
                <a:cs typeface="Courier New" panose="02070309020205020404" pitchFamily="49" charset="0"/>
              </a:rPr>
              <a:t>agent</a:t>
            </a:r>
            <a:r>
              <a:rPr lang="en-US" altLang="en-US" dirty="0">
                <a:latin typeface="Comic Sans MS" panose="030F0702030302020204" pitchFamily="66" charset="0"/>
                <a:cs typeface="Courier New" panose="02070309020205020404" pitchFamily="49" charset="0"/>
              </a:rPr>
              <a:t> { ... }</a:t>
            </a:r>
            <a:r>
              <a:rPr lang="en-US" altLang="en-US" dirty="0">
                <a:latin typeface="Comic Sans MS" panose="030F0702030302020204" pitchFamily="66" charset="0"/>
              </a:rPr>
              <a:t>: Specifies where the pipeline or a specific stage will run (e.g., </a:t>
            </a:r>
            <a:r>
              <a:rPr lang="en-US" altLang="en-US" dirty="0">
                <a:latin typeface="Comic Sans MS" panose="030F0702030302020204" pitchFamily="66" charset="0"/>
                <a:cs typeface="Courier New" panose="02070309020205020404" pitchFamily="49" charset="0"/>
              </a:rPr>
              <a:t>agent any</a:t>
            </a:r>
            <a:r>
              <a:rPr lang="en-US" altLang="en-US" dirty="0">
                <a:latin typeface="Comic Sans MS" panose="030F0702030302020204" pitchFamily="66" charset="0"/>
              </a:rPr>
              <a:t>, </a:t>
            </a:r>
            <a:r>
              <a:rPr lang="en-US" altLang="en-US" dirty="0">
                <a:latin typeface="Comic Sans MS" panose="030F0702030302020204" pitchFamily="66" charset="0"/>
                <a:cs typeface="Courier New" panose="02070309020205020404" pitchFamily="49" charset="0"/>
              </a:rPr>
              <a:t>agent { node { label 'my-agent' } }</a:t>
            </a:r>
            <a:r>
              <a:rPr lang="en-US" altLang="en-US" dirty="0">
                <a:latin typeface="Comic Sans MS" panose="030F0702030302020204" pitchFamily="66" charset="0"/>
              </a:rPr>
              <a:t>).</a:t>
            </a:r>
          </a:p>
          <a:p>
            <a:pPr lvl="0" eaLnBrk="0" fontAlgn="base" hangingPunct="0">
              <a:lnSpc>
                <a:spcPct val="150000"/>
              </a:lnSpc>
              <a:spcBef>
                <a:spcPct val="0"/>
              </a:spcBef>
              <a:spcAft>
                <a:spcPts val="600"/>
              </a:spcAft>
              <a:buFontTx/>
              <a:buChar char="•"/>
            </a:pPr>
            <a:r>
              <a:rPr lang="en-US" altLang="en-US" b="1" dirty="0">
                <a:latin typeface="Comic Sans MS" panose="030F0702030302020204" pitchFamily="66" charset="0"/>
                <a:cs typeface="Courier New" panose="02070309020205020404" pitchFamily="49" charset="0"/>
              </a:rPr>
              <a:t>stages</a:t>
            </a:r>
            <a:r>
              <a:rPr lang="en-US" altLang="en-US" dirty="0">
                <a:latin typeface="Comic Sans MS" panose="030F0702030302020204" pitchFamily="66" charset="0"/>
                <a:cs typeface="Courier New" panose="02070309020205020404" pitchFamily="49" charset="0"/>
              </a:rPr>
              <a:t> { ... }</a:t>
            </a:r>
            <a:r>
              <a:rPr lang="en-US" altLang="en-US" dirty="0">
                <a:latin typeface="Comic Sans MS" panose="030F0702030302020204" pitchFamily="66" charset="0"/>
              </a:rPr>
              <a:t>: Contains one or more </a:t>
            </a:r>
            <a:r>
              <a:rPr lang="en-US" altLang="en-US" dirty="0">
                <a:latin typeface="Comic Sans MS" panose="030F0702030302020204" pitchFamily="66" charset="0"/>
                <a:cs typeface="Courier New" panose="02070309020205020404" pitchFamily="49" charset="0"/>
              </a:rPr>
              <a:t>stage</a:t>
            </a:r>
            <a:r>
              <a:rPr lang="en-US" altLang="en-US" dirty="0">
                <a:latin typeface="Comic Sans MS" panose="030F0702030302020204" pitchFamily="66" charset="0"/>
              </a:rPr>
              <a:t> blocks.</a:t>
            </a:r>
          </a:p>
          <a:p>
            <a:pPr lvl="0" eaLnBrk="0" fontAlgn="base" hangingPunct="0">
              <a:lnSpc>
                <a:spcPct val="150000"/>
              </a:lnSpc>
              <a:spcBef>
                <a:spcPct val="0"/>
              </a:spcBef>
              <a:spcAft>
                <a:spcPts val="600"/>
              </a:spcAft>
              <a:buFontTx/>
              <a:buChar char="•"/>
            </a:pPr>
            <a:r>
              <a:rPr lang="en-US" altLang="en-US" b="1" dirty="0">
                <a:latin typeface="Comic Sans MS" panose="030F0702030302020204" pitchFamily="66" charset="0"/>
                <a:cs typeface="Courier New" panose="02070309020205020404" pitchFamily="49" charset="0"/>
              </a:rPr>
              <a:t>stage</a:t>
            </a:r>
            <a:r>
              <a:rPr lang="en-US" altLang="en-US" dirty="0">
                <a:latin typeface="Comic Sans MS" panose="030F0702030302020204" pitchFamily="66" charset="0"/>
                <a:cs typeface="Courier New" panose="02070309020205020404" pitchFamily="49" charset="0"/>
              </a:rPr>
              <a:t>('Stage Name') { ... }</a:t>
            </a:r>
            <a:r>
              <a:rPr lang="en-US" altLang="en-US" dirty="0">
                <a:latin typeface="Comic Sans MS" panose="030F0702030302020204" pitchFamily="66" charset="0"/>
              </a:rPr>
              <a:t>: Defines a single stage in the pipeline.</a:t>
            </a:r>
          </a:p>
          <a:p>
            <a:pPr lvl="0" eaLnBrk="0" fontAlgn="base" hangingPunct="0">
              <a:lnSpc>
                <a:spcPct val="150000"/>
              </a:lnSpc>
              <a:spcBef>
                <a:spcPct val="0"/>
              </a:spcBef>
              <a:spcAft>
                <a:spcPts val="600"/>
              </a:spcAft>
              <a:buFontTx/>
              <a:buChar char="•"/>
            </a:pPr>
            <a:r>
              <a:rPr lang="en-US" altLang="en-US" b="1" dirty="0">
                <a:latin typeface="Comic Sans MS" panose="030F0702030302020204" pitchFamily="66" charset="0"/>
                <a:cs typeface="Courier New" panose="02070309020205020404" pitchFamily="49" charset="0"/>
              </a:rPr>
              <a:t>steps</a:t>
            </a:r>
            <a:r>
              <a:rPr lang="en-US" altLang="en-US" dirty="0">
                <a:latin typeface="Comic Sans MS" panose="030F0702030302020204" pitchFamily="66" charset="0"/>
                <a:cs typeface="Courier New" panose="02070309020205020404" pitchFamily="49" charset="0"/>
              </a:rPr>
              <a:t> { ... }</a:t>
            </a:r>
            <a:r>
              <a:rPr lang="en-US" altLang="en-US" dirty="0">
                <a:latin typeface="Comic Sans MS" panose="030F0702030302020204" pitchFamily="66" charset="0"/>
              </a:rPr>
              <a:t>: Contains the individual actions to be performed within a stage (e.g., </a:t>
            </a:r>
            <a:r>
              <a:rPr lang="en-US" altLang="en-US" dirty="0" err="1">
                <a:latin typeface="Comic Sans MS" panose="030F0702030302020204" pitchFamily="66" charset="0"/>
                <a:cs typeface="Courier New" panose="02070309020205020404" pitchFamily="49" charset="0"/>
              </a:rPr>
              <a:t>sh</a:t>
            </a:r>
            <a:r>
              <a:rPr lang="en-US" altLang="en-US" dirty="0">
                <a:latin typeface="Comic Sans MS" panose="030F0702030302020204" pitchFamily="66" charset="0"/>
                <a:cs typeface="Courier New" panose="02070309020205020404" pitchFamily="49" charset="0"/>
              </a:rPr>
              <a:t> '</a:t>
            </a:r>
            <a:r>
              <a:rPr lang="en-US" altLang="en-US" dirty="0" err="1">
                <a:latin typeface="Comic Sans MS" panose="030F0702030302020204" pitchFamily="66" charset="0"/>
                <a:cs typeface="Courier New" panose="02070309020205020404" pitchFamily="49" charset="0"/>
              </a:rPr>
              <a:t>mvn</a:t>
            </a:r>
            <a:r>
              <a:rPr lang="en-US" altLang="en-US" dirty="0">
                <a:latin typeface="Comic Sans MS" panose="030F0702030302020204" pitchFamily="66" charset="0"/>
                <a:cs typeface="Courier New" panose="02070309020205020404" pitchFamily="49" charset="0"/>
              </a:rPr>
              <a:t> clean install'</a:t>
            </a:r>
            <a:r>
              <a:rPr lang="en-US" altLang="en-US" dirty="0">
                <a:latin typeface="Comic Sans MS" panose="030F0702030302020204" pitchFamily="66" charset="0"/>
              </a:rPr>
              <a:t>, </a:t>
            </a:r>
            <a:r>
              <a:rPr lang="en-US" altLang="en-US" dirty="0">
                <a:latin typeface="Comic Sans MS" panose="030F0702030302020204" pitchFamily="66" charset="0"/>
                <a:cs typeface="Courier New" panose="02070309020205020404" pitchFamily="49" charset="0"/>
              </a:rPr>
              <a:t>echo 'Hello World'</a:t>
            </a:r>
            <a:r>
              <a:rPr lang="en-US" altLang="en-US" dirty="0">
                <a:latin typeface="Comic Sans MS" panose="030F0702030302020204" pitchFamily="66" charset="0"/>
              </a:rPr>
              <a:t>).</a:t>
            </a:r>
          </a:p>
          <a:p>
            <a:pPr lvl="0" eaLnBrk="0" fontAlgn="base" hangingPunct="0">
              <a:lnSpc>
                <a:spcPct val="150000"/>
              </a:lnSpc>
              <a:spcBef>
                <a:spcPct val="0"/>
              </a:spcBef>
              <a:spcAft>
                <a:spcPts val="600"/>
              </a:spcAft>
              <a:buFontTx/>
              <a:buChar char="•"/>
            </a:pPr>
            <a:r>
              <a:rPr lang="en-US" altLang="en-US" b="1" dirty="0">
                <a:latin typeface="Comic Sans MS" panose="030F0702030302020204" pitchFamily="66" charset="0"/>
                <a:cs typeface="Courier New" panose="02070309020205020404" pitchFamily="49" charset="0"/>
              </a:rPr>
              <a:t>post</a:t>
            </a:r>
            <a:r>
              <a:rPr lang="en-US" altLang="en-US" dirty="0">
                <a:latin typeface="Comic Sans MS" panose="030F0702030302020204" pitchFamily="66" charset="0"/>
                <a:cs typeface="Courier New" panose="02070309020205020404" pitchFamily="49" charset="0"/>
              </a:rPr>
              <a:t> { ... }</a:t>
            </a:r>
            <a:r>
              <a:rPr lang="en-US" altLang="en-US" dirty="0">
                <a:latin typeface="Comic Sans MS" panose="030F0702030302020204" pitchFamily="66" charset="0"/>
              </a:rPr>
              <a:t>: Defines actions to run after a stage or the entire pipeline completes, based on status (e.g., </a:t>
            </a:r>
            <a:r>
              <a:rPr lang="en-US" altLang="en-US" dirty="0">
                <a:latin typeface="Comic Sans MS" panose="030F0702030302020204" pitchFamily="66" charset="0"/>
                <a:cs typeface="Courier New" panose="02070309020205020404" pitchFamily="49" charset="0"/>
              </a:rPr>
              <a:t>always</a:t>
            </a:r>
            <a:r>
              <a:rPr lang="en-US" altLang="en-US" dirty="0">
                <a:latin typeface="Comic Sans MS" panose="030F0702030302020204" pitchFamily="66" charset="0"/>
              </a:rPr>
              <a:t>, </a:t>
            </a:r>
            <a:r>
              <a:rPr lang="en-US" altLang="en-US" dirty="0">
                <a:latin typeface="Comic Sans MS" panose="030F0702030302020204" pitchFamily="66" charset="0"/>
                <a:cs typeface="Courier New" panose="02070309020205020404" pitchFamily="49" charset="0"/>
              </a:rPr>
              <a:t>success</a:t>
            </a:r>
            <a:r>
              <a:rPr lang="en-US" altLang="en-US" dirty="0">
                <a:latin typeface="Comic Sans MS" panose="030F0702030302020204" pitchFamily="66" charset="0"/>
              </a:rPr>
              <a:t>, </a:t>
            </a:r>
            <a:r>
              <a:rPr lang="en-US" altLang="en-US" dirty="0">
                <a:latin typeface="Comic Sans MS" panose="030F0702030302020204" pitchFamily="66" charset="0"/>
                <a:cs typeface="Courier New" panose="02070309020205020404" pitchFamily="49" charset="0"/>
              </a:rPr>
              <a:t>failure</a:t>
            </a:r>
            <a:r>
              <a:rPr lang="en-US" altLang="en-US" dirty="0">
                <a:latin typeface="Comic Sans MS" panose="030F0702030302020204" pitchFamily="66" charset="0"/>
              </a:rPr>
              <a:t>).</a:t>
            </a:r>
          </a:p>
          <a:p>
            <a:pPr lvl="0" eaLnBrk="0" fontAlgn="base" hangingPunct="0">
              <a:lnSpc>
                <a:spcPct val="150000"/>
              </a:lnSpc>
              <a:spcBef>
                <a:spcPct val="0"/>
              </a:spcBef>
              <a:spcAft>
                <a:spcPts val="600"/>
              </a:spcAft>
              <a:buFontTx/>
              <a:buChar char="•"/>
            </a:pPr>
            <a:r>
              <a:rPr lang="en-US" altLang="en-US" b="1" dirty="0">
                <a:latin typeface="Comic Sans MS" panose="030F0702030302020204" pitchFamily="66" charset="0"/>
                <a:cs typeface="Courier New" panose="02070309020205020404" pitchFamily="49" charset="0"/>
              </a:rPr>
              <a:t>options</a:t>
            </a:r>
            <a:r>
              <a:rPr lang="en-US" altLang="en-US" dirty="0">
                <a:latin typeface="Comic Sans MS" panose="030F0702030302020204" pitchFamily="66" charset="0"/>
                <a:cs typeface="Courier New" panose="02070309020205020404" pitchFamily="49" charset="0"/>
              </a:rPr>
              <a:t> { ... }</a:t>
            </a:r>
            <a:r>
              <a:rPr lang="en-US" altLang="en-US" dirty="0">
                <a:latin typeface="Comic Sans MS" panose="030F0702030302020204" pitchFamily="66" charset="0"/>
              </a:rPr>
              <a:t>, </a:t>
            </a:r>
            <a:r>
              <a:rPr lang="en-US" altLang="en-US" dirty="0">
                <a:latin typeface="Comic Sans MS" panose="030F0702030302020204" pitchFamily="66" charset="0"/>
                <a:cs typeface="Courier New" panose="02070309020205020404" pitchFamily="49" charset="0"/>
              </a:rPr>
              <a:t>parameters { ... }</a:t>
            </a:r>
            <a:r>
              <a:rPr lang="en-US" altLang="en-US" dirty="0">
                <a:latin typeface="Comic Sans MS" panose="030F0702030302020204" pitchFamily="66" charset="0"/>
              </a:rPr>
              <a:t>, </a:t>
            </a:r>
            <a:r>
              <a:rPr lang="en-US" altLang="en-US" dirty="0">
                <a:latin typeface="Comic Sans MS" panose="030F0702030302020204" pitchFamily="66" charset="0"/>
                <a:cs typeface="Courier New" panose="02070309020205020404" pitchFamily="49" charset="0"/>
              </a:rPr>
              <a:t>triggers { ... }</a:t>
            </a:r>
            <a:r>
              <a:rPr lang="en-US" altLang="en-US" dirty="0">
                <a:latin typeface="Comic Sans MS" panose="030F0702030302020204" pitchFamily="66" charset="0"/>
              </a:rPr>
              <a:t>, </a:t>
            </a:r>
            <a:r>
              <a:rPr lang="en-US" altLang="en-US" dirty="0">
                <a:latin typeface="Comic Sans MS" panose="030F0702030302020204" pitchFamily="66" charset="0"/>
                <a:cs typeface="Courier New" panose="02070309020205020404" pitchFamily="49" charset="0"/>
              </a:rPr>
              <a:t>environment { ... }</a:t>
            </a:r>
            <a:r>
              <a:rPr lang="en-US" altLang="en-US" dirty="0">
                <a:latin typeface="Comic Sans MS" panose="030F0702030302020204" pitchFamily="66" charset="0"/>
              </a:rPr>
              <a:t>, </a:t>
            </a:r>
            <a:r>
              <a:rPr lang="en-US" altLang="en-US" dirty="0">
                <a:latin typeface="Comic Sans MS" panose="030F0702030302020204" pitchFamily="66" charset="0"/>
                <a:cs typeface="Courier New" panose="02070309020205020404" pitchFamily="49" charset="0"/>
              </a:rPr>
              <a:t>input { ... }</a:t>
            </a:r>
            <a:r>
              <a:rPr lang="en-US" altLang="en-US" dirty="0">
                <a:latin typeface="Comic Sans MS" panose="030F0702030302020204" pitchFamily="66" charset="0"/>
              </a:rPr>
              <a:t>: Other optional blocks for configuring pipeline behavior.</a:t>
            </a:r>
          </a:p>
        </p:txBody>
      </p:sp>
    </p:spTree>
    <p:extLst>
      <p:ext uri="{BB962C8B-B14F-4D97-AF65-F5344CB8AC3E}">
        <p14:creationId xmlns:p14="http://schemas.microsoft.com/office/powerpoint/2010/main" val="3476027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BEF7-5026-AD7C-C422-19A25AE92AB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BA5A09B-797A-0706-9068-C7B57D1B8D69}"/>
              </a:ext>
            </a:extLst>
          </p:cNvPr>
          <p:cNvSpPr>
            <a:spLocks noGrp="1"/>
          </p:cNvSpPr>
          <p:nvPr>
            <p:ph type="sldNum" sz="quarter" idx="12"/>
          </p:nvPr>
        </p:nvSpPr>
        <p:spPr/>
        <p:txBody>
          <a:bodyPr/>
          <a:lstStyle/>
          <a:p>
            <a:fld id="{38826FC0-333C-E549-9FA3-0EE43DF298A3}" type="slidenum">
              <a:rPr lang="en-US" smtClean="0"/>
              <a:pPr/>
              <a:t>16</a:t>
            </a:fld>
            <a:endParaRPr lang="en-US"/>
          </a:p>
        </p:txBody>
      </p:sp>
      <p:sp>
        <p:nvSpPr>
          <p:cNvPr id="4" name="Footer Placeholder 3">
            <a:extLst>
              <a:ext uri="{FF2B5EF4-FFF2-40B4-BE49-F238E27FC236}">
                <a16:creationId xmlns:a16="http://schemas.microsoft.com/office/drawing/2014/main" id="{A612C28D-3414-1B78-5DD1-C8706775D84F}"/>
              </a:ext>
            </a:extLst>
          </p:cNvPr>
          <p:cNvSpPr>
            <a:spLocks noGrp="1"/>
          </p:cNvSpPr>
          <p:nvPr>
            <p:ph type="ftr" sz="quarter" idx="11"/>
          </p:nvPr>
        </p:nvSpPr>
        <p:spPr>
          <a:xfrm>
            <a:off x="1005839" y="6400800"/>
            <a:ext cx="1770311" cy="228600"/>
          </a:xfrm>
        </p:spPr>
        <p:txBody>
          <a:bodyPr/>
          <a:lstStyle/>
          <a:p>
            <a:r>
              <a:rPr lang="en-US"/>
              <a:t>© 2025–2027 Cognizant | Private</a:t>
            </a:r>
            <a:endParaRPr lang="en-US" dirty="0"/>
          </a:p>
        </p:txBody>
      </p:sp>
      <p:sp>
        <p:nvSpPr>
          <p:cNvPr id="2" name="Title 1">
            <a:extLst>
              <a:ext uri="{FF2B5EF4-FFF2-40B4-BE49-F238E27FC236}">
                <a16:creationId xmlns:a16="http://schemas.microsoft.com/office/drawing/2014/main" id="{8A7A1B45-532B-BF3E-799C-F7F7CD76B4C3}"/>
              </a:ext>
            </a:extLst>
          </p:cNvPr>
          <p:cNvSpPr>
            <a:spLocks noGrp="1"/>
          </p:cNvSpPr>
          <p:nvPr>
            <p:ph type="title"/>
          </p:nvPr>
        </p:nvSpPr>
        <p:spPr>
          <a:xfrm>
            <a:off x="457200" y="457200"/>
            <a:ext cx="11277600" cy="332399"/>
          </a:xfrm>
        </p:spPr>
        <p:txBody>
          <a:bodyPr/>
          <a:lstStyle/>
          <a:p>
            <a:r>
              <a:rPr lang="en-US" dirty="0"/>
              <a:t>Jenkins – How it works?</a:t>
            </a:r>
          </a:p>
        </p:txBody>
      </p:sp>
      <p:pic>
        <p:nvPicPr>
          <p:cNvPr id="6" name="Picture 5">
            <a:extLst>
              <a:ext uri="{FF2B5EF4-FFF2-40B4-BE49-F238E27FC236}">
                <a16:creationId xmlns:a16="http://schemas.microsoft.com/office/drawing/2014/main" id="{80AF4F99-6A21-A6B3-5BAF-79D53951FA19}"/>
              </a:ext>
            </a:extLst>
          </p:cNvPr>
          <p:cNvPicPr>
            <a:picLocks noChangeAspect="1"/>
          </p:cNvPicPr>
          <p:nvPr/>
        </p:nvPicPr>
        <p:blipFill>
          <a:blip r:embed="rId3"/>
          <a:stretch>
            <a:fillRect/>
          </a:stretch>
        </p:blipFill>
        <p:spPr>
          <a:xfrm>
            <a:off x="1739676" y="1098430"/>
            <a:ext cx="4356324" cy="4661140"/>
          </a:xfrm>
          <a:prstGeom prst="rect">
            <a:avLst/>
          </a:prstGeom>
        </p:spPr>
      </p:pic>
      <p:pic>
        <p:nvPicPr>
          <p:cNvPr id="9" name="Picture 8">
            <a:extLst>
              <a:ext uri="{FF2B5EF4-FFF2-40B4-BE49-F238E27FC236}">
                <a16:creationId xmlns:a16="http://schemas.microsoft.com/office/drawing/2014/main" id="{5E6DC677-0377-DEF5-808F-176F3DBF8FA0}"/>
              </a:ext>
            </a:extLst>
          </p:cNvPr>
          <p:cNvPicPr>
            <a:picLocks noChangeAspect="1"/>
          </p:cNvPicPr>
          <p:nvPr/>
        </p:nvPicPr>
        <p:blipFill>
          <a:blip r:embed="rId4"/>
          <a:stretch>
            <a:fillRect/>
          </a:stretch>
        </p:blipFill>
        <p:spPr>
          <a:xfrm>
            <a:off x="5314910" y="1723055"/>
            <a:ext cx="5137414" cy="2432175"/>
          </a:xfrm>
          <a:prstGeom prst="rect">
            <a:avLst/>
          </a:prstGeom>
        </p:spPr>
      </p:pic>
    </p:spTree>
    <p:extLst>
      <p:ext uri="{BB962C8B-B14F-4D97-AF65-F5344CB8AC3E}">
        <p14:creationId xmlns:p14="http://schemas.microsoft.com/office/powerpoint/2010/main" val="40543701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2.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4B404F-09F1-40CA-84E2-FD9F4E5EB219}">
  <ds:schemaRefs>
    <ds:schemaRef ds:uri="http://purl.org/dc/dcmitype/"/>
    <ds:schemaRef ds:uri="85aa0b7b-c2ff-4619-b015-c2745a4ebbba"/>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purl.org/dc/terms/"/>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12006</TotalTime>
  <Words>1510</Words>
  <Application>Microsoft Office PowerPoint</Application>
  <PresentationFormat>Widescreen</PresentationFormat>
  <Paragraphs>204</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Cognizant_2024</vt:lpstr>
      <vt:lpstr>Dev Ops</vt:lpstr>
      <vt:lpstr>Maven</vt:lpstr>
      <vt:lpstr>Maven - Default (or Build) Lifecycle: </vt:lpstr>
      <vt:lpstr>Maven - Execution: </vt:lpstr>
      <vt:lpstr>Maven - Commands:</vt:lpstr>
      <vt:lpstr>Maven – Commands:</vt:lpstr>
      <vt:lpstr>Maven – Commands:</vt:lpstr>
      <vt:lpstr>Jenkins</vt:lpstr>
      <vt:lpstr>Jenkins – CI Integration</vt:lpstr>
      <vt:lpstr>Jenkins – Continuous Delivery (CD) / Continuous Deployment (CD):</vt:lpstr>
      <vt:lpstr>Jenkins – Key Features and benefits</vt:lpstr>
      <vt:lpstr>Jenkins – How it works?</vt:lpstr>
      <vt:lpstr>Jenkins – How it works?</vt:lpstr>
      <vt:lpstr>Jenkins – How it works?</vt:lpstr>
      <vt:lpstr>Jenkins – How it works?</vt:lpstr>
      <vt:lpstr>Jenkins – How it works?</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4</cp:revision>
  <dcterms:created xsi:type="dcterms:W3CDTF">2025-09-17T08:32:50Z</dcterms:created>
  <dcterms:modified xsi:type="dcterms:W3CDTF">2026-02-07T05:56:47Z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